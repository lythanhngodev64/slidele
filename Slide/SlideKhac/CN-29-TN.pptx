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heme/themeOverride1.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7"/>
  </p:notesMasterIdLst>
  <p:sldIdLst>
    <p:sldId id="11455" r:id="rId2"/>
    <p:sldId id="11503" r:id="rId3"/>
    <p:sldId id="321" r:id="rId4"/>
    <p:sldId id="371" r:id="rId5"/>
    <p:sldId id="322" r:id="rId6"/>
    <p:sldId id="372" r:id="rId7"/>
    <p:sldId id="323" r:id="rId8"/>
    <p:sldId id="9865" r:id="rId9"/>
    <p:sldId id="324" r:id="rId10"/>
    <p:sldId id="9866" r:id="rId11"/>
    <p:sldId id="9867" r:id="rId12"/>
    <p:sldId id="10719" r:id="rId13"/>
    <p:sldId id="10720" r:id="rId14"/>
    <p:sldId id="9869" r:id="rId15"/>
    <p:sldId id="9870" r:id="rId16"/>
    <p:sldId id="9871" r:id="rId17"/>
    <p:sldId id="9872" r:id="rId18"/>
    <p:sldId id="9873" r:id="rId19"/>
    <p:sldId id="9874" r:id="rId20"/>
    <p:sldId id="10721" r:id="rId21"/>
    <p:sldId id="10722" r:id="rId22"/>
    <p:sldId id="10723" r:id="rId23"/>
    <p:sldId id="10724" r:id="rId24"/>
    <p:sldId id="10725" r:id="rId25"/>
    <p:sldId id="304" r:id="rId26"/>
    <p:sldId id="9879" r:id="rId27"/>
    <p:sldId id="9880" r:id="rId28"/>
    <p:sldId id="9881" r:id="rId29"/>
    <p:sldId id="9882" r:id="rId30"/>
    <p:sldId id="9883" r:id="rId31"/>
    <p:sldId id="9884" r:id="rId32"/>
    <p:sldId id="9885" r:id="rId33"/>
    <p:sldId id="9886" r:id="rId34"/>
    <p:sldId id="9887" r:id="rId35"/>
    <p:sldId id="9889" r:id="rId36"/>
    <p:sldId id="9890" r:id="rId37"/>
    <p:sldId id="9891" r:id="rId38"/>
    <p:sldId id="9892" r:id="rId39"/>
    <p:sldId id="9893" r:id="rId40"/>
    <p:sldId id="9895" r:id="rId41"/>
    <p:sldId id="9897" r:id="rId42"/>
    <p:sldId id="9898" r:id="rId43"/>
    <p:sldId id="9899" r:id="rId44"/>
    <p:sldId id="9900" r:id="rId45"/>
    <p:sldId id="9901" r:id="rId46"/>
    <p:sldId id="9902" r:id="rId47"/>
    <p:sldId id="9904" r:id="rId48"/>
    <p:sldId id="9905" r:id="rId49"/>
    <p:sldId id="9906" r:id="rId50"/>
    <p:sldId id="9907" r:id="rId51"/>
    <p:sldId id="9908" r:id="rId52"/>
    <p:sldId id="9909" r:id="rId53"/>
    <p:sldId id="9910" r:id="rId54"/>
    <p:sldId id="9911" r:id="rId55"/>
    <p:sldId id="9912" r:id="rId56"/>
    <p:sldId id="9913" r:id="rId57"/>
    <p:sldId id="9914" r:id="rId58"/>
    <p:sldId id="9915" r:id="rId59"/>
    <p:sldId id="9916" r:id="rId60"/>
    <p:sldId id="9917" r:id="rId61"/>
    <p:sldId id="9918" r:id="rId62"/>
    <p:sldId id="9919" r:id="rId63"/>
    <p:sldId id="9920" r:id="rId64"/>
    <p:sldId id="9921" r:id="rId65"/>
    <p:sldId id="9922" r:id="rId66"/>
    <p:sldId id="9923" r:id="rId67"/>
    <p:sldId id="9924" r:id="rId68"/>
    <p:sldId id="9925" r:id="rId69"/>
    <p:sldId id="9926" r:id="rId70"/>
    <p:sldId id="9927" r:id="rId71"/>
    <p:sldId id="9928" r:id="rId72"/>
    <p:sldId id="9929" r:id="rId73"/>
    <p:sldId id="9930" r:id="rId74"/>
    <p:sldId id="9931" r:id="rId75"/>
    <p:sldId id="9932" r:id="rId76"/>
    <p:sldId id="9933" r:id="rId77"/>
    <p:sldId id="9934" r:id="rId78"/>
    <p:sldId id="9935" r:id="rId79"/>
    <p:sldId id="341" r:id="rId80"/>
    <p:sldId id="409" r:id="rId81"/>
    <p:sldId id="342" r:id="rId82"/>
    <p:sldId id="417" r:id="rId83"/>
    <p:sldId id="343" r:id="rId84"/>
    <p:sldId id="344" r:id="rId85"/>
    <p:sldId id="9936" r:id="rId86"/>
    <p:sldId id="345" r:id="rId87"/>
    <p:sldId id="418" r:id="rId88"/>
    <p:sldId id="346" r:id="rId89"/>
    <p:sldId id="347" r:id="rId90"/>
    <p:sldId id="412" r:id="rId91"/>
    <p:sldId id="348" r:id="rId92"/>
    <p:sldId id="349" r:id="rId93"/>
    <p:sldId id="350" r:id="rId94"/>
    <p:sldId id="419" r:id="rId95"/>
    <p:sldId id="351" r:id="rId96"/>
    <p:sldId id="413" r:id="rId97"/>
    <p:sldId id="352" r:id="rId98"/>
    <p:sldId id="353" r:id="rId99"/>
    <p:sldId id="415" r:id="rId100"/>
    <p:sldId id="354" r:id="rId101"/>
    <p:sldId id="355" r:id="rId102"/>
    <p:sldId id="401" r:id="rId103"/>
    <p:sldId id="356" r:id="rId104"/>
    <p:sldId id="402" r:id="rId105"/>
    <p:sldId id="357" r:id="rId106"/>
    <p:sldId id="403" r:id="rId107"/>
    <p:sldId id="358" r:id="rId108"/>
    <p:sldId id="359" r:id="rId109"/>
    <p:sldId id="405" r:id="rId110"/>
    <p:sldId id="9984" r:id="rId111"/>
    <p:sldId id="406" r:id="rId112"/>
    <p:sldId id="408" r:id="rId113"/>
    <p:sldId id="365" r:id="rId114"/>
    <p:sldId id="9985" r:id="rId115"/>
    <p:sldId id="366" r:id="rId116"/>
    <p:sldId id="9961" r:id="rId117"/>
    <p:sldId id="423" r:id="rId118"/>
    <p:sldId id="424" r:id="rId119"/>
    <p:sldId id="11607" r:id="rId120"/>
    <p:sldId id="10283" r:id="rId121"/>
    <p:sldId id="10284" r:id="rId122"/>
    <p:sldId id="10790" r:id="rId123"/>
    <p:sldId id="11560" r:id="rId124"/>
    <p:sldId id="11561" r:id="rId125"/>
    <p:sldId id="11562" r:id="rId126"/>
    <p:sldId id="11563" r:id="rId127"/>
    <p:sldId id="11564" r:id="rId128"/>
    <p:sldId id="11110" r:id="rId129"/>
    <p:sldId id="10417" r:id="rId130"/>
    <p:sldId id="11565" r:id="rId131"/>
    <p:sldId id="11566" r:id="rId132"/>
    <p:sldId id="11567" r:id="rId133"/>
    <p:sldId id="11568" r:id="rId134"/>
    <p:sldId id="11569" r:id="rId135"/>
    <p:sldId id="11570" r:id="rId136"/>
    <p:sldId id="11571" r:id="rId137"/>
    <p:sldId id="11572" r:id="rId138"/>
    <p:sldId id="11573" r:id="rId139"/>
    <p:sldId id="11608" r:id="rId140"/>
    <p:sldId id="10180" r:id="rId141"/>
    <p:sldId id="10181" r:id="rId142"/>
    <p:sldId id="10258" r:id="rId143"/>
    <p:sldId id="10260" r:id="rId144"/>
    <p:sldId id="10262" r:id="rId145"/>
    <p:sldId id="10264" r:id="rId146"/>
    <p:sldId id="10265" r:id="rId147"/>
    <p:sldId id="10266" r:id="rId148"/>
    <p:sldId id="10267" r:id="rId149"/>
    <p:sldId id="10268" r:id="rId150"/>
    <p:sldId id="10269" r:id="rId151"/>
    <p:sldId id="10270" r:id="rId152"/>
    <p:sldId id="10271" r:id="rId153"/>
    <p:sldId id="10272" r:id="rId154"/>
    <p:sldId id="11609" r:id="rId155"/>
    <p:sldId id="385" r:id="rId156"/>
    <p:sldId id="10256" r:id="rId157"/>
    <p:sldId id="10142" r:id="rId158"/>
    <p:sldId id="11226" r:id="rId159"/>
    <p:sldId id="11467" r:id="rId160"/>
    <p:sldId id="11574" r:id="rId161"/>
    <p:sldId id="11417" r:id="rId162"/>
    <p:sldId id="11418" r:id="rId163"/>
    <p:sldId id="11419" r:id="rId164"/>
    <p:sldId id="11420" r:id="rId165"/>
    <p:sldId id="11575" r:id="rId166"/>
    <p:sldId id="11576" r:id="rId167"/>
    <p:sldId id="11577" r:id="rId168"/>
    <p:sldId id="11578" r:id="rId169"/>
    <p:sldId id="11470" r:id="rId170"/>
    <p:sldId id="11471" r:id="rId171"/>
    <p:sldId id="11579" r:id="rId172"/>
    <p:sldId id="11580" r:id="rId173"/>
    <p:sldId id="11581" r:id="rId174"/>
    <p:sldId id="11582" r:id="rId175"/>
    <p:sldId id="11307" r:id="rId176"/>
    <p:sldId id="11610" r:id="rId177"/>
    <p:sldId id="10280" r:id="rId178"/>
    <p:sldId id="11168" r:id="rId179"/>
    <p:sldId id="11555" r:id="rId180"/>
    <p:sldId id="9864" r:id="rId181"/>
    <p:sldId id="10316" r:id="rId182"/>
    <p:sldId id="10317" r:id="rId183"/>
    <p:sldId id="10318" r:id="rId184"/>
    <p:sldId id="10319" r:id="rId185"/>
    <p:sldId id="10320" r:id="rId186"/>
    <p:sldId id="10321" r:id="rId187"/>
    <p:sldId id="10322" r:id="rId188"/>
    <p:sldId id="10323" r:id="rId189"/>
    <p:sldId id="10324" r:id="rId190"/>
    <p:sldId id="10325" r:id="rId191"/>
    <p:sldId id="10337" r:id="rId192"/>
    <p:sldId id="10326" r:id="rId193"/>
    <p:sldId id="10327" r:id="rId194"/>
    <p:sldId id="10328" r:id="rId195"/>
    <p:sldId id="10336" r:id="rId196"/>
    <p:sldId id="10329" r:id="rId197"/>
    <p:sldId id="10330" r:id="rId198"/>
    <p:sldId id="10331" r:id="rId199"/>
    <p:sldId id="10332" r:id="rId200"/>
    <p:sldId id="10333" r:id="rId201"/>
    <p:sldId id="10334" r:id="rId202"/>
    <p:sldId id="10335" r:id="rId203"/>
    <p:sldId id="11611" r:id="rId204"/>
    <p:sldId id="10651" r:id="rId205"/>
    <p:sldId id="10652" r:id="rId206"/>
    <p:sldId id="10653" r:id="rId207"/>
    <p:sldId id="11169" r:id="rId208"/>
    <p:sldId id="11275" r:id="rId209"/>
    <p:sldId id="11366" r:id="rId210"/>
    <p:sldId id="11583" r:id="rId211"/>
    <p:sldId id="11584" r:id="rId212"/>
    <p:sldId id="11585" r:id="rId213"/>
    <p:sldId id="11586" r:id="rId214"/>
    <p:sldId id="11587" r:id="rId215"/>
    <p:sldId id="11588" r:id="rId216"/>
    <p:sldId id="11589" r:id="rId217"/>
    <p:sldId id="11590" r:id="rId218"/>
    <p:sldId id="11221" r:id="rId219"/>
    <p:sldId id="10252" r:id="rId220"/>
    <p:sldId id="11182" r:id="rId221"/>
    <p:sldId id="10212" r:id="rId222"/>
    <p:sldId id="10823" r:id="rId223"/>
    <p:sldId id="10931" r:id="rId224"/>
    <p:sldId id="11185" r:id="rId225"/>
    <p:sldId id="10932" r:id="rId226"/>
    <p:sldId id="11539" r:id="rId227"/>
    <p:sldId id="11540" r:id="rId228"/>
    <p:sldId id="11591" r:id="rId229"/>
    <p:sldId id="11592" r:id="rId230"/>
    <p:sldId id="11543" r:id="rId231"/>
    <p:sldId id="11544" r:id="rId232"/>
    <p:sldId id="11545" r:id="rId233"/>
    <p:sldId id="11546" r:id="rId234"/>
    <p:sldId id="11593" r:id="rId235"/>
    <p:sldId id="11594" r:id="rId236"/>
    <p:sldId id="11612" r:id="rId237"/>
    <p:sldId id="10769" r:id="rId238"/>
    <p:sldId id="10253" r:id="rId239"/>
    <p:sldId id="11006" r:id="rId240"/>
    <p:sldId id="11595" r:id="rId241"/>
    <p:sldId id="11596" r:id="rId242"/>
    <p:sldId id="11597" r:id="rId243"/>
    <p:sldId id="11598" r:id="rId244"/>
    <p:sldId id="11599" r:id="rId245"/>
    <p:sldId id="11007" r:id="rId246"/>
    <p:sldId id="11059" r:id="rId247"/>
    <p:sldId id="11549" r:id="rId248"/>
    <p:sldId id="11600" r:id="rId249"/>
    <p:sldId id="11601" r:id="rId250"/>
    <p:sldId id="11602" r:id="rId251"/>
    <p:sldId id="11603" r:id="rId252"/>
    <p:sldId id="11604" r:id="rId253"/>
    <p:sldId id="11605" r:id="rId254"/>
    <p:sldId id="11606" r:id="rId255"/>
    <p:sldId id="11613" r:id="rId256"/>
  </p:sldIdLst>
  <p:sldSz cx="9144000" cy="5143500" type="screen16x9"/>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37" autoAdjust="0"/>
    <p:restoredTop sz="94660"/>
  </p:normalViewPr>
  <p:slideViewPr>
    <p:cSldViewPr snapToGrid="0">
      <p:cViewPr>
        <p:scale>
          <a:sx n="75" d="100"/>
          <a:sy n="75" d="100"/>
        </p:scale>
        <p:origin x="816" y="1128"/>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4257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slide" Target="slides/slide232.xml"/><Relationship Id="rId238" Type="http://schemas.openxmlformats.org/officeDocument/2006/relationships/slide" Target="slides/slide237.xml"/><Relationship Id="rId254" Type="http://schemas.openxmlformats.org/officeDocument/2006/relationships/slide" Target="slides/slide253.xml"/><Relationship Id="rId259" Type="http://schemas.openxmlformats.org/officeDocument/2006/relationships/viewProps" Target="viewProps.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260"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slide" Target="slides/slide254.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tableStyles" Target="tableStyles.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notesMaster" Target="notesMasters/notesMaster1.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microsoft.com/office/2015/10/relationships/revisionInfo" Target="revisionInfo.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1701FF8C-FB8E-45AF-B0FA-95B6560BE94A}" type="datetimeFigureOut">
              <a:rPr lang="en-US" smtClean="0"/>
              <a:t>10/17/2025</a:t>
            </a:fld>
            <a:endParaRPr lang="en-US"/>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08CA-AC9C-9000-FC37-B0A45EB7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8C671-5897-95C6-B33B-DE2C2088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65EB7-4CE6-3B1B-5325-660B5F8FDFE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7D020A1-4208-4D01-67E2-76069BACA166}"/>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249663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CEEB2-D2DB-5894-8C75-508789919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3E8046-3E62-8745-A6A8-19E3A18034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F54660-81B8-C2B8-805E-6043270DF8CE}"/>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C3E6537-9626-9BFD-8731-45E1F4E5A7E9}"/>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640795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E56DD-C31F-4A55-0104-A21F1956C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EBE2D5-624D-8D85-C15F-A1A2DECDD5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02F38-CF7A-57A9-CAF6-371887F249A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C36B5F0-D01C-AECC-5806-601DD675E4E8}"/>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3842999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E7E20-6834-E12E-ADB6-5F6ACC016B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EFE641-0A50-73B5-137E-55464E3665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4D4A0B-6EE7-D2E2-9FC1-20455ABE6B3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2E91721-D881-8855-19E9-5233FDAAB229}"/>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1633647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77809-70F7-7461-9F0C-B5F5A90EC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4928A3-377B-FAD4-4439-93DB098C6D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F4E3CE-3898-B52B-04F0-8A3ACC714BF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BCC99CE-9292-1BB8-92BC-D2A5D18575AB}"/>
              </a:ext>
            </a:extLst>
          </p:cNvPr>
          <p:cNvSpPr>
            <a:spLocks noGrp="1"/>
          </p:cNvSpPr>
          <p:nvPr>
            <p:ph type="sldNum" sz="quarter" idx="5"/>
          </p:nvPr>
        </p:nvSpPr>
        <p:spPr/>
        <p:txBody>
          <a:bodyPr/>
          <a:lstStyle/>
          <a:p>
            <a:fld id="{648246CF-7178-41AD-B6F8-BACEEA28FBE0}" type="slidenum">
              <a:rPr lang="en-US" smtClean="0"/>
              <a:t>126</a:t>
            </a:fld>
            <a:endParaRPr lang="en-US"/>
          </a:p>
        </p:txBody>
      </p:sp>
    </p:spTree>
    <p:extLst>
      <p:ext uri="{BB962C8B-B14F-4D97-AF65-F5344CB8AC3E}">
        <p14:creationId xmlns:p14="http://schemas.microsoft.com/office/powerpoint/2010/main" val="1791621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58B13-455F-DFCF-B060-5FF13B3159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0299BE-3FC1-D6AC-7A23-9CD4FFEF0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671C2A-E0CC-5BC0-F660-099E09119D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95CEE51-08BE-F3AC-97D7-322A2748C1CF}"/>
              </a:ext>
            </a:extLst>
          </p:cNvPr>
          <p:cNvSpPr>
            <a:spLocks noGrp="1"/>
          </p:cNvSpPr>
          <p:nvPr>
            <p:ph type="sldNum" sz="quarter" idx="5"/>
          </p:nvPr>
        </p:nvSpPr>
        <p:spPr/>
        <p:txBody>
          <a:bodyPr/>
          <a:lstStyle/>
          <a:p>
            <a:fld id="{648246CF-7178-41AD-B6F8-BACEEA28FBE0}" type="slidenum">
              <a:rPr lang="en-US" smtClean="0"/>
              <a:t>127</a:t>
            </a:fld>
            <a:endParaRPr lang="en-US"/>
          </a:p>
        </p:txBody>
      </p:sp>
    </p:spTree>
    <p:extLst>
      <p:ext uri="{BB962C8B-B14F-4D97-AF65-F5344CB8AC3E}">
        <p14:creationId xmlns:p14="http://schemas.microsoft.com/office/powerpoint/2010/main" val="39570026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2C5BE-6CBE-5290-25FF-ADD0BBE69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2AEDA-CBC4-9D00-6C7B-304902630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2A7FA-269C-6651-E484-7DE31886A8C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E56FFFE-B3F2-F244-29A2-F731B20CEFA2}"/>
              </a:ext>
            </a:extLst>
          </p:cNvPr>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30263314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7354B-604E-3ACA-EB3A-07691D129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A0E899-9D8A-383C-10BF-8F8774CAD9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81B31-88B2-D104-17BC-26C42AC5CC6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B76A6C3-6534-7942-1665-CD29EBACA5CA}"/>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959847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1714D-D932-869A-D691-7E4511814D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47062D-C6A7-FB2B-57A7-50FD4FC015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356CA4-D876-722E-7DAC-208C4F229BD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AA5F330-30F8-EC25-F451-1BD988D32EA9}"/>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26794390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9A1FF-150C-01A1-586F-F1A19E32B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1B534A-852E-45A9-85AC-86A83F7D02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5FC57B-DF33-6794-CF39-D508D843500E}"/>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E2B02F5-6CF9-2E00-56A8-501E42864D8E}"/>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42339204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45C40-9AD1-A10A-F7EE-9E13FC829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EB5022-5E96-6F6D-84C8-8A460B85DC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109DB-CC13-EDEE-5DE6-8CAC4486507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F9FC703F-473C-44DD-E173-AC7FFC9E66A5}"/>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38657774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E6A8B-F63E-0622-D663-260D62CA0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F34D2-F813-14B6-E0AF-1AC2093C28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CCC34E-97DD-921E-0240-6A835A70419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F18E19C9-F6FC-B227-85DF-729F795E5AC8}"/>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14025135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F73B6-D0C7-FCF0-1775-9ED2A6DFEC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DAB47D-077C-699D-B8F0-368AB99352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BE0946-0054-7F02-A946-5D3BF29FE0C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7A878CD2-7FDB-950A-DE40-65A72A0AD257}"/>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28523884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D1E54-4B67-D3C7-3DAC-54971CDB6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827F3-6162-F250-2133-0AF39FD85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128AB8-FD26-6178-5972-0EFF879BFA1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002FB30-0C97-849F-62FD-90F32C094E3A}"/>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4726537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D0DD1-F92C-CE27-E722-A666154D5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B2FB75-6FAB-BC58-9356-F82AAF6E32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37A44B-F5FD-2659-2015-FEEDA07C1B1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5D5BAC9-DEEC-6840-DA82-FDE06973ABAF}"/>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3667238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BA1FE-8B56-EB18-6FC4-900029EBE7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95A847-F9EA-A3A4-31CB-FA0A80ABB8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69360D-E40C-CC9D-48FB-2A3EBEDC3B8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AA38F4E-30F2-46D7-9A0E-162AD3A35904}"/>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2699138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143</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144</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145</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147</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1E8A0-004E-DDA7-49D9-F2EC44F52A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0661C-3AD4-E70C-EA96-CF8C8BC6E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58666-30B4-DA9F-3C54-7020567EF12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BC42151-60BF-C984-F34D-4829022F1D91}"/>
              </a:ext>
            </a:extLst>
          </p:cNvPr>
          <p:cNvSpPr>
            <a:spLocks noGrp="1"/>
          </p:cNvSpPr>
          <p:nvPr>
            <p:ph type="sldNum" sz="quarter" idx="5"/>
          </p:nvPr>
        </p:nvSpPr>
        <p:spPr/>
        <p:txBody>
          <a:bodyPr/>
          <a:lstStyle/>
          <a:p>
            <a:fld id="{648246CF-7178-41AD-B6F8-BACEEA28FBE0}" type="slidenum">
              <a:rPr lang="en-US" smtClean="0"/>
              <a:t>158</a:t>
            </a:fld>
            <a:endParaRPr lang="en-US"/>
          </a:p>
        </p:txBody>
      </p:sp>
    </p:spTree>
    <p:extLst>
      <p:ext uri="{BB962C8B-B14F-4D97-AF65-F5344CB8AC3E}">
        <p14:creationId xmlns:p14="http://schemas.microsoft.com/office/powerpoint/2010/main" val="16711890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E3FC8-BBB5-0C0F-B9C4-5C62950B29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E95DD-CB82-590E-06FF-1F490E2F86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E6B28-FFB3-C8E2-DB11-0C916ACB9415}"/>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7662333-D2D5-1C0D-F9C7-7FDCB6DAE398}"/>
              </a:ext>
            </a:extLst>
          </p:cNvPr>
          <p:cNvSpPr>
            <a:spLocks noGrp="1"/>
          </p:cNvSpPr>
          <p:nvPr>
            <p:ph type="sldNum" sz="quarter" idx="5"/>
          </p:nvPr>
        </p:nvSpPr>
        <p:spPr/>
        <p:txBody>
          <a:bodyPr/>
          <a:lstStyle/>
          <a:p>
            <a:fld id="{648246CF-7178-41AD-B6F8-BACEEA28FBE0}" type="slidenum">
              <a:rPr lang="en-US" smtClean="0"/>
              <a:t>159</a:t>
            </a:fld>
            <a:endParaRPr lang="en-US"/>
          </a:p>
        </p:txBody>
      </p:sp>
    </p:spTree>
    <p:extLst>
      <p:ext uri="{BB962C8B-B14F-4D97-AF65-F5344CB8AC3E}">
        <p14:creationId xmlns:p14="http://schemas.microsoft.com/office/powerpoint/2010/main" val="17407140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B1616-CEF2-5E52-1412-C60F0AB02D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32275-9D59-8C24-2C37-7B0CB4DADE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20F04D-1BC1-97E6-31F3-D1F21407BE2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9E8249B-F459-CF1F-3C1B-ED921234C093}"/>
              </a:ext>
            </a:extLst>
          </p:cNvPr>
          <p:cNvSpPr>
            <a:spLocks noGrp="1"/>
          </p:cNvSpPr>
          <p:nvPr>
            <p:ph type="sldNum" sz="quarter" idx="5"/>
          </p:nvPr>
        </p:nvSpPr>
        <p:spPr/>
        <p:txBody>
          <a:bodyPr/>
          <a:lstStyle/>
          <a:p>
            <a:fld id="{648246CF-7178-41AD-B6F8-BACEEA28FBE0}" type="slidenum">
              <a:rPr lang="en-US" smtClean="0"/>
              <a:t>160</a:t>
            </a:fld>
            <a:endParaRPr lang="en-US"/>
          </a:p>
        </p:txBody>
      </p:sp>
    </p:spTree>
    <p:extLst>
      <p:ext uri="{BB962C8B-B14F-4D97-AF65-F5344CB8AC3E}">
        <p14:creationId xmlns:p14="http://schemas.microsoft.com/office/powerpoint/2010/main" val="18763369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8C67B-3F4B-519E-BC56-9FF94831D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9CBB2-C731-BBDF-FEB1-503C672471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BAFB3-3B0D-4D9C-248E-D9AFA5FC27D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FCB0C5-5922-BFD8-AA00-12F72F67C866}"/>
              </a:ext>
            </a:extLst>
          </p:cNvPr>
          <p:cNvSpPr>
            <a:spLocks noGrp="1"/>
          </p:cNvSpPr>
          <p:nvPr>
            <p:ph type="sldNum" sz="quarter" idx="5"/>
          </p:nvPr>
        </p:nvSpPr>
        <p:spPr/>
        <p:txBody>
          <a:bodyPr/>
          <a:lstStyle/>
          <a:p>
            <a:fld id="{648246CF-7178-41AD-B6F8-BACEEA28FBE0}" type="slidenum">
              <a:rPr lang="en-US" smtClean="0"/>
              <a:t>161</a:t>
            </a:fld>
            <a:endParaRPr lang="en-US"/>
          </a:p>
        </p:txBody>
      </p:sp>
    </p:spTree>
    <p:extLst>
      <p:ext uri="{BB962C8B-B14F-4D97-AF65-F5344CB8AC3E}">
        <p14:creationId xmlns:p14="http://schemas.microsoft.com/office/powerpoint/2010/main" val="11507171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BF606-9241-0142-E999-E1D2AF7856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7A097-712C-428B-74A5-7FFD1AC78B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DF978-838D-274E-8AE6-7C82ED6C929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B34CB3E-88EC-778D-731D-200E3E9C0E2F}"/>
              </a:ext>
            </a:extLst>
          </p:cNvPr>
          <p:cNvSpPr>
            <a:spLocks noGrp="1"/>
          </p:cNvSpPr>
          <p:nvPr>
            <p:ph type="sldNum" sz="quarter" idx="5"/>
          </p:nvPr>
        </p:nvSpPr>
        <p:spPr/>
        <p:txBody>
          <a:bodyPr/>
          <a:lstStyle/>
          <a:p>
            <a:fld id="{648246CF-7178-41AD-B6F8-BACEEA28FBE0}" type="slidenum">
              <a:rPr lang="en-US" smtClean="0"/>
              <a:t>162</a:t>
            </a:fld>
            <a:endParaRPr lang="en-US"/>
          </a:p>
        </p:txBody>
      </p:sp>
    </p:spTree>
    <p:extLst>
      <p:ext uri="{BB962C8B-B14F-4D97-AF65-F5344CB8AC3E}">
        <p14:creationId xmlns:p14="http://schemas.microsoft.com/office/powerpoint/2010/main" val="4063834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78F1F-1931-1D33-AD8A-7651B5FB4D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D20F6F-BE63-773D-D2B5-71F179D12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074857-C1F5-7C85-A420-B36913697D6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C006ED9-CCD4-EB76-4AF7-8D1A632A5BBD}"/>
              </a:ext>
            </a:extLst>
          </p:cNvPr>
          <p:cNvSpPr>
            <a:spLocks noGrp="1"/>
          </p:cNvSpPr>
          <p:nvPr>
            <p:ph type="sldNum" sz="quarter" idx="5"/>
          </p:nvPr>
        </p:nvSpPr>
        <p:spPr/>
        <p:txBody>
          <a:bodyPr/>
          <a:lstStyle/>
          <a:p>
            <a:fld id="{648246CF-7178-41AD-B6F8-BACEEA28FBE0}" type="slidenum">
              <a:rPr lang="en-US" smtClean="0"/>
              <a:t>163</a:t>
            </a:fld>
            <a:endParaRPr lang="en-US"/>
          </a:p>
        </p:txBody>
      </p:sp>
    </p:spTree>
    <p:extLst>
      <p:ext uri="{BB962C8B-B14F-4D97-AF65-F5344CB8AC3E}">
        <p14:creationId xmlns:p14="http://schemas.microsoft.com/office/powerpoint/2010/main" val="23509366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601B3-7A58-8D75-B616-BEF97446C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C49AE-EAD6-7842-1C90-3B679E28F4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1461B0-22EB-146E-D60C-AD028CC9008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1CBCCDB-A7EF-F7EA-C492-C59B0293D32F}"/>
              </a:ext>
            </a:extLst>
          </p:cNvPr>
          <p:cNvSpPr>
            <a:spLocks noGrp="1"/>
          </p:cNvSpPr>
          <p:nvPr>
            <p:ph type="sldNum" sz="quarter" idx="5"/>
          </p:nvPr>
        </p:nvSpPr>
        <p:spPr/>
        <p:txBody>
          <a:bodyPr/>
          <a:lstStyle/>
          <a:p>
            <a:fld id="{648246CF-7178-41AD-B6F8-BACEEA28FBE0}" type="slidenum">
              <a:rPr lang="en-US" smtClean="0"/>
              <a:t>164</a:t>
            </a:fld>
            <a:endParaRPr lang="en-US"/>
          </a:p>
        </p:txBody>
      </p:sp>
    </p:spTree>
    <p:extLst>
      <p:ext uri="{BB962C8B-B14F-4D97-AF65-F5344CB8AC3E}">
        <p14:creationId xmlns:p14="http://schemas.microsoft.com/office/powerpoint/2010/main" val="5871855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5FA19-DB8A-39A7-A170-B66B23C863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CC50DA-BE0D-BF11-5CD5-EA95CB65D8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CFC0C5-58EF-F3A7-8B40-60BB364E29B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ECE74DF-DAB1-1CAA-DBBF-010E1B829DDC}"/>
              </a:ext>
            </a:extLst>
          </p:cNvPr>
          <p:cNvSpPr>
            <a:spLocks noGrp="1"/>
          </p:cNvSpPr>
          <p:nvPr>
            <p:ph type="sldNum" sz="quarter" idx="5"/>
          </p:nvPr>
        </p:nvSpPr>
        <p:spPr/>
        <p:txBody>
          <a:bodyPr/>
          <a:lstStyle/>
          <a:p>
            <a:fld id="{648246CF-7178-41AD-B6F8-BACEEA28FBE0}" type="slidenum">
              <a:rPr lang="en-US" smtClean="0"/>
              <a:t>165</a:t>
            </a:fld>
            <a:endParaRPr lang="en-US"/>
          </a:p>
        </p:txBody>
      </p:sp>
    </p:spTree>
    <p:extLst>
      <p:ext uri="{BB962C8B-B14F-4D97-AF65-F5344CB8AC3E}">
        <p14:creationId xmlns:p14="http://schemas.microsoft.com/office/powerpoint/2010/main" val="16133362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BAA83-39CD-36E1-D04D-F79755A0C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91A966-420C-FFCF-5A63-9E8CEC89A5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66E98D-D43D-8685-9481-8FAE0B1455D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7E5570B-15E9-B962-9B05-2D323E1A1EE0}"/>
              </a:ext>
            </a:extLst>
          </p:cNvPr>
          <p:cNvSpPr>
            <a:spLocks noGrp="1"/>
          </p:cNvSpPr>
          <p:nvPr>
            <p:ph type="sldNum" sz="quarter" idx="5"/>
          </p:nvPr>
        </p:nvSpPr>
        <p:spPr/>
        <p:txBody>
          <a:bodyPr/>
          <a:lstStyle/>
          <a:p>
            <a:fld id="{648246CF-7178-41AD-B6F8-BACEEA28FBE0}" type="slidenum">
              <a:rPr lang="en-US" smtClean="0"/>
              <a:t>166</a:t>
            </a:fld>
            <a:endParaRPr lang="en-US"/>
          </a:p>
        </p:txBody>
      </p:sp>
    </p:spTree>
    <p:extLst>
      <p:ext uri="{BB962C8B-B14F-4D97-AF65-F5344CB8AC3E}">
        <p14:creationId xmlns:p14="http://schemas.microsoft.com/office/powerpoint/2010/main" val="13265831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A7228-F847-62EE-180B-97B1CB7AC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EC2993-BA24-880D-B8C2-DC28FFC9ED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6A7FBD-E5C7-B147-142C-1E512D48334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234B7BF-73BF-E30B-EE24-4ED7EDC98464}"/>
              </a:ext>
            </a:extLst>
          </p:cNvPr>
          <p:cNvSpPr>
            <a:spLocks noGrp="1"/>
          </p:cNvSpPr>
          <p:nvPr>
            <p:ph type="sldNum" sz="quarter" idx="5"/>
          </p:nvPr>
        </p:nvSpPr>
        <p:spPr/>
        <p:txBody>
          <a:bodyPr/>
          <a:lstStyle/>
          <a:p>
            <a:fld id="{648246CF-7178-41AD-B6F8-BACEEA28FBE0}" type="slidenum">
              <a:rPr lang="en-US" smtClean="0"/>
              <a:t>167</a:t>
            </a:fld>
            <a:endParaRPr lang="en-US"/>
          </a:p>
        </p:txBody>
      </p:sp>
    </p:spTree>
    <p:extLst>
      <p:ext uri="{BB962C8B-B14F-4D97-AF65-F5344CB8AC3E}">
        <p14:creationId xmlns:p14="http://schemas.microsoft.com/office/powerpoint/2010/main" val="678073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737F6-B8DC-9BF9-BF98-FAF229371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B5EB80-8FDE-BBB5-E005-181B8EDB9D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C81F04-638A-BBD9-A385-7D991A8B1E3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F3A5BE03-33C1-D1A7-3A5A-C34A9EE8D53B}"/>
              </a:ext>
            </a:extLst>
          </p:cNvPr>
          <p:cNvSpPr>
            <a:spLocks noGrp="1"/>
          </p:cNvSpPr>
          <p:nvPr>
            <p:ph type="sldNum" sz="quarter" idx="5"/>
          </p:nvPr>
        </p:nvSpPr>
        <p:spPr/>
        <p:txBody>
          <a:bodyPr/>
          <a:lstStyle/>
          <a:p>
            <a:fld id="{648246CF-7178-41AD-B6F8-BACEEA28FBE0}" type="slidenum">
              <a:rPr lang="en-US" smtClean="0"/>
              <a:t>168</a:t>
            </a:fld>
            <a:endParaRPr lang="en-US"/>
          </a:p>
        </p:txBody>
      </p:sp>
    </p:spTree>
    <p:extLst>
      <p:ext uri="{BB962C8B-B14F-4D97-AF65-F5344CB8AC3E}">
        <p14:creationId xmlns:p14="http://schemas.microsoft.com/office/powerpoint/2010/main" val="18813249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5A7C3-1784-EFD9-13A3-6823E7F7A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9F1C4A-7D82-AFD7-2A02-D46353E72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5E7217-0C9E-4371-7A9B-6E0BF716954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CB9DD85-8756-F8B5-DA57-FF05B87BD23A}"/>
              </a:ext>
            </a:extLst>
          </p:cNvPr>
          <p:cNvSpPr>
            <a:spLocks noGrp="1"/>
          </p:cNvSpPr>
          <p:nvPr>
            <p:ph type="sldNum" sz="quarter" idx="5"/>
          </p:nvPr>
        </p:nvSpPr>
        <p:spPr/>
        <p:txBody>
          <a:bodyPr/>
          <a:lstStyle/>
          <a:p>
            <a:fld id="{648246CF-7178-41AD-B6F8-BACEEA28FBE0}" type="slidenum">
              <a:rPr lang="en-US" smtClean="0"/>
              <a:t>169</a:t>
            </a:fld>
            <a:endParaRPr lang="en-US"/>
          </a:p>
        </p:txBody>
      </p:sp>
    </p:spTree>
    <p:extLst>
      <p:ext uri="{BB962C8B-B14F-4D97-AF65-F5344CB8AC3E}">
        <p14:creationId xmlns:p14="http://schemas.microsoft.com/office/powerpoint/2010/main" val="24398236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C1ED8-6A94-D311-530B-E7FBD9A3F9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E8460-C36A-DBDA-E5B7-C7E9930F62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F54C7-0A7B-F330-0E9B-7A9FB5BE1EA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EDFD78D-19B7-D9F5-6B3E-58D94FBF03B7}"/>
              </a:ext>
            </a:extLst>
          </p:cNvPr>
          <p:cNvSpPr>
            <a:spLocks noGrp="1"/>
          </p:cNvSpPr>
          <p:nvPr>
            <p:ph type="sldNum" sz="quarter" idx="5"/>
          </p:nvPr>
        </p:nvSpPr>
        <p:spPr/>
        <p:txBody>
          <a:bodyPr/>
          <a:lstStyle/>
          <a:p>
            <a:fld id="{648246CF-7178-41AD-B6F8-BACEEA28FBE0}" type="slidenum">
              <a:rPr lang="en-US" smtClean="0"/>
              <a:t>170</a:t>
            </a:fld>
            <a:endParaRPr lang="en-US"/>
          </a:p>
        </p:txBody>
      </p:sp>
    </p:spTree>
    <p:extLst>
      <p:ext uri="{BB962C8B-B14F-4D97-AF65-F5344CB8AC3E}">
        <p14:creationId xmlns:p14="http://schemas.microsoft.com/office/powerpoint/2010/main" val="36800594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67AE-62BB-A873-39A6-232C50B7D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0C722E-5940-2C0F-E07C-4F9CE02DB3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AEC7F-00C2-9673-89FE-7DBB014FB01E}"/>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C0A3356-C16F-A738-038F-2776991E3605}"/>
              </a:ext>
            </a:extLst>
          </p:cNvPr>
          <p:cNvSpPr>
            <a:spLocks noGrp="1"/>
          </p:cNvSpPr>
          <p:nvPr>
            <p:ph type="sldNum" sz="quarter" idx="5"/>
          </p:nvPr>
        </p:nvSpPr>
        <p:spPr/>
        <p:txBody>
          <a:bodyPr/>
          <a:lstStyle/>
          <a:p>
            <a:fld id="{648246CF-7178-41AD-B6F8-BACEEA28FBE0}" type="slidenum">
              <a:rPr lang="en-US" smtClean="0"/>
              <a:t>171</a:t>
            </a:fld>
            <a:endParaRPr lang="en-US"/>
          </a:p>
        </p:txBody>
      </p:sp>
    </p:spTree>
    <p:extLst>
      <p:ext uri="{BB962C8B-B14F-4D97-AF65-F5344CB8AC3E}">
        <p14:creationId xmlns:p14="http://schemas.microsoft.com/office/powerpoint/2010/main" val="106644588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BA3F0-87BE-81A0-CF72-824CA42D6E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B27A71-1836-B9C2-EB39-E6CB08BB6E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486ADC-3F1E-F7FC-D844-39C5CFF75DF0}"/>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ACB99E6-F76D-EC3F-B2D3-C98E59480062}"/>
              </a:ext>
            </a:extLst>
          </p:cNvPr>
          <p:cNvSpPr>
            <a:spLocks noGrp="1"/>
          </p:cNvSpPr>
          <p:nvPr>
            <p:ph type="sldNum" sz="quarter" idx="5"/>
          </p:nvPr>
        </p:nvSpPr>
        <p:spPr/>
        <p:txBody>
          <a:bodyPr/>
          <a:lstStyle/>
          <a:p>
            <a:fld id="{648246CF-7178-41AD-B6F8-BACEEA28FBE0}" type="slidenum">
              <a:rPr lang="en-US" smtClean="0"/>
              <a:t>172</a:t>
            </a:fld>
            <a:endParaRPr lang="en-US"/>
          </a:p>
        </p:txBody>
      </p:sp>
    </p:spTree>
    <p:extLst>
      <p:ext uri="{BB962C8B-B14F-4D97-AF65-F5344CB8AC3E}">
        <p14:creationId xmlns:p14="http://schemas.microsoft.com/office/powerpoint/2010/main" val="25290028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E78B5-0B73-FFC1-33BE-7123026DDE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19DC72-8838-BA80-71BC-6FC2D41519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7F99AE-FAA0-7B67-C39C-E25A4FF5C78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06FA6D5-0CCB-E815-1456-8680649B59C5}"/>
              </a:ext>
            </a:extLst>
          </p:cNvPr>
          <p:cNvSpPr>
            <a:spLocks noGrp="1"/>
          </p:cNvSpPr>
          <p:nvPr>
            <p:ph type="sldNum" sz="quarter" idx="5"/>
          </p:nvPr>
        </p:nvSpPr>
        <p:spPr/>
        <p:txBody>
          <a:bodyPr/>
          <a:lstStyle/>
          <a:p>
            <a:fld id="{648246CF-7178-41AD-B6F8-BACEEA28FBE0}" type="slidenum">
              <a:rPr lang="en-US" smtClean="0"/>
              <a:t>173</a:t>
            </a:fld>
            <a:endParaRPr lang="en-US"/>
          </a:p>
        </p:txBody>
      </p:sp>
    </p:spTree>
    <p:extLst>
      <p:ext uri="{BB962C8B-B14F-4D97-AF65-F5344CB8AC3E}">
        <p14:creationId xmlns:p14="http://schemas.microsoft.com/office/powerpoint/2010/main" val="140757920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0C894-9C84-7CE5-8195-19762EC1D0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A28AF4-9780-DBDC-48E4-1E5F1113CE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D4E2D1-A485-F682-8C14-308EA41D9DAA}"/>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C3C0C15-00FE-FA71-0A91-303157B3AF62}"/>
              </a:ext>
            </a:extLst>
          </p:cNvPr>
          <p:cNvSpPr>
            <a:spLocks noGrp="1"/>
          </p:cNvSpPr>
          <p:nvPr>
            <p:ph type="sldNum" sz="quarter" idx="5"/>
          </p:nvPr>
        </p:nvSpPr>
        <p:spPr/>
        <p:txBody>
          <a:bodyPr/>
          <a:lstStyle/>
          <a:p>
            <a:fld id="{648246CF-7178-41AD-B6F8-BACEEA28FBE0}" type="slidenum">
              <a:rPr lang="en-US" smtClean="0"/>
              <a:t>174</a:t>
            </a:fld>
            <a:endParaRPr lang="en-US"/>
          </a:p>
        </p:txBody>
      </p:sp>
    </p:spTree>
    <p:extLst>
      <p:ext uri="{BB962C8B-B14F-4D97-AF65-F5344CB8AC3E}">
        <p14:creationId xmlns:p14="http://schemas.microsoft.com/office/powerpoint/2010/main" val="5977565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205</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4B47-138D-0597-77F7-2814E443F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E99E4-CB3E-B218-3AF5-4A71DF68F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BD779-F07D-DF58-378A-00CBF305782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B796EA-D062-1EB4-3E3F-3AF4A82A99CE}"/>
              </a:ext>
            </a:extLst>
          </p:cNvPr>
          <p:cNvSpPr>
            <a:spLocks noGrp="1"/>
          </p:cNvSpPr>
          <p:nvPr>
            <p:ph type="sldNum" sz="quarter" idx="5"/>
          </p:nvPr>
        </p:nvSpPr>
        <p:spPr/>
        <p:txBody>
          <a:bodyPr/>
          <a:lstStyle/>
          <a:p>
            <a:fld id="{648246CF-7178-41AD-B6F8-BACEEA28FBE0}" type="slidenum">
              <a:rPr lang="en-US" smtClean="0"/>
              <a:t>206</a:t>
            </a:fld>
            <a:endParaRPr lang="en-US"/>
          </a:p>
        </p:txBody>
      </p:sp>
    </p:spTree>
    <p:extLst>
      <p:ext uri="{BB962C8B-B14F-4D97-AF65-F5344CB8AC3E}">
        <p14:creationId xmlns:p14="http://schemas.microsoft.com/office/powerpoint/2010/main" val="13268951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26320-73AF-EDC3-624C-D215A9F3B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C8461-07FD-5985-BFD9-09DC99FC4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B5395F-9C49-D307-299B-7EE2E8BB1B7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6DC2865-5F25-2A43-563B-7C12DB555A53}"/>
              </a:ext>
            </a:extLst>
          </p:cNvPr>
          <p:cNvSpPr>
            <a:spLocks noGrp="1"/>
          </p:cNvSpPr>
          <p:nvPr>
            <p:ph type="sldNum" sz="quarter" idx="5"/>
          </p:nvPr>
        </p:nvSpPr>
        <p:spPr/>
        <p:txBody>
          <a:bodyPr/>
          <a:lstStyle/>
          <a:p>
            <a:fld id="{648246CF-7178-41AD-B6F8-BACEEA28FBE0}" type="slidenum">
              <a:rPr lang="en-US" smtClean="0"/>
              <a:t>207</a:t>
            </a:fld>
            <a:endParaRPr lang="en-US"/>
          </a:p>
        </p:txBody>
      </p:sp>
    </p:spTree>
    <p:extLst>
      <p:ext uri="{BB962C8B-B14F-4D97-AF65-F5344CB8AC3E}">
        <p14:creationId xmlns:p14="http://schemas.microsoft.com/office/powerpoint/2010/main" val="6474012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DFE45-19CA-6CCC-87F0-4DA3EF96B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97295-0605-C6B9-E260-77E88F8BE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9E36D-3AE5-B137-3144-B7129000F71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3B4CB7C-B8C2-BE08-8250-B389282D24E9}"/>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20591547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629D2-8BB8-436D-85BC-90E6CBE54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B573AF-6EAD-9B48-5FF2-1AD92EEE0A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AC04F-8364-9DF1-B53A-2D084F538D2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E85B83-0FDB-C960-F987-E5F9ADE7E276}"/>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297889965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ABC67-5D86-93AC-F65F-4ADDC6948C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CD9534-9B56-D2FC-4327-7019F458E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B47E2-8592-8A5A-C86E-A83CED62312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385C777-59A9-8A67-EA66-DAE79DF5354B}"/>
              </a:ext>
            </a:extLst>
          </p:cNvPr>
          <p:cNvSpPr>
            <a:spLocks noGrp="1"/>
          </p:cNvSpPr>
          <p:nvPr>
            <p:ph type="sldNum" sz="quarter" idx="5"/>
          </p:nvPr>
        </p:nvSpPr>
        <p:spPr/>
        <p:txBody>
          <a:bodyPr/>
          <a:lstStyle/>
          <a:p>
            <a:fld id="{648246CF-7178-41AD-B6F8-BACEEA28FBE0}" type="slidenum">
              <a:rPr lang="en-US" smtClean="0"/>
              <a:t>210</a:t>
            </a:fld>
            <a:endParaRPr lang="en-US"/>
          </a:p>
        </p:txBody>
      </p:sp>
    </p:spTree>
    <p:extLst>
      <p:ext uri="{BB962C8B-B14F-4D97-AF65-F5344CB8AC3E}">
        <p14:creationId xmlns:p14="http://schemas.microsoft.com/office/powerpoint/2010/main" val="29969975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535FB-870E-A5A9-ECD8-10619D2E41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1BAD3C-159B-E76A-91D2-4702F32C67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69C449-D405-2ECA-720F-8D591D4C56E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CF9E180-8012-3365-A5DB-8995BE93460A}"/>
              </a:ext>
            </a:extLst>
          </p:cNvPr>
          <p:cNvSpPr>
            <a:spLocks noGrp="1"/>
          </p:cNvSpPr>
          <p:nvPr>
            <p:ph type="sldNum" sz="quarter" idx="5"/>
          </p:nvPr>
        </p:nvSpPr>
        <p:spPr/>
        <p:txBody>
          <a:bodyPr/>
          <a:lstStyle/>
          <a:p>
            <a:fld id="{648246CF-7178-41AD-B6F8-BACEEA28FBE0}" type="slidenum">
              <a:rPr lang="en-US" smtClean="0"/>
              <a:t>211</a:t>
            </a:fld>
            <a:endParaRPr lang="en-US"/>
          </a:p>
        </p:txBody>
      </p:sp>
    </p:spTree>
    <p:extLst>
      <p:ext uri="{BB962C8B-B14F-4D97-AF65-F5344CB8AC3E}">
        <p14:creationId xmlns:p14="http://schemas.microsoft.com/office/powerpoint/2010/main" val="6701462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6BC95-6940-438C-8EFA-B615B67A3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A161D3-E5AB-622C-AA00-368D239513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9C892-A0FF-4A8C-160E-78DCF2962B8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A310411-D82A-8B9D-2174-09EDAF6658FF}"/>
              </a:ext>
            </a:extLst>
          </p:cNvPr>
          <p:cNvSpPr>
            <a:spLocks noGrp="1"/>
          </p:cNvSpPr>
          <p:nvPr>
            <p:ph type="sldNum" sz="quarter" idx="5"/>
          </p:nvPr>
        </p:nvSpPr>
        <p:spPr/>
        <p:txBody>
          <a:bodyPr/>
          <a:lstStyle/>
          <a:p>
            <a:fld id="{648246CF-7178-41AD-B6F8-BACEEA28FBE0}" type="slidenum">
              <a:rPr lang="en-US" smtClean="0"/>
              <a:t>212</a:t>
            </a:fld>
            <a:endParaRPr lang="en-US"/>
          </a:p>
        </p:txBody>
      </p:sp>
    </p:spTree>
    <p:extLst>
      <p:ext uri="{BB962C8B-B14F-4D97-AF65-F5344CB8AC3E}">
        <p14:creationId xmlns:p14="http://schemas.microsoft.com/office/powerpoint/2010/main" val="247142631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4D841-A6E7-33E6-ABC2-7B8EB003B0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24311E-6525-F657-727E-C506A7C17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380322-0D4F-43AA-E58E-4F07A7F9C2F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6D75BBB-4400-4E1C-F4F0-21189E34747F}"/>
              </a:ext>
            </a:extLst>
          </p:cNvPr>
          <p:cNvSpPr>
            <a:spLocks noGrp="1"/>
          </p:cNvSpPr>
          <p:nvPr>
            <p:ph type="sldNum" sz="quarter" idx="5"/>
          </p:nvPr>
        </p:nvSpPr>
        <p:spPr/>
        <p:txBody>
          <a:bodyPr/>
          <a:lstStyle/>
          <a:p>
            <a:fld id="{648246CF-7178-41AD-B6F8-BACEEA28FBE0}" type="slidenum">
              <a:rPr lang="en-US" smtClean="0"/>
              <a:t>213</a:t>
            </a:fld>
            <a:endParaRPr lang="en-US"/>
          </a:p>
        </p:txBody>
      </p:sp>
    </p:spTree>
    <p:extLst>
      <p:ext uri="{BB962C8B-B14F-4D97-AF65-F5344CB8AC3E}">
        <p14:creationId xmlns:p14="http://schemas.microsoft.com/office/powerpoint/2010/main" val="173429683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254B1-C29F-CB4A-EE14-0AB4F99236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5CDC01-20D1-8E0F-1CBD-B57A94E882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1C65A8-37F6-577F-CC24-F270746BA49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CC2C535-0253-D1C2-17D0-A1CFF0658C43}"/>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75840825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6F693-C2C6-40E2-81EE-151F188A12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3734F-68BA-F501-DCED-A06410769E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1888FD-F4ED-B243-1821-3D65DE31F7E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96878DF-62A7-1EF9-5332-5D3438CE44FF}"/>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10102512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CBBD1-EAEB-19EF-0DD8-3893C9A14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A6A56D-8532-73D7-1CAA-032241300F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599328-A8BC-6BA4-AC18-FE2920FBA6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D16F503-7302-8B34-FABB-9C1E12B9E2FE}"/>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329557901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613D4-82FE-A65B-875C-D10CA0002A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9E950B-DF57-665F-072A-2E6A49BE53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DFE3A4-9310-2787-F737-F9FFB2C7005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F90CBB5-EB37-6573-A7C4-A2808B31C8F7}"/>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193982538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3EBA-A857-0671-2AB4-7A8E28F9D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50FB1-E135-8002-B9DC-40DF72AB6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96B4-51DB-B8F2-C804-CCFC7C5CE8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31ED40-B78C-A5C8-EB5A-4E96282DB9DB}"/>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93371857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C5BD-E517-3F1B-714A-4A200A028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F6C5E-790F-7E13-27B5-7BF266E12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5ADFB-A6CE-0B81-3E20-53EED9D34C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8C4DA5-7ECF-B49B-22F2-D9E92A970AA7}"/>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301795548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4B23A-4467-2AF3-387F-21F7C81B1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5E63A-E958-0DB9-5265-D1CEE2CCB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05C477-C969-045C-8B56-8F8F0779F90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23F1916-14F3-DEB4-7A18-6C4FFF8BC281}"/>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4981276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8B50-8A46-FED4-0C0B-04103144D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D05F1-E087-4269-DAF6-5A91DEEC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D5828-5C4F-6956-8CB1-8687A46A9B2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78CF825-E80C-3189-05BB-6D0AE496FC8A}"/>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337753635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3B6BF-64C6-1C6A-CFD2-C74934C3E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5AFF6A-3CA1-2FFD-DE5E-2FAA53F583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07E328-AC31-9939-42CC-74C473AB98B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25944BF-CD2A-924F-0BAF-5128202D5D6D}"/>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376098298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28CDA-1AC5-59B7-9901-AEA4072BF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BFEDF-A369-F799-64CB-18C052BAF4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242874-9D67-7D01-EC18-D147EBE5E79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0BAD719-0805-32D5-B79D-BEA870543B67}"/>
              </a:ext>
            </a:extLst>
          </p:cNvPr>
          <p:cNvSpPr>
            <a:spLocks noGrp="1"/>
          </p:cNvSpPr>
          <p:nvPr>
            <p:ph type="sldNum" sz="quarter" idx="5"/>
          </p:nvPr>
        </p:nvSpPr>
        <p:spPr/>
        <p:txBody>
          <a:bodyPr/>
          <a:lstStyle/>
          <a:p>
            <a:fld id="{648246CF-7178-41AD-B6F8-BACEEA28FBE0}" type="slidenum">
              <a:rPr lang="en-US" smtClean="0"/>
              <a:t>227</a:t>
            </a:fld>
            <a:endParaRPr lang="en-US"/>
          </a:p>
        </p:txBody>
      </p:sp>
    </p:spTree>
    <p:extLst>
      <p:ext uri="{BB962C8B-B14F-4D97-AF65-F5344CB8AC3E}">
        <p14:creationId xmlns:p14="http://schemas.microsoft.com/office/powerpoint/2010/main" val="112257169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D9ADF-9849-07BE-74D9-AC72C93CC4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7E93B7-84E7-2DA6-F265-003E3270D6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391192-8D52-278C-0FE1-FC76F4DC00B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987E4F7-DCE0-EC2B-BE34-31069B2AC57A}"/>
              </a:ext>
            </a:extLst>
          </p:cNvPr>
          <p:cNvSpPr>
            <a:spLocks noGrp="1"/>
          </p:cNvSpPr>
          <p:nvPr>
            <p:ph type="sldNum" sz="quarter" idx="5"/>
          </p:nvPr>
        </p:nvSpPr>
        <p:spPr/>
        <p:txBody>
          <a:bodyPr/>
          <a:lstStyle/>
          <a:p>
            <a:fld id="{648246CF-7178-41AD-B6F8-BACEEA28FBE0}" type="slidenum">
              <a:rPr lang="en-US" smtClean="0"/>
              <a:t>228</a:t>
            </a:fld>
            <a:endParaRPr lang="en-US"/>
          </a:p>
        </p:txBody>
      </p:sp>
    </p:spTree>
    <p:extLst>
      <p:ext uri="{BB962C8B-B14F-4D97-AF65-F5344CB8AC3E}">
        <p14:creationId xmlns:p14="http://schemas.microsoft.com/office/powerpoint/2010/main" val="82264200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E950F-F46E-3F89-936E-3C1D28CC9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C92F5F-D367-5FFD-9A69-2D23378677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F3E656-C5EF-548A-8E16-77251FBD018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CCEA0D3-A0BA-2848-6A16-440F30B9DC78}"/>
              </a:ext>
            </a:extLst>
          </p:cNvPr>
          <p:cNvSpPr>
            <a:spLocks noGrp="1"/>
          </p:cNvSpPr>
          <p:nvPr>
            <p:ph type="sldNum" sz="quarter" idx="5"/>
          </p:nvPr>
        </p:nvSpPr>
        <p:spPr/>
        <p:txBody>
          <a:bodyPr/>
          <a:lstStyle/>
          <a:p>
            <a:fld id="{648246CF-7178-41AD-B6F8-BACEEA28FBE0}" type="slidenum">
              <a:rPr lang="en-US" smtClean="0"/>
              <a:t>229</a:t>
            </a:fld>
            <a:endParaRPr lang="en-US"/>
          </a:p>
        </p:txBody>
      </p:sp>
    </p:spTree>
    <p:extLst>
      <p:ext uri="{BB962C8B-B14F-4D97-AF65-F5344CB8AC3E}">
        <p14:creationId xmlns:p14="http://schemas.microsoft.com/office/powerpoint/2010/main" val="354492702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361D7-6054-DF05-B5C5-8EC626EF4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61CC4D-7917-3ED5-9F85-A155A1EDA7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5F0C49-FE1A-35EB-EDB5-C9588285DED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0A4F698-94F6-595E-8627-9886D48D3AF4}"/>
              </a:ext>
            </a:extLst>
          </p:cNvPr>
          <p:cNvSpPr>
            <a:spLocks noGrp="1"/>
          </p:cNvSpPr>
          <p:nvPr>
            <p:ph type="sldNum" sz="quarter" idx="5"/>
          </p:nvPr>
        </p:nvSpPr>
        <p:spPr/>
        <p:txBody>
          <a:bodyPr/>
          <a:lstStyle/>
          <a:p>
            <a:fld id="{648246CF-7178-41AD-B6F8-BACEEA28FBE0}" type="slidenum">
              <a:rPr lang="en-US" smtClean="0"/>
              <a:t>230</a:t>
            </a:fld>
            <a:endParaRPr lang="en-US"/>
          </a:p>
        </p:txBody>
      </p:sp>
    </p:spTree>
    <p:extLst>
      <p:ext uri="{BB962C8B-B14F-4D97-AF65-F5344CB8AC3E}">
        <p14:creationId xmlns:p14="http://schemas.microsoft.com/office/powerpoint/2010/main" val="352646539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DE3D6-3FC0-7CA5-0A3D-057944297F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F567C3-34C8-57DD-CA7B-E13241050C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E68CA5-1639-0765-A0A5-FE8140578A3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04ED78B-D787-C8E0-3FE8-47ADB66C0BCC}"/>
              </a:ext>
            </a:extLst>
          </p:cNvPr>
          <p:cNvSpPr>
            <a:spLocks noGrp="1"/>
          </p:cNvSpPr>
          <p:nvPr>
            <p:ph type="sldNum" sz="quarter" idx="5"/>
          </p:nvPr>
        </p:nvSpPr>
        <p:spPr/>
        <p:txBody>
          <a:bodyPr/>
          <a:lstStyle/>
          <a:p>
            <a:fld id="{648246CF-7178-41AD-B6F8-BACEEA28FBE0}" type="slidenum">
              <a:rPr lang="en-US" smtClean="0"/>
              <a:t>231</a:t>
            </a:fld>
            <a:endParaRPr lang="en-US"/>
          </a:p>
        </p:txBody>
      </p:sp>
    </p:spTree>
    <p:extLst>
      <p:ext uri="{BB962C8B-B14F-4D97-AF65-F5344CB8AC3E}">
        <p14:creationId xmlns:p14="http://schemas.microsoft.com/office/powerpoint/2010/main" val="375281461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1151C-2E8F-8130-4A40-BB425007F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A1A68-FFCC-DF68-1F5C-4A8D69DFD4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B5A3BD-1BB8-D37E-F0CC-6778CFF9EFB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742361D-4466-21EE-112E-1D0809D6CF7B}"/>
              </a:ext>
            </a:extLst>
          </p:cNvPr>
          <p:cNvSpPr>
            <a:spLocks noGrp="1"/>
          </p:cNvSpPr>
          <p:nvPr>
            <p:ph type="sldNum" sz="quarter" idx="5"/>
          </p:nvPr>
        </p:nvSpPr>
        <p:spPr/>
        <p:txBody>
          <a:bodyPr/>
          <a:lstStyle/>
          <a:p>
            <a:fld id="{648246CF-7178-41AD-B6F8-BACEEA28FBE0}" type="slidenum">
              <a:rPr lang="en-US" smtClean="0"/>
              <a:t>232</a:t>
            </a:fld>
            <a:endParaRPr lang="en-US"/>
          </a:p>
        </p:txBody>
      </p:sp>
    </p:spTree>
    <p:extLst>
      <p:ext uri="{BB962C8B-B14F-4D97-AF65-F5344CB8AC3E}">
        <p14:creationId xmlns:p14="http://schemas.microsoft.com/office/powerpoint/2010/main" val="92534373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5F744-DAD1-8640-D669-EC8D28BA07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2FA44-CC70-C257-95A2-EBF32FE8DB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66103D-CEB3-A587-4D20-65F77B02811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D1E99C4-5ABD-FCEE-7A56-EA10E24D891D}"/>
              </a:ext>
            </a:extLst>
          </p:cNvPr>
          <p:cNvSpPr>
            <a:spLocks noGrp="1"/>
          </p:cNvSpPr>
          <p:nvPr>
            <p:ph type="sldNum" sz="quarter" idx="5"/>
          </p:nvPr>
        </p:nvSpPr>
        <p:spPr/>
        <p:txBody>
          <a:bodyPr/>
          <a:lstStyle/>
          <a:p>
            <a:fld id="{648246CF-7178-41AD-B6F8-BACEEA28FBE0}" type="slidenum">
              <a:rPr lang="en-US" smtClean="0"/>
              <a:t>233</a:t>
            </a:fld>
            <a:endParaRPr lang="en-US"/>
          </a:p>
        </p:txBody>
      </p:sp>
    </p:spTree>
    <p:extLst>
      <p:ext uri="{BB962C8B-B14F-4D97-AF65-F5344CB8AC3E}">
        <p14:creationId xmlns:p14="http://schemas.microsoft.com/office/powerpoint/2010/main" val="133836451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8CF13-8D59-E248-501C-A684EA9F9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3833D2-868A-4ACC-97B7-2DC258712F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58E68E-8BC0-35C2-D66D-FEDAC56A970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D74CE9E-7F3F-1815-72FC-565F5EDA4192}"/>
              </a:ext>
            </a:extLst>
          </p:cNvPr>
          <p:cNvSpPr>
            <a:spLocks noGrp="1"/>
          </p:cNvSpPr>
          <p:nvPr>
            <p:ph type="sldNum" sz="quarter" idx="5"/>
          </p:nvPr>
        </p:nvSpPr>
        <p:spPr/>
        <p:txBody>
          <a:bodyPr/>
          <a:lstStyle/>
          <a:p>
            <a:fld id="{648246CF-7178-41AD-B6F8-BACEEA28FBE0}" type="slidenum">
              <a:rPr lang="en-US" smtClean="0"/>
              <a:t>234</a:t>
            </a:fld>
            <a:endParaRPr lang="en-US"/>
          </a:p>
        </p:txBody>
      </p:sp>
    </p:spTree>
    <p:extLst>
      <p:ext uri="{BB962C8B-B14F-4D97-AF65-F5344CB8AC3E}">
        <p14:creationId xmlns:p14="http://schemas.microsoft.com/office/powerpoint/2010/main" val="374410760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0DA00-90ED-7CC2-BC19-9739BF60A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8B4CB-D950-ACAF-C32D-919086C4DD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9068B3-4873-BAF8-83EA-0F137F514EE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119BA0F-5372-CD9B-C545-C7AD5B38C524}"/>
              </a:ext>
            </a:extLst>
          </p:cNvPr>
          <p:cNvSpPr>
            <a:spLocks noGrp="1"/>
          </p:cNvSpPr>
          <p:nvPr>
            <p:ph type="sldNum" sz="quarter" idx="5"/>
          </p:nvPr>
        </p:nvSpPr>
        <p:spPr/>
        <p:txBody>
          <a:bodyPr/>
          <a:lstStyle/>
          <a:p>
            <a:fld id="{648246CF-7178-41AD-B6F8-BACEEA28FBE0}" type="slidenum">
              <a:rPr lang="en-US" smtClean="0"/>
              <a:t>235</a:t>
            </a:fld>
            <a:endParaRPr lang="en-US"/>
          </a:p>
        </p:txBody>
      </p:sp>
    </p:spTree>
    <p:extLst>
      <p:ext uri="{BB962C8B-B14F-4D97-AF65-F5344CB8AC3E}">
        <p14:creationId xmlns:p14="http://schemas.microsoft.com/office/powerpoint/2010/main" val="361037411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238</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8D2AC-2B43-7450-2BCE-E410FD9BB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1BDBB-0560-434C-94E3-B05A9D6E8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6F3F4-FFE2-DBA7-1F93-65E278A774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E61E129-E2CB-F118-E870-705786410384}"/>
              </a:ext>
            </a:extLst>
          </p:cNvPr>
          <p:cNvSpPr>
            <a:spLocks noGrp="1"/>
          </p:cNvSpPr>
          <p:nvPr>
            <p:ph type="sldNum" sz="quarter" idx="5"/>
          </p:nvPr>
        </p:nvSpPr>
        <p:spPr/>
        <p:txBody>
          <a:bodyPr/>
          <a:lstStyle/>
          <a:p>
            <a:fld id="{648246CF-7178-41AD-B6F8-BACEEA28FBE0}" type="slidenum">
              <a:rPr lang="en-US" smtClean="0"/>
              <a:t>239</a:t>
            </a:fld>
            <a:endParaRPr lang="en-US"/>
          </a:p>
        </p:txBody>
      </p:sp>
    </p:spTree>
    <p:extLst>
      <p:ext uri="{BB962C8B-B14F-4D97-AF65-F5344CB8AC3E}">
        <p14:creationId xmlns:p14="http://schemas.microsoft.com/office/powerpoint/2010/main" val="254269956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29240-6C50-7C67-5F2F-212DDC0AF0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42849-E26C-0C4E-99DD-761FF6412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0DD3E9-04F3-3A4A-FF32-A8C98EF3E1C6}"/>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CC346750-B071-B0B1-E8DA-BCDD8F1A27C2}"/>
              </a:ext>
            </a:extLst>
          </p:cNvPr>
          <p:cNvSpPr>
            <a:spLocks noGrp="1"/>
          </p:cNvSpPr>
          <p:nvPr>
            <p:ph type="sldNum" sz="quarter" idx="5"/>
          </p:nvPr>
        </p:nvSpPr>
        <p:spPr/>
        <p:txBody>
          <a:bodyPr/>
          <a:lstStyle/>
          <a:p>
            <a:fld id="{648246CF-7178-41AD-B6F8-BACEEA28FBE0}" type="slidenum">
              <a:rPr lang="en-US" smtClean="0"/>
              <a:t>240</a:t>
            </a:fld>
            <a:endParaRPr lang="en-US"/>
          </a:p>
        </p:txBody>
      </p:sp>
    </p:spTree>
    <p:extLst>
      <p:ext uri="{BB962C8B-B14F-4D97-AF65-F5344CB8AC3E}">
        <p14:creationId xmlns:p14="http://schemas.microsoft.com/office/powerpoint/2010/main" val="208657773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783D7-AB86-B99A-BBE1-F87AA181E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8D626-9E81-2BF3-9210-42C7AACBA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713DFE-CBF8-55EB-9A27-A9CAE4383BE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583CFE7A-D0FF-7F5D-C03E-4F17B56B57EB}"/>
              </a:ext>
            </a:extLst>
          </p:cNvPr>
          <p:cNvSpPr>
            <a:spLocks noGrp="1"/>
          </p:cNvSpPr>
          <p:nvPr>
            <p:ph type="sldNum" sz="quarter" idx="5"/>
          </p:nvPr>
        </p:nvSpPr>
        <p:spPr/>
        <p:txBody>
          <a:bodyPr/>
          <a:lstStyle/>
          <a:p>
            <a:fld id="{648246CF-7178-41AD-B6F8-BACEEA28FBE0}" type="slidenum">
              <a:rPr lang="en-US" smtClean="0"/>
              <a:t>241</a:t>
            </a:fld>
            <a:endParaRPr lang="en-US"/>
          </a:p>
        </p:txBody>
      </p:sp>
    </p:spTree>
    <p:extLst>
      <p:ext uri="{BB962C8B-B14F-4D97-AF65-F5344CB8AC3E}">
        <p14:creationId xmlns:p14="http://schemas.microsoft.com/office/powerpoint/2010/main" val="56880623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17008-92AA-39A4-8D8B-5DCB974B6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C4DA83-F6D3-211C-D83D-9846FD1DBC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F766A-01A0-B48D-CAC8-26351E6C645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6430289E-6EF2-6654-CB63-E281295917B4}"/>
              </a:ext>
            </a:extLst>
          </p:cNvPr>
          <p:cNvSpPr>
            <a:spLocks noGrp="1"/>
          </p:cNvSpPr>
          <p:nvPr>
            <p:ph type="sldNum" sz="quarter" idx="5"/>
          </p:nvPr>
        </p:nvSpPr>
        <p:spPr/>
        <p:txBody>
          <a:bodyPr/>
          <a:lstStyle/>
          <a:p>
            <a:fld id="{648246CF-7178-41AD-B6F8-BACEEA28FBE0}" type="slidenum">
              <a:rPr lang="en-US" smtClean="0"/>
              <a:t>242</a:t>
            </a:fld>
            <a:endParaRPr lang="en-US"/>
          </a:p>
        </p:txBody>
      </p:sp>
    </p:spTree>
    <p:extLst>
      <p:ext uri="{BB962C8B-B14F-4D97-AF65-F5344CB8AC3E}">
        <p14:creationId xmlns:p14="http://schemas.microsoft.com/office/powerpoint/2010/main" val="14939911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53FD2-4E13-3DA6-6B18-D4020316F6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DFEAD3-7939-C460-05CF-4734A4C615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3DAA36-10BE-38CB-4077-4E1FD8600628}"/>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84A17BF1-2944-3F26-020F-20365664C569}"/>
              </a:ext>
            </a:extLst>
          </p:cNvPr>
          <p:cNvSpPr>
            <a:spLocks noGrp="1"/>
          </p:cNvSpPr>
          <p:nvPr>
            <p:ph type="sldNum" sz="quarter" idx="5"/>
          </p:nvPr>
        </p:nvSpPr>
        <p:spPr/>
        <p:txBody>
          <a:bodyPr/>
          <a:lstStyle/>
          <a:p>
            <a:fld id="{648246CF-7178-41AD-B6F8-BACEEA28FBE0}" type="slidenum">
              <a:rPr lang="en-US" smtClean="0"/>
              <a:t>243</a:t>
            </a:fld>
            <a:endParaRPr lang="en-US"/>
          </a:p>
        </p:txBody>
      </p:sp>
    </p:spTree>
    <p:extLst>
      <p:ext uri="{BB962C8B-B14F-4D97-AF65-F5344CB8AC3E}">
        <p14:creationId xmlns:p14="http://schemas.microsoft.com/office/powerpoint/2010/main" val="122718242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BE6A7-B32B-6FBD-F567-9C9457869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7B0169-4F0A-B5C3-AA6B-E9EA2FC33A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E1B4EE-53B5-3970-984B-862AAD056AF7}"/>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58280CEC-8FAB-33F9-3779-FD224FA3FC80}"/>
              </a:ext>
            </a:extLst>
          </p:cNvPr>
          <p:cNvSpPr>
            <a:spLocks noGrp="1"/>
          </p:cNvSpPr>
          <p:nvPr>
            <p:ph type="sldNum" sz="quarter" idx="5"/>
          </p:nvPr>
        </p:nvSpPr>
        <p:spPr/>
        <p:txBody>
          <a:bodyPr/>
          <a:lstStyle/>
          <a:p>
            <a:fld id="{648246CF-7178-41AD-B6F8-BACEEA28FBE0}" type="slidenum">
              <a:rPr lang="en-US" smtClean="0"/>
              <a:t>244</a:t>
            </a:fld>
            <a:endParaRPr lang="en-US"/>
          </a:p>
        </p:txBody>
      </p:sp>
    </p:spTree>
    <p:extLst>
      <p:ext uri="{BB962C8B-B14F-4D97-AF65-F5344CB8AC3E}">
        <p14:creationId xmlns:p14="http://schemas.microsoft.com/office/powerpoint/2010/main" val="85104663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9157A-0E6F-889B-30E3-4CB8E2C8E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92985-38EB-A813-D2A8-5A46317CFF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27ADC-7D39-029D-ED1A-BA573655499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4EF5ED2-3C7C-872A-75D0-E2B200746DFF}"/>
              </a:ext>
            </a:extLst>
          </p:cNvPr>
          <p:cNvSpPr>
            <a:spLocks noGrp="1"/>
          </p:cNvSpPr>
          <p:nvPr>
            <p:ph type="sldNum" sz="quarter" idx="5"/>
          </p:nvPr>
        </p:nvSpPr>
        <p:spPr/>
        <p:txBody>
          <a:bodyPr/>
          <a:lstStyle/>
          <a:p>
            <a:fld id="{648246CF-7178-41AD-B6F8-BACEEA28FBE0}" type="slidenum">
              <a:rPr lang="en-US" smtClean="0"/>
              <a:t>245</a:t>
            </a:fld>
            <a:endParaRPr lang="en-US"/>
          </a:p>
        </p:txBody>
      </p:sp>
    </p:spTree>
    <p:extLst>
      <p:ext uri="{BB962C8B-B14F-4D97-AF65-F5344CB8AC3E}">
        <p14:creationId xmlns:p14="http://schemas.microsoft.com/office/powerpoint/2010/main" val="317915993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F4FAD-1234-304E-FFED-31E184D68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EA092-D1C8-16D8-BF8A-8172D5F489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C0762-0740-5872-520B-AF82588AB04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E0040F3-5876-89C8-EA61-6CDE8EA37C1B}"/>
              </a:ext>
            </a:extLst>
          </p:cNvPr>
          <p:cNvSpPr>
            <a:spLocks noGrp="1"/>
          </p:cNvSpPr>
          <p:nvPr>
            <p:ph type="sldNum" sz="quarter" idx="5"/>
          </p:nvPr>
        </p:nvSpPr>
        <p:spPr/>
        <p:txBody>
          <a:bodyPr/>
          <a:lstStyle/>
          <a:p>
            <a:fld id="{648246CF-7178-41AD-B6F8-BACEEA28FBE0}" type="slidenum">
              <a:rPr lang="en-US" smtClean="0"/>
              <a:t>246</a:t>
            </a:fld>
            <a:endParaRPr lang="en-US"/>
          </a:p>
        </p:txBody>
      </p:sp>
    </p:spTree>
    <p:extLst>
      <p:ext uri="{BB962C8B-B14F-4D97-AF65-F5344CB8AC3E}">
        <p14:creationId xmlns:p14="http://schemas.microsoft.com/office/powerpoint/2010/main" val="179327427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9146D-1D6D-AAA6-8153-6C97E52A65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69142-0767-A642-50F7-D3E29E7E3E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A0505A-E67B-F643-82DC-5EE371AB8164}"/>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25FAD691-7CA7-CDE1-812F-CDA667243945}"/>
              </a:ext>
            </a:extLst>
          </p:cNvPr>
          <p:cNvSpPr>
            <a:spLocks noGrp="1"/>
          </p:cNvSpPr>
          <p:nvPr>
            <p:ph type="sldNum" sz="quarter" idx="5"/>
          </p:nvPr>
        </p:nvSpPr>
        <p:spPr/>
        <p:txBody>
          <a:bodyPr/>
          <a:lstStyle/>
          <a:p>
            <a:fld id="{648246CF-7178-41AD-B6F8-BACEEA28FBE0}" type="slidenum">
              <a:rPr lang="en-US" smtClean="0"/>
              <a:t>247</a:t>
            </a:fld>
            <a:endParaRPr lang="en-US"/>
          </a:p>
        </p:txBody>
      </p:sp>
    </p:spTree>
    <p:extLst>
      <p:ext uri="{BB962C8B-B14F-4D97-AF65-F5344CB8AC3E}">
        <p14:creationId xmlns:p14="http://schemas.microsoft.com/office/powerpoint/2010/main" val="282596534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A4B29-63D6-B60E-1737-5959DBEC5F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CB571E-0E5C-012D-FC9F-A024ACBE0C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5DAE1F-5B1A-8E51-EBC0-EAD250176D51}"/>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938E824D-F7D5-ECDA-1368-E78DA6468F91}"/>
              </a:ext>
            </a:extLst>
          </p:cNvPr>
          <p:cNvSpPr>
            <a:spLocks noGrp="1"/>
          </p:cNvSpPr>
          <p:nvPr>
            <p:ph type="sldNum" sz="quarter" idx="5"/>
          </p:nvPr>
        </p:nvSpPr>
        <p:spPr/>
        <p:txBody>
          <a:bodyPr/>
          <a:lstStyle/>
          <a:p>
            <a:fld id="{648246CF-7178-41AD-B6F8-BACEEA28FBE0}" type="slidenum">
              <a:rPr lang="en-US" smtClean="0"/>
              <a:t>248</a:t>
            </a:fld>
            <a:endParaRPr lang="en-US"/>
          </a:p>
        </p:txBody>
      </p:sp>
    </p:spTree>
    <p:extLst>
      <p:ext uri="{BB962C8B-B14F-4D97-AF65-F5344CB8AC3E}">
        <p14:creationId xmlns:p14="http://schemas.microsoft.com/office/powerpoint/2010/main" val="310807050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14539-E899-13FD-E279-39CDC7D3F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07A458-0A09-2A2B-3D83-558D2BEA1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6F4810-29F4-B2F8-2B52-CF82A1F2EA8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D9616E65-AB97-7D56-6C93-53A36FEC113C}"/>
              </a:ext>
            </a:extLst>
          </p:cNvPr>
          <p:cNvSpPr>
            <a:spLocks noGrp="1"/>
          </p:cNvSpPr>
          <p:nvPr>
            <p:ph type="sldNum" sz="quarter" idx="5"/>
          </p:nvPr>
        </p:nvSpPr>
        <p:spPr/>
        <p:txBody>
          <a:bodyPr/>
          <a:lstStyle/>
          <a:p>
            <a:fld id="{648246CF-7178-41AD-B6F8-BACEEA28FBE0}" type="slidenum">
              <a:rPr lang="en-US" smtClean="0"/>
              <a:t>249</a:t>
            </a:fld>
            <a:endParaRPr lang="en-US"/>
          </a:p>
        </p:txBody>
      </p:sp>
    </p:spTree>
    <p:extLst>
      <p:ext uri="{BB962C8B-B14F-4D97-AF65-F5344CB8AC3E}">
        <p14:creationId xmlns:p14="http://schemas.microsoft.com/office/powerpoint/2010/main" val="172879862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0476B-992A-0554-C13A-9729F7F1F6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333A4-F2FB-9D76-9494-B33BB4E3AB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2601B5-2734-A2A2-9416-B46DCE9F4545}"/>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20FB0E4C-74A7-E1AE-FE2F-00E8F740BB0E}"/>
              </a:ext>
            </a:extLst>
          </p:cNvPr>
          <p:cNvSpPr>
            <a:spLocks noGrp="1"/>
          </p:cNvSpPr>
          <p:nvPr>
            <p:ph type="sldNum" sz="quarter" idx="5"/>
          </p:nvPr>
        </p:nvSpPr>
        <p:spPr/>
        <p:txBody>
          <a:bodyPr/>
          <a:lstStyle/>
          <a:p>
            <a:fld id="{648246CF-7178-41AD-B6F8-BACEEA28FBE0}" type="slidenum">
              <a:rPr lang="en-US" smtClean="0"/>
              <a:t>250</a:t>
            </a:fld>
            <a:endParaRPr lang="en-US"/>
          </a:p>
        </p:txBody>
      </p:sp>
    </p:spTree>
    <p:extLst>
      <p:ext uri="{BB962C8B-B14F-4D97-AF65-F5344CB8AC3E}">
        <p14:creationId xmlns:p14="http://schemas.microsoft.com/office/powerpoint/2010/main" val="173499380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8A8D8-34BA-783B-0B2B-5D923C18D2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DEAB78-FBF4-2E44-84F0-5C76EEAB65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9AC161-630C-AFA8-B1AD-635E9C9497FA}"/>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D15B0409-A1D5-D31C-68C6-5A300926881D}"/>
              </a:ext>
            </a:extLst>
          </p:cNvPr>
          <p:cNvSpPr>
            <a:spLocks noGrp="1"/>
          </p:cNvSpPr>
          <p:nvPr>
            <p:ph type="sldNum" sz="quarter" idx="5"/>
          </p:nvPr>
        </p:nvSpPr>
        <p:spPr/>
        <p:txBody>
          <a:bodyPr/>
          <a:lstStyle/>
          <a:p>
            <a:fld id="{648246CF-7178-41AD-B6F8-BACEEA28FBE0}" type="slidenum">
              <a:rPr lang="en-US" smtClean="0"/>
              <a:t>251</a:t>
            </a:fld>
            <a:endParaRPr lang="en-US"/>
          </a:p>
        </p:txBody>
      </p:sp>
    </p:spTree>
    <p:extLst>
      <p:ext uri="{BB962C8B-B14F-4D97-AF65-F5344CB8AC3E}">
        <p14:creationId xmlns:p14="http://schemas.microsoft.com/office/powerpoint/2010/main" val="39656864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B64B8-7F6D-1A0B-DE7F-A765E520A3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3DFD1-EEB0-8414-4844-0470BB193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E70171-A150-9292-CEC4-6A317E92A28A}"/>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A29E0CAB-22CD-4CAB-E414-8B8AB96CDC4D}"/>
              </a:ext>
            </a:extLst>
          </p:cNvPr>
          <p:cNvSpPr>
            <a:spLocks noGrp="1"/>
          </p:cNvSpPr>
          <p:nvPr>
            <p:ph type="sldNum" sz="quarter" idx="5"/>
          </p:nvPr>
        </p:nvSpPr>
        <p:spPr/>
        <p:txBody>
          <a:bodyPr/>
          <a:lstStyle/>
          <a:p>
            <a:fld id="{648246CF-7178-41AD-B6F8-BACEEA28FBE0}" type="slidenum">
              <a:rPr lang="en-US" smtClean="0"/>
              <a:t>252</a:t>
            </a:fld>
            <a:endParaRPr lang="en-US"/>
          </a:p>
        </p:txBody>
      </p:sp>
    </p:spTree>
    <p:extLst>
      <p:ext uri="{BB962C8B-B14F-4D97-AF65-F5344CB8AC3E}">
        <p14:creationId xmlns:p14="http://schemas.microsoft.com/office/powerpoint/2010/main" val="248232210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59D20-0A0C-23DC-205F-1D826C342C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C479FE-BCDB-F381-35F3-A6541EBDDC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6E8D39-113E-C163-AA67-BEDFF4CECD25}"/>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703B2DD5-6D33-2BCA-8BFC-F4EF696031B9}"/>
              </a:ext>
            </a:extLst>
          </p:cNvPr>
          <p:cNvSpPr>
            <a:spLocks noGrp="1"/>
          </p:cNvSpPr>
          <p:nvPr>
            <p:ph type="sldNum" sz="quarter" idx="5"/>
          </p:nvPr>
        </p:nvSpPr>
        <p:spPr/>
        <p:txBody>
          <a:bodyPr/>
          <a:lstStyle/>
          <a:p>
            <a:fld id="{648246CF-7178-41AD-B6F8-BACEEA28FBE0}" type="slidenum">
              <a:rPr lang="en-US" smtClean="0"/>
              <a:t>253</a:t>
            </a:fld>
            <a:endParaRPr lang="en-US"/>
          </a:p>
        </p:txBody>
      </p:sp>
    </p:spTree>
    <p:extLst>
      <p:ext uri="{BB962C8B-B14F-4D97-AF65-F5344CB8AC3E}">
        <p14:creationId xmlns:p14="http://schemas.microsoft.com/office/powerpoint/2010/main" val="120978634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5240E-6748-3B9A-000C-42B3305915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971C6A-A29F-05E8-DDF6-F1B3A0B20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86C40D-A978-DFA5-467C-949F815367B5}"/>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22231B80-0754-A75B-2BA9-5215C0414A1A}"/>
              </a:ext>
            </a:extLst>
          </p:cNvPr>
          <p:cNvSpPr>
            <a:spLocks noGrp="1"/>
          </p:cNvSpPr>
          <p:nvPr>
            <p:ph type="sldNum" sz="quarter" idx="5"/>
          </p:nvPr>
        </p:nvSpPr>
        <p:spPr/>
        <p:txBody>
          <a:bodyPr/>
          <a:lstStyle/>
          <a:p>
            <a:fld id="{648246CF-7178-41AD-B6F8-BACEEA28FBE0}" type="slidenum">
              <a:rPr lang="en-US" smtClean="0"/>
              <a:t>254</a:t>
            </a:fld>
            <a:endParaRPr lang="en-US"/>
          </a:p>
        </p:txBody>
      </p:sp>
    </p:spTree>
    <p:extLst>
      <p:ext uri="{BB962C8B-B14F-4D97-AF65-F5344CB8AC3E}">
        <p14:creationId xmlns:p14="http://schemas.microsoft.com/office/powerpoint/2010/main" val="4173894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10/17/2025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10/17/2025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10/17/2025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10/17/2025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2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B274B-5586-CDBC-BCF1-4C7EA471983E}"/>
            </a:ext>
          </a:extLst>
        </p:cNvPr>
        <p:cNvGrpSpPr/>
        <p:nvPr/>
      </p:nvGrpSpPr>
      <p:grpSpPr>
        <a:xfrm>
          <a:off x="0" y="0"/>
          <a:ext cx="0" cy="0"/>
          <a:chOff x="0" y="0"/>
          <a:chExt cx="0" cy="0"/>
        </a:xfrm>
      </p:grpSpPr>
      <p:pic>
        <p:nvPicPr>
          <p:cNvPr id="2050" name="Picture 2" descr="Có thể là hình ảnh về văn bản cho biết 'Khánh Nhật TRUYỀN GIÁO 2025 &quot;Những Người Truyền Gião của Niễm Hy vọng giữa muôn dan.&quot; (Sử diệp Ngày the giới Truyền Gião 2025]'">
            <a:extLst>
              <a:ext uri="{FF2B5EF4-FFF2-40B4-BE49-F238E27FC236}">
                <a16:creationId xmlns:a16="http://schemas.microsoft.com/office/drawing/2014/main" id="{52150AF4-6AB0-14E0-6CA1-13FD87F1BE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9703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F0876-BC6E-5B0A-0E57-FD5621B869E3}"/>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4F523B7-FB31-951F-2F8C-B97E8BA6BC2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54600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endParaRPr lang="en-US" altLang="en-US" sz="4950" b="1" dirty="0">
              <a:solidFill>
                <a:srgbClr val="FF0000"/>
              </a:solidFill>
              <a:latin typeface="Times New Roman" panose="02020603050405020304" pitchFamily="18" charset="0"/>
              <a:cs typeface="Times New Roman" pitchFamily="18" charset="0"/>
            </a:endParaRP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o</a:t>
            </a:r>
            <a:r>
              <a:rPr lang="vi-VN" altLang="en-US" sz="8000" b="1">
                <a:solidFill>
                  <a:schemeClr val="tx1"/>
                </a:solidFill>
                <a:latin typeface="Times New Roman" panose="02020603050405020304" pitchFamily="18" charset="0"/>
                <a:cs typeface="Times New Roman" panose="02020603050405020304" pitchFamily="18" charset="0"/>
              </a:rPr>
              <a:t>ng </a:t>
            </a:r>
            <a:r>
              <a:rPr lang="vi-VN" altLang="en-US" sz="8000" b="1" dirty="0">
                <a:solidFill>
                  <a:schemeClr val="tx1"/>
                </a:solidFill>
                <a:latin typeface="Times New Roman" panose="02020603050405020304" pitchFamily="18" charset="0"/>
                <a:cs typeface="Times New Roman" panose="02020603050405020304" pitchFamily="18" charset="0"/>
              </a:rPr>
              <a:t>khen c</a:t>
            </a:r>
            <a:r>
              <a:rPr lang="en-US" altLang="en-US" sz="8000" b="1" dirty="0">
                <a:solidFill>
                  <a:schemeClr val="tx1"/>
                </a:solidFill>
                <a:latin typeface="Times New Roman" panose="02020603050405020304" pitchFamily="18" charset="0"/>
                <a:cs typeface="Times New Roman" panose="02020603050405020304" pitchFamily="18" charset="0"/>
              </a:rPr>
              <a:t>ả</a:t>
            </a:r>
            <a:r>
              <a:rPr lang="vi-VN" altLang="en-US" sz="8000" b="1" dirty="0">
                <a:solidFill>
                  <a:schemeClr val="tx1"/>
                </a:solidFill>
                <a:latin typeface="Times New Roman" panose="02020603050405020304" pitchFamily="18" charset="0"/>
                <a:cs typeface="Times New Roman" panose="02020603050405020304" pitchFamily="18" charset="0"/>
              </a:rPr>
              <a:t>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7800" b="1" dirty="0">
                <a:solidFill>
                  <a:srgbClr val="FF0000"/>
                </a:solidFill>
                <a:latin typeface="Times New Roman" panose="02020603050405020304" pitchFamily="18" charset="0"/>
                <a:cs typeface="Times New Roman" panose="02020603050405020304" pitchFamily="18" charset="0"/>
              </a:rPr>
              <a:t>Thứ nhất: </a:t>
            </a:r>
            <a:r>
              <a:rPr lang="vi-VN" altLang="en-US" sz="7800" b="1" dirty="0">
                <a:solidFill>
                  <a:schemeClr val="tx1"/>
                </a:solidFill>
                <a:latin typeface="Times New Roman" panose="02020603050405020304" pitchFamily="18" charset="0"/>
                <a:cs typeface="Times New Roman" panose="02020603050405020304" pitchFamily="18" charset="0"/>
              </a:rPr>
              <a:t>Khiêm như</a:t>
            </a:r>
            <a:r>
              <a:rPr lang="en-US" altLang="en-US" sz="7800" b="1" dirty="0">
                <a:solidFill>
                  <a:schemeClr val="tx1"/>
                </a:solidFill>
                <a:latin typeface="Times New Roman" panose="02020603050405020304" pitchFamily="18" charset="0"/>
                <a:cs typeface="Times New Roman" panose="02020603050405020304" pitchFamily="18" charset="0"/>
              </a:rPr>
              <a:t>ợ</a:t>
            </a:r>
            <a:r>
              <a:rPr lang="vi-VN" altLang="en-US" sz="7800" b="1" dirty="0" err="1">
                <a:solidFill>
                  <a:schemeClr val="tx1"/>
                </a:solidFill>
                <a:latin typeface="Times New Roman" panose="02020603050405020304" pitchFamily="18" charset="0"/>
                <a:cs typeface="Times New Roman" panose="02020603050405020304" pitchFamily="18" charset="0"/>
              </a:rPr>
              <a:t>ng</a:t>
            </a:r>
            <a:r>
              <a:rPr lang="vi-VN" altLang="en-US" sz="78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7800" b="1" dirty="0">
                <a:solidFill>
                  <a:srgbClr val="FF0000"/>
                </a:solidFill>
                <a:latin typeface="Times New Roman" panose="02020603050405020304" pitchFamily="18" charset="0"/>
                <a:cs typeface="Times New Roman" panose="02020603050405020304" pitchFamily="18" charset="0"/>
              </a:rPr>
              <a:t>Thứ hai: </a:t>
            </a:r>
            <a:r>
              <a:rPr lang="vi-VN" altLang="en-US" sz="78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ba: </a:t>
            </a:r>
            <a:r>
              <a:rPr lang="vi-VN" altLang="en-US" sz="70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7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bốn: </a:t>
            </a:r>
            <a:r>
              <a:rPr lang="vi-VN" altLang="en-US" sz="70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7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sáu: </a:t>
            </a:r>
            <a:r>
              <a:rPr lang="vi-VN" altLang="en-US" sz="70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bảy: </a:t>
            </a:r>
            <a:r>
              <a:rPr lang="vi-VN" altLang="en-US" sz="70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CDFB9-CE0D-CD35-A7DC-40297CEFE5DF}"/>
            </a:ext>
          </a:extLst>
        </p:cNvPr>
        <p:cNvGrpSpPr/>
        <p:nvPr/>
      </p:nvGrpSpPr>
      <p:grpSpPr>
        <a:xfrm>
          <a:off x="0" y="0"/>
          <a:ext cx="0" cy="0"/>
          <a:chOff x="0" y="0"/>
          <a:chExt cx="0" cy="0"/>
        </a:xfrm>
      </p:grpSpPr>
      <p:pic>
        <p:nvPicPr>
          <p:cNvPr id="2050" name="Picture 2" descr="Có thể là hình ảnh về văn bản cho biết 'Khánh Nhật TRUYỀN GIÁO 2025 &quot;Những Người Truyền Gião của Niễm Hy vọng giữa muôn dan.&quot; (Sử diệp Ngày the giới Truyền Gião 2025]'">
            <a:extLst>
              <a:ext uri="{FF2B5EF4-FFF2-40B4-BE49-F238E27FC236}">
                <a16:creationId xmlns:a16="http://schemas.microsoft.com/office/drawing/2014/main" id="{EF450B70-BF98-0FA0-1103-6EDA6F5AA1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678530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ĐẸP</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THAY </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Mi </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Trầm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err="1">
                <a:solidFill>
                  <a:srgbClr val="FF0000"/>
                </a:solidFill>
                <a:effectLst/>
                <a:latin typeface="Times New Roman" panose="02020603050405020304" pitchFamily="18" charset="0"/>
                <a:cs typeface="Times New Roman" panose="02020603050405020304" pitchFamily="18" charset="0"/>
              </a:rPr>
              <a:t>ĐK</a:t>
            </a:r>
            <a:r>
              <a:rPr lang="en-US" sz="8000" b="1" dirty="0">
                <a:solidFill>
                  <a:srgbClr val="FF0000"/>
                </a:solidFill>
                <a:effectLst/>
                <a:latin typeface="Times New Roman" panose="02020603050405020304" pitchFamily="18" charset="0"/>
                <a:cs typeface="Times New Roman" panose="02020603050405020304" pitchFamily="18" charset="0"/>
              </a:rPr>
              <a:t>: </a:t>
            </a:r>
            <a:r>
              <a:rPr lang="vi-VN" sz="8000" b="1" dirty="0">
                <a:effectLst/>
                <a:latin typeface="Times New Roman" panose="02020603050405020304" pitchFamily="18" charset="0"/>
                <a:cs typeface="Times New Roman" panose="02020603050405020304" pitchFamily="18" charset="0"/>
              </a:rPr>
              <a:t>(</a:t>
            </a:r>
            <a:r>
              <a:rPr lang="vi-VN" sz="8000" b="1" i="1" dirty="0">
                <a:effectLst/>
                <a:latin typeface="Times New Roman" panose="02020603050405020304" pitchFamily="18" charset="0"/>
                <a:cs typeface="Times New Roman" panose="02020603050405020304" pitchFamily="18" charset="0"/>
              </a:rPr>
              <a:t>Đẹp thay</a:t>
            </a:r>
            <a:r>
              <a:rPr lang="vi-VN" sz="8000" b="1" dirty="0">
                <a:effectLst/>
                <a:latin typeface="Times New Roman" panose="02020603050405020304" pitchFamily="18" charset="0"/>
                <a:cs typeface="Times New Roman" panose="02020603050405020304" pitchFamily="18" charset="0"/>
              </a:rPr>
              <a:t>) Ôi đẹp thay những bước chân gieo mầm cứu rỗi.</a:t>
            </a:r>
            <a:endParaRPr lang="en-US" sz="8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944081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C7B-370C-D8E3-155B-0EDBED2BC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08D6D-BA35-0048-D994-EBF3DC1D95D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effectLst/>
                <a:latin typeface="Times New Roman (Headings)"/>
                <a:cs typeface="Arial" panose="020B0604020202020204" pitchFamily="34" charset="0"/>
              </a:rPr>
              <a:t>(</a:t>
            </a:r>
            <a:r>
              <a:rPr lang="vi-VN" sz="8000" b="1" i="1" dirty="0">
                <a:effectLst/>
                <a:latin typeface="Times New Roman (Headings)"/>
                <a:cs typeface="Arial" panose="020B0604020202020204" pitchFamily="34" charset="0"/>
              </a:rPr>
              <a:t>Đẹp thay</a:t>
            </a:r>
            <a:r>
              <a:rPr lang="vi-VN" sz="8000" b="1" dirty="0">
                <a:effectLst/>
                <a:latin typeface="Times New Roman (Headings)"/>
                <a:cs typeface="Arial" panose="020B0604020202020204" pitchFamily="34" charset="0"/>
              </a:rPr>
              <a:t>) Ôi đẹp thay những bước chân rảo khắp nẻo đường.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9067651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6C8A1-22CB-B3E1-D0BC-B407AF0FE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2E2CF8-511F-C8B2-E799-9C0CEEEC687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effectLst/>
                <a:latin typeface="Times New Roman (Headings)"/>
                <a:cs typeface="Arial" panose="020B0604020202020204" pitchFamily="34" charset="0"/>
              </a:rPr>
              <a:t>(</a:t>
            </a:r>
            <a:r>
              <a:rPr lang="vi-VN" sz="8000" b="1" i="1" dirty="0">
                <a:effectLst/>
                <a:latin typeface="Times New Roman (Headings)"/>
                <a:cs typeface="Arial" panose="020B0604020202020204" pitchFamily="34" charset="0"/>
              </a:rPr>
              <a:t>Ai gieo trong lệ sầu</a:t>
            </a:r>
            <a:r>
              <a:rPr lang="vi-VN" sz="8000" b="1" dirty="0">
                <a:effectLst/>
                <a:latin typeface="Times New Roman (Headings)"/>
                <a:cs typeface="Arial" panose="020B0604020202020204" pitchFamily="34" charset="0"/>
              </a:rPr>
              <a:t>) sẽ gặt trong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vui sướng.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4255111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10F8C-E44D-ACD4-4AEB-443D79475C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38461-E449-DADC-F2CB-B5742923D7A1}"/>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effectLst/>
                <a:latin typeface="Times New Roman (Headings)"/>
                <a:cs typeface="Arial" panose="020B0604020202020204" pitchFamily="34" charset="0"/>
              </a:rPr>
              <a:t>(</a:t>
            </a:r>
            <a:r>
              <a:rPr lang="vi-VN" sz="8000" b="1" i="1" dirty="0">
                <a:effectLst/>
                <a:latin typeface="Times New Roman (Headings)"/>
                <a:cs typeface="Arial" panose="020B0604020202020204" pitchFamily="34" charset="0"/>
              </a:rPr>
              <a:t>Ai gieo trong nước mắt</a:t>
            </a:r>
            <a:r>
              <a:rPr lang="vi-VN" sz="8000" b="1" dirty="0">
                <a:effectLst/>
                <a:latin typeface="Times New Roman (Headings)"/>
                <a:cs typeface="Arial" panose="020B0604020202020204" pitchFamily="34" charset="0"/>
              </a:rPr>
              <a:t>) sẽ về giữa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tiếng cười.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5213113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65F75-E05C-8266-68AA-8EF6062668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F847C-AE9A-240A-EC73-31C5C9AE3CF9}"/>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effectLst/>
                <a:latin typeface="Times New Roman (Headings)"/>
                <a:cs typeface="Arial" panose="020B0604020202020204" pitchFamily="34" charset="0"/>
              </a:rPr>
              <a:t>Ôi đẹp thay những bước chân tiến vào giữa lòng thế giới,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4528360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606C-59EA-9AFF-E1FE-2DBB4FA52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478C54-0695-C4CC-05E8-B0EC653394F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effectLst/>
                <a:latin typeface="Times New Roman (Headings)"/>
                <a:cs typeface="Arial" panose="020B0604020202020204" pitchFamily="34" charset="0"/>
              </a:rPr>
              <a:t>loan tình thương, tình thương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Chúa Trời,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7099886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A16A8-1654-F0DD-1727-B6EE85AE3C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AE46A-36C1-23DC-D223-23B36E37F92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effectLst/>
                <a:latin typeface="Times New Roman (Headings)"/>
                <a:cs typeface="Arial" panose="020B0604020202020204" pitchFamily="34" charset="0"/>
              </a:rPr>
              <a:t>loan niềm vui, niềm vui cứu đời cho mọi người và mọi nơi.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103094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BDDD4-265E-1267-330E-884E78221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7D284-9CF1-0786-9E95-D8499D9A65E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solidFill>
                  <a:srgbClr val="FF0000"/>
                </a:solidFill>
                <a:effectLst/>
                <a:latin typeface="Times New Roman (Headings)"/>
                <a:cs typeface="Arial" panose="020B0604020202020204" pitchFamily="34" charset="0"/>
              </a:rPr>
              <a:t>1. </a:t>
            </a:r>
            <a:r>
              <a:rPr lang="vi-VN" sz="8800" b="1" dirty="0">
                <a:effectLst/>
                <a:latin typeface="Times New Roman (Headings)"/>
                <a:cs typeface="Arial" panose="020B0604020202020204" pitchFamily="34" charset="0"/>
              </a:rPr>
              <a:t>Ôi đồng lúa mênh mông phơi mình dưới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nắng hồng,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565619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Headings)"/>
                <a:cs typeface="Arial" panose="020B0604020202020204" pitchFamily="34" charset="0"/>
              </a:rPr>
              <a:t>lúa đã trổ bông dâng ngàn sức sống.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288521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4F512-3A5F-C087-0AEF-BA2689912B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4420A-15ED-6C28-842F-B72E4BF2ACC9}"/>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Headings)"/>
                <a:cs typeface="Arial" panose="020B0604020202020204" pitchFamily="34" charset="0"/>
              </a:rPr>
              <a:t>Người đi trong nước mắt, và người về trong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câu ca,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4626318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7094E-984C-5014-68A9-0CCE4A0DA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F6EFD-2D19-26A2-A4A8-CEDCE3787391}"/>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Headings)"/>
                <a:cs typeface="Arial" panose="020B0604020202020204" pitchFamily="34" charset="0"/>
              </a:rPr>
              <a:t>tay ôm bó lúa lòng mừng bao la.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8369455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C0E90-1779-7943-56DD-E5CAEA14FD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ADA670-92A4-DB70-CDB4-2CAD762074A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err="1">
                <a:solidFill>
                  <a:srgbClr val="FF0000"/>
                </a:solidFill>
                <a:effectLst/>
                <a:latin typeface="Times New Roman" panose="02020603050405020304" pitchFamily="18" charset="0"/>
                <a:cs typeface="Times New Roman" panose="02020603050405020304" pitchFamily="18" charset="0"/>
              </a:rPr>
              <a:t>ĐK</a:t>
            </a:r>
            <a:r>
              <a:rPr lang="en-US" sz="8000" b="1" dirty="0">
                <a:solidFill>
                  <a:srgbClr val="FF0000"/>
                </a:solidFill>
                <a:effectLst/>
                <a:latin typeface="Times New Roman" panose="02020603050405020304" pitchFamily="18" charset="0"/>
                <a:cs typeface="Times New Roman" panose="02020603050405020304" pitchFamily="18" charset="0"/>
              </a:rPr>
              <a:t>: </a:t>
            </a:r>
            <a:r>
              <a:rPr lang="vi-VN" sz="8000" b="1" dirty="0">
                <a:effectLst/>
                <a:latin typeface="Times New Roman" panose="02020603050405020304" pitchFamily="18" charset="0"/>
                <a:cs typeface="Times New Roman" panose="02020603050405020304" pitchFamily="18" charset="0"/>
              </a:rPr>
              <a:t>(</a:t>
            </a:r>
            <a:r>
              <a:rPr lang="vi-VN" sz="8000" b="1" i="1" dirty="0">
                <a:effectLst/>
                <a:latin typeface="Times New Roman" panose="02020603050405020304" pitchFamily="18" charset="0"/>
                <a:cs typeface="Times New Roman" panose="02020603050405020304" pitchFamily="18" charset="0"/>
              </a:rPr>
              <a:t>Đẹp thay</a:t>
            </a:r>
            <a:r>
              <a:rPr lang="vi-VN" sz="8000" b="1" dirty="0">
                <a:effectLst/>
                <a:latin typeface="Times New Roman" panose="02020603050405020304" pitchFamily="18" charset="0"/>
                <a:cs typeface="Times New Roman" panose="02020603050405020304" pitchFamily="18" charset="0"/>
              </a:rPr>
              <a:t>) Ôi đẹp thay những bước chân gieo mầm cứu rỗi.</a:t>
            </a:r>
            <a:endParaRPr lang="en-US" sz="8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049966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8D328-C3D5-D8B3-8B83-94D2D5548A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9CBB60-31E5-4DB7-5B94-28622039EC48}"/>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effectLst/>
                <a:latin typeface="Times New Roman (Headings)"/>
                <a:cs typeface="Arial" panose="020B0604020202020204" pitchFamily="34" charset="0"/>
              </a:rPr>
              <a:t>(</a:t>
            </a:r>
            <a:r>
              <a:rPr lang="vi-VN" sz="8000" b="1" i="1" dirty="0">
                <a:effectLst/>
                <a:latin typeface="Times New Roman (Headings)"/>
                <a:cs typeface="Arial" panose="020B0604020202020204" pitchFamily="34" charset="0"/>
              </a:rPr>
              <a:t>Đẹp thay</a:t>
            </a:r>
            <a:r>
              <a:rPr lang="vi-VN" sz="8000" b="1" dirty="0">
                <a:effectLst/>
                <a:latin typeface="Times New Roman (Headings)"/>
                <a:cs typeface="Arial" panose="020B0604020202020204" pitchFamily="34" charset="0"/>
              </a:rPr>
              <a:t>) Ôi đẹp thay những bước chân rảo khắp nẻo đường.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170600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92493-72A6-E9CA-EEC7-D70568108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5BD63-57E7-EA2E-E0D4-9C21A5F69C19}"/>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effectLst/>
                <a:latin typeface="Times New Roman (Headings)"/>
                <a:cs typeface="Arial" panose="020B0604020202020204" pitchFamily="34" charset="0"/>
              </a:rPr>
              <a:t>(</a:t>
            </a:r>
            <a:r>
              <a:rPr lang="vi-VN" sz="8000" b="1" i="1" dirty="0">
                <a:effectLst/>
                <a:latin typeface="Times New Roman (Headings)"/>
                <a:cs typeface="Arial" panose="020B0604020202020204" pitchFamily="34" charset="0"/>
              </a:rPr>
              <a:t>Ai gieo trong lệ sầu</a:t>
            </a:r>
            <a:r>
              <a:rPr lang="vi-VN" sz="8000" b="1" dirty="0">
                <a:effectLst/>
                <a:latin typeface="Times New Roman (Headings)"/>
                <a:cs typeface="Arial" panose="020B0604020202020204" pitchFamily="34" charset="0"/>
              </a:rPr>
              <a:t>) sẽ gặt trong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vui sướng.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9158809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DB299-29F9-9B3F-4EE6-886B69AA7E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E4E30-A880-1A76-E0EB-31316E6067FC}"/>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effectLst/>
                <a:latin typeface="Times New Roman (Headings)"/>
                <a:cs typeface="Arial" panose="020B0604020202020204" pitchFamily="34" charset="0"/>
              </a:rPr>
              <a:t>(</a:t>
            </a:r>
            <a:r>
              <a:rPr lang="vi-VN" sz="8000" b="1" i="1" dirty="0">
                <a:effectLst/>
                <a:latin typeface="Times New Roman (Headings)"/>
                <a:cs typeface="Arial" panose="020B0604020202020204" pitchFamily="34" charset="0"/>
              </a:rPr>
              <a:t>Ai gieo trong nước mắt</a:t>
            </a:r>
            <a:r>
              <a:rPr lang="vi-VN" sz="8000" b="1" dirty="0">
                <a:effectLst/>
                <a:latin typeface="Times New Roman (Headings)"/>
                <a:cs typeface="Arial" panose="020B0604020202020204" pitchFamily="34" charset="0"/>
              </a:rPr>
              <a:t>) sẽ về giữa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tiếng cười.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0341551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49323-4DCE-BAE4-D972-05F1D2EE9E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91880-4944-9918-3B4E-CF37BA00919F}"/>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effectLst/>
                <a:latin typeface="Times New Roman (Headings)"/>
                <a:cs typeface="Arial" panose="020B0604020202020204" pitchFamily="34" charset="0"/>
              </a:rPr>
              <a:t>Ôi đẹp thay những bước chân tiến vào giữa lòng thế giới,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6065128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03455-C44F-D377-9479-32093A4ED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4CD5B4-248C-891B-2D80-688CB8FFB00F}"/>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effectLst/>
                <a:latin typeface="Times New Roman (Headings)"/>
                <a:cs typeface="Arial" panose="020B0604020202020204" pitchFamily="34" charset="0"/>
              </a:rPr>
              <a:t>loan tình thương, tình thương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Chúa Trời,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1560588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BEF0E-C576-4C5A-9339-8428A9BA0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6CA6B-8BDC-AD2F-E3F4-03EE781D06C7}"/>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effectLst/>
                <a:latin typeface="Times New Roman (Headings)"/>
                <a:cs typeface="Arial" panose="020B0604020202020204" pitchFamily="34" charset="0"/>
              </a:rPr>
              <a:t>loan niềm vui, niềm vui cứu đời cho mọi người và mọi nơi.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6166868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4CE5B-B803-02E9-C863-46A94DEECDE5}"/>
            </a:ext>
          </a:extLst>
        </p:cNvPr>
        <p:cNvGrpSpPr/>
        <p:nvPr/>
      </p:nvGrpSpPr>
      <p:grpSpPr>
        <a:xfrm>
          <a:off x="0" y="0"/>
          <a:ext cx="0" cy="0"/>
          <a:chOff x="0" y="0"/>
          <a:chExt cx="0" cy="0"/>
        </a:xfrm>
      </p:grpSpPr>
      <p:pic>
        <p:nvPicPr>
          <p:cNvPr id="2050" name="Picture 2" descr="Có thể là hình ảnh về văn bản cho biết 'Khánh Nhật TRUYỀN GIÁO 2025 &quot;Những Người Truyền Gião của Niễm Hy vọng giữa muôn dan.&quot; (Sử diệp Ngày the giới Truyền Gião 2025]'">
            <a:extLst>
              <a:ext uri="{FF2B5EF4-FFF2-40B4-BE49-F238E27FC236}">
                <a16:creationId xmlns:a16="http://schemas.microsoft.com/office/drawing/2014/main" id="{2D43EC45-FF4C-AFC9-854D-CA306A3630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478307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9600" b="1" dirty="0">
                <a:solidFill>
                  <a:srgbClr val="EE0000"/>
                </a:solidFill>
                <a:latin typeface="Times New Roman (Headings)"/>
                <a:cs typeface="Arial" panose="020B0604020202020204" pitchFamily="34" charset="0"/>
              </a:rPr>
              <a:t>CT:</a:t>
            </a:r>
            <a:r>
              <a:rPr lang="en-US" sz="9600" b="1" i="1" dirty="0">
                <a:solidFill>
                  <a:srgbClr val="C00000"/>
                </a:solidFill>
                <a:latin typeface="Times New Roman (Headings)"/>
                <a:cs typeface="Arial" panose="020B0604020202020204" pitchFamily="34" charset="0"/>
              </a:rPr>
              <a:t> </a:t>
            </a:r>
            <a:r>
              <a:rPr lang="en-US" sz="9600" b="1" dirty="0">
                <a:latin typeface="Times New Roman (Headings)"/>
                <a:cs typeface="Arial" panose="020B0604020202020204" pitchFamily="34" charset="0"/>
              </a:rPr>
              <a:t>Vinh </a:t>
            </a:r>
            <a:r>
              <a:rPr lang="en-US" sz="9600" b="1" dirty="0" err="1">
                <a:latin typeface="Times New Roman (Headings)"/>
                <a:cs typeface="Arial" panose="020B0604020202020204" pitchFamily="34" charset="0"/>
              </a:rPr>
              <a:t>danh</a:t>
            </a:r>
            <a:r>
              <a:rPr lang="en-US" sz="9600" b="1" dirty="0">
                <a:latin typeface="Times New Roman (Headings)"/>
                <a:cs typeface="Arial" panose="020B0604020202020204" pitchFamily="34" charset="0"/>
              </a:rPr>
              <a:t> Thiên Chúa </a:t>
            </a:r>
            <a:r>
              <a:rPr lang="en-US" sz="9600" b="1" dirty="0" err="1">
                <a:latin typeface="Times New Roman (Headings)"/>
                <a:cs typeface="Arial" panose="020B0604020202020204" pitchFamily="34" charset="0"/>
              </a:rPr>
              <a:t>trên</a:t>
            </a:r>
            <a:r>
              <a:rPr lang="en-US" sz="9600" b="1" dirty="0">
                <a:latin typeface="Times New Roman (Headings)"/>
                <a:cs typeface="Arial" panose="020B0604020202020204" pitchFamily="34" charset="0"/>
              </a:rPr>
              <a:t> các </a:t>
            </a:r>
            <a:r>
              <a:rPr lang="en-US" sz="9600" b="1" dirty="0" err="1">
                <a:latin typeface="Times New Roman (Headings)"/>
                <a:cs typeface="Arial" panose="020B0604020202020204" pitchFamily="34" charset="0"/>
              </a:rPr>
              <a:t>tầng</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trời</a:t>
            </a:r>
            <a:endParaRPr lang="en-US" sz="9600" b="1" dirty="0">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r>
              <a:rPr lang="en-US" sz="9600" b="1" dirty="0" err="1">
                <a:solidFill>
                  <a:srgbClr val="FF3399"/>
                </a:solidFill>
                <a:effectLst/>
                <a:latin typeface="Times New Roman (Headings)"/>
                <a:cs typeface="Arial" panose="020B0604020202020204" pitchFamily="34" charset="0"/>
              </a:rPr>
              <a:t>A</a:t>
            </a:r>
            <a:r>
              <a:rPr lang="en-US" sz="8800" b="1" dirty="0" err="1">
                <a:solidFill>
                  <a:srgbClr val="FF3399"/>
                </a:solidFill>
                <a:effectLst/>
                <a:latin typeface="Times New Roman (Headings)"/>
                <a:cs typeface="Arial" panose="020B0604020202020204" pitchFamily="34" charset="0"/>
              </a:rPr>
              <a:t>+</a:t>
            </a:r>
            <a:r>
              <a:rPr lang="en-US" sz="9600" b="1" dirty="0" err="1">
                <a:solidFill>
                  <a:srgbClr val="FF3399"/>
                </a:solidFill>
                <a:effectLst/>
                <a:latin typeface="Times New Roman (Headings)"/>
                <a:cs typeface="Arial" panose="020B0604020202020204" pitchFamily="34" charset="0"/>
              </a:rPr>
              <a:t>B</a:t>
            </a:r>
            <a:r>
              <a:rPr lang="en-US" sz="9600" b="1" dirty="0">
                <a:solidFill>
                  <a:srgbClr val="FF3399"/>
                </a:solidFill>
                <a:latin typeface="Times New Roman (Headings)"/>
                <a:cs typeface="Arial" panose="020B0604020202020204" pitchFamily="34" charset="0"/>
              </a:rPr>
              <a:t>:</a:t>
            </a:r>
            <a:r>
              <a:rPr lang="en-US" sz="9600" b="1" dirty="0">
                <a:solidFill>
                  <a:srgbClr val="FF3399"/>
                </a:solidFill>
                <a:effectLst/>
                <a:latin typeface="Times New Roman (Headings)"/>
                <a:cs typeface="Arial" panose="020B0604020202020204" pitchFamily="34" charset="0"/>
              </a:rPr>
              <a:t> </a:t>
            </a:r>
            <a:r>
              <a:rPr lang="vi-VN" sz="9600" b="1" dirty="0">
                <a:effectLst/>
                <a:latin typeface="Times New Roman (Headings)"/>
                <a:cs typeface="Arial" panose="020B0604020202020204" pitchFamily="34" charset="0"/>
              </a:rPr>
              <a:t>và bình an dưới thế cho người thiện tâm.</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it-IT" sz="8800" b="1" dirty="0">
                <a:solidFill>
                  <a:srgbClr val="EE0000"/>
                </a:solidFill>
                <a:effectLst/>
                <a:latin typeface="Times New Roman (Headings)"/>
                <a:cs typeface="Arial" panose="020B0604020202020204" pitchFamily="34" charset="0"/>
              </a:rPr>
              <a:t>A: </a:t>
            </a:r>
            <a:r>
              <a:rPr lang="it-IT" sz="8800" b="1" dirty="0">
                <a:effectLst/>
                <a:latin typeface="Times New Roman (Headings)"/>
                <a:cs typeface="Arial" panose="020B0604020202020204" pitchFamily="34" charset="0"/>
              </a:rPr>
              <a:t>Chúng con ca ngợi Chúa,</a:t>
            </a:r>
            <a:br>
              <a:rPr lang="it-IT" sz="8800" b="1" dirty="0">
                <a:effectLst/>
                <a:latin typeface="Times New Roman (Headings)"/>
                <a:cs typeface="Arial" panose="020B0604020202020204" pitchFamily="34" charset="0"/>
              </a:rPr>
            </a:br>
            <a:r>
              <a:rPr lang="en-US" sz="8800" b="1" dirty="0">
                <a:solidFill>
                  <a:schemeClr val="accent1"/>
                </a:solidFill>
                <a:latin typeface="Times New Roman (Headings)"/>
                <a:cs typeface="Arial" panose="020B0604020202020204" pitchFamily="34" charset="0"/>
              </a:rPr>
              <a:t>B:</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chúng</a:t>
            </a:r>
            <a:r>
              <a:rPr lang="en-US" sz="8800" b="1" dirty="0">
                <a:latin typeface="Times New Roman (Headings)"/>
                <a:cs typeface="Arial" panose="020B0604020202020204" pitchFamily="34" charset="0"/>
              </a:rPr>
              <a:t> con </a:t>
            </a:r>
            <a:r>
              <a:rPr lang="en-US" sz="8800" b="1" dirty="0" err="1">
                <a:latin typeface="Times New Roman (Headings)"/>
                <a:cs typeface="Arial" panose="020B0604020202020204" pitchFamily="34" charset="0"/>
              </a:rPr>
              <a:t>chúc</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tụng</a:t>
            </a:r>
            <a:r>
              <a:rPr lang="en-US" sz="8800" b="1" dirty="0">
                <a:latin typeface="Times New Roman (Headings)"/>
                <a:cs typeface="Arial" panose="020B0604020202020204" pitchFamily="34" charset="0"/>
              </a:rPr>
              <a:t>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overrideClrMapping bg1="lt1" tx1="dk1" bg2="lt2" tx2="dk2" accent1="accent1" accent2="accent2" accent3="accent3" accent4="accent4" accent5="accent5" accent6="accent6" hlink="hlink" folHlink="folHlink"/>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800" b="1" dirty="0">
                <a:solidFill>
                  <a:srgbClr val="EE0000"/>
                </a:solidFill>
                <a:effectLst/>
                <a:latin typeface="Times New Roman (Headings)"/>
                <a:cs typeface="Arial" panose="020B0604020202020204" pitchFamily="34" charset="0"/>
              </a:rPr>
              <a:t>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chúng</a:t>
            </a:r>
            <a:r>
              <a:rPr lang="en-US" sz="8800" b="1" dirty="0">
                <a:effectLst/>
                <a:latin typeface="Times New Roman (Headings)"/>
                <a:cs typeface="Arial" panose="020B0604020202020204" pitchFamily="34" charset="0"/>
              </a:rPr>
              <a:t>   con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thờ</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Chúa,</a:t>
            </a:r>
            <a:br>
              <a:rPr lang="en-US" sz="8800" b="1" dirty="0">
                <a:effectLst/>
                <a:latin typeface="Times New Roman (Headings)"/>
                <a:cs typeface="Arial" panose="020B0604020202020204" pitchFamily="34" charset="0"/>
              </a:rPr>
            </a:br>
            <a:r>
              <a:rPr lang="en-US" sz="8800" b="1" dirty="0">
                <a:solidFill>
                  <a:schemeClr val="accent1"/>
                </a:solidFill>
                <a:latin typeface="Times New Roman (Headings)"/>
                <a:cs typeface="Arial" panose="020B0604020202020204" pitchFamily="34" charset="0"/>
              </a:rPr>
              <a:t>B: </a:t>
            </a:r>
            <a:r>
              <a:rPr lang="en-US" sz="8800" b="1" dirty="0" err="1">
                <a:latin typeface="Times New Roman (Headings)"/>
                <a:cs typeface="Arial" panose="020B0604020202020204" pitchFamily="34" charset="0"/>
              </a:rPr>
              <a:t>chúng</a:t>
            </a:r>
            <a:r>
              <a:rPr lang="en-US" sz="8800" b="1" dirty="0">
                <a:latin typeface="Times New Roman (Headings)"/>
                <a:cs typeface="Arial" panose="020B0604020202020204" pitchFamily="34" charset="0"/>
              </a:rPr>
              <a:t> con </a:t>
            </a:r>
            <a:r>
              <a:rPr lang="en-US" sz="8800" b="1" dirty="0" err="1">
                <a:latin typeface="Times New Roman (Headings)"/>
                <a:cs typeface="Arial" panose="020B0604020202020204" pitchFamily="34" charset="0"/>
              </a:rPr>
              <a:t>tôn</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vinh</a:t>
            </a:r>
            <a:r>
              <a:rPr lang="en-US" sz="8800" b="1" dirty="0">
                <a:latin typeface="Times New Roman (Headings)"/>
                <a:cs typeface="Arial" panose="020B0604020202020204" pitchFamily="34" charset="0"/>
              </a:rPr>
              <a:t>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8480686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550400" cy="5143500"/>
          </a:xfrm>
          <a:solidFill>
            <a:schemeClr val="bg1"/>
          </a:solidFill>
        </p:spPr>
        <p:txBody>
          <a:bodyPr lIns="91440" tIns="0" rIns="91440" bIns="0">
            <a:noAutofit/>
          </a:bodyPr>
          <a:lstStyle/>
          <a:p>
            <a:r>
              <a:rPr lang="en-US" sz="8800" b="1" spc="100" dirty="0">
                <a:solidFill>
                  <a:srgbClr val="EE0000"/>
                </a:solidFill>
                <a:effectLst/>
                <a:latin typeface="Times New Roman (Headings)"/>
                <a:cs typeface="Arial" panose="020B0604020202020204" pitchFamily="34" charset="0"/>
              </a:rPr>
              <a:t>A:</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chúng</a:t>
            </a:r>
            <a:r>
              <a:rPr lang="en-US" sz="8800" b="1" spc="100" dirty="0">
                <a:effectLst/>
                <a:latin typeface="Times New Roman (Headings)"/>
                <a:cs typeface="Arial" panose="020B0604020202020204" pitchFamily="34" charset="0"/>
              </a:rPr>
              <a:t> con </a:t>
            </a:r>
            <a:r>
              <a:rPr lang="en-US" sz="8800" b="1" spc="100" dirty="0" err="1">
                <a:effectLst/>
                <a:latin typeface="Times New Roman (Headings)"/>
                <a:cs typeface="Arial" panose="020B0604020202020204" pitchFamily="34" charset="0"/>
              </a:rPr>
              <a:t>cảm</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tạ</a:t>
            </a:r>
            <a:r>
              <a:rPr lang="en-US" sz="8800" b="1" spc="100" dirty="0">
                <a:effectLst/>
                <a:latin typeface="Times New Roman (Headings)"/>
                <a:cs typeface="Arial" panose="020B0604020202020204" pitchFamily="34" charset="0"/>
              </a:rPr>
              <a:t> Chúa </a:t>
            </a:r>
            <a:r>
              <a:rPr lang="en-US" sz="8800" b="1" spc="100" dirty="0" err="1">
                <a:effectLst/>
                <a:latin typeface="Times New Roman (Headings)"/>
                <a:cs typeface="Arial" panose="020B0604020202020204" pitchFamily="34" charset="0"/>
              </a:rPr>
              <a:t>vì</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vinh</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quang</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cao</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t>
            </a:r>
            <a:r>
              <a:rPr lang="en-US" sz="8800" b="1" spc="100" dirty="0" err="1">
                <a:latin typeface="Times New Roman (Headings)"/>
                <a:cs typeface="Arial" panose="020B0604020202020204" pitchFamily="34" charset="0"/>
              </a:rPr>
              <a:t>ả</a:t>
            </a:r>
            <a:r>
              <a:rPr lang="en-US" b="1" spc="100" dirty="0">
                <a:latin typeface="Times New Roman (Headings)"/>
                <a:cs typeface="Arial" panose="020B0604020202020204" pitchFamily="34" charset="0"/>
              </a:rPr>
              <a:t> </a:t>
            </a:r>
            <a:r>
              <a:rPr lang="en-US" sz="8800" b="1" spc="100" dirty="0">
                <a:effectLst/>
                <a:latin typeface="Times New Roman (Headings)"/>
                <a:cs typeface="Arial" panose="020B0604020202020204" pitchFamily="34" charset="0"/>
              </a:rPr>
              <a:t>Chúa.</a:t>
            </a:r>
          </a:p>
        </p:txBody>
      </p:sp>
    </p:spTree>
    <p:extLst>
      <p:ext uri="{BB962C8B-B14F-4D97-AF65-F5344CB8AC3E}">
        <p14:creationId xmlns:p14="http://schemas.microsoft.com/office/powerpoint/2010/main" val="105028514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200" b="1" dirty="0">
                <a:solidFill>
                  <a:schemeClr val="accent1"/>
                </a:solidFill>
                <a:effectLst/>
                <a:latin typeface="Times New Roman (Headings)"/>
                <a:cs typeface="Arial" panose="020B0604020202020204" pitchFamily="34" charset="0"/>
              </a:rPr>
              <a:t>B:</a:t>
            </a:r>
            <a:r>
              <a:rPr lang="en-US" sz="8200" b="1" dirty="0">
                <a:effectLst/>
                <a:latin typeface="Times New Roman (Headings)"/>
                <a:cs typeface="Arial" panose="020B0604020202020204" pitchFamily="34" charset="0"/>
              </a:rPr>
              <a:t> </a:t>
            </a:r>
            <a:r>
              <a:rPr lang="en-US" sz="8200" b="1" dirty="0" err="1">
                <a:latin typeface="Times New Roman (Headings)"/>
                <a:cs typeface="Arial" panose="020B0604020202020204" pitchFamily="34" charset="0"/>
              </a:rPr>
              <a:t>L</a:t>
            </a:r>
            <a:r>
              <a:rPr lang="en-US" sz="8200" b="1" dirty="0" err="1">
                <a:effectLst/>
                <a:latin typeface="Times New Roman (Headings)"/>
                <a:cs typeface="Arial" panose="020B0604020202020204" pitchFamily="34" charset="0"/>
              </a:rPr>
              <a:t>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en-US" sz="8000" b="1" dirty="0" err="1">
                <a:effectLst/>
                <a:latin typeface="Times New Roman (Headings)"/>
                <a:cs typeface="Arial" panose="020B0604020202020204" pitchFamily="34" charset="0"/>
              </a:rPr>
              <a:t>Lạy</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Kitô</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7200" b="1" dirty="0">
                <a:solidFill>
                  <a:schemeClr val="accent1"/>
                </a:solidFill>
                <a:effectLst/>
                <a:latin typeface="Times New Roman (Headings)"/>
                <a:cs typeface="Arial" panose="020B0604020202020204" pitchFamily="34" charset="0"/>
              </a:rPr>
              <a:t>B: </a:t>
            </a:r>
            <a:r>
              <a:rPr lang="en-US" sz="7200" b="1" dirty="0" err="1">
                <a:effectLst/>
                <a:latin typeface="Times New Roman (Headings)"/>
                <a:cs typeface="Arial" panose="020B0604020202020204" pitchFamily="34" charset="0"/>
              </a:rPr>
              <a:t>Lạy</a:t>
            </a:r>
            <a:r>
              <a:rPr lang="en-US" sz="7200" b="1" dirty="0">
                <a:effectLst/>
                <a:latin typeface="Times New Roman (Headings)"/>
                <a:cs typeface="Arial" panose="020B0604020202020204" pitchFamily="34" charset="0"/>
              </a:rPr>
              <a:t>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Chiên</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vi-VN" sz="8000" b="1" dirty="0">
                <a:effectLst/>
                <a:latin typeface="Times New Roman (Headings)"/>
                <a:cs typeface="Arial" panose="020B0604020202020204" pitchFamily="34" charset="0"/>
              </a:rPr>
              <a:t>Chúa xóa tội trần gian,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xin thương xót chúng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chemeClr val="accent1"/>
                </a:solidFill>
                <a:effectLst/>
                <a:latin typeface="Times New Roman (Headings)"/>
                <a:cs typeface="Arial" panose="020B0604020202020204" pitchFamily="34" charset="0"/>
              </a:rPr>
              <a:t>B: </a:t>
            </a:r>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xóa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tội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gian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nhậm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chúng</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cầu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khẩn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vi-VN" sz="8000" b="1" dirty="0">
                <a:effectLst/>
                <a:latin typeface="Times New Roman (Headings)"/>
                <a:cs typeface="Arial" panose="020B0604020202020204" pitchFamily="34" charset="0"/>
              </a:rPr>
              <a:t>Chúa ngự bên hữu </a:t>
            </a:r>
            <a:r>
              <a:rPr lang="vi-VN" sz="8000" b="1" dirty="0" err="1">
                <a:effectLst/>
                <a:latin typeface="Times New Roman (Headings)"/>
                <a:cs typeface="Arial" panose="020B0604020202020204" pitchFamily="34" charset="0"/>
              </a:rPr>
              <a:t>Ðức</a:t>
            </a:r>
            <a:r>
              <a:rPr lang="vi-VN" sz="8000" b="1" dirty="0">
                <a:effectLst/>
                <a:latin typeface="Times New Roman (Headings)"/>
                <a:cs typeface="Arial" panose="020B0604020202020204" pitchFamily="34" charset="0"/>
              </a:rPr>
              <a:t> Chúa Cha, xin thương xót chúng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solidFill>
                  <a:schemeClr val="accent1"/>
                </a:solidFill>
                <a:latin typeface="Times New Roman (Headings)"/>
                <a:cs typeface="Arial" panose="020B0604020202020204" pitchFamily="34" charset="0"/>
              </a:rPr>
              <a:t>B:</a:t>
            </a:r>
            <a:r>
              <a:rPr lang="en-US" sz="8800" b="1" dirty="0">
                <a:solidFill>
                  <a:schemeClr val="accent1"/>
                </a:solidFill>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Vì</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Giêsu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Kitô</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chỉ</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có</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Ðấng</a:t>
            </a:r>
            <a:r>
              <a:rPr lang="en-US" sz="8800" b="1" dirty="0">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chỉ</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chỉ</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Ðấng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Tối</a:t>
            </a:r>
            <a:r>
              <a:rPr lang="en-US" sz="8000" b="1" dirty="0">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7200" b="1" dirty="0" err="1">
                <a:solidFill>
                  <a:srgbClr val="FF3399"/>
                </a:solidFill>
                <a:latin typeface="Times New Roman (Headings)"/>
                <a:cs typeface="Arial" panose="020B0604020202020204" pitchFamily="34" charset="0"/>
              </a:rPr>
              <a:t>A+B</a:t>
            </a:r>
            <a:r>
              <a:rPr lang="en-US" sz="7200" b="1" dirty="0">
                <a:solidFill>
                  <a:srgbClr val="FF3399"/>
                </a:solidFill>
                <a:latin typeface="Times New Roman (Headings)"/>
                <a:cs typeface="Arial" panose="020B0604020202020204" pitchFamily="34" charset="0"/>
              </a:rPr>
              <a:t>: </a:t>
            </a:r>
            <a:r>
              <a:rPr lang="en-US" sz="7200" b="1" dirty="0" err="1">
                <a:latin typeface="Times New Roman (Headings)"/>
                <a:cs typeface="Arial" panose="020B0604020202020204" pitchFamily="34" charset="0"/>
              </a:rPr>
              <a:t>C</a:t>
            </a:r>
            <a:r>
              <a:rPr lang="en-US" sz="7200" b="1" dirty="0" err="1">
                <a:effectLst/>
                <a:latin typeface="Times New Roman (Headings)"/>
                <a:cs typeface="Arial" panose="020B0604020202020204" pitchFamily="34" charset="0"/>
              </a:rPr>
              <a:t>ùng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Thánh </a:t>
            </a:r>
            <a:r>
              <a:rPr lang="en-US" sz="7200" b="1" dirty="0" err="1">
                <a:effectLst/>
                <a:latin typeface="Times New Roman (Headings)"/>
                <a:cs typeface="Arial" panose="020B0604020202020204" pitchFamily="34" charset="0"/>
              </a:rPr>
              <a:t>Thần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trong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vinh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quang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Cha. </a:t>
            </a:r>
            <a:r>
              <a:rPr lang="en-US" sz="7200" b="1" dirty="0">
                <a:solidFill>
                  <a:srgbClr val="FF0000"/>
                </a:solidFill>
                <a:effectLst/>
                <a:latin typeface="Times New Roman (Headings)"/>
                <a:cs typeface="Arial" panose="020B0604020202020204" pitchFamily="34" charset="0"/>
              </a:rPr>
              <a:t>Amen</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9CDF8-C767-39BE-4335-039FCE4F89FA}"/>
            </a:ext>
          </a:extLst>
        </p:cNvPr>
        <p:cNvGrpSpPr/>
        <p:nvPr/>
      </p:nvGrpSpPr>
      <p:grpSpPr>
        <a:xfrm>
          <a:off x="0" y="0"/>
          <a:ext cx="0" cy="0"/>
          <a:chOff x="0" y="0"/>
          <a:chExt cx="0" cy="0"/>
        </a:xfrm>
      </p:grpSpPr>
      <p:pic>
        <p:nvPicPr>
          <p:cNvPr id="2050" name="Picture 2" descr="Có thể là hình ảnh về văn bản cho biết 'Khánh Nhật TRUYỀN GIÁO 2025 &quot;Những Người Truyền Gião của Niễm Hy vọng giữa muôn dan.&quot; (Sử diệp Ngày the giới Truyền Gião 2025]'">
            <a:extLst>
              <a:ext uri="{FF2B5EF4-FFF2-40B4-BE49-F238E27FC236}">
                <a16:creationId xmlns:a16="http://schemas.microsoft.com/office/drawing/2014/main" id="{46EC0CEC-D022-D23C-16D2-324B36F020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188774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Rectangle 206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Có thể là hình ảnh về đền thờ và văn bản cho biết 'BÀI ĐOC AIĐỌC1 1 Bài àitrichsách NGÔN SỮ ISAIA &quot;Đũng lên, bừng sáng lên. Vì ánh sang của ngươi đến rồi. Vinh quang của ĐỨC CHÚA như bình minh chiễu toa trên ngươi.&quot; IS 60, 16'">
            <a:extLst>
              <a:ext uri="{FF2B5EF4-FFF2-40B4-BE49-F238E27FC236}">
                <a16:creationId xmlns:a16="http://schemas.microsoft.com/office/drawing/2014/main" id="{30D2356E-4685-5949-5DA9-C3FD0CF3CC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4" y="-642"/>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50202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95</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5400" b="1" i="1" dirty="0" err="1">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5400" b="1" i="1" dirty="0">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a:t>
            </a:r>
            <a:b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br>
            <a:br>
              <a:rPr lang="en-US" sz="1050" b="1" i="1" dirty="0">
                <a:latin typeface="Times New Roman" panose="02020603050405020304" pitchFamily="18" charset="0"/>
                <a:ea typeface="Sans Serif Collection" panose="020B0502040504020204" pitchFamily="34" charset="0"/>
                <a:cs typeface="Times New Roman" panose="02020603050405020304" pitchFamily="18" charset="0"/>
              </a:rPr>
            </a:br>
            <a:r>
              <a:rPr lang="en-US" sz="5400" b="1" dirty="0">
                <a:latin typeface="Times New Roman" panose="02020603050405020304" pitchFamily="18" charset="0"/>
                <a:ea typeface="Sans Serif Collection" panose="020B0502040504020204" pitchFamily="34" charset="0"/>
                <a:cs typeface="Times New Roman" panose="02020603050405020304" pitchFamily="18" charset="0"/>
              </a:rPr>
              <a:t>(03 </a:t>
            </a:r>
            <a:r>
              <a:rPr lang="en-US" sz="5400" b="1" dirty="0" err="1">
                <a:latin typeface="Times New Roman" panose="02020603050405020304" pitchFamily="18" charset="0"/>
                <a:ea typeface="Sans Serif Collection" panose="020B0502040504020204" pitchFamily="34" charset="0"/>
                <a:cs typeface="Times New Roman" panose="02020603050405020304" pitchFamily="18" charset="0"/>
              </a:rPr>
              <a:t>câu</a:t>
            </a:r>
            <a:r>
              <a:rPr lang="en-US" sz="5400" b="1" dirty="0">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8000" b="1" dirty="0">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1</a:t>
            </a:r>
            <a:r>
              <a:rPr lang="en-US" sz="8000" b="1" dirty="0">
                <a:solidFill>
                  <a:srgbClr val="FF0000"/>
                </a:solidFill>
                <a:effectLst/>
                <a:latin typeface="Times New Roman (Headings)"/>
                <a:cs typeface="Arial" panose="020B0604020202020204" pitchFamily="34" charset="0"/>
              </a:rPr>
              <a:t>/3</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Hãy ca mừng Thiên Chúa bài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ca mới.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004007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F1325-B1E9-6C1E-F9F0-0221F7960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E4449-DFB9-553F-F199-DD3FEBC15BFD}"/>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Hỡi toàn thể địa cầu hãy vui mừng.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9197022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02BA-2970-68B0-E2EF-11F1811CC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7E35DD-1F39-C33F-E743-2FC59715FAF3}"/>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ca </a:t>
            </a:r>
            <a:r>
              <a:rPr lang="en-US" sz="8800" b="1" dirty="0" err="1">
                <a:effectLst/>
                <a:latin typeface="Times New Roman (Headings)"/>
                <a:cs typeface="Arial" panose="020B0604020202020204" pitchFamily="34" charset="0"/>
              </a:rPr>
              <a:t>mừng</a:t>
            </a:r>
            <a:r>
              <a:rPr lang="en-US" sz="8800" b="1" dirty="0">
                <a:effectLst/>
                <a:latin typeface="Times New Roman (Headings)"/>
                <a:cs typeface="Arial" panose="020B0604020202020204" pitchFamily="34" charset="0"/>
              </a:rPr>
              <a:t> Thiên Chúa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chí</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tôn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26159823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FC924-CF0F-AE37-5895-667811B8C0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EFF52-BA6B-6C97-0EC1-21D4B5B2545C}"/>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chúc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hiển</a:t>
            </a:r>
            <a:r>
              <a:rPr lang="en-US" sz="8800" b="1" dirty="0">
                <a:effectLst/>
                <a:latin typeface="Times New Roman (Headings)"/>
                <a:cs typeface="Arial" panose="020B0604020202020204" pitchFamily="34" charset="0"/>
              </a:rPr>
              <a:t> Danh </a:t>
            </a:r>
            <a:br>
              <a:rPr lang="en-US" sz="8800" b="1" dirty="0">
                <a:effectLst/>
                <a:latin typeface="Times New Roman (Headings)"/>
                <a:cs typeface="Arial" panose="020B0604020202020204" pitchFamily="34" charset="0"/>
              </a:rPr>
            </a:br>
            <a:r>
              <a:rPr lang="en-US" sz="8800" b="1" dirty="0">
                <a:effectLst/>
                <a:latin typeface="Times New Roman (Headings)"/>
                <a:cs typeface="Arial" panose="020B0604020202020204" pitchFamily="34" charset="0"/>
              </a:rPr>
              <a:t>Thánh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53832658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0AE46-6C22-4414-D215-3D85C3EE8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2E23B-6730-4879-7FA1-0E693CECF955}"/>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ĐK: </a:t>
            </a:r>
            <a:r>
              <a:rPr lang="vi-VN" sz="8800" b="1" dirty="0">
                <a:effectLst/>
                <a:latin typeface="Times New Roman (Headings)"/>
                <a:cs typeface="Arial" panose="020B0604020202020204" pitchFamily="34" charset="0"/>
              </a:rPr>
              <a:t>Hãy loan truyền những công việc lạ lùng của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648262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D51EC-E09C-DFD4-2CBA-87D20950C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EC527C-223D-F0D5-0AAC-8D0FE9BF0DC4}"/>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Hãy loan truyền Thánh Danh Ngài giữa chư dân.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2518436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4D98F-E5C0-DC29-3E5D-C6CCD6F19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9F1D06-5BA7-D0A3-545E-B0958507FF5C}"/>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a:solidFill>
                  <a:srgbClr val="FF0000"/>
                </a:solidFill>
                <a:latin typeface="Times New Roman (Headings)"/>
                <a:cs typeface="Arial" panose="020B0604020202020204" pitchFamily="34" charset="0"/>
              </a:rPr>
              <a:t>2</a:t>
            </a:r>
            <a:r>
              <a:rPr lang="en-US" sz="8000" b="1" dirty="0">
                <a:solidFill>
                  <a:srgbClr val="FF0000"/>
                </a:solidFill>
                <a:effectLst/>
                <a:latin typeface="Times New Roman (Headings)"/>
                <a:cs typeface="Arial" panose="020B0604020202020204" pitchFamily="34" charset="0"/>
              </a:rPr>
              <a:t>/3</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Hãy ca mừng Thiên Chúa Đấng cứu thoát.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2929448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964B2-1A38-6E06-0AAC-70748D0764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EA4F3-2702-AE6F-9AD5-5742494593CE}"/>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Ngày ngày hãy loan truyền ơn cứu độ.</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9198357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263C1-08DF-A29F-823A-5DECBDF57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50013-99D7-126D-5F6F-8561A23E4FD8}"/>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Hãy tường thuật vinh quang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khắp nơi.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7118249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B63ED-F769-292E-DCFA-FE0076F05D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45720-14D5-4BA7-0EDE-821D2DA1C88D}"/>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Ca khen Ngài quyền năng giữa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141228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1E3C4-0659-1119-9F9C-B74EF6CAB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F48D7B-C600-C67F-AFE2-5A6CFE15C255}"/>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ĐK: </a:t>
            </a:r>
            <a:r>
              <a:rPr lang="vi-VN" sz="8800" b="1" dirty="0">
                <a:effectLst/>
                <a:latin typeface="Times New Roman (Headings)"/>
                <a:cs typeface="Arial" panose="020B0604020202020204" pitchFamily="34" charset="0"/>
              </a:rPr>
              <a:t>Hãy loan truyền những công việc lạ lùng của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8794006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45FFF-42EC-571F-BEA5-C4C805E22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66612-81CD-5E5C-1618-B0205E5701AA}"/>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Hãy loan truyền Thánh Danh Ngài giữa chư dân.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846600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C7FF9-A847-B310-C74B-E8946DEA7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33520-231B-09C7-5067-5234CA0CAC63}"/>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a:solidFill>
                  <a:srgbClr val="FF0000"/>
                </a:solidFill>
                <a:effectLst/>
                <a:latin typeface="Times New Roman (Headings)"/>
                <a:cs typeface="Arial" panose="020B0604020202020204" pitchFamily="34" charset="0"/>
              </a:rPr>
              <a:t>3/3</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Hãy dâng tặng Thiên Chúa ngàn dân hỡi.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8325391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91BE3-FDC4-A8EC-9784-E4319BC3D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7CB28-CD2C-D075-5D1B-CE1B37E780A7}"/>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tặng</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quyền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với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dự</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93360911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B52DD-A2E6-E7C8-DDDF-0847897C7D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47C8D-1ADA-45E8-6305-6DA555AE567B}"/>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Hát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khen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mừng</a:t>
            </a:r>
            <a:r>
              <a:rPr lang="en-US" sz="8000" b="1" dirty="0">
                <a:effectLst/>
                <a:latin typeface="Times New Roman (Headings)"/>
                <a:cs typeface="Arial" panose="020B0604020202020204" pitchFamily="34" charset="0"/>
              </a:rPr>
              <a:t> Thiên Chúa </a:t>
            </a:r>
            <a:br>
              <a:rPr lang="en-US" sz="8000" b="1" dirty="0">
                <a:effectLst/>
                <a:latin typeface="Times New Roman (Headings)"/>
                <a:cs typeface="Arial" panose="020B0604020202020204" pitchFamily="34" charset="0"/>
              </a:rPr>
            </a:br>
            <a:r>
              <a:rPr lang="en-US" sz="8000" b="1" dirty="0" err="1">
                <a:effectLst/>
                <a:latin typeface="Times New Roman (Headings)"/>
                <a:cs typeface="Arial" panose="020B0604020202020204" pitchFamily="34" charset="0"/>
              </a:rPr>
              <a:t>chí</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nhân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279430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9A978-365D-FF6D-B199-704F4577BE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0E7A8D-B3E6-C516-36EB-3A6AB604DC50}"/>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hiển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trị</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thờ</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39615276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093C1-FE8B-90BE-953B-8E19E52A3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BFF6B7-626F-A014-6CBC-1E5558208ED9}"/>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ĐK: </a:t>
            </a:r>
            <a:r>
              <a:rPr lang="vi-VN" sz="8800" b="1" dirty="0">
                <a:effectLst/>
                <a:latin typeface="Times New Roman (Headings)"/>
                <a:cs typeface="Arial" panose="020B0604020202020204" pitchFamily="34" charset="0"/>
              </a:rPr>
              <a:t>Hãy loan truyền những công việc lạ lùng của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7015258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9E54F-A7EC-D311-1A67-848EF018C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0A998-4A99-4934-C43B-A3B8815CDF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Hãy loan truyền Thánh Danh Ngài giữa chư dân.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4839800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D4D90E-D9BC-D436-41A3-FAC25A17F207}"/>
            </a:ext>
          </a:extLst>
        </p:cNvPr>
        <p:cNvGrpSpPr/>
        <p:nvPr/>
      </p:nvGrpSpPr>
      <p:grpSpPr>
        <a:xfrm>
          <a:off x="0" y="0"/>
          <a:ext cx="0" cy="0"/>
          <a:chOff x="0" y="0"/>
          <a:chExt cx="0" cy="0"/>
        </a:xfrm>
      </p:grpSpPr>
      <p:sp>
        <p:nvSpPr>
          <p:cNvPr id="11273" name="Rectangle 1127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2294" name="Picture 6" descr="Có thể là hình ảnh về văn bản cho biết 'BÀI ĐỌC BÀIĐỌC2 2 យន Bàitrich Bàitrchththnhất Bài trích thư thứ nhất của thành Phaolo tông dồ gửi ông Timo-thê &quot;Thiên Chúa muốn cho mọi người được cứu dộ và nhận biễt chân ly.&quot; (1TM2,18] 18]'">
            <a:extLst>
              <a:ext uri="{FF2B5EF4-FFF2-40B4-BE49-F238E27FC236}">
                <a16:creationId xmlns:a16="http://schemas.microsoft.com/office/drawing/2014/main" id="{0F58EE53-CD94-908E-5F51-A38C9D3B87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56756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C5A8F-1581-F5FF-AE23-0FD812AA883E}"/>
            </a:ext>
          </a:extLst>
        </p:cNvPr>
        <p:cNvGrpSpPr/>
        <p:nvPr/>
      </p:nvGrpSpPr>
      <p:grpSpPr>
        <a:xfrm>
          <a:off x="0" y="0"/>
          <a:ext cx="0" cy="0"/>
          <a:chOff x="0" y="0"/>
          <a:chExt cx="0" cy="0"/>
        </a:xfrm>
      </p:grpSpPr>
      <p:pic>
        <p:nvPicPr>
          <p:cNvPr id="2050" name="Picture 2" descr="Có thể là hình ảnh về văn bản cho biết 'Khánh Nhật TRUYỀN GIÁO 2025 &quot;Những Người Truyền Gião của Niễm Hy vọng giữa muôn dan.&quot; (Sử diệp Ngày the giới Truyền Gião 2025]'">
            <a:extLst>
              <a:ext uri="{FF2B5EF4-FFF2-40B4-BE49-F238E27FC236}">
                <a16:creationId xmlns:a16="http://schemas.microsoft.com/office/drawing/2014/main" id="{B9A32B20-7EEA-596F-416B-0E5F3B2E7E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35496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330199"/>
            <a:ext cx="9144000" cy="4813301"/>
          </a:xfrm>
          <a:solidFill>
            <a:schemeClr val="bg1"/>
          </a:solidFill>
        </p:spPr>
        <p:txBody>
          <a:bodyPr lIns="91440" tIns="0" rIns="91440" bIns="0">
            <a:noAutofit/>
          </a:bodyPr>
          <a:lstStyle/>
          <a:p>
            <a:r>
              <a:rPr lang="en-US" sz="8000" b="1" i="1" dirty="0">
                <a:solidFill>
                  <a:srgbClr val="EE0000"/>
                </a:solidFill>
                <a:effectLst/>
                <a:latin typeface="Times New Roman (Headings)"/>
                <a:cs typeface="Arial" panose="020B0604020202020204" pitchFamily="34" charset="0"/>
              </a:rPr>
              <a:t>All… All...</a:t>
            </a:r>
            <a:r>
              <a:rPr lang="en-US" sz="8000" b="1" dirty="0">
                <a:solidFill>
                  <a:srgbClr val="EE0000"/>
                </a:solidFill>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Này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đây</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phán</a:t>
            </a:r>
            <a:r>
              <a:rPr lang="en-US" sz="8000" b="1" dirty="0">
                <a:effectLst/>
                <a:latin typeface="Times New Roman (Headings)"/>
                <a:cs typeface="Arial" panose="020B0604020202020204" pitchFamily="34" charset="0"/>
              </a:rPr>
              <a:t>: "Các con </a:t>
            </a:r>
            <a:r>
              <a:rPr lang="en-US" sz="8000" b="1" dirty="0" err="1">
                <a:effectLst/>
                <a:latin typeface="Times New Roman (Headings)"/>
                <a:cs typeface="Arial" panose="020B0604020202020204" pitchFamily="34" charset="0"/>
              </a:rPr>
              <a:t>hãy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giảng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dạy</a:t>
            </a:r>
            <a:endParaRPr lang="en-US" sz="8000" b="1" i="1" dirty="0">
              <a:effectLst/>
              <a:latin typeface="Times New Roman (Headings)"/>
              <a:cs typeface="Arial" panose="020B0604020202020204" pitchFamily="34" charset="0"/>
            </a:endParaRP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50800"/>
            <a:ext cx="9144000" cy="63500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solidFill>
                  <a:srgbClr val="FF0000"/>
                </a:solidFill>
                <a:latin typeface="Times New Roman" panose="02020603050405020304" pitchFamily="18" charset="0"/>
                <a:cs typeface="Times New Roman" panose="02020603050405020304" pitchFamily="18" charset="0"/>
              </a:rPr>
              <a:t>TUNG </a:t>
            </a:r>
            <a:r>
              <a:rPr lang="en-US" sz="3200" b="1" dirty="0" err="1">
                <a:solidFill>
                  <a:srgbClr val="FF0000"/>
                </a:solidFill>
                <a:latin typeface="Times New Roman" panose="02020603050405020304" pitchFamily="18" charset="0"/>
                <a:cs typeface="Times New Roman" panose="02020603050405020304" pitchFamily="18" charset="0"/>
              </a:rPr>
              <a:t>HÔ</a:t>
            </a:r>
            <a:r>
              <a:rPr lang="en-US" sz="3200" b="1" dirty="0">
                <a:solidFill>
                  <a:srgbClr val="FF0000"/>
                </a:solidFill>
                <a:latin typeface="Times New Roman" panose="02020603050405020304" pitchFamily="18" charset="0"/>
                <a:cs typeface="Times New Roman" panose="02020603050405020304" pitchFamily="18" charset="0"/>
              </a:rPr>
              <a:t> TIN </a:t>
            </a:r>
            <a:r>
              <a:rPr lang="en-US" sz="3200" b="1" dirty="0" err="1">
                <a:solidFill>
                  <a:srgbClr val="FF0000"/>
                </a:solidFill>
                <a:latin typeface="Times New Roman" panose="02020603050405020304" pitchFamily="18" charset="0"/>
                <a:cs typeface="Times New Roman" panose="02020603050405020304" pitchFamily="18" charset="0"/>
              </a:rPr>
              <a:t>MỪNG</a:t>
            </a:r>
            <a:endParaRPr lang="vi-VN" sz="32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913118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A65F3-7093-0EC2-264B-B9FBEDD058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9FB56-98B7-8F01-187F-0001B0B908B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i="1" dirty="0">
                <a:latin typeface="Times New Roman (Headings)"/>
                <a:cs typeface="Arial" panose="020B0604020202020204" pitchFamily="34" charset="0"/>
              </a:rPr>
              <a:t> </a:t>
            </a:r>
            <a:r>
              <a:rPr lang="vi-VN" sz="8000" b="1" dirty="0">
                <a:latin typeface="Times New Roman (Headings)"/>
                <a:cs typeface="Arial" panose="020B0604020202020204" pitchFamily="34" charset="0"/>
              </a:rPr>
              <a:t>muôn dân</a:t>
            </a:r>
            <a:r>
              <a:rPr lang="en-US" sz="8000" b="1" dirty="0">
                <a:latin typeface="Times New Roman (Headings)"/>
                <a:cs typeface="Arial" panose="020B0604020202020204" pitchFamily="34" charset="0"/>
              </a:rPr>
              <a:t>:</a:t>
            </a:r>
            <a:r>
              <a:rPr lang="vi-VN" sz="8000" b="1" dirty="0">
                <a:latin typeface="Times New Roman (Headings)"/>
                <a:cs typeface="Arial" panose="020B0604020202020204" pitchFamily="34" charset="0"/>
              </a:rPr>
              <a:t> Thầy sẽ ở cùng các con mọi ngày cho đến tận thế".</a:t>
            </a:r>
            <a:r>
              <a:rPr lang="en-US" sz="8000" b="1" dirty="0">
                <a:latin typeface="Times New Roman (Headings)"/>
                <a:cs typeface="Arial" panose="020B0604020202020204" pitchFamily="34" charset="0"/>
              </a:rPr>
              <a:t> </a:t>
            </a:r>
            <a:r>
              <a:rPr lang="en-US" sz="8000" b="1" i="1" dirty="0">
                <a:solidFill>
                  <a:srgbClr val="EE0000"/>
                </a:solidFill>
                <a:latin typeface="Times New Roman (Headings)"/>
                <a:cs typeface="Arial" panose="020B0604020202020204" pitchFamily="34" charset="0"/>
              </a:rPr>
              <a:t>All…All…</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19083894"/>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FE6CD-6A7C-3451-4EAD-B335DB393B7F}"/>
            </a:ext>
          </a:extLst>
        </p:cNvPr>
        <p:cNvGrpSpPr/>
        <p:nvPr/>
      </p:nvGrpSpPr>
      <p:grpSpPr>
        <a:xfrm>
          <a:off x="0" y="0"/>
          <a:ext cx="0" cy="0"/>
          <a:chOff x="0" y="0"/>
          <a:chExt cx="0" cy="0"/>
        </a:xfrm>
      </p:grpSpPr>
      <p:pic>
        <p:nvPicPr>
          <p:cNvPr id="13314" name="Picture 2" descr="Có thể là hình ảnh về văn bản cho biết 'TIN MỪNG CHÚA GIÊSU KITÔ Theo Thánh Mác-CÔ &quot;Anh em hãy di kháp từ phương thiên hạ, loan bão Tin Mừng cho mọi oai thu tao.&quot; (MC 16, 15 20)'">
            <a:extLst>
              <a:ext uri="{FF2B5EF4-FFF2-40B4-BE49-F238E27FC236}">
                <a16:creationId xmlns:a16="http://schemas.microsoft.com/office/drawing/2014/main" id="{1C30D4C1-F61E-89A7-65F4-F6D72D717C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04692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r>
              <a:rPr lang="en-US" sz="8800" b="1" dirty="0">
                <a:solidFill>
                  <a:srgbClr val="EE0000"/>
                </a:solidFill>
                <a:effectLst/>
                <a:latin typeface="Times New Roman (Headings)"/>
                <a:cs typeface="Arial" panose="020B0604020202020204" pitchFamily="34" charset="0"/>
              </a:rPr>
              <a:t>CT: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Cha </a:t>
            </a:r>
            <a:r>
              <a:rPr lang="en-US" sz="8800" b="1" dirty="0" err="1">
                <a:effectLst/>
                <a:latin typeface="Times New Roman (Headings)"/>
                <a:cs typeface="Arial" panose="020B0604020202020204" pitchFamily="34" charset="0"/>
              </a:rPr>
              <a:t>toàn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năng</a:t>
            </a:r>
            <a:r>
              <a:rPr lang="en-US" sz="88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73600"/>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tạo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thành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đất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hữu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vô</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hình</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Giê-su</a:t>
            </a:r>
            <a:r>
              <a:rPr lang="en-US" sz="8800" b="1" dirty="0">
                <a:effectLst/>
                <a:latin typeface="Times New Roman (Headings)"/>
                <a:cs typeface="Arial" panose="020B0604020202020204" pitchFamily="34" charset="0"/>
              </a:rPr>
              <a:t> Ki-</a:t>
            </a:r>
            <a:r>
              <a:rPr lang="en-US" sz="8800" b="1" dirty="0" err="1">
                <a:effectLst/>
                <a:latin typeface="Times New Roman (Headings)"/>
                <a:cs typeface="Arial" panose="020B0604020202020204" pitchFamily="34" charset="0"/>
              </a:rPr>
              <a:t>tô</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sinh bởi Đức Chúa Cha từ trước muôn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Thiên Chúa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bởi</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nhờ Người mà muôn vật được tạo thành.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Bởi phép Đức Chúa Thánh Thần, Người đã nhập thể trong lòng Trinh Nữ Ma-ri-a, </a:t>
            </a:r>
            <a:br>
              <a:rPr lang="en-US" sz="7000" b="1" dirty="0">
                <a:effectLst/>
                <a:latin typeface="Times New Roman (Headings)"/>
                <a:cs typeface="Arial" panose="020B0604020202020204" pitchFamily="34" charset="0"/>
              </a:rPr>
            </a:br>
            <a:r>
              <a:rPr lang="vi-VN" sz="7000" b="1" dirty="0">
                <a:effectLst/>
                <a:latin typeface="Times New Roman (Headings)"/>
                <a:cs typeface="Arial" panose="020B0604020202020204" pitchFamily="34" charset="0"/>
              </a:rPr>
              <a:t>và đã làm người.</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a:t>
            </a:r>
            <a:r>
              <a:rPr lang="vi-VN" sz="7200" b="1" dirty="0">
                <a:effectLst/>
                <a:latin typeface="Times New Roman (Headings)"/>
                <a:cs typeface="Arial" panose="020B0604020202020204" pitchFamily="34" charset="0"/>
              </a:rPr>
              <a:t>Phong-xi</a:t>
            </a:r>
            <a:r>
              <a:rPr lang="en-US" sz="7200" b="1" dirty="0">
                <a:effectLst/>
                <a:latin typeface="Times New Roman (Headings)"/>
                <a:cs typeface="Arial" panose="020B0604020202020204" pitchFamily="34" charset="0"/>
              </a:rPr>
              <a:t>-</a:t>
            </a:r>
            <a:r>
              <a:rPr lang="vi-VN" sz="7200" b="1" dirty="0">
                <a:effectLst/>
                <a:latin typeface="Times New Roman (Headings)"/>
                <a:cs typeface="Arial" panose="020B0604020202020204" pitchFamily="34" charset="0"/>
              </a:rPr>
              <a:t>ô</a:t>
            </a:r>
            <a:r>
              <a:rPr lang="en-US" sz="8000" b="1" dirty="0">
                <a:latin typeface="Times New Roman (Headings)"/>
                <a:cs typeface="Arial" panose="020B0604020202020204" pitchFamily="34" charset="0"/>
              </a:rPr>
              <a:t> </a:t>
            </a:r>
            <a:r>
              <a:rPr lang="vi-VN" sz="7200" b="1" dirty="0">
                <a:effectLst/>
                <a:latin typeface="Times New Roman (Headings)"/>
                <a:cs typeface="Arial" panose="020B0604020202020204" pitchFamily="34" charset="0"/>
              </a:rPr>
              <a:t>Phi-la-tô</a:t>
            </a:r>
            <a:r>
              <a:rPr lang="vi-VN" sz="8000" b="1" dirty="0">
                <a:effectLst/>
                <a:latin typeface="Times New Roman (Headings)"/>
                <a:cs typeface="Arial" panose="020B0604020202020204" pitchFamily="34" charset="0"/>
              </a:rPr>
              <a:t>;</a:t>
            </a:r>
            <a:r>
              <a:rPr lang="en-US" sz="1050" b="1" dirty="0">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Người lên trời, ngự bên hữu Đức Chúa Cha.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Tôi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tinh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kính</a:t>
            </a:r>
            <a:r>
              <a:rPr lang="en-US" sz="7200" b="1" dirty="0">
                <a:effectLst/>
                <a:latin typeface="Times New Roman (Headings)"/>
                <a:cs typeface="Arial" panose="020B0604020202020204" pitchFamily="34" charset="0"/>
              </a:rPr>
              <a:t> Đức Chúa Thánh </a:t>
            </a:r>
            <a:r>
              <a:rPr lang="en-US" sz="7200" b="1" dirty="0" err="1">
                <a:effectLst/>
                <a:latin typeface="Times New Roman (Headings)"/>
                <a:cs typeface="Arial" panose="020B0604020202020204" pitchFamily="34" charset="0"/>
              </a:rPr>
              <a:t>Thần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và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Đấng</a:t>
            </a:r>
            <a:r>
              <a:rPr lang="en-US" sz="7200" b="1" dirty="0">
                <a:effectLst/>
                <a:latin typeface="Times New Roman (Headings)"/>
                <a:cs typeface="Arial" panose="020B0604020202020204" pitchFamily="34" charset="0"/>
              </a:rPr>
              <a:t> ban </a:t>
            </a:r>
            <a:r>
              <a:rPr lang="en-US" sz="7200" b="1" dirty="0" err="1">
                <a:effectLst/>
                <a:latin typeface="Times New Roman (Headings)"/>
                <a:cs typeface="Arial" panose="020B0604020202020204" pitchFamily="34" charset="0"/>
              </a:rPr>
              <a:t>sự</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sống</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Người được phụng thờ và tôn vinh cùng với Đức Chúa Cha và Đức Chúa Con</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F9C71-B2D6-8284-21E6-448A3269396A}"/>
            </a:ext>
          </a:extLst>
        </p:cNvPr>
        <p:cNvGrpSpPr/>
        <p:nvPr/>
      </p:nvGrpSpPr>
      <p:grpSpPr>
        <a:xfrm>
          <a:off x="0" y="0"/>
          <a:ext cx="0" cy="0"/>
          <a:chOff x="0" y="0"/>
          <a:chExt cx="0" cy="0"/>
        </a:xfrm>
      </p:grpSpPr>
      <p:pic>
        <p:nvPicPr>
          <p:cNvPr id="2050" name="Picture 2" descr="Có thể là hình ảnh về văn bản cho biết 'Khánh Nhật TRUYỀN GIÁO 2025 &quot;Những Người Truyền Gião của Niễm Hy vọng giữa muôn dan.&quot; (Sử diệp Ngày the giới Truyền Gião 2025]'">
            <a:extLst>
              <a:ext uri="{FF2B5EF4-FFF2-40B4-BE49-F238E27FC236}">
                <a16:creationId xmlns:a16="http://schemas.microsoft.com/office/drawing/2014/main" id="{A104A3B5-9B7B-6F64-8C67-761CA23730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3769400"/>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XIN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ĐỜI</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CON</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Huy Hoàng)</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 </a:t>
            </a:r>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không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muốn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nhận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muốn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nhận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của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lễ</a:t>
            </a:r>
            <a:r>
              <a:rPr lang="en-US" sz="8000" b="1" dirty="0">
                <a:effectLst/>
                <a:latin typeface="Times New Roman (Headings)"/>
                <a:cs typeface="Arial" panose="020B0604020202020204" pitchFamily="34" charset="0"/>
              </a:rPr>
              <a:t> hy </a:t>
            </a:r>
            <a:r>
              <a:rPr lang="en-US" sz="8000" b="1" dirty="0" err="1">
                <a:effectLst/>
                <a:latin typeface="Times New Roman (Headings)"/>
                <a:cs typeface="Arial" panose="020B0604020202020204" pitchFamily="34" charset="0"/>
              </a:rPr>
              <a:t>sinh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6042738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B56D-3E9E-EF7D-988E-4E3FB4A8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A49A3-D4B7-547C-DB52-535A32A0462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cũng không nhận của lễ đền bồi thì con đây dâng trọn hồn xác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5939097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9A798-468A-0C11-83D1-031682B0E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B27F0-AE5E-C1DC-08E6-F61BE14EB7A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con dâng trót cả đời con làm của lễ hiến dâng lên Ngài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46841882"/>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3D4B9-C3AA-6EF1-C882-36B9C0151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7CFB18-3164-7B4C-0B8E-C64AD810463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1. </a:t>
            </a:r>
            <a:r>
              <a:rPr lang="vi-VN" sz="8000" b="1" dirty="0">
                <a:effectLst/>
                <a:latin typeface="Times New Roman (Headings)"/>
                <a:cs typeface="Arial" panose="020B0604020202020204" pitchFamily="34" charset="0"/>
              </a:rPr>
              <a:t>Đời nhân thế con nào có chi,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để dâng Chúa như lễ tôn thờ. </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8760317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E42AD-5EBF-F7CC-398D-37C1E44998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EA90A-5ECD-6BF5-A5A8-C396E82C1E0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Con xin dâng tháng ngày trong đời, mọi buồn vui thân kiếp con người.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9955481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0BE6C-9406-42E8-F96A-59BC5F38A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FDCC6-FBDC-6BFE-E85B-5712F90ABAF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 </a:t>
            </a:r>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không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muốn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nhận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muốn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nhận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của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lễ</a:t>
            </a:r>
            <a:r>
              <a:rPr lang="en-US" sz="8000" b="1" dirty="0">
                <a:effectLst/>
                <a:latin typeface="Times New Roman (Headings)"/>
                <a:cs typeface="Arial" panose="020B0604020202020204" pitchFamily="34" charset="0"/>
              </a:rPr>
              <a:t> hy </a:t>
            </a:r>
            <a:r>
              <a:rPr lang="en-US" sz="8000" b="1" dirty="0" err="1">
                <a:effectLst/>
                <a:latin typeface="Times New Roman (Headings)"/>
                <a:cs typeface="Arial" panose="020B0604020202020204" pitchFamily="34" charset="0"/>
              </a:rPr>
              <a:t>sinh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890648671"/>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473F0-0FAA-1D67-232F-5C51B3126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BBFBAA-B1D4-EB52-CE56-EDDD226819D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cũng không nhận của lễ đền bồi thì con đây dâng trọn hồn xác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9679469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3168B-9BDB-FD21-7C85-4D39410C5B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D5A87-8759-B89B-72AB-BEB05F6D011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con dâng trót cả đời con làm của lễ hiến dâng lên Ngài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1565833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5D285-C42C-E162-EF3C-6EE9323B12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F9122B-4BB8-93C0-F453-7A58E696DC6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1. </a:t>
            </a:r>
            <a:r>
              <a:rPr lang="vi-VN" sz="8000" b="1" dirty="0">
                <a:effectLst/>
                <a:latin typeface="Times New Roman (Headings)"/>
                <a:cs typeface="Arial" panose="020B0604020202020204" pitchFamily="34" charset="0"/>
              </a:rPr>
              <a:t>Đời con sống bao là nỗi trôi.</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Lời đoan hứa: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con đã dâng Ngài.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2207215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C195E-2E56-DBBE-BEA8-774B679C86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EDE4C8-DE20-3951-677F-39680AEA16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Nhưng bao phen sức lực hao mòn,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và tình con yêu Chúa không tròn.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71985731"/>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5926A-721E-EC49-7DEB-A161DC508E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0BEEBC-8369-7CB4-2C42-1EFB46F7D0F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 </a:t>
            </a:r>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không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muốn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nhận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muốn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nhận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của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lễ</a:t>
            </a:r>
            <a:r>
              <a:rPr lang="en-US" sz="8000" b="1" dirty="0">
                <a:effectLst/>
                <a:latin typeface="Times New Roman (Headings)"/>
                <a:cs typeface="Arial" panose="020B0604020202020204" pitchFamily="34" charset="0"/>
              </a:rPr>
              <a:t> hy </a:t>
            </a:r>
            <a:r>
              <a:rPr lang="en-US" sz="8000" b="1" dirty="0" err="1">
                <a:effectLst/>
                <a:latin typeface="Times New Roman (Headings)"/>
                <a:cs typeface="Arial" panose="020B0604020202020204" pitchFamily="34" charset="0"/>
              </a:rPr>
              <a:t>sinh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04584810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39383-B2F9-1B4A-3F58-A96554CB9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A9A47-1AA1-0723-C6E6-9A29AFF6B3F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cũng không nhận của lễ đền bồi thì con đây dâng trọn hồn xác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8020706"/>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5869E-2888-9259-3648-5C885AD25F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C0A4D-0F3D-2D8C-466F-3EB32D587DC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con dâng trót cả đời con làm của lễ hiến dâng lên Ngài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72154866"/>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C783-343F-41E1-A9A3-C0E589351673}"/>
            </a:ext>
          </a:extLst>
        </p:cNvPr>
        <p:cNvGrpSpPr/>
        <p:nvPr/>
      </p:nvGrpSpPr>
      <p:grpSpPr>
        <a:xfrm>
          <a:off x="0" y="0"/>
          <a:ext cx="0" cy="0"/>
          <a:chOff x="0" y="0"/>
          <a:chExt cx="0" cy="0"/>
        </a:xfrm>
      </p:grpSpPr>
      <p:pic>
        <p:nvPicPr>
          <p:cNvPr id="3" name="Picture 2" descr="A golden chalice and a cross next to a book&#10;&#10;AI-generated content may be incorrect.">
            <a:extLst>
              <a:ext uri="{FF2B5EF4-FFF2-40B4-BE49-F238E27FC236}">
                <a16:creationId xmlns:a16="http://schemas.microsoft.com/office/drawing/2014/main" id="{9CCBCF23-AD9F-5D42-DBB7-995EE45D93F5}"/>
              </a:ext>
            </a:extLst>
          </p:cNvPr>
          <p:cNvPicPr>
            <a:picLocks noChangeAspect="1"/>
          </p:cNvPicPr>
          <p:nvPr/>
        </p:nvPicPr>
        <p:blipFill>
          <a:blip r:embed="rId2">
            <a:extLst>
              <a:ext uri="{28A0092B-C50C-407E-A947-70E740481C1C}">
                <a14:useLocalDpi xmlns:a14="http://schemas.microsoft.com/office/drawing/2010/main" val="0"/>
              </a:ext>
            </a:extLst>
          </a:blip>
          <a:srcRect t="5782" b="9844"/>
          <a:stretch>
            <a:fillRect/>
          </a:stretch>
        </p:blipFill>
        <p:spPr>
          <a:xfrm>
            <a:off x="0" y="0"/>
            <a:ext cx="9144000" cy="5143500"/>
          </a:xfrm>
          <a:prstGeom prst="rect">
            <a:avLst/>
          </a:prstGeom>
        </p:spPr>
      </p:pic>
    </p:spTree>
    <p:extLst>
      <p:ext uri="{BB962C8B-B14F-4D97-AF65-F5344CB8AC3E}">
        <p14:creationId xmlns:p14="http://schemas.microsoft.com/office/powerpoint/2010/main" val="171511861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13E845D-EBCB-EFA6-463C-B9644F5A6593}"/>
              </a:ext>
            </a:extLst>
          </p:cNvPr>
          <p:cNvSpPr txBox="1">
            <a:spLocks/>
          </p:cNvSpPr>
          <p:nvPr/>
        </p:nvSpPr>
        <p:spPr>
          <a:xfrm>
            <a:off x="0" y="470461"/>
            <a:ext cx="9144000" cy="4673039"/>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8000" b="1" dirty="0">
                <a:latin typeface="Times New Roman (Headings)"/>
                <a:cs typeface="Arial" panose="020B0604020202020204" pitchFamily="34" charset="0"/>
              </a:rPr>
              <a:t>Chúa phán: Các con hãy dạy dỗ cho muôn dân,</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tuân</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giữ</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mọi</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điều</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Thầy</a:t>
            </a:r>
            <a:endParaRPr lang="en-US" sz="8000" b="1" dirty="0">
              <a:latin typeface="Times New Roman (Headings)"/>
              <a:cs typeface="Arial" panose="020B0604020202020204" pitchFamily="34" charset="0"/>
            </a:endParaRPr>
          </a:p>
        </p:txBody>
      </p:sp>
      <p:sp>
        <p:nvSpPr>
          <p:cNvPr id="6" name="Title 1">
            <a:extLst>
              <a:ext uri="{FF2B5EF4-FFF2-40B4-BE49-F238E27FC236}">
                <a16:creationId xmlns:a16="http://schemas.microsoft.com/office/drawing/2014/main" id="{7245C7E0-AD08-9DB0-D243-A28F8F7A3746}"/>
              </a:ext>
            </a:extLst>
          </p:cNvPr>
          <p:cNvSpPr txBox="1">
            <a:spLocks/>
          </p:cNvSpPr>
          <p:nvPr/>
        </p:nvSpPr>
        <p:spPr>
          <a:xfrm>
            <a:off x="736600" y="0"/>
            <a:ext cx="7670800" cy="508000"/>
          </a:xfrm>
          <a:prstGeom prst="rect">
            <a:avLst/>
          </a:prstGeom>
        </p:spPr>
        <p:txBody>
          <a:bodyPr vert="horz" lIns="91440" tIns="0" rIns="91440" bIns="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sz="32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sz="32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32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32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endParaRPr lang="en-US" sz="1800" b="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157675428"/>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A233A-A4C7-EB77-3144-78F6A55B2E0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85E8734-82AC-62FA-FB99-277D354A2C19}"/>
              </a:ext>
            </a:extLst>
          </p:cNvPr>
          <p:cNvSpPr txBox="1">
            <a:spLocks/>
          </p:cNvSpPr>
          <p:nvPr/>
        </p:nvSpPr>
        <p:spPr>
          <a:xfrm>
            <a:off x="0" y="1"/>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8000" b="1" dirty="0" err="1">
                <a:latin typeface="Times New Roman (Headings)"/>
                <a:cs typeface="Arial" panose="020B0604020202020204" pitchFamily="34" charset="0"/>
              </a:rPr>
              <a:t>truyền</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cho</a:t>
            </a:r>
            <a:r>
              <a:rPr lang="en-US" sz="8000" b="1" dirty="0">
                <a:latin typeface="Times New Roman (Headings)"/>
                <a:cs typeface="Arial" panose="020B0604020202020204" pitchFamily="34" charset="0"/>
              </a:rPr>
              <a:t> các con. </a:t>
            </a:r>
            <a:r>
              <a:rPr lang="en-US" sz="8000" b="1" dirty="0" err="1">
                <a:latin typeface="Times New Roman (Headings)"/>
                <a:cs typeface="Arial" panose="020B0604020202020204" pitchFamily="34" charset="0"/>
              </a:rPr>
              <a:t>Thầy</a:t>
            </a:r>
            <a:r>
              <a:rPr lang="en-US" sz="8000" b="1" dirty="0">
                <a:latin typeface="Times New Roman (Headings)"/>
                <a:cs typeface="Arial" panose="020B0604020202020204" pitchFamily="34" charset="0"/>
              </a:rPr>
              <a:t> ở </a:t>
            </a:r>
            <a:r>
              <a:rPr lang="en-US" sz="8000" b="1" dirty="0" err="1">
                <a:latin typeface="Times New Roman (Headings)"/>
                <a:cs typeface="Arial" panose="020B0604020202020204" pitchFamily="34" charset="0"/>
              </a:rPr>
              <a:t>cùng</a:t>
            </a:r>
            <a:r>
              <a:rPr lang="en-US" sz="8000" b="1" dirty="0">
                <a:latin typeface="Times New Roman (Headings)"/>
                <a:cs typeface="Arial" panose="020B0604020202020204" pitchFamily="34" charset="0"/>
              </a:rPr>
              <a:t> các con </a:t>
            </a:r>
            <a:r>
              <a:rPr lang="en-US" sz="8000" b="1" dirty="0" err="1">
                <a:latin typeface="Times New Roman (Headings)"/>
                <a:cs typeface="Arial" panose="020B0604020202020204" pitchFamily="34" charset="0"/>
              </a:rPr>
              <a:t>mọi</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ngày</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cho</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đến</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tận</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thế</a:t>
            </a:r>
            <a:r>
              <a:rPr lang="en-US" sz="8000" b="1" dirty="0">
                <a:latin typeface="Times New Roman (Headings)"/>
                <a:cs typeface="Arial" panose="020B0604020202020204" pitchFamily="34" charset="0"/>
              </a:rPr>
              <a:t>. </a:t>
            </a:r>
          </a:p>
        </p:txBody>
      </p:sp>
    </p:spTree>
    <p:extLst>
      <p:ext uri="{BB962C8B-B14F-4D97-AF65-F5344CB8AC3E}">
        <p14:creationId xmlns:p14="http://schemas.microsoft.com/office/powerpoint/2010/main" val="3044566905"/>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1" y="0"/>
            <a:ext cx="9144001"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TÂM TÌNH</a:t>
            </a:r>
            <a:b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DÂNG HIẾN</a:t>
            </a:r>
            <a:b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Oanh </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Sông</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Lam)</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2FDD-E0FA-922E-237A-136619E81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10D9-2B5E-AF01-E40F-3F4370A6F96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Biết lấy gì cảm mến, biết lấy chi báo đền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hồng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ân</a:t>
            </a:r>
            <a:r>
              <a:rPr lang="en-US" sz="8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521539375"/>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535B-4335-B11A-691B-D5ACBD6C2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B0CA9-2062-EB02-E68D-E6BEE66863F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latin typeface="Times New Roman (Headings)"/>
                <a:cs typeface="Arial" panose="020B0604020202020204" pitchFamily="34" charset="0"/>
              </a:rPr>
              <a:t>cao</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vời</a:t>
            </a:r>
            <a:r>
              <a:rPr lang="en-US" sz="8000" b="1" dirty="0">
                <a:latin typeface="Times New Roman (Headings)"/>
                <a:cs typeface="Arial" panose="020B0604020202020204" pitchFamily="34" charset="0"/>
              </a:rPr>
              <a:t> Chúa </a:t>
            </a:r>
            <a:br>
              <a:rPr lang="en-US" sz="8000" b="1" dirty="0">
                <a:latin typeface="Times New Roman (Headings)"/>
                <a:cs typeface="Arial" panose="020B0604020202020204" pitchFamily="34" charset="0"/>
              </a:rPr>
            </a:br>
            <a:r>
              <a:rPr lang="en-US" sz="8000" b="1" dirty="0" err="1">
                <a:latin typeface="Times New Roman (Headings)"/>
                <a:cs typeface="Arial" panose="020B0604020202020204" pitchFamily="34" charset="0"/>
              </a:rPr>
              <a:t>đã</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làm</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cho</a:t>
            </a:r>
            <a:r>
              <a:rPr lang="en-US" sz="8000" b="1" dirty="0">
                <a:latin typeface="Times New Roman (Headings)"/>
                <a:cs typeface="Arial" panose="020B0604020202020204" pitchFamily="34" charset="0"/>
              </a:rPr>
              <a:t>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48870366"/>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6DE67-0396-4438-3555-C90668888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FACCA-2CF0-D1A9-EA52-B49B03B9CDD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FF0000"/>
                </a:solidFill>
                <a:effectLst/>
                <a:latin typeface="Times New Roman (Headings)"/>
                <a:cs typeface="Arial" panose="020B0604020202020204" pitchFamily="34" charset="0"/>
              </a:rPr>
              <a:t>1. </a:t>
            </a:r>
            <a:r>
              <a:rPr lang="vi-VN" sz="8000" b="1" dirty="0">
                <a:effectLst/>
                <a:latin typeface="Times New Roman (Headings)"/>
                <a:cs typeface="Arial" panose="020B0604020202020204" pitchFamily="34" charset="0"/>
              </a:rPr>
              <a:t>Thương con từ ngàn xưa một tình yêu chan chứa và chọn co</a:t>
            </a:r>
            <a:r>
              <a:rPr lang="en-US" sz="8000" b="1" dirty="0">
                <a:effectLst/>
                <a:latin typeface="Times New Roman (Headings)"/>
                <a:cs typeface="Arial" panose="020B0604020202020204" pitchFamily="34" charset="0"/>
              </a:rPr>
              <a:t>n</a:t>
            </a:r>
          </a:p>
        </p:txBody>
      </p:sp>
    </p:spTree>
    <p:extLst>
      <p:ext uri="{BB962C8B-B14F-4D97-AF65-F5344CB8AC3E}">
        <p14:creationId xmlns:p14="http://schemas.microsoft.com/office/powerpoint/2010/main" val="3319243297"/>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6E723-B84E-EB23-D26D-7F76CB1B7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C89ED-81D4-2942-3EDE-6F78BAA7D26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đi làm đuốc sáng chiếu soi trần gian.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41247277"/>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B303E-E7A7-5F79-75DA-073479AE6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69E630-D309-2F4F-C615-EE0ABEE3CCC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Cho con say tình mến và này con xin đến một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578014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C0F39-8D97-B35F-9EF8-48E7A4E24D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F6487-B13D-E570-AB1F-4DEECD9613ED}"/>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trung trinh làm muối đất ướp cho mặn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70502609"/>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BCBCD-0264-E431-95FB-413B1F2641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938456-8961-8C24-BD4F-FF24406B060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Biết lấy gì cảm mến, biết lấy chi báo đền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hồng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ân</a:t>
            </a:r>
            <a:r>
              <a:rPr lang="en-US" sz="8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2793646993"/>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6A797-1C0D-B82D-85D7-DA9805172A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907AB8-0121-E9EF-F89C-8CC79CD8AA7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latin typeface="Times New Roman (Headings)"/>
                <a:cs typeface="Arial" panose="020B0604020202020204" pitchFamily="34" charset="0"/>
              </a:rPr>
              <a:t>cao</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vời</a:t>
            </a:r>
            <a:r>
              <a:rPr lang="en-US" sz="8000" b="1" dirty="0">
                <a:latin typeface="Times New Roman (Headings)"/>
                <a:cs typeface="Arial" panose="020B0604020202020204" pitchFamily="34" charset="0"/>
              </a:rPr>
              <a:t> Chúa </a:t>
            </a:r>
            <a:br>
              <a:rPr lang="en-US" sz="8000" b="1" dirty="0">
                <a:latin typeface="Times New Roman (Headings)"/>
                <a:cs typeface="Arial" panose="020B0604020202020204" pitchFamily="34" charset="0"/>
              </a:rPr>
            </a:br>
            <a:r>
              <a:rPr lang="en-US" sz="8000" b="1" dirty="0" err="1">
                <a:latin typeface="Times New Roman (Headings)"/>
                <a:cs typeface="Arial" panose="020B0604020202020204" pitchFamily="34" charset="0"/>
              </a:rPr>
              <a:t>đã</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làm</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cho</a:t>
            </a:r>
            <a:r>
              <a:rPr lang="en-US" sz="8000" b="1" dirty="0">
                <a:latin typeface="Times New Roman (Headings)"/>
                <a:cs typeface="Arial" panose="020B0604020202020204" pitchFamily="34" charset="0"/>
              </a:rPr>
              <a:t>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873787112"/>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8F43A-694B-EF87-37D2-5CB28C751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60CE7-46B0-5D3E-66D4-001EE763DED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FF0000"/>
                </a:solidFill>
                <a:latin typeface="Times New Roman (Headings)"/>
                <a:cs typeface="Arial" panose="020B0604020202020204" pitchFamily="34" charset="0"/>
              </a:rPr>
              <a:t>2</a:t>
            </a:r>
            <a:r>
              <a:rPr lang="en-US"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Trao cho con lời Chúa dù đời con hoen úa nguyện đời con đem</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41293717"/>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C7D9C-F1F8-5C97-45B1-7E158DF270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A089B-00DC-0F60-B37E-2FF01E6FADB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Lời chân lý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đến cho mọi nơi.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45520652"/>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25567-27B4-8AD3-6460-E8CC9F5DF4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07357-C1C2-5E19-D043-57DA0FA98FE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Ra đi đầy nguyện ước và này con gieo bước nguyện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04797617"/>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714AB-6FF7-EEF8-9F1D-B1912A217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8D1C46-78B4-E394-1927-3355E84245F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đời con đem nguồn yêu mến đến cho mọi người.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56972911"/>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6F492-8C4B-B609-58A6-1139CBB724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2891E4-816A-4B6A-D0F2-2ADE702CEC0D}"/>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Biết lấy gì cảm mến, biết lấy chi báo đền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hồng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ân</a:t>
            </a:r>
            <a:r>
              <a:rPr lang="en-US" sz="8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2494460176"/>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106BD-2708-7000-038C-AEA084BD77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3ACB8F-07D6-D7B5-ECBF-E9167A0CCB6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latin typeface="Times New Roman (Headings)"/>
                <a:cs typeface="Arial" panose="020B0604020202020204" pitchFamily="34" charset="0"/>
              </a:rPr>
              <a:t>cao</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vời</a:t>
            </a:r>
            <a:r>
              <a:rPr lang="en-US" sz="8000" b="1" dirty="0">
                <a:latin typeface="Times New Roman (Headings)"/>
                <a:cs typeface="Arial" panose="020B0604020202020204" pitchFamily="34" charset="0"/>
              </a:rPr>
              <a:t> Chúa </a:t>
            </a:r>
            <a:br>
              <a:rPr lang="en-US" sz="8000" b="1" dirty="0">
                <a:latin typeface="Times New Roman (Headings)"/>
                <a:cs typeface="Arial" panose="020B0604020202020204" pitchFamily="34" charset="0"/>
              </a:rPr>
            </a:br>
            <a:r>
              <a:rPr lang="en-US" sz="8000" b="1" dirty="0" err="1">
                <a:latin typeface="Times New Roman (Headings)"/>
                <a:cs typeface="Arial" panose="020B0604020202020204" pitchFamily="34" charset="0"/>
              </a:rPr>
              <a:t>đã</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làm</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cho</a:t>
            </a:r>
            <a:r>
              <a:rPr lang="en-US" sz="8000" b="1" dirty="0">
                <a:latin typeface="Times New Roman (Headings)"/>
                <a:cs typeface="Arial" panose="020B0604020202020204" pitchFamily="34" charset="0"/>
              </a:rPr>
              <a:t>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59294713"/>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1029E-4DBA-D9E3-651E-FE2180A4D921}"/>
            </a:ext>
          </a:extLst>
        </p:cNvPr>
        <p:cNvGrpSpPr/>
        <p:nvPr/>
      </p:nvGrpSpPr>
      <p:grpSpPr>
        <a:xfrm>
          <a:off x="0" y="0"/>
          <a:ext cx="0" cy="0"/>
          <a:chOff x="0" y="0"/>
          <a:chExt cx="0" cy="0"/>
        </a:xfrm>
      </p:grpSpPr>
      <p:pic>
        <p:nvPicPr>
          <p:cNvPr id="2050" name="Picture 2" descr="Có thể là hình ảnh về văn bản cho biết 'Khánh Nhật TRUYỀN GIÁO 2025 &quot;Những Người Truyền Gião của Niễm Hy vọng giữa muôn dan.&quot; (Sử diệp Ngày the giới Truyền Gião 2025]'">
            <a:extLst>
              <a:ext uri="{FF2B5EF4-FFF2-40B4-BE49-F238E27FC236}">
                <a16:creationId xmlns:a16="http://schemas.microsoft.com/office/drawing/2014/main" id="{65132209-E66B-642C-AE2C-6AB92025C8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745129"/>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D71-BC68-100A-9F02-38DD98D4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7ADD-2E84-6630-1D52-B4038C318E30}"/>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NỮ VƯƠNG</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MÂN CÔI</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Hải Linh</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964645951"/>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a:t>
            </a:r>
            <a:r>
              <a:rPr lang="vi-VN" sz="8000" b="1" dirty="0">
                <a:effectLst/>
                <a:latin typeface="Times New Roman (Headings)"/>
                <a:cs typeface="Arial" panose="020B0604020202020204" pitchFamily="34" charset="0"/>
              </a:rPr>
              <a:t> Ngày nay con đến hát khen mừng Mẹ Chúa thiên đàng.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0854A-30FD-74BA-D760-3D98AFF08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86308-F178-7F8F-C4CD-1D711E0E4B3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Dâng ngành Mân Côi muôn màu hoa thắm tươi.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58446063"/>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C5B5C-CDF7-D0B9-7A1A-70562510C5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B0D183-93BC-177E-321E-A32048051C3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Lạy Mẹ yêu mến lắng nghe lời con hát nhịp nhàng.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48436994"/>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DD067-F22B-E651-CD86-B6F7592E86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9FA33-D4E1-84ED-9BF4-99D00068C9C3}"/>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Hoà với cung đàn, xiết bao mừng vui.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68428033"/>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7D6B4-25A4-68BA-E2A0-C34789D7FB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472C8-B9C7-DF7D-AE39-1E208F835DB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Ôi Ma-ri-a! Phúc đức no đầy chan hoà. Lòng con yêu mến cậy trông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885593117"/>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D0295-385D-3EA3-CD3D-7E434BD76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6B165-88CB-575F-802C-4729B154936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thiết tha. Qua cơn gian nan giữa chốn sa trường nguy biến.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83117550"/>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9B588-76FA-47B9-81BF-1966E52846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678A7F-DA00-25D0-1B0A-8215A0EAD4C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Xin đưa hồn con tới quê thanh nhàn.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58608842"/>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C1574-C06A-40EA-48EF-0725EDD60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92300-D9B6-6647-9933-D1EB4916615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FF0000"/>
                </a:solidFill>
                <a:effectLst/>
                <a:latin typeface="Times New Roman (Headings)"/>
                <a:cs typeface="Arial" panose="020B0604020202020204" pitchFamily="34" charset="0"/>
              </a:rPr>
              <a:t>1. </a:t>
            </a:r>
            <a:r>
              <a:rPr lang="vi-VN" sz="8000" b="1" dirty="0">
                <a:effectLst/>
                <a:latin typeface="Times New Roman (Headings)"/>
                <a:cs typeface="Arial" panose="020B0604020202020204" pitchFamily="34" charset="0"/>
              </a:rPr>
              <a:t>Mẹ ơi lời Mẹ thiết tha nài van. Con năng ngắm phép Mân côi từ đây.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64301468"/>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15FC6-C4E7-49E7-E172-4A27B9716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8DA2A-DE2E-1901-7370-4F45EEC10B2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panose="02020603050405020304" pitchFamily="18" charset="0"/>
                <a:cs typeface="Times New Roman" panose="02020603050405020304" pitchFamily="18" charset="0"/>
              </a:rPr>
              <a:t>Này con thành tâm mến yêu cậy trông.</a:t>
            </a:r>
            <a:endParaRPr lang="en-US" sz="8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63820"/>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2ACA8-399C-1F4A-0785-49921C1969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F346A-DD80-29CA-0561-36A95EFB60F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panose="02020603050405020304" pitchFamily="18" charset="0"/>
                <a:cs typeface="Times New Roman" panose="02020603050405020304" pitchFamily="18" charset="0"/>
              </a:rPr>
              <a:t>Ca rao phép thánh Mân Côi hằng ngày.</a:t>
            </a:r>
            <a:endParaRPr lang="en-US" sz="8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1324374"/>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4B602-7823-C616-C587-E7E7F20B47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053803-0C34-1FDA-EEEB-7DDE74917BC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a:t>
            </a:r>
            <a:r>
              <a:rPr lang="vi-VN" sz="8000" b="1" dirty="0">
                <a:effectLst/>
                <a:latin typeface="Times New Roman (Headings)"/>
                <a:cs typeface="Arial" panose="020B0604020202020204" pitchFamily="34" charset="0"/>
              </a:rPr>
              <a:t> Ngày nay con đến hát khen mừng Mẹ Chúa thiên đàng.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69990623"/>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B0449-7863-444A-3A37-0A4C0F5F2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AB557-85A8-464F-CE15-CEB3027D636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Dâng ngành Mân Côi muôn màu hoa thắm tươi.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73636216"/>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F071D-9A24-D68E-0EA8-C90F4E208E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592652-E7C1-FEFA-11B6-0A3BC5DE41B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Lạy Mẹ yêu mến lắng nghe lời con hát nhịp nhàng.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78877259"/>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841D0-8A3A-FD8A-C317-E823975240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352043-7715-2D41-53ED-767A50FCD14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Hoà với cung đàn, xiết bao mừng vui.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20223873"/>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6A329-6717-94C4-DD89-17398E49C0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32618-0556-764C-41EA-66477E166D6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Ôi Ma-ri-a! Phúc đức no đầy chan hoà. Lòng con yêu mến cậy trông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7926366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92743-3FA6-7B8C-C1AA-C89A4E9272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08430C-CB95-48DF-C3DC-CBF2E67E2F1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thiết tha. Qua cơn gian nan giữa chốn sa trường nguy biến.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55568983"/>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CDD6F-AB8C-41B5-C40D-EEA272FBE5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D9FB81-726B-F2A9-5DFE-FCB6BB600D8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Xin đưa hồn con tới quê thanh nhàn.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63822765"/>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585E3-8B39-B85D-FE70-88469698E2AB}"/>
            </a:ext>
          </a:extLst>
        </p:cNvPr>
        <p:cNvGrpSpPr/>
        <p:nvPr/>
      </p:nvGrpSpPr>
      <p:grpSpPr>
        <a:xfrm>
          <a:off x="0" y="0"/>
          <a:ext cx="0" cy="0"/>
          <a:chOff x="0" y="0"/>
          <a:chExt cx="0" cy="0"/>
        </a:xfrm>
      </p:grpSpPr>
      <p:pic>
        <p:nvPicPr>
          <p:cNvPr id="2050" name="Picture 2" descr="Có thể là hình ảnh về văn bản cho biết 'Khánh Nhật TRUYỀN GIÁO 2025 &quot;Những Người Truyền Gião của Niễm Hy vọng giữa muôn dan.&quot; (Sử diệp Ngày the giới Truyền Gião 2025]'">
            <a:extLst>
              <a:ext uri="{FF2B5EF4-FFF2-40B4-BE49-F238E27FC236}">
                <a16:creationId xmlns:a16="http://schemas.microsoft.com/office/drawing/2014/main" id="{489231F0-7976-E196-EF74-41AAE0C9D3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3201884"/>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1474</TotalTime>
  <Words>4163</Words>
  <Application>Microsoft Office PowerPoint</Application>
  <PresentationFormat>On-screen Show (16:9)</PresentationFormat>
  <Paragraphs>421</Paragraphs>
  <Slides>255</Slides>
  <Notes>93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255</vt:i4>
      </vt:variant>
    </vt:vector>
  </HeadingPairs>
  <TitlesOfParts>
    <vt:vector size="262"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ĐẸP THAY  (Lm. Mi Trầm)</vt:lpstr>
      <vt:lpstr>ĐK: (Đẹp thay) Ôi đẹp thay những bước chân gieo mầm cứu rỗi.</vt:lpstr>
      <vt:lpstr>(Đẹp thay) Ôi đẹp thay những bước chân rảo khắp nẻo đường.</vt:lpstr>
      <vt:lpstr>(Ai gieo trong lệ sầu) sẽ gặt trong  vui sướng.</vt:lpstr>
      <vt:lpstr>(Ai gieo trong nước mắt) sẽ về giữa  tiếng cười.</vt:lpstr>
      <vt:lpstr>Ôi đẹp thay những bước chân tiến vào giữa lòng thế giới,</vt:lpstr>
      <vt:lpstr>loan tình thương, tình thương  Chúa Trời,</vt:lpstr>
      <vt:lpstr>loan niềm vui, niềm vui cứu đời cho mọi người và mọi nơi.</vt:lpstr>
      <vt:lpstr>1. Ôi đồng lúa mênh mông phơi mình dưới  nắng hồng,</vt:lpstr>
      <vt:lpstr>lúa đã trổ bông dâng ngàn sức sống.</vt:lpstr>
      <vt:lpstr>Người đi trong nước mắt, và người về trong  câu ca,</vt:lpstr>
      <vt:lpstr>tay ôm bó lúa lòng mừng bao la.</vt:lpstr>
      <vt:lpstr>ĐK: (Đẹp thay) Ôi đẹp thay những bước chân gieo mầm cứu rỗi.</vt:lpstr>
      <vt:lpstr>(Đẹp thay) Ôi đẹp thay những bước chân rảo khắp nẻo đường.</vt:lpstr>
      <vt:lpstr>(Ai gieo trong lệ sầu) sẽ gặt trong  vui sướng.</vt:lpstr>
      <vt:lpstr>(Ai gieo trong nước mắt) sẽ về giữa  tiếng cười.</vt:lpstr>
      <vt:lpstr>Ôi đẹp thay những bước chân tiến vào giữa lòng thế giới,</vt:lpstr>
      <vt:lpstr>loan tình thương, tình thương  Chúa Trời,</vt:lpstr>
      <vt:lpstr>loan niềm vui, niềm vui cứu đời cho mọi người và mọi nơi.</vt:lpstr>
      <vt:lpstr>PowerPoint Presentation</vt:lpstr>
      <vt:lpstr>KINH VINH DANH</vt:lpstr>
      <vt:lpstr>A+B: và bình an dưới thế cho người thiện tâm.</vt:lpstr>
      <vt:lpstr>A: Chúng con ca ngợi Chúa, B: chúng con chúc tụng Chúa,</vt:lpstr>
      <vt:lpstr>A: chúng   con  thờ lạy Chúa, B: chúng con tôn vinh Chúa,</vt:lpstr>
      <vt:lpstr>A: chúng con cảm tạ Chúa vì vinh quang cao cả Chúa.</vt:lpstr>
      <vt:lpstr>B: Lạy Chúa là Thiên Chúa, là Vua trên trời, là Chúa Cha toàn năng.</vt:lpstr>
      <vt:lpstr>A: Lạy Con một Thiên Chúa, Chúa Giêsu Kitô.</vt:lpstr>
      <vt:lpstr>B: Lạy Chúa là Thiên Chúa, là Chiên Thiên Chúa, là Con Ðức Chúa Cha,</vt:lpstr>
      <vt:lpstr>A: Chúa xóa tội trần gian,  xin thương xót chúng con,</vt:lpstr>
      <vt:lpstr>B: Chúa xóa tội trần gian, xin nhậm lời chúng con cầu khẩn.</vt:lpstr>
      <vt:lpstr>A: Chúa ngự bên hữu Ðức Chúa Cha, xin thương xót chúng con.</vt:lpstr>
      <vt:lpstr>B: Vì lạy Chúa Giêsu Kitô, chỉ có Chúa là Ðấng Thánh,</vt:lpstr>
      <vt:lpstr>chỉ có Chúa là Chúa, chỉ có Chúa là Ðấng Tối Cao,</vt:lpstr>
      <vt:lpstr>A+B: Cùng Ðức Chúa Thánh Thần trong vinh quang Ðức Chúa Cha. Amen.</vt:lpstr>
      <vt:lpstr>PowerPoint Presentation</vt:lpstr>
      <vt:lpstr>PowerPoint Presentation</vt:lpstr>
      <vt:lpstr>ĐÁP CA THÁNH VỊNH 95 (Lm. Thái Nguyên)  (03 câu)</vt:lpstr>
      <vt:lpstr>1/3. Hãy ca mừng Thiên Chúa bài  ca mới.</vt:lpstr>
      <vt:lpstr>Hỡi toàn thể địa cầu hãy vui mừng.</vt:lpstr>
      <vt:lpstr>Hãy ca mừng Thiên Chúa  chí tôn.</vt:lpstr>
      <vt:lpstr>Hãy chúc tụng hiển Danh  Thánh Ngài.</vt:lpstr>
      <vt:lpstr>ĐK: Hãy loan truyền những công việc lạ lùng của Chúa.</vt:lpstr>
      <vt:lpstr>Hãy loan truyền Thánh Danh Ngài giữa chư dân.</vt:lpstr>
      <vt:lpstr>2/3. Hãy ca mừng Thiên Chúa Đấng cứu thoát.</vt:lpstr>
      <vt:lpstr>Ngày ngày hãy loan truyền ơn cứu độ.</vt:lpstr>
      <vt:lpstr>Hãy tường thuật vinh quang  khắp nơi.</vt:lpstr>
      <vt:lpstr>Ca khen Ngài quyền năng giữa đời.</vt:lpstr>
      <vt:lpstr>ĐK: Hãy loan truyền những công việc lạ lùng của Chúa.</vt:lpstr>
      <vt:lpstr>Hãy loan truyền Thánh Danh Ngài giữa chư dân.</vt:lpstr>
      <vt:lpstr>3/3. Hãy dâng tặng Thiên Chúa ngàn dân hỡi.</vt:lpstr>
      <vt:lpstr>Dâng tặng Chúa uy quyền với vinh dự.</vt:lpstr>
      <vt:lpstr>Hát khen mừng Thiên Chúa  chí nhân.</vt:lpstr>
      <vt:lpstr>Chúa hiển trị ngàn dân kính thờ.</vt:lpstr>
      <vt:lpstr>ĐK: Hãy loan truyền những công việc lạ lùng của Chúa.</vt:lpstr>
      <vt:lpstr>Hãy loan truyền Thánh Danh Ngài giữa chư dân.</vt:lpstr>
      <vt:lpstr>PowerPoint Presentation</vt:lpstr>
      <vt:lpstr>PowerPoint Presentation</vt:lpstr>
      <vt:lpstr>All… All...   Này đây Chúa phán: "Các con hãy đi giảng dạy</vt:lpstr>
      <vt:lpstr> muôn dân: Thầy sẽ ở cùng các con mọi ngày cho đến tận thế". All…All…</vt:lpstr>
      <vt:lpstr>PowerPoint Presentation</vt:lpstr>
      <vt:lpstr>CT: 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XIN DÂNG ĐỜI CON (Lm. Huy Hoàng)</vt:lpstr>
      <vt:lpstr>ĐK. Chúa không muốn nhận, không muốn nhận của lễ hy sinh,</vt:lpstr>
      <vt:lpstr>cũng không nhận của lễ đền bồi thì con đây dâng trọn hồn xác con,</vt:lpstr>
      <vt:lpstr>con dâng trót cả đời con làm của lễ hiến dâng lên Ngài</vt:lpstr>
      <vt:lpstr>1. Đời nhân thế con nào có chi,  để dâng Chúa như lễ tôn thờ. </vt:lpstr>
      <vt:lpstr>Con xin dâng tháng ngày trong đời, mọi buồn vui thân kiếp con người.</vt:lpstr>
      <vt:lpstr>ĐK. Chúa không muốn nhận, không muốn nhận của lễ hy sinh,</vt:lpstr>
      <vt:lpstr>cũng không nhận của lễ đền bồi thì con đây dâng trọn hồn xác con,</vt:lpstr>
      <vt:lpstr>con dâng trót cả đời con làm của lễ hiến dâng lên Ngài</vt:lpstr>
      <vt:lpstr>1. Đời con sống bao là nỗi trôi. Lời đoan hứa:  con đã dâng Ngài.</vt:lpstr>
      <vt:lpstr>Nhưng bao phen sức lực hao mòn,  và tình con yêu Chúa không tròn.</vt:lpstr>
      <vt:lpstr>ĐK. Chúa không muốn nhận, không muốn nhận của lễ hy sinh,</vt:lpstr>
      <vt:lpstr>cũng không nhận của lễ đền bồi thì con đây dâng trọn hồn xác con,</vt:lpstr>
      <vt:lpstr>con dâng trót cả đời con làm của lễ hiến dâng lên Ngài</vt:lpstr>
      <vt:lpstr>PowerPoint Presentation</vt:lpstr>
      <vt:lpstr>PowerPoint Presentation</vt:lpstr>
      <vt:lpstr>PowerPoint Presentation</vt:lpstr>
      <vt:lpstr>HIỆP LỄ TÂM TÌNH DÂNG HIẾN (Lm. Oanh Sông Lam)</vt:lpstr>
      <vt:lpstr>ĐK: Biết lấy gì cảm mến, biết lấy chi báo đền hồng ân Chúa</vt:lpstr>
      <vt:lpstr>cao vời Chúa  đã làm cho con.</vt:lpstr>
      <vt:lpstr>1. Thương con từ ngàn xưa một tình yêu chan chứa và chọn con</vt:lpstr>
      <vt:lpstr>đi làm đuốc sáng chiếu soi trần gian.</vt:lpstr>
      <vt:lpstr>Cho con say tình mến và này con xin đến một đời</vt:lpstr>
      <vt:lpstr>trung trinh làm muối đất ướp cho mặn đời.</vt:lpstr>
      <vt:lpstr>ĐK: Biết lấy gì cảm mến, biết lấy chi báo đền hồng ân Chúa</vt:lpstr>
      <vt:lpstr>cao vời Chúa  đã làm cho con.</vt:lpstr>
      <vt:lpstr>2. Trao cho con lời Chúa dù đời con hoen úa nguyện đời con đem</vt:lpstr>
      <vt:lpstr>Lời chân lý  đến cho mọi nơi.</vt:lpstr>
      <vt:lpstr>Ra đi đầy nguyện ước và này con gieo bước nguyện</vt:lpstr>
      <vt:lpstr>đời con đem nguồn yêu mến đến cho mọi người.</vt:lpstr>
      <vt:lpstr>ĐK: Biết lấy gì cảm mến, biết lấy chi báo đền hồng ân Chúa</vt:lpstr>
      <vt:lpstr>cao vời Chúa  đã làm cho con.</vt:lpstr>
      <vt:lpstr>PowerPoint Presentation</vt:lpstr>
      <vt:lpstr>KẾT LỄ NỮ VƯƠNG MÂN CÔI (Hải Linh)</vt:lpstr>
      <vt:lpstr>ĐK: Ngày nay con đến hát khen mừng Mẹ Chúa thiên đàng.</vt:lpstr>
      <vt:lpstr>Dâng ngành Mân Côi muôn màu hoa thắm tươi.</vt:lpstr>
      <vt:lpstr>Lạy Mẹ yêu mến lắng nghe lời con hát nhịp nhàng.</vt:lpstr>
      <vt:lpstr>Hoà với cung đàn, xiết bao mừng vui.</vt:lpstr>
      <vt:lpstr>Ôi Ma-ri-a! Phúc đức no đầy chan hoà. Lòng con yêu mến cậy trông</vt:lpstr>
      <vt:lpstr>thiết tha. Qua cơn gian nan giữa chốn sa trường nguy biến.</vt:lpstr>
      <vt:lpstr>Xin đưa hồn con tới quê thanh nhàn.</vt:lpstr>
      <vt:lpstr>1. Mẹ ơi lời Mẹ thiết tha nài van. Con năng ngắm phép Mân côi từ đây.</vt:lpstr>
      <vt:lpstr>Này con thành tâm mến yêu cậy trông.</vt:lpstr>
      <vt:lpstr>Ca rao phép thánh Mân Côi hằng ngày.</vt:lpstr>
      <vt:lpstr>ĐK: Ngày nay con đến hát khen mừng Mẹ Chúa thiên đàng.</vt:lpstr>
      <vt:lpstr>Dâng ngành Mân Côi muôn màu hoa thắm tươi.</vt:lpstr>
      <vt:lpstr>Lạy Mẹ yêu mến lắng nghe lời con hát nhịp nhàng.</vt:lpstr>
      <vt:lpstr>Hoà với cung đàn, xiết bao mừng vui.</vt:lpstr>
      <vt:lpstr>Ôi Ma-ri-a! Phúc đức no đầy chan hoà. Lòng con yêu mến cậy trông</vt:lpstr>
      <vt:lpstr>thiết tha. Qua cơn gian nan giữa chốn sa trường nguy biến.</vt:lpstr>
      <vt:lpstr>Xin đưa hồn con tới quê thanh nhàn.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cp:lastModifiedBy>Lý Thanh Ngô</cp:lastModifiedBy>
  <cp:revision>1550</cp:revision>
  <cp:lastPrinted>2025-09-26T13:19:17Z</cp:lastPrinted>
  <dcterms:created xsi:type="dcterms:W3CDTF">2023-01-29T22:00:16Z</dcterms:created>
  <dcterms:modified xsi:type="dcterms:W3CDTF">2025-10-17T05:31:50Z</dcterms:modified>
</cp:coreProperties>
</file>