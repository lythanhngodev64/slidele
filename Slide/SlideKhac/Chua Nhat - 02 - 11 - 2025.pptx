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9"/>
  </p:notesMasterIdLst>
  <p:sldIdLst>
    <p:sldId id="11455" r:id="rId2"/>
    <p:sldId id="11503" r:id="rId3"/>
    <p:sldId id="321" r:id="rId4"/>
    <p:sldId id="371" r:id="rId5"/>
    <p:sldId id="322" r:id="rId6"/>
    <p:sldId id="372" r:id="rId7"/>
    <p:sldId id="323" r:id="rId8"/>
    <p:sldId id="9865" r:id="rId9"/>
    <p:sldId id="324" r:id="rId10"/>
    <p:sldId id="9866" r:id="rId11"/>
    <p:sldId id="9867" r:id="rId12"/>
    <p:sldId id="10719" r:id="rId13"/>
    <p:sldId id="10720" r:id="rId14"/>
    <p:sldId id="9869" r:id="rId15"/>
    <p:sldId id="9870" r:id="rId16"/>
    <p:sldId id="9871" r:id="rId17"/>
    <p:sldId id="9872" r:id="rId18"/>
    <p:sldId id="9873" r:id="rId19"/>
    <p:sldId id="9874" r:id="rId20"/>
    <p:sldId id="10721" r:id="rId21"/>
    <p:sldId id="10722" r:id="rId22"/>
    <p:sldId id="10723" r:id="rId23"/>
    <p:sldId id="10724" r:id="rId24"/>
    <p:sldId id="10725" r:id="rId25"/>
    <p:sldId id="304" r:id="rId26"/>
    <p:sldId id="9879" r:id="rId27"/>
    <p:sldId id="9880" r:id="rId28"/>
    <p:sldId id="9881" r:id="rId29"/>
    <p:sldId id="9882" r:id="rId30"/>
    <p:sldId id="9883" r:id="rId31"/>
    <p:sldId id="9884" r:id="rId32"/>
    <p:sldId id="9885" r:id="rId33"/>
    <p:sldId id="9886" r:id="rId34"/>
    <p:sldId id="9887" r:id="rId35"/>
    <p:sldId id="9889" r:id="rId36"/>
    <p:sldId id="9890" r:id="rId37"/>
    <p:sldId id="9891" r:id="rId38"/>
    <p:sldId id="9892" r:id="rId39"/>
    <p:sldId id="9893" r:id="rId40"/>
    <p:sldId id="9895" r:id="rId41"/>
    <p:sldId id="9897" r:id="rId42"/>
    <p:sldId id="9898" r:id="rId43"/>
    <p:sldId id="9899" r:id="rId44"/>
    <p:sldId id="9900" r:id="rId45"/>
    <p:sldId id="9901" r:id="rId46"/>
    <p:sldId id="9902" r:id="rId47"/>
    <p:sldId id="9904" r:id="rId48"/>
    <p:sldId id="9905" r:id="rId49"/>
    <p:sldId id="9906" r:id="rId50"/>
    <p:sldId id="9907" r:id="rId51"/>
    <p:sldId id="9908" r:id="rId52"/>
    <p:sldId id="9909" r:id="rId53"/>
    <p:sldId id="9910" r:id="rId54"/>
    <p:sldId id="9911" r:id="rId55"/>
    <p:sldId id="9912" r:id="rId56"/>
    <p:sldId id="9913" r:id="rId57"/>
    <p:sldId id="9914" r:id="rId58"/>
    <p:sldId id="9915" r:id="rId59"/>
    <p:sldId id="9916" r:id="rId60"/>
    <p:sldId id="9917" r:id="rId61"/>
    <p:sldId id="9918" r:id="rId62"/>
    <p:sldId id="9919" r:id="rId63"/>
    <p:sldId id="9920" r:id="rId64"/>
    <p:sldId id="9921" r:id="rId65"/>
    <p:sldId id="9922" r:id="rId66"/>
    <p:sldId id="9923" r:id="rId67"/>
    <p:sldId id="9924" r:id="rId68"/>
    <p:sldId id="9925" r:id="rId69"/>
    <p:sldId id="9926" r:id="rId70"/>
    <p:sldId id="9927" r:id="rId71"/>
    <p:sldId id="9928" r:id="rId72"/>
    <p:sldId id="9929" r:id="rId73"/>
    <p:sldId id="9930" r:id="rId74"/>
    <p:sldId id="9931" r:id="rId75"/>
    <p:sldId id="9932" r:id="rId76"/>
    <p:sldId id="9933" r:id="rId77"/>
    <p:sldId id="9934" r:id="rId78"/>
    <p:sldId id="9935" r:id="rId79"/>
    <p:sldId id="341" r:id="rId80"/>
    <p:sldId id="409" r:id="rId81"/>
    <p:sldId id="342" r:id="rId82"/>
    <p:sldId id="417" r:id="rId83"/>
    <p:sldId id="343" r:id="rId84"/>
    <p:sldId id="344" r:id="rId85"/>
    <p:sldId id="9936" r:id="rId86"/>
    <p:sldId id="345" r:id="rId87"/>
    <p:sldId id="418" r:id="rId88"/>
    <p:sldId id="346" r:id="rId89"/>
    <p:sldId id="347" r:id="rId90"/>
    <p:sldId id="412" r:id="rId91"/>
    <p:sldId id="348" r:id="rId92"/>
    <p:sldId id="349" r:id="rId93"/>
    <p:sldId id="350" r:id="rId94"/>
    <p:sldId id="419" r:id="rId95"/>
    <p:sldId id="351" r:id="rId96"/>
    <p:sldId id="413" r:id="rId97"/>
    <p:sldId id="352" r:id="rId98"/>
    <p:sldId id="353" r:id="rId99"/>
    <p:sldId id="415" r:id="rId100"/>
    <p:sldId id="354" r:id="rId101"/>
    <p:sldId id="355" r:id="rId102"/>
    <p:sldId id="401" r:id="rId103"/>
    <p:sldId id="356" r:id="rId104"/>
    <p:sldId id="402" r:id="rId105"/>
    <p:sldId id="357" r:id="rId106"/>
    <p:sldId id="403" r:id="rId107"/>
    <p:sldId id="358" r:id="rId108"/>
    <p:sldId id="359" r:id="rId109"/>
    <p:sldId id="405" r:id="rId110"/>
    <p:sldId id="9984" r:id="rId111"/>
    <p:sldId id="406" r:id="rId112"/>
    <p:sldId id="408" r:id="rId113"/>
    <p:sldId id="365" r:id="rId114"/>
    <p:sldId id="9985" r:id="rId115"/>
    <p:sldId id="366" r:id="rId116"/>
    <p:sldId id="9961" r:id="rId117"/>
    <p:sldId id="423" r:id="rId118"/>
    <p:sldId id="424" r:id="rId119"/>
    <p:sldId id="11710" r:id="rId120"/>
    <p:sldId id="10283" r:id="rId121"/>
    <p:sldId id="10284" r:id="rId122"/>
    <p:sldId id="10790" r:id="rId123"/>
    <p:sldId id="11669" r:id="rId124"/>
    <p:sldId id="11110" r:id="rId125"/>
    <p:sldId id="10417" r:id="rId126"/>
    <p:sldId id="11670" r:id="rId127"/>
    <p:sldId id="11671" r:id="rId128"/>
    <p:sldId id="11672" r:id="rId129"/>
    <p:sldId id="11673" r:id="rId130"/>
    <p:sldId id="11674" r:id="rId131"/>
    <p:sldId id="11675" r:id="rId132"/>
    <p:sldId id="11676" r:id="rId133"/>
    <p:sldId id="11677" r:id="rId134"/>
    <p:sldId id="11711" r:id="rId135"/>
    <p:sldId id="385" r:id="rId136"/>
    <p:sldId id="10256" r:id="rId137"/>
    <p:sldId id="10142" r:id="rId138"/>
    <p:sldId id="11226" r:id="rId139"/>
    <p:sldId id="11467" r:id="rId140"/>
    <p:sldId id="11417" r:id="rId141"/>
    <p:sldId id="11419" r:id="rId142"/>
    <p:sldId id="11420" r:id="rId143"/>
    <p:sldId id="11575" r:id="rId144"/>
    <p:sldId id="11678" r:id="rId145"/>
    <p:sldId id="11470" r:id="rId146"/>
    <p:sldId id="11471" r:id="rId147"/>
    <p:sldId id="11579" r:id="rId148"/>
    <p:sldId id="11679" r:id="rId149"/>
    <p:sldId id="11307" r:id="rId150"/>
    <p:sldId id="11712" r:id="rId151"/>
    <p:sldId id="10280" r:id="rId152"/>
    <p:sldId id="11168" r:id="rId153"/>
    <p:sldId id="11555" r:id="rId154"/>
    <p:sldId id="9864" r:id="rId155"/>
    <p:sldId id="10316" r:id="rId156"/>
    <p:sldId id="10317" r:id="rId157"/>
    <p:sldId id="10318" r:id="rId158"/>
    <p:sldId id="10319" r:id="rId159"/>
    <p:sldId id="10320" r:id="rId160"/>
    <p:sldId id="10321" r:id="rId161"/>
    <p:sldId id="10322" r:id="rId162"/>
    <p:sldId id="10323" r:id="rId163"/>
    <p:sldId id="10324" r:id="rId164"/>
    <p:sldId id="10325" r:id="rId165"/>
    <p:sldId id="10337" r:id="rId166"/>
    <p:sldId id="10326" r:id="rId167"/>
    <p:sldId id="10327" r:id="rId168"/>
    <p:sldId id="10328" r:id="rId169"/>
    <p:sldId id="10336" r:id="rId170"/>
    <p:sldId id="10329" r:id="rId171"/>
    <p:sldId id="10330" r:id="rId172"/>
    <p:sldId id="10331" r:id="rId173"/>
    <p:sldId id="10332" r:id="rId174"/>
    <p:sldId id="10333" r:id="rId175"/>
    <p:sldId id="10334" r:id="rId176"/>
    <p:sldId id="10335" r:id="rId177"/>
    <p:sldId id="11713" r:id="rId178"/>
    <p:sldId id="10651" r:id="rId179"/>
    <p:sldId id="10652" r:id="rId180"/>
    <p:sldId id="10653" r:id="rId181"/>
    <p:sldId id="11680" r:id="rId182"/>
    <p:sldId id="11681" r:id="rId183"/>
    <p:sldId id="11169" r:id="rId184"/>
    <p:sldId id="11624" r:id="rId185"/>
    <p:sldId id="11683" r:id="rId186"/>
    <p:sldId id="11684" r:id="rId187"/>
    <p:sldId id="11685" r:id="rId188"/>
    <p:sldId id="11686" r:id="rId189"/>
    <p:sldId id="11717" r:id="rId190"/>
    <p:sldId id="11718" r:id="rId191"/>
    <p:sldId id="11221" r:id="rId192"/>
    <p:sldId id="11649" r:id="rId193"/>
    <p:sldId id="11655" r:id="rId194"/>
    <p:sldId id="11656" r:id="rId195"/>
    <p:sldId id="11657" r:id="rId196"/>
    <p:sldId id="11658" r:id="rId197"/>
    <p:sldId id="11659" r:id="rId198"/>
    <p:sldId id="11648" r:id="rId199"/>
    <p:sldId id="11660" r:id="rId200"/>
    <p:sldId id="11661" r:id="rId201"/>
    <p:sldId id="11662" r:id="rId202"/>
    <p:sldId id="11663" r:id="rId203"/>
    <p:sldId id="11664" r:id="rId204"/>
    <p:sldId id="11665" r:id="rId205"/>
    <p:sldId id="11666" r:id="rId206"/>
    <p:sldId id="11667" r:id="rId207"/>
    <p:sldId id="11668" r:id="rId208"/>
    <p:sldId id="11738" r:id="rId209"/>
    <p:sldId id="10212" r:id="rId210"/>
    <p:sldId id="10823" r:id="rId211"/>
    <p:sldId id="10931" r:id="rId212"/>
    <p:sldId id="10932" r:id="rId213"/>
    <p:sldId id="10933" r:id="rId214"/>
    <p:sldId id="10995" r:id="rId215"/>
    <p:sldId id="11690" r:id="rId216"/>
    <p:sldId id="11691" r:id="rId217"/>
    <p:sldId id="11692" r:id="rId218"/>
    <p:sldId id="11693" r:id="rId219"/>
    <p:sldId id="11694" r:id="rId220"/>
    <p:sldId id="11695" r:id="rId221"/>
    <p:sldId id="11696" r:id="rId222"/>
    <p:sldId id="11697" r:id="rId223"/>
    <p:sldId id="11698" r:id="rId224"/>
    <p:sldId id="11699" r:id="rId225"/>
    <p:sldId id="11714" r:id="rId226"/>
    <p:sldId id="10769" r:id="rId227"/>
    <p:sldId id="10253" r:id="rId228"/>
    <p:sldId id="11006" r:id="rId229"/>
    <p:sldId id="11595" r:id="rId230"/>
    <p:sldId id="11596" r:id="rId231"/>
    <p:sldId id="11597" r:id="rId232"/>
    <p:sldId id="11598" r:id="rId233"/>
    <p:sldId id="11700" r:id="rId234"/>
    <p:sldId id="11701" r:id="rId235"/>
    <p:sldId id="11702" r:id="rId236"/>
    <p:sldId id="11703" r:id="rId237"/>
    <p:sldId id="11716" r:id="rId238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DAF1C-37A2-4320-8278-2F03C36EE5D4}" v="1" dt="2025-04-19T06:36:49.909"/>
    <p1510:client id="{D102BF66-124C-43F9-B354-0B520A23B620}" v="217" dt="2025-04-20T23:27:06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637" autoAdjust="0"/>
    <p:restoredTop sz="94660"/>
  </p:normalViewPr>
  <p:slideViewPr>
    <p:cSldViewPr snapToGrid="0">
      <p:cViewPr>
        <p:scale>
          <a:sx n="66" d="100"/>
          <a:sy n="66" d="100"/>
        </p:scale>
        <p:origin x="2616" y="12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75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presProps" Target="presProps.xml"/><Relationship Id="rId245" Type="http://schemas.microsoft.com/office/2015/10/relationships/revisionInfo" Target="revisionInfo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ý Thanh Ngô" userId="d1fb4545a5d636d2" providerId="LiveId" clId="{E4D9CBFD-E110-4D84-9E16-A07CEF4E01B3}"/>
    <pc:docChg chg="undo redo custSel addSld delSld modSld sldOrd">
      <pc:chgData name="Lý Thanh Ngô" userId="d1fb4545a5d636d2" providerId="LiveId" clId="{E4D9CBFD-E110-4D84-9E16-A07CEF4E01B3}" dt="2025-04-05T15:27:48.763" v="4124" actId="1036"/>
      <pc:docMkLst>
        <pc:docMk/>
      </pc:docMkLst>
      <pc:sldChg chg="addSp modSp add mod setBg">
        <pc:chgData name="Lý Thanh Ngô" userId="d1fb4545a5d636d2" providerId="LiveId" clId="{E4D9CBFD-E110-4D84-9E16-A07CEF4E01B3}" dt="2025-04-05T15:20:51.677" v="4100" actId="27636"/>
        <pc:sldMkLst>
          <pc:docMk/>
          <pc:sldMk cId="591027290" sldId="257"/>
        </pc:sldMkLst>
        <pc:spChg chg="add mod">
          <ac:chgData name="Lý Thanh Ngô" userId="d1fb4545a5d636d2" providerId="LiveId" clId="{E4D9CBFD-E110-4D84-9E16-A07CEF4E01B3}" dt="2025-04-05T15:20:51.677" v="4100" actId="27636"/>
          <ac:spMkLst>
            <pc:docMk/>
            <pc:sldMk cId="591027290" sldId="257"/>
            <ac:spMk id="2" creationId="{6D3FAADD-3FA7-BD7E-FE2F-54B5B64F1AD9}"/>
          </ac:spMkLst>
        </pc:spChg>
        <pc:spChg chg="mod">
          <ac:chgData name="Lý Thanh Ngô" userId="d1fb4545a5d636d2" providerId="LiveId" clId="{E4D9CBFD-E110-4D84-9E16-A07CEF4E01B3}" dt="2025-03-30T06:39:18.206" v="331" actId="20577"/>
          <ac:spMkLst>
            <pc:docMk/>
            <pc:sldMk cId="591027290" sldId="257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1:23.930" v="191" actId="20577"/>
        <pc:sldMkLst>
          <pc:docMk/>
          <pc:sldMk cId="2171119766" sldId="258"/>
        </pc:sldMkLst>
        <pc:spChg chg="mod">
          <ac:chgData name="Lý Thanh Ngô" userId="d1fb4545a5d636d2" providerId="LiveId" clId="{E4D9CBFD-E110-4D84-9E16-A07CEF4E01B3}" dt="2025-03-30T06:31:23.930" v="191" actId="20577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3:39.195" v="234" actId="20577"/>
        <pc:sldMkLst>
          <pc:docMk/>
          <pc:sldMk cId="3057438887" sldId="259"/>
        </pc:sldMkLst>
        <pc:spChg chg="mod">
          <ac:chgData name="Lý Thanh Ngô" userId="d1fb4545a5d636d2" providerId="LiveId" clId="{E4D9CBFD-E110-4D84-9E16-A07CEF4E01B3}" dt="2025-03-30T06:33:39.195" v="234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4-04T14:25:03.967" v="1863" actId="20577"/>
        <pc:sldMkLst>
          <pc:docMk/>
          <pc:sldMk cId="532766581" sldId="260"/>
        </pc:sldMkLst>
        <pc:spChg chg="mod">
          <ac:chgData name="Lý Thanh Ngô" userId="d1fb4545a5d636d2" providerId="LiveId" clId="{E4D9CBFD-E110-4D84-9E16-A07CEF4E01B3}" dt="2025-04-04T14:25:03.967" v="1863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4:43.517" v="254" actId="20577"/>
        <pc:sldMkLst>
          <pc:docMk/>
          <pc:sldMk cId="1487358291" sldId="261"/>
        </pc:sldMkLst>
        <pc:spChg chg="mod">
          <ac:chgData name="Lý Thanh Ngô" userId="d1fb4545a5d636d2" providerId="LiveId" clId="{E4D9CBFD-E110-4D84-9E16-A07CEF4E01B3}" dt="2025-03-30T06:34:43.517" v="254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27:46.281" v="75" actId="47"/>
        <pc:sldMkLst>
          <pc:docMk/>
          <pc:sldMk cId="4207669071" sldId="262"/>
        </pc:sldMkLst>
      </pc:sldChg>
      <pc:sldChg chg="modSp add mod setBg">
        <pc:chgData name="Lý Thanh Ngô" userId="d1fb4545a5d636d2" providerId="LiveId" clId="{E4D9CBFD-E110-4D84-9E16-A07CEF4E01B3}" dt="2025-03-30T06:38:58.608" v="329" actId="20577"/>
        <pc:sldMkLst>
          <pc:docMk/>
          <pc:sldMk cId="1140672165" sldId="263"/>
        </pc:sldMkLst>
        <pc:spChg chg="mod">
          <ac:chgData name="Lý Thanh Ngô" userId="d1fb4545a5d636d2" providerId="LiveId" clId="{E4D9CBFD-E110-4D84-9E16-A07CEF4E01B3}" dt="2025-03-30T06:38:58.608" v="329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39:01.487" v="330" actId="47"/>
        <pc:sldMkLst>
          <pc:docMk/>
          <pc:sldMk cId="746211627" sldId="264"/>
        </pc:sldMkLst>
      </pc:sldChg>
      <pc:sldChg chg="modSp add mod setBg">
        <pc:chgData name="Lý Thanh Ngô" userId="d1fb4545a5d636d2" providerId="LiveId" clId="{E4D9CBFD-E110-4D84-9E16-A07CEF4E01B3}" dt="2025-03-30T06:35:34.904" v="276" actId="20577"/>
        <pc:sldMkLst>
          <pc:docMk/>
          <pc:sldMk cId="1434756872" sldId="265"/>
        </pc:sldMkLst>
        <pc:spChg chg="mod">
          <ac:chgData name="Lý Thanh Ngô" userId="d1fb4545a5d636d2" providerId="LiveId" clId="{E4D9CBFD-E110-4D84-9E16-A07CEF4E01B3}" dt="2025-03-30T06:35:34.904" v="276" actId="20577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6:19.243" v="304" actId="20577"/>
        <pc:sldMkLst>
          <pc:docMk/>
          <pc:sldMk cId="1191164645" sldId="266"/>
        </pc:sldMkLst>
        <pc:spChg chg="mod">
          <ac:chgData name="Lý Thanh Ngô" userId="d1fb4545a5d636d2" providerId="LiveId" clId="{E4D9CBFD-E110-4D84-9E16-A07CEF4E01B3}" dt="2025-03-30T06:36:19.243" v="304" actId="20577"/>
          <ac:spMkLst>
            <pc:docMk/>
            <pc:sldMk cId="1191164645" sldId="266"/>
            <ac:spMk id="7170" creationId="{00000000-0000-0000-0000-000000000000}"/>
          </ac:spMkLst>
        </pc:spChg>
      </pc:sldChg>
      <pc:sldChg chg="add del setBg">
        <pc:chgData name="Lý Thanh Ngô" userId="d1fb4545a5d636d2" providerId="LiveId" clId="{E4D9CBFD-E110-4D84-9E16-A07CEF4E01B3}" dt="2025-03-30T06:36:36.320" v="305" actId="47"/>
        <pc:sldMkLst>
          <pc:docMk/>
          <pc:sldMk cId="3480554668" sldId="267"/>
        </pc:sldMkLst>
      </pc:sldChg>
      <pc:sldChg chg="modSp add del mod setBg">
        <pc:chgData name="Lý Thanh Ngô" userId="d1fb4545a5d636d2" providerId="LiveId" clId="{E4D9CBFD-E110-4D84-9E16-A07CEF4E01B3}" dt="2025-03-30T06:31:54.358" v="205" actId="47"/>
        <pc:sldMkLst>
          <pc:docMk/>
          <pc:sldMk cId="933824949" sldId="268"/>
        </pc:sldMkLst>
      </pc:sldChg>
      <pc:sldChg chg="modSp mod">
        <pc:chgData name="Lý Thanh Ngô" userId="d1fb4545a5d636d2" providerId="LiveId" clId="{E4D9CBFD-E110-4D84-9E16-A07CEF4E01B3}" dt="2025-04-05T14:51:13.255" v="3864" actId="123"/>
        <pc:sldMkLst>
          <pc:docMk/>
          <pc:sldMk cId="0" sldId="344"/>
        </pc:sldMkLst>
        <pc:spChg chg="mod">
          <ac:chgData name="Lý Thanh Ngô" userId="d1fb4545a5d636d2" providerId="LiveId" clId="{E4D9CBFD-E110-4D84-9E16-A07CEF4E01B3}" dt="2025-04-05T14:51:13.255" v="3864" actId="123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E4D9CBFD-E110-4D84-9E16-A07CEF4E01B3}" dt="2025-04-05T14:54:00.242" v="3906" actId="255"/>
        <pc:sldMkLst>
          <pc:docMk/>
          <pc:sldMk cId="0" sldId="347"/>
        </pc:sldMkLst>
        <pc:spChg chg="mod">
          <ac:chgData name="Lý Thanh Ngô" userId="d1fb4545a5d636d2" providerId="LiveId" clId="{E4D9CBFD-E110-4D84-9E16-A07CEF4E01B3}" dt="2025-04-05T14:54:00.242" v="3906" actId="255"/>
          <ac:spMkLst>
            <pc:docMk/>
            <pc:sldMk cId="0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E4D9CBFD-E110-4D84-9E16-A07CEF4E01B3}" dt="2025-04-05T14:57:07.351" v="3913" actId="27636"/>
        <pc:sldMkLst>
          <pc:docMk/>
          <pc:sldMk cId="0" sldId="354"/>
        </pc:sldMkLst>
        <pc:spChg chg="mod">
          <ac:chgData name="Lý Thanh Ngô" userId="d1fb4545a5d636d2" providerId="LiveId" clId="{E4D9CBFD-E110-4D84-9E16-A07CEF4E01B3}" dt="2025-04-05T14:57:07.351" v="3913" actId="27636"/>
          <ac:spMkLst>
            <pc:docMk/>
            <pc:sldMk cId="0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E4D9CBFD-E110-4D84-9E16-A07CEF4E01B3}" dt="2025-04-05T15:09:30.031" v="3993" actId="255"/>
        <pc:sldMkLst>
          <pc:docMk/>
          <pc:sldMk cId="0" sldId="365"/>
        </pc:sldMkLst>
        <pc:spChg chg="mod">
          <ac:chgData name="Lý Thanh Ngô" userId="d1fb4545a5d636d2" providerId="LiveId" clId="{E4D9CBFD-E110-4D84-9E16-A07CEF4E01B3}" dt="2025-04-05T15:09:30.031" v="3993" actId="255"/>
          <ac:spMkLst>
            <pc:docMk/>
            <pc:sldMk cId="0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E4D9CBFD-E110-4D84-9E16-A07CEF4E01B3}" dt="2025-04-05T15:13:15.255" v="4088" actId="20577"/>
        <pc:sldMkLst>
          <pc:docMk/>
          <pc:sldMk cId="0" sldId="366"/>
        </pc:sldMkLst>
        <pc:spChg chg="mod">
          <ac:chgData name="Lý Thanh Ngô" userId="d1fb4545a5d636d2" providerId="LiveId" clId="{E4D9CBFD-E110-4D84-9E16-A07CEF4E01B3}" dt="2025-04-05T15:13:15.255" v="4088" actId="20577"/>
          <ac:spMkLst>
            <pc:docMk/>
            <pc:sldMk cId="0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E4D9CBFD-E110-4D84-9E16-A07CEF4E01B3}" dt="2025-04-04T14:48:22.581" v="2678" actId="20577"/>
        <pc:sldMkLst>
          <pc:docMk/>
          <pc:sldMk cId="2472502028" sldId="385"/>
        </pc:sldMkLst>
        <pc:spChg chg="mod">
          <ac:chgData name="Lý Thanh Ngô" userId="d1fb4545a5d636d2" providerId="LiveId" clId="{E4D9CBFD-E110-4D84-9E16-A07CEF4E01B3}" dt="2025-04-04T14:47:56.073" v="2656" actId="20577"/>
          <ac:spMkLst>
            <pc:docMk/>
            <pc:sldMk cId="2472502028" sldId="385"/>
            <ac:spMk id="4" creationId="{00000000-0000-0000-0000-000000000000}"/>
          </ac:spMkLst>
        </pc:spChg>
        <pc:spChg chg="mod">
          <ac:chgData name="Lý Thanh Ngô" userId="d1fb4545a5d636d2" providerId="LiveId" clId="{E4D9CBFD-E110-4D84-9E16-A07CEF4E01B3}" dt="2025-04-04T14:48:07.380" v="2662" actId="1036"/>
          <ac:spMkLst>
            <pc:docMk/>
            <pc:sldMk cId="2472502028" sldId="385"/>
            <ac:spMk id="5" creationId="{EC9E90A0-57EF-B562-11BD-EFA379BF3A1F}"/>
          </ac:spMkLst>
        </pc:spChg>
        <pc:spChg chg="mod">
          <ac:chgData name="Lý Thanh Ngô" userId="d1fb4545a5d636d2" providerId="LiveId" clId="{E4D9CBFD-E110-4D84-9E16-A07CEF4E01B3}" dt="2025-04-04T14:48:22.581" v="2678" actId="20577"/>
          <ac:spMkLst>
            <pc:docMk/>
            <pc:sldMk cId="2472502028" sldId="385"/>
            <ac:spMk id="7" creationId="{FA7210C8-01DF-51DB-3853-C95430401C95}"/>
          </ac:spMkLst>
        </pc:spChg>
      </pc:sldChg>
      <pc:sldChg chg="modSp mod">
        <pc:chgData name="Lý Thanh Ngô" userId="d1fb4545a5d636d2" providerId="LiveId" clId="{E4D9CBFD-E110-4D84-9E16-A07CEF4E01B3}" dt="2025-04-05T15:05:40.526" v="3955" actId="255"/>
        <pc:sldMkLst>
          <pc:docMk/>
          <pc:sldMk cId="0" sldId="405"/>
        </pc:sldMkLst>
        <pc:spChg chg="mod">
          <ac:chgData name="Lý Thanh Ngô" userId="d1fb4545a5d636d2" providerId="LiveId" clId="{E4D9CBFD-E110-4D84-9E16-A07CEF4E01B3}" dt="2025-04-05T15:05:40.526" v="3955" actId="255"/>
          <ac:spMkLst>
            <pc:docMk/>
            <pc:sldMk cId="0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E4D9CBFD-E110-4D84-9E16-A07CEF4E01B3}" dt="2025-04-05T15:07:14.813" v="3964" actId="27636"/>
        <pc:sldMkLst>
          <pc:docMk/>
          <pc:sldMk cId="0" sldId="406"/>
        </pc:sldMkLst>
        <pc:spChg chg="mod">
          <ac:chgData name="Lý Thanh Ngô" userId="d1fb4545a5d636d2" providerId="LiveId" clId="{E4D9CBFD-E110-4D84-9E16-A07CEF4E01B3}" dt="2025-04-05T15:07:14.813" v="3964" actId="27636"/>
          <ac:spMkLst>
            <pc:docMk/>
            <pc:sldMk cId="0" sldId="406"/>
            <ac:spMk id="99330" creationId="{8A50B797-F9AB-BABB-1B40-19BCA9033AB2}"/>
          </ac:spMkLst>
        </pc:spChg>
      </pc:sldChg>
      <pc:sldChg chg="modSp del mod">
        <pc:chgData name="Lý Thanh Ngô" userId="d1fb4545a5d636d2" providerId="LiveId" clId="{E4D9CBFD-E110-4D84-9E16-A07CEF4E01B3}" dt="2025-04-05T15:07:21.560" v="3965" actId="47"/>
        <pc:sldMkLst>
          <pc:docMk/>
          <pc:sldMk cId="0" sldId="407"/>
        </pc:sldMkLst>
      </pc:sldChg>
      <pc:sldChg chg="modSp mod">
        <pc:chgData name="Lý Thanh Ngô" userId="d1fb4545a5d636d2" providerId="LiveId" clId="{E4D9CBFD-E110-4D84-9E16-A07CEF4E01B3}" dt="2025-04-05T15:08:03.529" v="3968" actId="255"/>
        <pc:sldMkLst>
          <pc:docMk/>
          <pc:sldMk cId="0" sldId="408"/>
        </pc:sldMkLst>
        <pc:spChg chg="mod">
          <ac:chgData name="Lý Thanh Ngô" userId="d1fb4545a5d636d2" providerId="LiveId" clId="{E4D9CBFD-E110-4D84-9E16-A07CEF4E01B3}" dt="2025-04-05T15:08:03.529" v="3968" actId="255"/>
          <ac:spMkLst>
            <pc:docMk/>
            <pc:sldMk cId="0" sldId="408"/>
            <ac:spMk id="101378" creationId="{05CAE2DE-B2EC-A655-F166-350C09BD7435}"/>
          </ac:spMkLst>
        </pc:spChg>
      </pc:sldChg>
      <pc:sldChg chg="modSp del mod">
        <pc:chgData name="Lý Thanh Ngô" userId="d1fb4545a5d636d2" providerId="LiveId" clId="{E4D9CBFD-E110-4D84-9E16-A07CEF4E01B3}" dt="2025-04-05T15:13:26.369" v="4089" actId="2696"/>
        <pc:sldMkLst>
          <pc:docMk/>
          <pc:sldMk cId="0" sldId="422"/>
        </pc:sldMkLst>
      </pc:sldChg>
      <pc:sldChg chg="modSp mod">
        <pc:chgData name="Lý Thanh Ngô" userId="d1fb4545a5d636d2" providerId="LiveId" clId="{E4D9CBFD-E110-4D84-9E16-A07CEF4E01B3}" dt="2025-04-05T15:14:26.618" v="4091" actId="207"/>
        <pc:sldMkLst>
          <pc:docMk/>
          <pc:sldMk cId="0" sldId="424"/>
        </pc:sldMkLst>
        <pc:spChg chg="mod">
          <ac:chgData name="Lý Thanh Ngô" userId="d1fb4545a5d636d2" providerId="LiveId" clId="{E4D9CBFD-E110-4D84-9E16-A07CEF4E01B3}" dt="2025-04-05T15:14:26.618" v="4091" actId="207"/>
          <ac:spMkLst>
            <pc:docMk/>
            <pc:sldMk cId="0" sldId="424"/>
            <ac:spMk id="106498" creationId="{E3BC3CA2-358F-C6F0-6E92-29F63F658DAF}"/>
          </ac:spMkLst>
        </pc:spChg>
      </pc:sldChg>
      <pc:sldChg chg="addSp delSp modSp del mod">
        <pc:chgData name="Lý Thanh Ngô" userId="d1fb4545a5d636d2" providerId="LiveId" clId="{E4D9CBFD-E110-4D84-9E16-A07CEF4E01B3}" dt="2025-04-03T23:12:48.955" v="1151" actId="47"/>
        <pc:sldMkLst>
          <pc:docMk/>
          <pc:sldMk cId="3769639125" sldId="9788"/>
        </pc:sldMkLst>
      </pc:sldChg>
      <pc:sldChg chg="del">
        <pc:chgData name="Lý Thanh Ngô" userId="d1fb4545a5d636d2" providerId="LiveId" clId="{E4D9CBFD-E110-4D84-9E16-A07CEF4E01B3}" dt="2025-04-03T23:28:32.591" v="1312" actId="47"/>
        <pc:sldMkLst>
          <pc:docMk/>
          <pc:sldMk cId="3917989569" sldId="9789"/>
        </pc:sldMkLst>
      </pc:sldChg>
      <pc:sldChg chg="addSp delSp modSp mod modNotesTx">
        <pc:chgData name="Lý Thanh Ngô" userId="d1fb4545a5d636d2" providerId="LiveId" clId="{E4D9CBFD-E110-4D84-9E16-A07CEF4E01B3}" dt="2025-04-05T15:14:52.143" v="4092" actId="14100"/>
        <pc:sldMkLst>
          <pc:docMk/>
          <pc:sldMk cId="3681698675" sldId="9793"/>
        </pc:sldMkLst>
        <pc:spChg chg="mod">
          <ac:chgData name="Lý Thanh Ngô" userId="d1fb4545a5d636d2" providerId="LiveId" clId="{E4D9CBFD-E110-4D84-9E16-A07CEF4E01B3}" dt="2025-04-05T15:14:52.143" v="4092" actId="14100"/>
          <ac:spMkLst>
            <pc:docMk/>
            <pc:sldMk cId="3681698675" sldId="9793"/>
            <ac:spMk id="2" creationId="{224182AB-1A1E-C15F-0016-71E6D27211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438411217" sldId="9794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324261318" sldId="9795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427656459" sldId="9796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672676719" sldId="9797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902892374" sldId="9798"/>
        </pc:sldMkLst>
      </pc:sldChg>
      <pc:sldChg chg="modSp mod modNotesTx">
        <pc:chgData name="Lý Thanh Ngô" userId="d1fb4545a5d636d2" providerId="LiveId" clId="{E4D9CBFD-E110-4D84-9E16-A07CEF4E01B3}" dt="2025-04-04T14:39:08.715" v="2162" actId="255"/>
        <pc:sldMkLst>
          <pc:docMk/>
          <pc:sldMk cId="288514113" sldId="9799"/>
        </pc:sldMkLst>
        <pc:spChg chg="mod">
          <ac:chgData name="Lý Thanh Ngô" userId="d1fb4545a5d636d2" providerId="LiveId" clId="{E4D9CBFD-E110-4D84-9E16-A07CEF4E01B3}" dt="2025-04-04T14:39:08.715" v="2162" actId="255"/>
          <ac:spMkLst>
            <pc:docMk/>
            <pc:sldMk cId="288514113" sldId="9799"/>
            <ac:spMk id="2" creationId="{AD79F752-64A9-AEFA-6988-B977A51087C2}"/>
          </ac:spMkLst>
        </pc:spChg>
      </pc:sldChg>
      <pc:sldChg chg="addSp modSp mod">
        <pc:chgData name="Lý Thanh Ngô" userId="d1fb4545a5d636d2" providerId="LiveId" clId="{E4D9CBFD-E110-4D84-9E16-A07CEF4E01B3}" dt="2025-04-05T15:20:06.469" v="4094" actId="114"/>
        <pc:sldMkLst>
          <pc:docMk/>
          <pc:sldMk cId="1307668271" sldId="9800"/>
        </pc:sldMkLst>
        <pc:spChg chg="mod">
          <ac:chgData name="Lý Thanh Ngô" userId="d1fb4545a5d636d2" providerId="LiveId" clId="{E4D9CBFD-E110-4D84-9E16-A07CEF4E01B3}" dt="2025-04-05T15:20:06.469" v="4094" actId="114"/>
          <ac:spMkLst>
            <pc:docMk/>
            <pc:sldMk cId="1307668271" sldId="9800"/>
            <ac:spMk id="2" creationId="{4712D805-4723-9CE9-42DA-7AE8EBF9C314}"/>
          </ac:spMkLst>
        </pc:spChg>
      </pc:sldChg>
      <pc:sldChg chg="del">
        <pc:chgData name="Lý Thanh Ngô" userId="d1fb4545a5d636d2" providerId="LiveId" clId="{E4D9CBFD-E110-4D84-9E16-A07CEF4E01B3}" dt="2025-04-04T14:31:36.163" v="2071" actId="47"/>
        <pc:sldMkLst>
          <pc:docMk/>
          <pc:sldMk cId="3126393781" sldId="9801"/>
        </pc:sldMkLst>
      </pc:sldChg>
      <pc:sldChg chg="addSp delSp modSp del mod">
        <pc:chgData name="Lý Thanh Ngô" userId="d1fb4545a5d636d2" providerId="LiveId" clId="{E4D9CBFD-E110-4D84-9E16-A07CEF4E01B3}" dt="2025-04-03T23:20:21.800" v="1214" actId="47"/>
        <pc:sldMkLst>
          <pc:docMk/>
          <pc:sldMk cId="3297558619" sldId="9802"/>
        </pc:sldMkLst>
      </pc:sldChg>
      <pc:sldChg chg="modSp mod modNotesTx">
        <pc:chgData name="Lý Thanh Ngô" userId="d1fb4545a5d636d2" providerId="LiveId" clId="{E4D9CBFD-E110-4D84-9E16-A07CEF4E01B3}" dt="2025-04-05T15:25:41.092" v="4104" actId="123"/>
        <pc:sldMkLst>
          <pc:docMk/>
          <pc:sldMk cId="1342301587" sldId="9803"/>
        </pc:sldMkLst>
        <pc:spChg chg="mod">
          <ac:chgData name="Lý Thanh Ngô" userId="d1fb4545a5d636d2" providerId="LiveId" clId="{E4D9CBFD-E110-4D84-9E16-A07CEF4E01B3}" dt="2025-04-05T15:25:41.092" v="4104" actId="123"/>
          <ac:spMkLst>
            <pc:docMk/>
            <pc:sldMk cId="1342301587" sldId="9803"/>
            <ac:spMk id="2" creationId="{D9FDB8AF-DBC1-FC77-9BEB-926C6D7AF5D6}"/>
          </ac:spMkLst>
        </pc:spChg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407074290" sldId="9804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731749232" sldId="9805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2605310120" sldId="9806"/>
        </pc:sldMkLst>
      </pc:sldChg>
      <pc:sldChg chg="modSp mod modNotesTx">
        <pc:chgData name="Lý Thanh Ngô" userId="d1fb4545a5d636d2" providerId="LiveId" clId="{E4D9CBFD-E110-4D84-9E16-A07CEF4E01B3}" dt="2025-04-04T14:55:16.591" v="2803" actId="255"/>
        <pc:sldMkLst>
          <pc:docMk/>
          <pc:sldMk cId="3768715522" sldId="9808"/>
        </pc:sldMkLst>
        <pc:spChg chg="mod">
          <ac:chgData name="Lý Thanh Ngô" userId="d1fb4545a5d636d2" providerId="LiveId" clId="{E4D9CBFD-E110-4D84-9E16-A07CEF4E01B3}" dt="2025-04-04T14:55:16.591" v="2803" actId="255"/>
          <ac:spMkLst>
            <pc:docMk/>
            <pc:sldMk cId="3768715522" sldId="9808"/>
            <ac:spMk id="2" creationId="{A94A499C-A97E-79EF-ED19-E090AEBBEC19}"/>
          </ac:spMkLst>
        </pc:spChg>
      </pc:sldChg>
      <pc:sldChg chg="del">
        <pc:chgData name="Lý Thanh Ngô" userId="d1fb4545a5d636d2" providerId="LiveId" clId="{E4D9CBFD-E110-4D84-9E16-A07CEF4E01B3}" dt="2025-04-04T13:48:01.043" v="1617" actId="47"/>
        <pc:sldMkLst>
          <pc:docMk/>
          <pc:sldMk cId="3329939368" sldId="9809"/>
        </pc:sldMkLst>
      </pc:sldChg>
      <pc:sldChg chg="del">
        <pc:chgData name="Lý Thanh Ngô" userId="d1fb4545a5d636d2" providerId="LiveId" clId="{E4D9CBFD-E110-4D84-9E16-A07CEF4E01B3}" dt="2025-04-03T23:28:08.969" v="1303" actId="47"/>
        <pc:sldMkLst>
          <pc:docMk/>
          <pc:sldMk cId="1592849602" sldId="9813"/>
        </pc:sldMkLst>
      </pc:sldChg>
      <pc:sldChg chg="modSp mod modNotesTx">
        <pc:chgData name="Lý Thanh Ngô" userId="d1fb4545a5d636d2" providerId="LiveId" clId="{E4D9CBFD-E110-4D84-9E16-A07CEF4E01B3}" dt="2025-04-04T15:29:56.702" v="3646" actId="20577"/>
        <pc:sldMkLst>
          <pc:docMk/>
          <pc:sldMk cId="627141964" sldId="9814"/>
        </pc:sldMkLst>
        <pc:spChg chg="mod">
          <ac:chgData name="Lý Thanh Ngô" userId="d1fb4545a5d636d2" providerId="LiveId" clId="{E4D9CBFD-E110-4D84-9E16-A07CEF4E01B3}" dt="2025-04-04T15:29:41.060" v="3590" actId="123"/>
          <ac:spMkLst>
            <pc:docMk/>
            <pc:sldMk cId="627141964" sldId="9814"/>
            <ac:spMk id="2" creationId="{ED4DBA0B-0F80-9FB8-2416-207E64980B46}"/>
          </ac:spMkLst>
        </pc:spChg>
      </pc:sldChg>
      <pc:sldChg chg="del">
        <pc:chgData name="Lý Thanh Ngô" userId="d1fb4545a5d636d2" providerId="LiveId" clId="{E4D9CBFD-E110-4D84-9E16-A07CEF4E01B3}" dt="2025-03-30T06:46:28.729" v="450" actId="47"/>
        <pc:sldMkLst>
          <pc:docMk/>
          <pc:sldMk cId="1691264668" sldId="9815"/>
        </pc:sldMkLst>
      </pc:sldChg>
      <pc:sldChg chg="del">
        <pc:chgData name="Lý Thanh Ngô" userId="d1fb4545a5d636d2" providerId="LiveId" clId="{E4D9CBFD-E110-4D84-9E16-A07CEF4E01B3}" dt="2025-04-04T14:36:34.626" v="2128" actId="47"/>
        <pc:sldMkLst>
          <pc:docMk/>
          <pc:sldMk cId="1432816605" sldId="9816"/>
        </pc:sldMkLst>
      </pc:sldChg>
      <pc:sldChg chg="del">
        <pc:chgData name="Lý Thanh Ngô" userId="d1fb4545a5d636d2" providerId="LiveId" clId="{E4D9CBFD-E110-4D84-9E16-A07CEF4E01B3}" dt="2025-03-30T06:47:45.153" v="566" actId="47"/>
        <pc:sldMkLst>
          <pc:docMk/>
          <pc:sldMk cId="448704284" sldId="9817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205802082" sldId="9818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646080519" sldId="9819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398243246" sldId="9820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4135302213" sldId="9821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48545705" sldId="9822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832378762" sldId="9823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506181314" sldId="9824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609497434" sldId="9825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250538440" sldId="9826"/>
        </pc:sldMkLst>
      </pc:sldChg>
      <pc:sldChg chg="modSp mod modNotesTx">
        <pc:chgData name="Lý Thanh Ngô" userId="d1fb4545a5d636d2" providerId="LiveId" clId="{E4D9CBFD-E110-4D84-9E16-A07CEF4E01B3}" dt="2025-04-04T15:20:19.386" v="3450" actId="123"/>
        <pc:sldMkLst>
          <pc:docMk/>
          <pc:sldMk cId="2958806556" sldId="9827"/>
        </pc:sldMkLst>
        <pc:spChg chg="mod">
          <ac:chgData name="Lý Thanh Ngô" userId="d1fb4545a5d636d2" providerId="LiveId" clId="{E4D9CBFD-E110-4D84-9E16-A07CEF4E01B3}" dt="2025-04-04T15:20:19.386" v="3450" actId="123"/>
          <ac:spMkLst>
            <pc:docMk/>
            <pc:sldMk cId="2958806556" sldId="9827"/>
            <ac:spMk id="2" creationId="{D0DB7A7C-C6BF-BBBA-3631-B0614733E958}"/>
          </ac:spMkLst>
        </pc:spChg>
      </pc:sldChg>
      <pc:sldChg chg="del">
        <pc:chgData name="Lý Thanh Ngô" userId="d1fb4545a5d636d2" providerId="LiveId" clId="{E4D9CBFD-E110-4D84-9E16-A07CEF4E01B3}" dt="2025-03-30T06:47:59.406" v="570" actId="47"/>
        <pc:sldMkLst>
          <pc:docMk/>
          <pc:sldMk cId="3958862344" sldId="982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647823718" sldId="982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49617028" sldId="983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592406097" sldId="983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10915460" sldId="983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72661577" sldId="983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232266678" sldId="983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496433219" sldId="9835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621706" sldId="9836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40654511" sldId="9837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105827102" sldId="983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302606052" sldId="983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880974531" sldId="984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976115" sldId="984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974659310" sldId="984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39078036" sldId="984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848203935" sldId="984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393921006" sldId="9845"/>
        </pc:sldMkLst>
      </pc:sldChg>
      <pc:sldChg chg="del">
        <pc:chgData name="Lý Thanh Ngô" userId="d1fb4545a5d636d2" providerId="LiveId" clId="{E4D9CBFD-E110-4D84-9E16-A07CEF4E01B3}" dt="2025-03-30T06:48:27.681" v="592" actId="47"/>
        <pc:sldMkLst>
          <pc:docMk/>
          <pc:sldMk cId="1623123200" sldId="9846"/>
        </pc:sldMkLst>
      </pc:sldChg>
      <pc:sldChg chg="modSp mod modNotesTx">
        <pc:chgData name="Lý Thanh Ngô" userId="d1fb4545a5d636d2" providerId="LiveId" clId="{E4D9CBFD-E110-4D84-9E16-A07CEF4E01B3}" dt="2025-04-04T14:38:55.562" v="2159" actId="255"/>
        <pc:sldMkLst>
          <pc:docMk/>
          <pc:sldMk cId="3438506491" sldId="9847"/>
        </pc:sldMkLst>
      </pc:sldChg>
      <pc:sldChg chg="modSp mod modNotesTx">
        <pc:chgData name="Lý Thanh Ngô" userId="d1fb4545a5d636d2" providerId="LiveId" clId="{E4D9CBFD-E110-4D84-9E16-A07CEF4E01B3}" dt="2025-04-04T14:39:03.281" v="2161" actId="255"/>
        <pc:sldMkLst>
          <pc:docMk/>
          <pc:sldMk cId="3111587494" sldId="9848"/>
        </pc:sldMkLst>
        <pc:spChg chg="mod">
          <ac:chgData name="Lý Thanh Ngô" userId="d1fb4545a5d636d2" providerId="LiveId" clId="{E4D9CBFD-E110-4D84-9E16-A07CEF4E01B3}" dt="2025-04-04T14:39:03.281" v="2161" actId="255"/>
          <ac:spMkLst>
            <pc:docMk/>
            <pc:sldMk cId="3111587494" sldId="9848"/>
            <ac:spMk id="2" creationId="{63F0A5E2-77DC-7B9F-1C02-600C97B0A748}"/>
          </ac:spMkLst>
        </pc:spChg>
      </pc:sldChg>
      <pc:sldChg chg="modSp mod modNotesTx">
        <pc:chgData name="Lý Thanh Ngô" userId="d1fb4545a5d636d2" providerId="LiveId" clId="{E4D9CBFD-E110-4D84-9E16-A07CEF4E01B3}" dt="2025-04-04T14:39:17.247" v="2163" actId="255"/>
        <pc:sldMkLst>
          <pc:docMk/>
          <pc:sldMk cId="3414643596" sldId="9849"/>
        </pc:sldMkLst>
        <pc:spChg chg="mod">
          <ac:chgData name="Lý Thanh Ngô" userId="d1fb4545a5d636d2" providerId="LiveId" clId="{E4D9CBFD-E110-4D84-9E16-A07CEF4E01B3}" dt="2025-04-04T14:39:17.247" v="2163" actId="255"/>
          <ac:spMkLst>
            <pc:docMk/>
            <pc:sldMk cId="3414643596" sldId="9849"/>
            <ac:spMk id="2" creationId="{875313AE-8DE9-EF7A-A539-00E8E5418705}"/>
          </ac:spMkLst>
        </pc:spChg>
      </pc:sldChg>
      <pc:sldChg chg="modSp mod">
        <pc:chgData name="Lý Thanh Ngô" userId="d1fb4545a5d636d2" providerId="LiveId" clId="{E4D9CBFD-E110-4D84-9E16-A07CEF4E01B3}" dt="2025-04-04T14:39:23.735" v="2165" actId="255"/>
        <pc:sldMkLst>
          <pc:docMk/>
          <pc:sldMk cId="3238211235" sldId="9850"/>
        </pc:sldMkLst>
        <pc:spChg chg="mod">
          <ac:chgData name="Lý Thanh Ngô" userId="d1fb4545a5d636d2" providerId="LiveId" clId="{E4D9CBFD-E110-4D84-9E16-A07CEF4E01B3}" dt="2025-04-04T14:39:23.735" v="2165" actId="255"/>
          <ac:spMkLst>
            <pc:docMk/>
            <pc:sldMk cId="3238211235" sldId="9850"/>
            <ac:spMk id="2" creationId="{9EB41746-D780-1DA4-8C37-16E02E72EE06}"/>
          </ac:spMkLst>
        </pc:spChg>
      </pc:sldChg>
      <pc:sldChg chg="del">
        <pc:chgData name="Lý Thanh Ngô" userId="d1fb4545a5d636d2" providerId="LiveId" clId="{E4D9CBFD-E110-4D84-9E16-A07CEF4E01B3}" dt="2025-04-04T14:39:33.933" v="2169" actId="47"/>
        <pc:sldMkLst>
          <pc:docMk/>
          <pc:sldMk cId="1186045386" sldId="9851"/>
        </pc:sldMkLst>
      </pc:sldChg>
      <pc:sldChg chg="del">
        <pc:chgData name="Lý Thanh Ngô" userId="d1fb4545a5d636d2" providerId="LiveId" clId="{E4D9CBFD-E110-4D84-9E16-A07CEF4E01B3}" dt="2025-04-04T14:39:35.520" v="2170" actId="47"/>
        <pc:sldMkLst>
          <pc:docMk/>
          <pc:sldMk cId="887314122" sldId="9852"/>
        </pc:sldMkLst>
      </pc:sldChg>
      <pc:sldChg chg="modSp mod modNotesTx">
        <pc:chgData name="Lý Thanh Ngô" userId="d1fb4545a5d636d2" providerId="LiveId" clId="{E4D9CBFD-E110-4D84-9E16-A07CEF4E01B3}" dt="2025-04-04T14:40:22.207" v="2186" actId="255"/>
        <pc:sldMkLst>
          <pc:docMk/>
          <pc:sldMk cId="2696584302" sldId="9853"/>
        </pc:sldMkLst>
      </pc:sldChg>
      <pc:sldChg chg="del">
        <pc:chgData name="Lý Thanh Ngô" userId="d1fb4545a5d636d2" providerId="LiveId" clId="{E4D9CBFD-E110-4D84-9E16-A07CEF4E01B3}" dt="2025-04-04T14:40:42.164" v="2188" actId="47"/>
        <pc:sldMkLst>
          <pc:docMk/>
          <pc:sldMk cId="3862663970" sldId="9854"/>
        </pc:sldMkLst>
      </pc:sldChg>
      <pc:sldChg chg="del">
        <pc:chgData name="Lý Thanh Ngô" userId="d1fb4545a5d636d2" providerId="LiveId" clId="{E4D9CBFD-E110-4D84-9E16-A07CEF4E01B3}" dt="2025-04-04T14:41:14.598" v="2195" actId="47"/>
        <pc:sldMkLst>
          <pc:docMk/>
          <pc:sldMk cId="3848865846" sldId="9855"/>
        </pc:sldMkLst>
      </pc:sldChg>
      <pc:sldChg chg="del">
        <pc:chgData name="Lý Thanh Ngô" userId="d1fb4545a5d636d2" providerId="LiveId" clId="{E4D9CBFD-E110-4D84-9E16-A07CEF4E01B3}" dt="2025-04-04T14:41:16.132" v="2196" actId="47"/>
        <pc:sldMkLst>
          <pc:docMk/>
          <pc:sldMk cId="1777329158" sldId="9856"/>
        </pc:sldMkLst>
      </pc:sldChg>
      <pc:sldChg chg="modSp mod">
        <pc:chgData name="Lý Thanh Ngô" userId="d1fb4545a5d636d2" providerId="LiveId" clId="{E4D9CBFD-E110-4D84-9E16-A07CEF4E01B3}" dt="2025-04-04T14:46:41.297" v="2635" actId="122"/>
        <pc:sldMkLst>
          <pc:docMk/>
          <pc:sldMk cId="1640538101" sldId="9857"/>
        </pc:sldMkLst>
        <pc:spChg chg="mod">
          <ac:chgData name="Lý Thanh Ngô" userId="d1fb4545a5d636d2" providerId="LiveId" clId="{E4D9CBFD-E110-4D84-9E16-A07CEF4E01B3}" dt="2025-04-04T14:42:38.836" v="2221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E4D9CBFD-E110-4D84-9E16-A07CEF4E01B3}" dt="2025-04-04T14:46:41.297" v="2635" actId="122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E4D9CBFD-E110-4D84-9E16-A07CEF4E01B3}" dt="2025-04-04T14:44:55.863" v="2509" actId="1076"/>
          <ac:spMkLst>
            <pc:docMk/>
            <pc:sldMk cId="1640538101" sldId="9857"/>
            <ac:spMk id="7" creationId="{27682D36-7139-D43C-8AC6-2259120A3B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30758898" sldId="9858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826091572" sldId="9859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848815841" sldId="9860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207059514" sldId="9861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416133720" sldId="9862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711831379" sldId="9863"/>
        </pc:sldMkLst>
      </pc:sldChg>
      <pc:sldChg chg="modSp mod">
        <pc:chgData name="Lý Thanh Ngô" userId="d1fb4545a5d636d2" providerId="LiveId" clId="{E4D9CBFD-E110-4D84-9E16-A07CEF4E01B3}" dt="2025-04-05T15:25:18.021" v="4103" actId="115"/>
        <pc:sldMkLst>
          <pc:docMk/>
          <pc:sldMk cId="2722460507" sldId="9864"/>
        </pc:sldMkLst>
        <pc:spChg chg="mod">
          <ac:chgData name="Lý Thanh Ngô" userId="d1fb4545a5d636d2" providerId="LiveId" clId="{E4D9CBFD-E110-4D84-9E16-A07CEF4E01B3}" dt="2025-04-04T15:07:12.736" v="315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E4D9CBFD-E110-4D84-9E16-A07CEF4E01B3}" dt="2025-04-05T15:25:18.021" v="4103" actId="115"/>
          <ac:spMkLst>
            <pc:docMk/>
            <pc:sldMk cId="2722460507" sldId="9864"/>
            <ac:spMk id="4" creationId="{9B130C5D-607E-1CBB-D591-F748074BB843}"/>
          </ac:spMkLst>
        </pc:spChg>
      </pc:sldChg>
      <pc:sldChg chg="modSp mod">
        <pc:chgData name="Lý Thanh Ngô" userId="d1fb4545a5d636d2" providerId="LiveId" clId="{E4D9CBFD-E110-4D84-9E16-A07CEF4E01B3}" dt="2025-04-05T14:22:55.901" v="3698" actId="122"/>
        <pc:sldMkLst>
          <pc:docMk/>
          <pc:sldMk cId="2160185228" sldId="9889"/>
        </pc:sldMkLst>
        <pc:spChg chg="mod">
          <ac:chgData name="Lý Thanh Ngô" userId="d1fb4545a5d636d2" providerId="LiveId" clId="{E4D9CBFD-E110-4D84-9E16-A07CEF4E01B3}" dt="2025-04-05T14:22:55.901" v="3698" actId="122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E4D9CBFD-E110-4D84-9E16-A07CEF4E01B3}" dt="2025-04-05T14:24:58.879" v="3721" actId="27636"/>
        <pc:sldMkLst>
          <pc:docMk/>
          <pc:sldMk cId="3359446926" sldId="9892"/>
        </pc:sldMkLst>
        <pc:spChg chg="mod">
          <ac:chgData name="Lý Thanh Ngô" userId="d1fb4545a5d636d2" providerId="LiveId" clId="{E4D9CBFD-E110-4D84-9E16-A07CEF4E01B3}" dt="2025-04-05T14:24:58.879" v="3721" actId="27636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E4D9CBFD-E110-4D84-9E16-A07CEF4E01B3}" dt="2025-04-05T14:32:58.614" v="3833" actId="403"/>
        <pc:sldMkLst>
          <pc:docMk/>
          <pc:sldMk cId="3719311503" sldId="9893"/>
        </pc:sldMkLst>
        <pc:spChg chg="mod">
          <ac:chgData name="Lý Thanh Ngô" userId="d1fb4545a5d636d2" providerId="LiveId" clId="{E4D9CBFD-E110-4D84-9E16-A07CEF4E01B3}" dt="2025-04-05T14:32:58.614" v="3833" actId="40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del mod">
        <pc:chgData name="Lý Thanh Ngô" userId="d1fb4545a5d636d2" providerId="LiveId" clId="{E4D9CBFD-E110-4D84-9E16-A07CEF4E01B3}" dt="2025-04-05T14:26:25.452" v="3735" actId="47"/>
        <pc:sldMkLst>
          <pc:docMk/>
          <pc:sldMk cId="316058304" sldId="9894"/>
        </pc:sldMkLst>
      </pc:sldChg>
      <pc:sldChg chg="modSp mod">
        <pc:chgData name="Lý Thanh Ngô" userId="d1fb4545a5d636d2" providerId="LiveId" clId="{E4D9CBFD-E110-4D84-9E16-A07CEF4E01B3}" dt="2025-04-05T14:33:12.952" v="3837" actId="255"/>
        <pc:sldMkLst>
          <pc:docMk/>
          <pc:sldMk cId="1521856680" sldId="9895"/>
        </pc:sldMkLst>
        <pc:spChg chg="mod">
          <ac:chgData name="Lý Thanh Ngô" userId="d1fb4545a5d636d2" providerId="LiveId" clId="{E4D9CBFD-E110-4D84-9E16-A07CEF4E01B3}" dt="2025-04-05T14:33:12.952" v="3837" actId="255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del mod">
        <pc:chgData name="Lý Thanh Ngô" userId="d1fb4545a5d636d2" providerId="LiveId" clId="{E4D9CBFD-E110-4D84-9E16-A07CEF4E01B3}" dt="2025-04-05T14:28:15.727" v="3790" actId="47"/>
        <pc:sldMkLst>
          <pc:docMk/>
          <pc:sldMk cId="367318003" sldId="9896"/>
        </pc:sldMkLst>
      </pc:sldChg>
      <pc:sldChg chg="modSp mod">
        <pc:chgData name="Lý Thanh Ngô" userId="d1fb4545a5d636d2" providerId="LiveId" clId="{E4D9CBFD-E110-4D84-9E16-A07CEF4E01B3}" dt="2025-04-05T14:33:40.051" v="3840" actId="255"/>
        <pc:sldMkLst>
          <pc:docMk/>
          <pc:sldMk cId="121284145" sldId="9897"/>
        </pc:sldMkLst>
        <pc:spChg chg="mod">
          <ac:chgData name="Lý Thanh Ngô" userId="d1fb4545a5d636d2" providerId="LiveId" clId="{E4D9CBFD-E110-4D84-9E16-A07CEF4E01B3}" dt="2025-04-05T14:33:40.051" v="3840" actId="255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E4D9CBFD-E110-4D84-9E16-A07CEF4E01B3}" dt="2025-04-05T14:35:28.241" v="3842" actId="207"/>
        <pc:sldMkLst>
          <pc:docMk/>
          <pc:sldMk cId="2539266509" sldId="9899"/>
        </pc:sldMkLst>
        <pc:spChg chg="mod">
          <ac:chgData name="Lý Thanh Ngô" userId="d1fb4545a5d636d2" providerId="LiveId" clId="{E4D9CBFD-E110-4D84-9E16-A07CEF4E01B3}" dt="2025-04-05T14:35:28.241" v="3842" actId="207"/>
          <ac:spMkLst>
            <pc:docMk/>
            <pc:sldMk cId="2539266509" sldId="9899"/>
            <ac:spMk id="87042" creationId="{2B2286D7-605B-DB63-0781-00C69EDA5C3E}"/>
          </ac:spMkLst>
        </pc:spChg>
      </pc:sldChg>
      <pc:sldChg chg="del">
        <pc:chgData name="Lý Thanh Ngô" userId="d1fb4545a5d636d2" providerId="LiveId" clId="{E4D9CBFD-E110-4D84-9E16-A07CEF4E01B3}" dt="2025-04-05T14:36:55.241" v="3843" actId="2696"/>
        <pc:sldMkLst>
          <pc:docMk/>
          <pc:sldMk cId="1290835927" sldId="9903"/>
        </pc:sldMkLst>
      </pc:sldChg>
      <pc:sldChg chg="modSp mod">
        <pc:chgData name="Lý Thanh Ngô" userId="d1fb4545a5d636d2" providerId="LiveId" clId="{E4D9CBFD-E110-4D84-9E16-A07CEF4E01B3}" dt="2025-04-05T14:37:18.551" v="3858" actId="6549"/>
        <pc:sldMkLst>
          <pc:docMk/>
          <pc:sldMk cId="4150645961" sldId="9904"/>
        </pc:sldMkLst>
        <pc:spChg chg="mod">
          <ac:chgData name="Lý Thanh Ngô" userId="d1fb4545a5d636d2" providerId="LiveId" clId="{E4D9CBFD-E110-4D84-9E16-A07CEF4E01B3}" dt="2025-04-05T14:37:18.551" v="3858" actId="6549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E4D9CBFD-E110-4D84-9E16-A07CEF4E01B3}" dt="2025-04-05T14:39:52.599" v="3863" actId="255"/>
        <pc:sldMkLst>
          <pc:docMk/>
          <pc:sldMk cId="574032678" sldId="9918"/>
        </pc:sldMkLst>
        <pc:spChg chg="mod">
          <ac:chgData name="Lý Thanh Ngô" userId="d1fb4545a5d636d2" providerId="LiveId" clId="{E4D9CBFD-E110-4D84-9E16-A07CEF4E01B3}" dt="2025-04-05T14:39:52.599" v="3863" actId="255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E4D9CBFD-E110-4D84-9E16-A07CEF4E01B3}" dt="2025-04-05T14:51:27.754" v="3865" actId="123"/>
        <pc:sldMkLst>
          <pc:docMk/>
          <pc:sldMk cId="2840395799" sldId="9936"/>
        </pc:sldMkLst>
        <pc:spChg chg="mod">
          <ac:chgData name="Lý Thanh Ngô" userId="d1fb4545a5d636d2" providerId="LiveId" clId="{E4D9CBFD-E110-4D84-9E16-A07CEF4E01B3}" dt="2025-04-05T14:51:27.754" v="3865" actId="123"/>
          <ac:spMkLst>
            <pc:docMk/>
            <pc:sldMk cId="2840395799" sldId="9936"/>
            <ac:spMk id="66562" creationId="{21102977-3B5A-1558-31A1-C4E1BFDE937F}"/>
          </ac:spMkLst>
        </pc:spChg>
      </pc:sldChg>
      <pc:sldChg chg="del">
        <pc:chgData name="Lý Thanh Ngô" userId="d1fb4545a5d636d2" providerId="LiveId" clId="{E4D9CBFD-E110-4D84-9E16-A07CEF4E01B3}" dt="2025-04-05T14:57:44.231" v="3914" actId="47"/>
        <pc:sldMkLst>
          <pc:docMk/>
          <pc:sldMk cId="1696849316" sldId="9937"/>
        </pc:sldMkLst>
      </pc:sldChg>
      <pc:sldChg chg="add">
        <pc:chgData name="Lý Thanh Ngô" userId="d1fb4545a5d636d2" providerId="LiveId" clId="{E4D9CBFD-E110-4D84-9E16-A07CEF4E01B3}" dt="2025-03-30T06:24:12.228" v="0" actId="2890"/>
        <pc:sldMkLst>
          <pc:docMk/>
          <pc:sldMk cId="3153557228" sldId="9938"/>
        </pc:sldMkLst>
      </pc:sldChg>
      <pc:sldChg chg="modSp add mod modNotesTx">
        <pc:chgData name="Lý Thanh Ngô" userId="d1fb4545a5d636d2" providerId="LiveId" clId="{E4D9CBFD-E110-4D84-9E16-A07CEF4E01B3}" dt="2025-04-04T14:55:42.549" v="2808" actId="20577"/>
        <pc:sldMkLst>
          <pc:docMk/>
          <pc:sldMk cId="813544249" sldId="9939"/>
        </pc:sldMkLst>
        <pc:spChg chg="mod">
          <ac:chgData name="Lý Thanh Ngô" userId="d1fb4545a5d636d2" providerId="LiveId" clId="{E4D9CBFD-E110-4D84-9E16-A07CEF4E01B3}" dt="2025-04-04T14:55:32.984" v="2806" actId="255"/>
          <ac:spMkLst>
            <pc:docMk/>
            <pc:sldMk cId="813544249" sldId="9939"/>
            <ac:spMk id="2" creationId="{0FDF8E87-4413-7DB9-20AC-EF6EA30AFFF6}"/>
          </ac:spMkLst>
        </pc:spChg>
      </pc:sldChg>
      <pc:sldChg chg="modSp add mod modNotesTx">
        <pc:chgData name="Lý Thanh Ngô" userId="d1fb4545a5d636d2" providerId="LiveId" clId="{E4D9CBFD-E110-4D84-9E16-A07CEF4E01B3}" dt="2025-04-04T14:57:25.293" v="2825" actId="255"/>
        <pc:sldMkLst>
          <pc:docMk/>
          <pc:sldMk cId="268761183" sldId="9940"/>
        </pc:sldMkLst>
        <pc:spChg chg="mod">
          <ac:chgData name="Lý Thanh Ngô" userId="d1fb4545a5d636d2" providerId="LiveId" clId="{E4D9CBFD-E110-4D84-9E16-A07CEF4E01B3}" dt="2025-04-04T14:57:25.293" v="2825" actId="255"/>
          <ac:spMkLst>
            <pc:docMk/>
            <pc:sldMk cId="268761183" sldId="9940"/>
            <ac:spMk id="2" creationId="{D74C8315-A309-A147-0C1E-6D1C1ABAA66F}"/>
          </ac:spMkLst>
        </pc:spChg>
      </pc:sldChg>
      <pc:sldChg chg="modSp add mod ord">
        <pc:chgData name="Lý Thanh Ngô" userId="d1fb4545a5d636d2" providerId="LiveId" clId="{E4D9CBFD-E110-4D84-9E16-A07CEF4E01B3}" dt="2025-04-04T14:45:07.970" v="2514" actId="20577"/>
        <pc:sldMkLst>
          <pc:docMk/>
          <pc:sldMk cId="990936998" sldId="9941"/>
        </pc:sldMkLst>
        <pc:spChg chg="mod">
          <ac:chgData name="Lý Thanh Ngô" userId="d1fb4545a5d636d2" providerId="LiveId" clId="{E4D9CBFD-E110-4D84-9E16-A07CEF4E01B3}" dt="2025-04-04T14:45:07.970" v="2514" actId="20577"/>
          <ac:spMkLst>
            <pc:docMk/>
            <pc:sldMk cId="990936998" sldId="9941"/>
            <ac:spMk id="2" creationId="{F7C3BBC3-CF78-1F09-8F73-5276A745A17C}"/>
          </ac:spMkLst>
        </pc:spChg>
      </pc:sldChg>
      <pc:sldChg chg="addSp delSp modSp add del mod setBg addAnim delDesignElem">
        <pc:chgData name="Lý Thanh Ngô" userId="d1fb4545a5d636d2" providerId="LiveId" clId="{E4D9CBFD-E110-4D84-9E16-A07CEF4E01B3}" dt="2025-03-30T06:45:31.535" v="372" actId="47"/>
        <pc:sldMkLst>
          <pc:docMk/>
          <pc:sldMk cId="3030894678" sldId="9941"/>
        </pc:sldMkLst>
      </pc:sldChg>
      <pc:sldChg chg="modSp add mod ord">
        <pc:chgData name="Lý Thanh Ngô" userId="d1fb4545a5d636d2" providerId="LiveId" clId="{E4D9CBFD-E110-4D84-9E16-A07CEF4E01B3}" dt="2025-04-04T14:53:48.328" v="2776" actId="27636"/>
        <pc:sldMkLst>
          <pc:docMk/>
          <pc:sldMk cId="2810394137" sldId="9942"/>
        </pc:sldMkLst>
        <pc:spChg chg="mod">
          <ac:chgData name="Lý Thanh Ngô" userId="d1fb4545a5d636d2" providerId="LiveId" clId="{E4D9CBFD-E110-4D84-9E16-A07CEF4E01B3}" dt="2025-04-04T14:53:48.328" v="2776" actId="27636"/>
          <ac:spMkLst>
            <pc:docMk/>
            <pc:sldMk cId="2810394137" sldId="9942"/>
            <ac:spMk id="2" creationId="{312F32DC-9B83-B46C-8BF4-6344E3FAAC74}"/>
          </ac:spMkLst>
        </pc:spChg>
      </pc:sldChg>
      <pc:sldChg chg="modSp add mod ord">
        <pc:chgData name="Lý Thanh Ngô" userId="d1fb4545a5d636d2" providerId="LiveId" clId="{E4D9CBFD-E110-4D84-9E16-A07CEF4E01B3}" dt="2025-04-04T15:12:15.111" v="3231" actId="27636"/>
        <pc:sldMkLst>
          <pc:docMk/>
          <pc:sldMk cId="378811415" sldId="9943"/>
        </pc:sldMkLst>
        <pc:spChg chg="mod">
          <ac:chgData name="Lý Thanh Ngô" userId="d1fb4545a5d636d2" providerId="LiveId" clId="{E4D9CBFD-E110-4D84-9E16-A07CEF4E01B3}" dt="2025-04-04T15:12:15.111" v="3231" actId="27636"/>
          <ac:spMkLst>
            <pc:docMk/>
            <pc:sldMk cId="378811415" sldId="9943"/>
            <ac:spMk id="2" creationId="{DC1B0499-28FB-DE88-7ED6-4994F19B6B34}"/>
          </ac:spMkLst>
        </pc:spChg>
      </pc:sldChg>
      <pc:sldChg chg="modSp add mod ord">
        <pc:chgData name="Lý Thanh Ngô" userId="d1fb4545a5d636d2" providerId="LiveId" clId="{E4D9CBFD-E110-4D84-9E16-A07CEF4E01B3}" dt="2025-04-04T15:23:06.636" v="3535" actId="20577"/>
        <pc:sldMkLst>
          <pc:docMk/>
          <pc:sldMk cId="3779287100" sldId="9944"/>
        </pc:sldMkLst>
        <pc:spChg chg="mod">
          <ac:chgData name="Lý Thanh Ngô" userId="d1fb4545a5d636d2" providerId="LiveId" clId="{E4D9CBFD-E110-4D84-9E16-A07CEF4E01B3}" dt="2025-04-04T15:23:06.636" v="3535" actId="20577"/>
          <ac:spMkLst>
            <pc:docMk/>
            <pc:sldMk cId="3779287100" sldId="9944"/>
            <ac:spMk id="2" creationId="{2084C655-90FD-8D43-D091-30E94757F522}"/>
          </ac:spMkLst>
        </pc:spChg>
      </pc:sldChg>
      <pc:sldChg chg="addSp delSp modSp add mod setBg">
        <pc:chgData name="Lý Thanh Ngô" userId="d1fb4545a5d636d2" providerId="LiveId" clId="{E4D9CBFD-E110-4D84-9E16-A07CEF4E01B3}" dt="2025-04-05T15:27:27.079" v="4121"/>
        <pc:sldMkLst>
          <pc:docMk/>
          <pc:sldMk cId="2454869540" sldId="9945"/>
        </pc:sldMkLst>
        <pc:spChg chg="add mod">
          <ac:chgData name="Lý Thanh Ngô" userId="d1fb4545a5d636d2" providerId="LiveId" clId="{E4D9CBFD-E110-4D84-9E16-A07CEF4E01B3}" dt="2025-04-04T13:37:21.096" v="1313" actId="2711"/>
          <ac:spMkLst>
            <pc:docMk/>
            <pc:sldMk cId="2454869540" sldId="9945"/>
            <ac:spMk id="13" creationId="{71869B43-3F2C-19D6-D0DA-39ABE8B36ADE}"/>
          </ac:spMkLst>
        </pc:spChg>
        <pc:spChg chg="add mod">
          <ac:chgData name="Lý Thanh Ngô" userId="d1fb4545a5d636d2" providerId="LiveId" clId="{E4D9CBFD-E110-4D84-9E16-A07CEF4E01B3}" dt="2025-04-04T13:40:35.204" v="1446" actId="2085"/>
          <ac:spMkLst>
            <pc:docMk/>
            <pc:sldMk cId="2454869540" sldId="9945"/>
            <ac:spMk id="14" creationId="{508DD08E-8C99-DFA9-6A8B-8A4ACC50DF72}"/>
          </ac:spMkLst>
        </pc:spChg>
        <pc:spChg chg="add mod">
          <ac:chgData name="Lý Thanh Ngô" userId="d1fb4545a5d636d2" providerId="LiveId" clId="{E4D9CBFD-E110-4D84-9E16-A07CEF4E01B3}" dt="2025-04-05T15:27:27.079" v="4121"/>
          <ac:spMkLst>
            <pc:docMk/>
            <pc:sldMk cId="2454869540" sldId="9945"/>
            <ac:spMk id="15" creationId="{C6A41391-A817-7ACA-7186-E5CB90A28449}"/>
          </ac:spMkLst>
        </pc:spChg>
        <pc:picChg chg="add mod ord">
          <ac:chgData name="Lý Thanh Ngô" userId="d1fb4545a5d636d2" providerId="LiveId" clId="{E4D9CBFD-E110-4D84-9E16-A07CEF4E01B3}" dt="2025-04-03T23:05:04.910" v="1018" actId="26606"/>
          <ac:picMkLst>
            <pc:docMk/>
            <pc:sldMk cId="2454869540" sldId="9945"/>
            <ac:picMk id="12" creationId="{DC7CB448-D008-3FF2-DF07-3502D8D92D3B}"/>
          </ac:picMkLst>
        </pc:picChg>
      </pc:sldChg>
      <pc:sldChg chg="addSp delSp add del setBg delDesignElem">
        <pc:chgData name="Lý Thanh Ngô" userId="d1fb4545a5d636d2" providerId="LiveId" clId="{E4D9CBFD-E110-4D84-9E16-A07CEF4E01B3}" dt="2025-04-03T23:13:18.578" v="1154"/>
        <pc:sldMkLst>
          <pc:docMk/>
          <pc:sldMk cId="1533085762" sldId="9946"/>
        </pc:sldMkLst>
      </pc:sldChg>
      <pc:sldChg chg="addSp delSp modSp add del mod ord">
        <pc:chgData name="Lý Thanh Ngô" userId="d1fb4545a5d636d2" providerId="LiveId" clId="{E4D9CBFD-E110-4D84-9E16-A07CEF4E01B3}" dt="2025-04-04T13:41:58.213" v="1453" actId="47"/>
        <pc:sldMkLst>
          <pc:docMk/>
          <pc:sldMk cId="3701650730" sldId="9946"/>
        </pc:sldMkLst>
      </pc:sldChg>
      <pc:sldChg chg="add del">
        <pc:chgData name="Lý Thanh Ngô" userId="d1fb4545a5d636d2" providerId="LiveId" clId="{E4D9CBFD-E110-4D84-9E16-A07CEF4E01B3}" dt="2025-04-03T23:16:04.067" v="1205" actId="2890"/>
        <pc:sldMkLst>
          <pc:docMk/>
          <pc:sldMk cId="290238042" sldId="9947"/>
        </pc:sldMkLst>
      </pc:sldChg>
      <pc:sldChg chg="addSp delSp modSp add mod modTransition setBg addAnim delAnim modAnim setClrOvrMap">
        <pc:chgData name="Lý Thanh Ngô" userId="d1fb4545a5d636d2" providerId="LiveId" clId="{E4D9CBFD-E110-4D84-9E16-A07CEF4E01B3}" dt="2025-04-04T14:49:31.423" v="2680"/>
        <pc:sldMkLst>
          <pc:docMk/>
          <pc:sldMk cId="3944630175" sldId="9947"/>
        </pc:sldMkLst>
      </pc:sldChg>
      <pc:sldChg chg="addSp delSp add del setBg delDesignElem">
        <pc:chgData name="Lý Thanh Ngô" userId="d1fb4545a5d636d2" providerId="LiveId" clId="{E4D9CBFD-E110-4D84-9E16-A07CEF4E01B3}" dt="2025-04-03T23:28:21.068" v="1308"/>
        <pc:sldMkLst>
          <pc:docMk/>
          <pc:sldMk cId="391373228" sldId="9948"/>
        </pc:sldMkLst>
      </pc:sldChg>
      <pc:sldChg chg="add del ord">
        <pc:chgData name="Lý Thanh Ngô" userId="d1fb4545a5d636d2" providerId="LiveId" clId="{E4D9CBFD-E110-4D84-9E16-A07CEF4E01B3}" dt="2025-04-04T15:21:34.119" v="3459" actId="47"/>
        <pc:sldMkLst>
          <pc:docMk/>
          <pc:sldMk cId="2125520960" sldId="9948"/>
        </pc:sldMkLst>
      </pc:sldChg>
      <pc:sldChg chg="addSp delSp modSp add mod ord modTransition">
        <pc:chgData name="Lý Thanh Ngô" userId="d1fb4545a5d636d2" providerId="LiveId" clId="{E4D9CBFD-E110-4D84-9E16-A07CEF4E01B3}" dt="2025-04-04T15:40:47.317" v="3687"/>
        <pc:sldMkLst>
          <pc:docMk/>
          <pc:sldMk cId="3262154031" sldId="9949"/>
        </pc:sldMkLst>
      </pc:sldChg>
      <pc:sldChg chg="addSp delSp modSp add mod ord modTransition setBg delAnim modAnim delDesignElem">
        <pc:chgData name="Lý Thanh Ngô" userId="d1fb4545a5d636d2" providerId="LiveId" clId="{E4D9CBFD-E110-4D84-9E16-A07CEF4E01B3}" dt="2025-04-04T15:41:48.147" v="3688"/>
        <pc:sldMkLst>
          <pc:docMk/>
          <pc:sldMk cId="721610287" sldId="9950"/>
        </pc:sldMkLst>
      </pc:sldChg>
      <pc:sldChg chg="modSp add mod ord modTransition modAnim">
        <pc:chgData name="Lý Thanh Ngô" userId="d1fb4545a5d636d2" providerId="LiveId" clId="{E4D9CBFD-E110-4D84-9E16-A07CEF4E01B3}" dt="2025-04-05T15:27:48.763" v="4124" actId="1036"/>
        <pc:sldMkLst>
          <pc:docMk/>
          <pc:sldMk cId="4124360639" sldId="9951"/>
        </pc:sldMkLst>
      </pc:sldChg>
      <pc:sldChg chg="add del ord">
        <pc:chgData name="Lý Thanh Ngô" userId="d1fb4545a5d636d2" providerId="LiveId" clId="{E4D9CBFD-E110-4D84-9E16-A07CEF4E01B3}" dt="2025-04-04T14:20:22.693" v="1834" actId="47"/>
        <pc:sldMkLst>
          <pc:docMk/>
          <pc:sldMk cId="4203696164" sldId="9951"/>
        </pc:sldMkLst>
      </pc:sldChg>
      <pc:sldChg chg="add ord">
        <pc:chgData name="Lý Thanh Ngô" userId="d1fb4545a5d636d2" providerId="LiveId" clId="{E4D9CBFD-E110-4D84-9E16-A07CEF4E01B3}" dt="2025-04-04T14:39:31.490" v="2168"/>
        <pc:sldMkLst>
          <pc:docMk/>
          <pc:sldMk cId="624180952" sldId="9952"/>
        </pc:sldMkLst>
      </pc:sldChg>
      <pc:sldChg chg="modSp add mod">
        <pc:chgData name="Lý Thanh Ngô" userId="d1fb4545a5d636d2" providerId="LiveId" clId="{E4D9CBFD-E110-4D84-9E16-A07CEF4E01B3}" dt="2025-04-04T14:40:59.660" v="2191" actId="255"/>
        <pc:sldMkLst>
          <pc:docMk/>
          <pc:sldMk cId="185798073" sldId="9953"/>
        </pc:sldMkLst>
      </pc:sldChg>
      <pc:sldChg chg="add ord">
        <pc:chgData name="Lý Thanh Ngô" userId="d1fb4545a5d636d2" providerId="LiveId" clId="{E4D9CBFD-E110-4D84-9E16-A07CEF4E01B3}" dt="2025-04-04T14:41:12.810" v="2194"/>
        <pc:sldMkLst>
          <pc:docMk/>
          <pc:sldMk cId="1054668953" sldId="9954"/>
        </pc:sldMkLst>
      </pc:sldChg>
      <pc:sldChg chg="add">
        <pc:chgData name="Lý Thanh Ngô" userId="d1fb4545a5d636d2" providerId="LiveId" clId="{E4D9CBFD-E110-4D84-9E16-A07CEF4E01B3}" dt="2025-04-04T14:57:04.084" v="2821" actId="2890"/>
        <pc:sldMkLst>
          <pc:docMk/>
          <pc:sldMk cId="516085141" sldId="9955"/>
        </pc:sldMkLst>
      </pc:sldChg>
      <pc:sldChg chg="modSp add mod ord">
        <pc:chgData name="Lý Thanh Ngô" userId="d1fb4545a5d636d2" providerId="LiveId" clId="{E4D9CBFD-E110-4D84-9E16-A07CEF4E01B3}" dt="2025-04-04T14:58:14.286" v="2833"/>
        <pc:sldMkLst>
          <pc:docMk/>
          <pc:sldMk cId="1431207373" sldId="9956"/>
        </pc:sldMkLst>
      </pc:sldChg>
      <pc:sldChg chg="modSp add mod ord replId">
        <pc:chgData name="Lý Thanh Ngô" userId="d1fb4545a5d636d2" providerId="LiveId" clId="{E4D9CBFD-E110-4D84-9E16-A07CEF4E01B3}" dt="2025-04-04T14:58:28.455" v="2837" actId="20577"/>
        <pc:sldMkLst>
          <pc:docMk/>
          <pc:sldMk cId="3987162015" sldId="9957"/>
        </pc:sldMkLst>
      </pc:sldChg>
      <pc:sldChg chg="add ord">
        <pc:chgData name="Lý Thanh Ngô" userId="d1fb4545a5d636d2" providerId="LiveId" clId="{E4D9CBFD-E110-4D84-9E16-A07CEF4E01B3}" dt="2025-04-04T14:58:40.539" v="2840"/>
        <pc:sldMkLst>
          <pc:docMk/>
          <pc:sldMk cId="2282112537" sldId="9958"/>
        </pc:sldMkLst>
      </pc:sldChg>
      <pc:sldChg chg="add ord replId">
        <pc:chgData name="Lý Thanh Ngô" userId="d1fb4545a5d636d2" providerId="LiveId" clId="{E4D9CBFD-E110-4D84-9E16-A07CEF4E01B3}" dt="2025-04-04T14:58:40.539" v="2840"/>
        <pc:sldMkLst>
          <pc:docMk/>
          <pc:sldMk cId="165752441" sldId="9959"/>
        </pc:sldMkLst>
      </pc:sldChg>
      <pc:sldChg chg="add del">
        <pc:chgData name="Lý Thanh Ngô" userId="d1fb4545a5d636d2" providerId="LiveId" clId="{E4D9CBFD-E110-4D84-9E16-A07CEF4E01B3}" dt="2025-04-04T15:05:03.382" v="3119" actId="47"/>
        <pc:sldMkLst>
          <pc:docMk/>
          <pc:sldMk cId="1705467564" sldId="9960"/>
        </pc:sldMkLst>
      </pc:sldChg>
      <pc:sldChg chg="delSp modSp add mod">
        <pc:chgData name="Lý Thanh Ngô" userId="d1fb4545a5d636d2" providerId="LiveId" clId="{E4D9CBFD-E110-4D84-9E16-A07CEF4E01B3}" dt="2025-04-04T15:07:08.452" v="3149" actId="20577"/>
        <pc:sldMkLst>
          <pc:docMk/>
          <pc:sldMk cId="3408874133" sldId="9960"/>
        </pc:sldMkLst>
      </pc:sldChg>
      <pc:sldChg chg="modSp add mod">
        <pc:chgData name="Lý Thanh Ngô" userId="d1fb4545a5d636d2" providerId="LiveId" clId="{E4D9CBFD-E110-4D84-9E16-A07CEF4E01B3}" dt="2025-04-04T15:08:18.563" v="3158" actId="255"/>
        <pc:sldMkLst>
          <pc:docMk/>
          <pc:sldMk cId="1306729375" sldId="9961"/>
        </pc:sldMkLst>
        <pc:spChg chg="mod">
          <ac:chgData name="Lý Thanh Ngô" userId="d1fb4545a5d636d2" providerId="LiveId" clId="{E4D9CBFD-E110-4D84-9E16-A07CEF4E01B3}" dt="2025-04-04T15:08:18.563" v="3158" actId="255"/>
          <ac:spMkLst>
            <pc:docMk/>
            <pc:sldMk cId="1306729375" sldId="9961"/>
            <ac:spMk id="118786" creationId="{92D4C300-2034-9AFA-5F60-80E2C8FE73DB}"/>
          </ac:spMkLst>
        </pc:spChg>
      </pc:sldChg>
      <pc:sldChg chg="modSp add mod">
        <pc:chgData name="Lý Thanh Ngô" userId="d1fb4545a5d636d2" providerId="LiveId" clId="{E4D9CBFD-E110-4D84-9E16-A07CEF4E01B3}" dt="2025-04-05T15:25:45.555" v="4105" actId="123"/>
        <pc:sldMkLst>
          <pc:docMk/>
          <pc:sldMk cId="624766837" sldId="9962"/>
        </pc:sldMkLst>
        <pc:spChg chg="mod">
          <ac:chgData name="Lý Thanh Ngô" userId="d1fb4545a5d636d2" providerId="LiveId" clId="{E4D9CBFD-E110-4D84-9E16-A07CEF4E01B3}" dt="2025-04-05T15:25:45.555" v="4105" actId="123"/>
          <ac:spMkLst>
            <pc:docMk/>
            <pc:sldMk cId="624766837" sldId="9962"/>
            <ac:spMk id="2" creationId="{BD44D9BF-8FAF-06D2-C497-C7325FD962E4}"/>
          </ac:spMkLst>
        </pc:spChg>
      </pc:sldChg>
      <pc:sldChg chg="modSp add mod">
        <pc:chgData name="Lý Thanh Ngô" userId="d1fb4545a5d636d2" providerId="LiveId" clId="{E4D9CBFD-E110-4D84-9E16-A07CEF4E01B3}" dt="2025-04-05T15:25:48.898" v="4106" actId="123"/>
        <pc:sldMkLst>
          <pc:docMk/>
          <pc:sldMk cId="3695098983" sldId="9963"/>
        </pc:sldMkLst>
        <pc:spChg chg="mod">
          <ac:chgData name="Lý Thanh Ngô" userId="d1fb4545a5d636d2" providerId="LiveId" clId="{E4D9CBFD-E110-4D84-9E16-A07CEF4E01B3}" dt="2025-04-05T15:25:48.898" v="4106" actId="123"/>
          <ac:spMkLst>
            <pc:docMk/>
            <pc:sldMk cId="3695098983" sldId="9963"/>
            <ac:spMk id="2" creationId="{9DFE1CDA-F7C0-DFA3-CE14-4A3AE39E6BBA}"/>
          </ac:spMkLst>
        </pc:spChg>
      </pc:sldChg>
      <pc:sldChg chg="modSp add mod">
        <pc:chgData name="Lý Thanh Ngô" userId="d1fb4545a5d636d2" providerId="LiveId" clId="{E4D9CBFD-E110-4D84-9E16-A07CEF4E01B3}" dt="2025-04-05T15:25:51.559" v="4107" actId="123"/>
        <pc:sldMkLst>
          <pc:docMk/>
          <pc:sldMk cId="3393974807" sldId="9964"/>
        </pc:sldMkLst>
        <pc:spChg chg="mod">
          <ac:chgData name="Lý Thanh Ngô" userId="d1fb4545a5d636d2" providerId="LiveId" clId="{E4D9CBFD-E110-4D84-9E16-A07CEF4E01B3}" dt="2025-04-05T15:25:51.559" v="4107" actId="123"/>
          <ac:spMkLst>
            <pc:docMk/>
            <pc:sldMk cId="3393974807" sldId="9964"/>
            <ac:spMk id="2" creationId="{3905EDAE-1302-69EE-349A-5A614EA702FF}"/>
          </ac:spMkLst>
        </pc:spChg>
      </pc:sldChg>
      <pc:sldChg chg="modSp add mod ord">
        <pc:chgData name="Lý Thanh Ngô" userId="d1fb4545a5d636d2" providerId="LiveId" clId="{E4D9CBFD-E110-4D84-9E16-A07CEF4E01B3}" dt="2025-04-05T15:25:55.564" v="4108" actId="123"/>
        <pc:sldMkLst>
          <pc:docMk/>
          <pc:sldMk cId="1366274867" sldId="9965"/>
        </pc:sldMkLst>
        <pc:spChg chg="mod">
          <ac:chgData name="Lý Thanh Ngô" userId="d1fb4545a5d636d2" providerId="LiveId" clId="{E4D9CBFD-E110-4D84-9E16-A07CEF4E01B3}" dt="2025-04-05T15:25:55.564" v="4108" actId="123"/>
          <ac:spMkLst>
            <pc:docMk/>
            <pc:sldMk cId="1366274867" sldId="9965"/>
            <ac:spMk id="2" creationId="{68744D67-9CCE-ACF0-7B66-ED1BE1AB6929}"/>
          </ac:spMkLst>
        </pc:spChg>
      </pc:sldChg>
      <pc:sldChg chg="modSp add mod ord replId">
        <pc:chgData name="Lý Thanh Ngô" userId="d1fb4545a5d636d2" providerId="LiveId" clId="{E4D9CBFD-E110-4D84-9E16-A07CEF4E01B3}" dt="2025-04-05T15:25:58.068" v="4109" actId="123"/>
        <pc:sldMkLst>
          <pc:docMk/>
          <pc:sldMk cId="2478253930" sldId="9966"/>
        </pc:sldMkLst>
        <pc:spChg chg="mod">
          <ac:chgData name="Lý Thanh Ngô" userId="d1fb4545a5d636d2" providerId="LiveId" clId="{E4D9CBFD-E110-4D84-9E16-A07CEF4E01B3}" dt="2025-04-05T15:25:58.068" v="4109" actId="123"/>
          <ac:spMkLst>
            <pc:docMk/>
            <pc:sldMk cId="2478253930" sldId="9966"/>
            <ac:spMk id="2" creationId="{84D71C44-9F8C-8117-7112-6861DCEED389}"/>
          </ac:spMkLst>
        </pc:spChg>
      </pc:sldChg>
      <pc:sldChg chg="modSp add mod ord">
        <pc:chgData name="Lý Thanh Ngô" userId="d1fb4545a5d636d2" providerId="LiveId" clId="{E4D9CBFD-E110-4D84-9E16-A07CEF4E01B3}" dt="2025-04-05T15:26:04.110" v="4110" actId="123"/>
        <pc:sldMkLst>
          <pc:docMk/>
          <pc:sldMk cId="747948205" sldId="9967"/>
        </pc:sldMkLst>
      </pc:sldChg>
      <pc:sldChg chg="modSp add mod ord replId">
        <pc:chgData name="Lý Thanh Ngô" userId="d1fb4545a5d636d2" providerId="LiveId" clId="{E4D9CBFD-E110-4D84-9E16-A07CEF4E01B3}" dt="2025-04-05T15:26:17.414" v="4111" actId="123"/>
        <pc:sldMkLst>
          <pc:docMk/>
          <pc:sldMk cId="631962786" sldId="9968"/>
        </pc:sldMkLst>
      </pc:sldChg>
      <pc:sldChg chg="modSp add mod ord">
        <pc:chgData name="Lý Thanh Ngô" userId="d1fb4545a5d636d2" providerId="LiveId" clId="{E4D9CBFD-E110-4D84-9E16-A07CEF4E01B3}" dt="2025-04-05T15:26:21.383" v="4112" actId="123"/>
        <pc:sldMkLst>
          <pc:docMk/>
          <pc:sldMk cId="3954064163" sldId="9969"/>
        </pc:sldMkLst>
      </pc:sldChg>
      <pc:sldChg chg="modSp add mod ord replId">
        <pc:chgData name="Lý Thanh Ngô" userId="d1fb4545a5d636d2" providerId="LiveId" clId="{E4D9CBFD-E110-4D84-9E16-A07CEF4E01B3}" dt="2025-04-05T15:26:26.164" v="4113" actId="123"/>
        <pc:sldMkLst>
          <pc:docMk/>
          <pc:sldMk cId="525939841" sldId="9970"/>
        </pc:sldMkLst>
      </pc:sldChg>
      <pc:sldChg chg="modSp add mod ord">
        <pc:chgData name="Lý Thanh Ngô" userId="d1fb4545a5d636d2" providerId="LiveId" clId="{E4D9CBFD-E110-4D84-9E16-A07CEF4E01B3}" dt="2025-04-05T15:26:29.768" v="4114" actId="123"/>
        <pc:sldMkLst>
          <pc:docMk/>
          <pc:sldMk cId="1664256530" sldId="9971"/>
        </pc:sldMkLst>
      </pc:sldChg>
      <pc:sldChg chg="modSp add mod ord replId">
        <pc:chgData name="Lý Thanh Ngô" userId="d1fb4545a5d636d2" providerId="LiveId" clId="{E4D9CBFD-E110-4D84-9E16-A07CEF4E01B3}" dt="2025-04-05T15:26:34.860" v="4115" actId="123"/>
        <pc:sldMkLst>
          <pc:docMk/>
          <pc:sldMk cId="3471029095" sldId="9972"/>
        </pc:sldMkLst>
      </pc:sldChg>
      <pc:sldChg chg="modSp add mod ord">
        <pc:chgData name="Lý Thanh Ngô" userId="d1fb4545a5d636d2" providerId="LiveId" clId="{E4D9CBFD-E110-4D84-9E16-A07CEF4E01B3}" dt="2025-04-05T15:26:39.275" v="4116" actId="123"/>
        <pc:sldMkLst>
          <pc:docMk/>
          <pc:sldMk cId="3500693299" sldId="9973"/>
        </pc:sldMkLst>
      </pc:sldChg>
      <pc:sldChg chg="modSp add mod ord replId">
        <pc:chgData name="Lý Thanh Ngô" userId="d1fb4545a5d636d2" providerId="LiveId" clId="{E4D9CBFD-E110-4D84-9E16-A07CEF4E01B3}" dt="2025-04-05T15:26:41.533" v="4117" actId="123"/>
        <pc:sldMkLst>
          <pc:docMk/>
          <pc:sldMk cId="3417300399" sldId="9974"/>
        </pc:sldMkLst>
      </pc:sldChg>
      <pc:sldChg chg="modSp add mod">
        <pc:chgData name="Lý Thanh Ngô" userId="d1fb4545a5d636d2" providerId="LiveId" clId="{E4D9CBFD-E110-4D84-9E16-A07CEF4E01B3}" dt="2025-04-04T15:20:14.887" v="3449" actId="123"/>
        <pc:sldMkLst>
          <pc:docMk/>
          <pc:sldMk cId="1284839365" sldId="9975"/>
        </pc:sldMkLst>
        <pc:spChg chg="mod">
          <ac:chgData name="Lý Thanh Ngô" userId="d1fb4545a5d636d2" providerId="LiveId" clId="{E4D9CBFD-E110-4D84-9E16-A07CEF4E01B3}" dt="2025-04-04T15:20:14.887" v="3449" actId="123"/>
          <ac:spMkLst>
            <pc:docMk/>
            <pc:sldMk cId="1284839365" sldId="9975"/>
            <ac:spMk id="2" creationId="{C79F052F-BCA6-166F-AEC4-767EBEF53B1F}"/>
          </ac:spMkLst>
        </pc:spChg>
      </pc:sldChg>
      <pc:sldChg chg="modSp add mod">
        <pc:chgData name="Lý Thanh Ngô" userId="d1fb4545a5d636d2" providerId="LiveId" clId="{E4D9CBFD-E110-4D84-9E16-A07CEF4E01B3}" dt="2025-04-04T15:20:53.727" v="3454" actId="404"/>
        <pc:sldMkLst>
          <pc:docMk/>
          <pc:sldMk cId="165486286" sldId="9976"/>
        </pc:sldMkLst>
        <pc:spChg chg="mod">
          <ac:chgData name="Lý Thanh Ngô" userId="d1fb4545a5d636d2" providerId="LiveId" clId="{E4D9CBFD-E110-4D84-9E16-A07CEF4E01B3}" dt="2025-04-04T15:20:53.727" v="3454" actId="404"/>
          <ac:spMkLst>
            <pc:docMk/>
            <pc:sldMk cId="165486286" sldId="9976"/>
            <ac:spMk id="2" creationId="{A1D82AA7-F1D0-AEA4-1FAD-4748502A37C4}"/>
          </ac:spMkLst>
        </pc:spChg>
      </pc:sldChg>
      <pc:sldChg chg="modSp add mod">
        <pc:chgData name="Lý Thanh Ngô" userId="d1fb4545a5d636d2" providerId="LiveId" clId="{E4D9CBFD-E110-4D84-9E16-A07CEF4E01B3}" dt="2025-04-04T15:21:18.927" v="3458" actId="255"/>
        <pc:sldMkLst>
          <pc:docMk/>
          <pc:sldMk cId="3587934167" sldId="9977"/>
        </pc:sldMkLst>
        <pc:spChg chg="mod">
          <ac:chgData name="Lý Thanh Ngô" userId="d1fb4545a5d636d2" providerId="LiveId" clId="{E4D9CBFD-E110-4D84-9E16-A07CEF4E01B3}" dt="2025-04-04T15:21:18.927" v="3458" actId="255"/>
          <ac:spMkLst>
            <pc:docMk/>
            <pc:sldMk cId="3587934167" sldId="9977"/>
            <ac:spMk id="2" creationId="{6880B61F-5F7A-1892-A99C-045C6383F15E}"/>
          </ac:spMkLst>
        </pc:spChg>
      </pc:sldChg>
      <pc:sldChg chg="add ord modTransition">
        <pc:chgData name="Lý Thanh Ngô" userId="d1fb4545a5d636d2" providerId="LiveId" clId="{E4D9CBFD-E110-4D84-9E16-A07CEF4E01B3}" dt="2025-04-04T15:22:14.367" v="3463"/>
        <pc:sldMkLst>
          <pc:docMk/>
          <pc:sldMk cId="3904146026" sldId="9978"/>
        </pc:sldMkLst>
      </pc:sldChg>
      <pc:sldChg chg="modSp add mod modNotesTx">
        <pc:chgData name="Lý Thanh Ngô" userId="d1fb4545a5d636d2" providerId="LiveId" clId="{E4D9CBFD-E110-4D84-9E16-A07CEF4E01B3}" dt="2025-04-04T15:30:24.600" v="3653"/>
        <pc:sldMkLst>
          <pc:docMk/>
          <pc:sldMk cId="1474904797" sldId="9979"/>
        </pc:sldMkLst>
        <pc:spChg chg="mod">
          <ac:chgData name="Lý Thanh Ngô" userId="d1fb4545a5d636d2" providerId="LiveId" clId="{E4D9CBFD-E110-4D84-9E16-A07CEF4E01B3}" dt="2025-04-04T15:30:24.600" v="3653"/>
          <ac:spMkLst>
            <pc:docMk/>
            <pc:sldMk cId="1474904797" sldId="9979"/>
            <ac:spMk id="2" creationId="{9565030A-77B7-AF6C-4507-19108EDCD44B}"/>
          </ac:spMkLst>
        </pc:spChg>
      </pc:sldChg>
      <pc:sldChg chg="modSp add mod modNotesTx">
        <pc:chgData name="Lý Thanh Ngô" userId="d1fb4545a5d636d2" providerId="LiveId" clId="{E4D9CBFD-E110-4D84-9E16-A07CEF4E01B3}" dt="2025-04-04T15:30:52.970" v="3658" actId="20577"/>
        <pc:sldMkLst>
          <pc:docMk/>
          <pc:sldMk cId="359517249" sldId="9980"/>
        </pc:sldMkLst>
        <pc:spChg chg="mod">
          <ac:chgData name="Lý Thanh Ngô" userId="d1fb4545a5d636d2" providerId="LiveId" clId="{E4D9CBFD-E110-4D84-9E16-A07CEF4E01B3}" dt="2025-04-04T15:30:52.970" v="3658" actId="20577"/>
          <ac:spMkLst>
            <pc:docMk/>
            <pc:sldMk cId="359517249" sldId="9980"/>
            <ac:spMk id="2" creationId="{3E920A8F-4979-A34A-7B28-174A4193BDAA}"/>
          </ac:spMkLst>
        </pc:spChg>
      </pc:sldChg>
      <pc:sldChg chg="modSp add mod">
        <pc:chgData name="Lý Thanh Ngô" userId="d1fb4545a5d636d2" providerId="LiveId" clId="{E4D9CBFD-E110-4D84-9E16-A07CEF4E01B3}" dt="2025-04-04T15:31:17.511" v="3661"/>
        <pc:sldMkLst>
          <pc:docMk/>
          <pc:sldMk cId="3935681365" sldId="9981"/>
        </pc:sldMkLst>
      </pc:sldChg>
      <pc:sldChg chg="modSp add mod">
        <pc:chgData name="Lý Thanh Ngô" userId="d1fb4545a5d636d2" providerId="LiveId" clId="{E4D9CBFD-E110-4D84-9E16-A07CEF4E01B3}" dt="2025-04-04T15:31:31.867" v="3664"/>
        <pc:sldMkLst>
          <pc:docMk/>
          <pc:sldMk cId="3286551496" sldId="9982"/>
        </pc:sldMkLst>
      </pc:sldChg>
      <pc:sldChg chg="add ord">
        <pc:chgData name="Lý Thanh Ngô" userId="d1fb4545a5d636d2" providerId="LiveId" clId="{E4D9CBFD-E110-4D84-9E16-A07CEF4E01B3}" dt="2025-04-04T15:31:42.256" v="3667"/>
        <pc:sldMkLst>
          <pc:docMk/>
          <pc:sldMk cId="1816306348" sldId="9983"/>
        </pc:sldMkLst>
      </pc:sldChg>
      <pc:sldChg chg="modSp add mod">
        <pc:chgData name="Lý Thanh Ngô" userId="d1fb4545a5d636d2" providerId="LiveId" clId="{E4D9CBFD-E110-4D84-9E16-A07CEF4E01B3}" dt="2025-04-05T15:06:32.391" v="3960" actId="27636"/>
        <pc:sldMkLst>
          <pc:docMk/>
          <pc:sldMk cId="263607885" sldId="9984"/>
        </pc:sldMkLst>
        <pc:spChg chg="mod">
          <ac:chgData name="Lý Thanh Ngô" userId="d1fb4545a5d636d2" providerId="LiveId" clId="{E4D9CBFD-E110-4D84-9E16-A07CEF4E01B3}" dt="2025-04-05T15:06:32.391" v="3960" actId="27636"/>
          <ac:spMkLst>
            <pc:docMk/>
            <pc:sldMk cId="263607885" sldId="9984"/>
            <ac:spMk id="101378" creationId="{E8B5C425-1613-646D-3D74-69D653656685}"/>
          </ac:spMkLst>
        </pc:spChg>
      </pc:sldChg>
      <pc:sldChg chg="modSp add mod">
        <pc:chgData name="Lý Thanh Ngô" userId="d1fb4545a5d636d2" providerId="LiveId" clId="{E4D9CBFD-E110-4D84-9E16-A07CEF4E01B3}" dt="2025-04-05T15:10:14.843" v="4083"/>
        <pc:sldMkLst>
          <pc:docMk/>
          <pc:sldMk cId="2501544215" sldId="9985"/>
        </pc:sldMkLst>
        <pc:spChg chg="mod">
          <ac:chgData name="Lý Thanh Ngô" userId="d1fb4545a5d636d2" providerId="LiveId" clId="{E4D9CBFD-E110-4D84-9E16-A07CEF4E01B3}" dt="2025-04-05T15:10:14.843" v="4083"/>
          <ac:spMkLst>
            <pc:docMk/>
            <pc:sldMk cId="2501544215" sldId="9985"/>
            <ac:spMk id="102402" creationId="{48725B39-9AEA-3831-39AD-A3C80A34459D}"/>
          </ac:spMkLst>
        </pc:spChg>
      </pc:sldChg>
    </pc:docChg>
  </pc:docChgLst>
  <pc:docChgLst>
    <pc:chgData name="Lý Thanh Ngô" userId="d1fb4545a5d636d2" providerId="LiveId" clId="{3EBE4935-0AA5-7D46-87F5-3833BB1987ED}"/>
    <pc:docChg chg="undo custSel addSld modSld sldOrd">
      <pc:chgData name="Lý Thanh Ngô" userId="d1fb4545a5d636d2" providerId="LiveId" clId="{3EBE4935-0AA5-7D46-87F5-3833BB1987ED}" dt="2025-03-29T16:43:48.894" v="478" actId="20577"/>
      <pc:docMkLst>
        <pc:docMk/>
      </pc:docMkLst>
      <pc:sldChg chg="modSp">
        <pc:chgData name="Lý Thanh Ngô" userId="d1fb4545a5d636d2" providerId="LiveId" clId="{3EBE4935-0AA5-7D46-87F5-3833BB1987ED}" dt="2025-03-27T01:41:42.704" v="1" actId="1076"/>
        <pc:sldMkLst>
          <pc:docMk/>
          <pc:sldMk cId="2472502028" sldId="385"/>
        </pc:sldMkLst>
      </pc:sldChg>
      <pc:sldChg chg="modSp">
        <pc:chgData name="Lý Thanh Ngô" userId="d1fb4545a5d636d2" providerId="LiveId" clId="{3EBE4935-0AA5-7D46-87F5-3833BB1987ED}" dt="2025-03-29T16:43:48.894" v="478" actId="20577"/>
        <pc:sldMkLst>
          <pc:docMk/>
          <pc:sldMk cId="1623123200" sldId="9846"/>
        </pc:sldMkLst>
      </pc:sldChg>
      <pc:sldChg chg="modSp add ord">
        <pc:chgData name="Lý Thanh Ngô" userId="d1fb4545a5d636d2" providerId="LiveId" clId="{3EBE4935-0AA5-7D46-87F5-3833BB1987ED}" dt="2025-03-28T23:15:48.217" v="290" actId="20577"/>
        <pc:sldMkLst>
          <pc:docMk/>
          <pc:sldMk cId="2722460507" sldId="9864"/>
        </pc:sldMkLst>
        <pc:spChg chg="mod">
          <ac:chgData name="Lý Thanh Ngô" userId="d1fb4545a5d636d2" providerId="LiveId" clId="{3EBE4935-0AA5-7D46-87F5-3833BB1987ED}" dt="2025-03-28T23:15:48.217" v="29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3EBE4935-0AA5-7D46-87F5-3833BB1987ED}" dt="2025-03-28T23:13:58.894" v="241" actId="20577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Windows Live" clId="Web-{D102BF66-124C-43F9-B354-0B520A23B620}"/>
    <pc:docChg chg="addSld delSld modSld sldOrd">
      <pc:chgData name="Lý Thanh Ngô" userId="d1fb4545a5d636d2" providerId="Windows Live" clId="Web-{D102BF66-124C-43F9-B354-0B520A23B620}" dt="2025-04-20T23:27:04.567" v="212" actId="20577"/>
      <pc:docMkLst>
        <pc:docMk/>
      </pc:docMkLst>
      <pc:sldChg chg="addSp modSp">
        <pc:chgData name="Lý Thanh Ngô" userId="d1fb4545a5d636d2" providerId="Windows Live" clId="Web-{D102BF66-124C-43F9-B354-0B520A23B620}" dt="2025-04-20T23:22:24.635" v="139" actId="20577"/>
        <pc:sldMkLst>
          <pc:docMk/>
          <pc:sldMk cId="3709593179" sldId="992"/>
        </pc:sldMkLst>
        <pc:spChg chg="add mod">
          <ac:chgData name="Lý Thanh Ngô" userId="d1fb4545a5d636d2" providerId="Windows Live" clId="Web-{D102BF66-124C-43F9-B354-0B520A23B620}" dt="2025-04-20T23:20:48.147" v="110" actId="20577"/>
          <ac:spMkLst>
            <pc:docMk/>
            <pc:sldMk cId="3709593179" sldId="992"/>
            <ac:spMk id="2" creationId="{C57F27C5-F0BD-6C31-DD7A-EE663B2AC4BF}"/>
          </ac:spMkLst>
        </pc:spChg>
        <pc:spChg chg="mod">
          <ac:chgData name="Lý Thanh Ngô" userId="d1fb4545a5d636d2" providerId="Windows Live" clId="Web-{D102BF66-124C-43F9-B354-0B520A23B620}" dt="2025-04-20T23:22:24.635" v="139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5:54.737" v="194" actId="20577"/>
        <pc:sldMkLst>
          <pc:docMk/>
          <pc:sldMk cId="926735322" sldId="1000"/>
        </pc:sldMkLst>
        <pc:spChg chg="mod">
          <ac:chgData name="Lý Thanh Ngô" userId="d1fb4545a5d636d2" providerId="Windows Live" clId="Web-{D102BF66-124C-43F9-B354-0B520A23B620}" dt="2025-04-20T23:25:54.737" v="194" actId="20577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6:13.050" v="200" actId="20577"/>
        <pc:sldMkLst>
          <pc:docMk/>
          <pc:sldMk cId="2279159345" sldId="1001"/>
        </pc:sldMkLst>
        <pc:spChg chg="mod">
          <ac:chgData name="Lý Thanh Ngô" userId="d1fb4545a5d636d2" providerId="Windows Live" clId="Web-{D102BF66-124C-43F9-B354-0B520A23B620}" dt="2025-04-20T23:26:13.050" v="200" actId="20577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2:53.589" v="146" actId="20577"/>
        <pc:sldMkLst>
          <pc:docMk/>
          <pc:sldMk cId="164018825" sldId="9868"/>
        </pc:sldMkLst>
        <pc:spChg chg="mod">
          <ac:chgData name="Lý Thanh Ngô" userId="d1fb4545a5d636d2" providerId="Windows Live" clId="Web-{D102BF66-124C-43F9-B354-0B520A23B620}" dt="2025-04-20T23:22:53.589" v="146" actId="20577"/>
          <ac:spMkLst>
            <pc:docMk/>
            <pc:sldMk cId="164018825" sldId="9868"/>
            <ac:spMk id="46082" creationId="{C11C8183-3786-BCD8-8D04-15856141B202}"/>
          </ac:spMkLst>
        </pc:spChg>
      </pc:sldChg>
      <pc:sldChg chg="del">
        <pc:chgData name="Lý Thanh Ngô" userId="d1fb4545a5d636d2" providerId="Windows Live" clId="Web-{D102BF66-124C-43F9-B354-0B520A23B620}" dt="2025-04-20T23:24:06.014" v="176"/>
        <pc:sldMkLst>
          <pc:docMk/>
          <pc:sldMk cId="2013522262" sldId="9869"/>
        </pc:sldMkLst>
      </pc:sldChg>
      <pc:sldChg chg="del">
        <pc:chgData name="Lý Thanh Ngô" userId="d1fb4545a5d636d2" providerId="Windows Live" clId="Web-{D102BF66-124C-43F9-B354-0B520A23B620}" dt="2025-04-20T23:24:06.014" v="175"/>
        <pc:sldMkLst>
          <pc:docMk/>
          <pc:sldMk cId="3673572297" sldId="9870"/>
        </pc:sldMkLst>
      </pc:sldChg>
      <pc:sldChg chg="del">
        <pc:chgData name="Lý Thanh Ngô" userId="d1fb4545a5d636d2" providerId="Windows Live" clId="Web-{D102BF66-124C-43F9-B354-0B520A23B620}" dt="2025-04-20T23:24:09.951" v="180"/>
        <pc:sldMkLst>
          <pc:docMk/>
          <pc:sldMk cId="908324352" sldId="9871"/>
        </pc:sldMkLst>
      </pc:sldChg>
      <pc:sldChg chg="del">
        <pc:chgData name="Lý Thanh Ngô" userId="d1fb4545a5d636d2" providerId="Windows Live" clId="Web-{D102BF66-124C-43F9-B354-0B520A23B620}" dt="2025-04-20T23:24:09.951" v="179"/>
        <pc:sldMkLst>
          <pc:docMk/>
          <pc:sldMk cId="2985367123" sldId="9872"/>
        </pc:sldMkLst>
      </pc:sldChg>
      <pc:sldChg chg="del">
        <pc:chgData name="Lý Thanh Ngô" userId="d1fb4545a5d636d2" providerId="Windows Live" clId="Web-{D102BF66-124C-43F9-B354-0B520A23B620}" dt="2025-04-20T23:24:09.951" v="178"/>
        <pc:sldMkLst>
          <pc:docMk/>
          <pc:sldMk cId="3195392803" sldId="9873"/>
        </pc:sldMkLst>
      </pc:sldChg>
      <pc:sldChg chg="del">
        <pc:chgData name="Lý Thanh Ngô" userId="d1fb4545a5d636d2" providerId="Windows Live" clId="Web-{D102BF66-124C-43F9-B354-0B520A23B620}" dt="2025-04-20T23:24:09.951" v="177"/>
        <pc:sldMkLst>
          <pc:docMk/>
          <pc:sldMk cId="2946253812" sldId="9874"/>
        </pc:sldMkLst>
      </pc:sldChg>
      <pc:sldChg chg="modSp">
        <pc:chgData name="Lý Thanh Ngô" userId="d1fb4545a5d636d2" providerId="Windows Live" clId="Web-{D102BF66-124C-43F9-B354-0B520A23B620}" dt="2025-04-20T23:26:28.972" v="204" actId="20577"/>
        <pc:sldMkLst>
          <pc:docMk/>
          <pc:sldMk cId="746019610" sldId="9876"/>
        </pc:sldMkLst>
        <pc:spChg chg="mod">
          <ac:chgData name="Lý Thanh Ngô" userId="d1fb4545a5d636d2" providerId="Windows Live" clId="Web-{D102BF66-124C-43F9-B354-0B520A23B620}" dt="2025-04-20T23:26:28.972" v="204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">
        <pc:chgData name="Lý Thanh Ngô" userId="d1fb4545a5d636d2" providerId="Windows Live" clId="Web-{D102BF66-124C-43F9-B354-0B520A23B620}" dt="2025-04-20T23:26:54.676" v="208" actId="20577"/>
        <pc:sldMkLst>
          <pc:docMk/>
          <pc:sldMk cId="2746057718" sldId="9877"/>
        </pc:sldMkLst>
        <pc:spChg chg="mod">
          <ac:chgData name="Lý Thanh Ngô" userId="d1fb4545a5d636d2" providerId="Windows Live" clId="Web-{D102BF66-124C-43F9-B354-0B520A23B620}" dt="2025-04-20T23:26:54.676" v="208" actId="20577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">
        <pc:chgData name="Lý Thanh Ngô" userId="d1fb4545a5d636d2" providerId="Windows Live" clId="Web-{D102BF66-124C-43F9-B354-0B520A23B620}" dt="2025-04-20T23:27:04.567" v="212" actId="20577"/>
        <pc:sldMkLst>
          <pc:docMk/>
          <pc:sldMk cId="1631203887" sldId="9878"/>
        </pc:sldMkLst>
        <pc:spChg chg="mod">
          <ac:chgData name="Lý Thanh Ngô" userId="d1fb4545a5d636d2" providerId="Windows Live" clId="Web-{D102BF66-124C-43F9-B354-0B520A23B620}" dt="2025-04-20T23:27:04.567" v="212" actId="20577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 setBg">
        <pc:chgData name="Lý Thanh Ngô" userId="d1fb4545a5d636d2" providerId="Windows Live" clId="Web-{D102BF66-124C-43F9-B354-0B520A23B620}" dt="2025-04-20T23:12:54.036" v="45" actId="1076"/>
        <pc:sldMkLst>
          <pc:docMk/>
          <pc:sldMk cId="3725756604" sldId="10092"/>
        </pc:sldMkLst>
        <pc:spChg chg="mod">
          <ac:chgData name="Lý Thanh Ngô" userId="d1fb4545a5d636d2" providerId="Windows Live" clId="Web-{D102BF66-124C-43F9-B354-0B520A23B620}" dt="2025-04-20T23:12:54.036" v="45" actId="1076"/>
          <ac:spMkLst>
            <pc:docMk/>
            <pc:sldMk cId="3725756604" sldId="10092"/>
            <ac:spMk id="2" creationId="{0F6A5CE5-B4D8-BCF6-5EFF-F208569F478C}"/>
          </ac:spMkLst>
        </pc:spChg>
        <pc:spChg chg="mod">
          <ac:chgData name="Lý Thanh Ngô" userId="d1fb4545a5d636d2" providerId="Windows Live" clId="Web-{D102BF66-124C-43F9-B354-0B520A23B620}" dt="2025-04-20T23:07:09.066" v="17" actId="1076"/>
          <ac:spMkLst>
            <pc:docMk/>
            <pc:sldMk cId="3725756604" sldId="10092"/>
            <ac:spMk id="13" creationId="{C79F8ACD-B8D8-2529-26AB-4599224970D9}"/>
          </ac:spMkLst>
        </pc:spChg>
        <pc:spChg chg="mod">
          <ac:chgData name="Lý Thanh Ngô" userId="d1fb4545a5d636d2" providerId="Windows Live" clId="Web-{D102BF66-124C-43F9-B354-0B520A23B620}" dt="2025-04-20T23:12:49.989" v="44" actId="20577"/>
          <ac:spMkLst>
            <pc:docMk/>
            <pc:sldMk cId="3725756604" sldId="10092"/>
            <ac:spMk id="14" creationId="{DE350219-EF26-FDCA-6A74-0CFB9B7CEA3D}"/>
          </ac:spMkLst>
        </pc:spChg>
      </pc:sldChg>
      <pc:sldChg chg="del">
        <pc:chgData name="Lý Thanh Ngô" userId="d1fb4545a5d636d2" providerId="Windows Live" clId="Web-{D102BF66-124C-43F9-B354-0B520A23B620}" dt="2025-04-20T23:08:01.958" v="21"/>
        <pc:sldMkLst>
          <pc:docMk/>
          <pc:sldMk cId="1904792399" sldId="10273"/>
        </pc:sldMkLst>
      </pc:sldChg>
      <pc:sldChg chg="del">
        <pc:chgData name="Lý Thanh Ngô" userId="d1fb4545a5d636d2" providerId="Windows Live" clId="Web-{D102BF66-124C-43F9-B354-0B520A23B620}" dt="2025-04-20T23:08:13.818" v="24"/>
        <pc:sldMkLst>
          <pc:docMk/>
          <pc:sldMk cId="2298115398" sldId="10276"/>
        </pc:sldMkLst>
      </pc:sldChg>
      <pc:sldChg chg="del">
        <pc:chgData name="Lý Thanh Ngô" userId="d1fb4545a5d636d2" providerId="Windows Live" clId="Web-{D102BF66-124C-43F9-B354-0B520A23B620}" dt="2025-04-20T23:08:39.679" v="33"/>
        <pc:sldMkLst>
          <pc:docMk/>
          <pc:sldMk cId="1565759562" sldId="10277"/>
        </pc:sldMkLst>
      </pc:sldChg>
      <pc:sldChg chg="del">
        <pc:chgData name="Lý Thanh Ngô" userId="d1fb4545a5d636d2" providerId="Windows Live" clId="Web-{D102BF66-124C-43F9-B354-0B520A23B620}" dt="2025-04-20T23:08:47.741" v="36"/>
        <pc:sldMkLst>
          <pc:docMk/>
          <pc:sldMk cId="2059986902" sldId="10278"/>
        </pc:sldMkLst>
      </pc:sldChg>
      <pc:sldChg chg="del">
        <pc:chgData name="Lý Thanh Ngô" userId="d1fb4545a5d636d2" providerId="Windows Live" clId="Web-{D102BF66-124C-43F9-B354-0B520A23B620}" dt="2025-04-20T23:08:29.053" v="30"/>
        <pc:sldMkLst>
          <pc:docMk/>
          <pc:sldMk cId="3038942686" sldId="10279"/>
        </pc:sldMkLst>
      </pc:sldChg>
      <pc:sldChg chg="del">
        <pc:chgData name="Lý Thanh Ngô" userId="d1fb4545a5d636d2" providerId="Windows Live" clId="Web-{D102BF66-124C-43F9-B354-0B520A23B620}" dt="2025-04-20T23:08:22.490" v="27"/>
        <pc:sldMkLst>
          <pc:docMk/>
          <pc:sldMk cId="3743221985" sldId="10314"/>
        </pc:sldMkLst>
      </pc:sldChg>
      <pc:sldChg chg="add mod ord replId setBg">
        <pc:chgData name="Lý Thanh Ngô" userId="d1fb4545a5d636d2" providerId="Windows Live" clId="Web-{D102BF66-124C-43F9-B354-0B520A23B620}" dt="2025-04-20T23:11:19.434" v="38"/>
        <pc:sldMkLst>
          <pc:docMk/>
          <pc:sldMk cId="1297061217" sldId="10339"/>
        </pc:sldMkLst>
      </pc:sldChg>
      <pc:sldChg chg="add del mod ord replId setBg">
        <pc:chgData name="Lý Thanh Ngô" userId="d1fb4545a5d636d2" providerId="Windows Live" clId="Web-{D102BF66-124C-43F9-B354-0B520A23B620}" dt="2025-04-20T23:14:01.820" v="80"/>
        <pc:sldMkLst>
          <pc:docMk/>
          <pc:sldMk cId="1429353144" sldId="10340"/>
        </pc:sldMkLst>
      </pc:sldChg>
      <pc:sldChg chg="add del mod ord replId setBg">
        <pc:chgData name="Lý Thanh Ngô" userId="d1fb4545a5d636d2" providerId="Windows Live" clId="Web-{D102BF66-124C-43F9-B354-0B520A23B620}" dt="2025-04-20T23:14:12.274" v="83"/>
        <pc:sldMkLst>
          <pc:docMk/>
          <pc:sldMk cId="2038434055" sldId="10341"/>
        </pc:sldMkLst>
      </pc:sldChg>
      <pc:sldChg chg="add del mod ord replId setBg">
        <pc:chgData name="Lý Thanh Ngô" userId="d1fb4545a5d636d2" providerId="Windows Live" clId="Web-{D102BF66-124C-43F9-B354-0B520A23B620}" dt="2025-04-20T23:14:20.586" v="86"/>
        <pc:sldMkLst>
          <pc:docMk/>
          <pc:sldMk cId="4275852868" sldId="10342"/>
        </pc:sldMkLst>
      </pc:sldChg>
      <pc:sldChg chg="add del mod ord replId setBg">
        <pc:chgData name="Lý Thanh Ngô" userId="d1fb4545a5d636d2" providerId="Windows Live" clId="Web-{D102BF66-124C-43F9-B354-0B520A23B620}" dt="2025-04-20T23:14:30.665" v="89"/>
        <pc:sldMkLst>
          <pc:docMk/>
          <pc:sldMk cId="379401526" sldId="10343"/>
        </pc:sldMkLst>
      </pc:sldChg>
      <pc:sldChg chg="add del mod ord replId setBg">
        <pc:chgData name="Lý Thanh Ngô" userId="d1fb4545a5d636d2" providerId="Windows Live" clId="Web-{D102BF66-124C-43F9-B354-0B520A23B620}" dt="2025-04-20T23:14:47.556" v="92"/>
        <pc:sldMkLst>
          <pc:docMk/>
          <pc:sldMk cId="14268833" sldId="10344"/>
        </pc:sldMkLst>
      </pc:sldChg>
      <pc:sldChg chg="add del replId">
        <pc:chgData name="Lý Thanh Ngô" userId="d1fb4545a5d636d2" providerId="Windows Live" clId="Web-{D102BF66-124C-43F9-B354-0B520A23B620}" dt="2025-04-20T23:13:42.507" v="72"/>
        <pc:sldMkLst>
          <pc:docMk/>
          <pc:sldMk cId="2906770932" sldId="10345"/>
        </pc:sldMkLst>
      </pc:sldChg>
      <pc:sldChg chg="add del replId">
        <pc:chgData name="Lý Thanh Ngô" userId="d1fb4545a5d636d2" providerId="Windows Live" clId="Web-{D102BF66-124C-43F9-B354-0B520A23B620}" dt="2025-04-20T23:13:42.772" v="73"/>
        <pc:sldMkLst>
          <pc:docMk/>
          <pc:sldMk cId="1980861627" sldId="10346"/>
        </pc:sldMkLst>
      </pc:sldChg>
      <pc:sldChg chg="add del replId">
        <pc:chgData name="Lý Thanh Ngô" userId="d1fb4545a5d636d2" providerId="Windows Live" clId="Web-{D102BF66-124C-43F9-B354-0B520A23B620}" dt="2025-04-20T23:13:43.038" v="74"/>
        <pc:sldMkLst>
          <pc:docMk/>
          <pc:sldMk cId="3892877944" sldId="10347"/>
        </pc:sldMkLst>
      </pc:sldChg>
      <pc:sldChg chg="add">
        <pc:chgData name="Lý Thanh Ngô" userId="d1fb4545a5d636d2" providerId="Windows Live" clId="Web-{D102BF66-124C-43F9-B354-0B520A23B620}" dt="2025-04-20T23:13:48.429" v="75"/>
        <pc:sldMkLst>
          <pc:docMk/>
          <pc:sldMk cId="1650330413" sldId="10348"/>
        </pc:sldMkLst>
      </pc:sldChg>
      <pc:sldChg chg="add ord replId">
        <pc:chgData name="Lý Thanh Ngô" userId="d1fb4545a5d636d2" providerId="Windows Live" clId="Web-{D102BF66-124C-43F9-B354-0B520A23B620}" dt="2025-04-20T23:14:08.805" v="82"/>
        <pc:sldMkLst>
          <pc:docMk/>
          <pc:sldMk cId="34406757" sldId="10349"/>
        </pc:sldMkLst>
      </pc:sldChg>
      <pc:sldChg chg="add del">
        <pc:chgData name="Lý Thanh Ngô" userId="d1fb4545a5d636d2" providerId="Windows Live" clId="Web-{D102BF66-124C-43F9-B354-0B520A23B620}" dt="2025-04-20T23:13:59.523" v="79"/>
        <pc:sldMkLst>
          <pc:docMk/>
          <pc:sldMk cId="515834520" sldId="10349"/>
        </pc:sldMkLst>
      </pc:sldChg>
      <pc:sldChg chg="add ord replId">
        <pc:chgData name="Lý Thanh Ngô" userId="d1fb4545a5d636d2" providerId="Windows Live" clId="Web-{D102BF66-124C-43F9-B354-0B520A23B620}" dt="2025-04-20T23:14:18.618" v="85"/>
        <pc:sldMkLst>
          <pc:docMk/>
          <pc:sldMk cId="1297571981" sldId="10350"/>
        </pc:sldMkLst>
      </pc:sldChg>
      <pc:sldChg chg="add del">
        <pc:chgData name="Lý Thanh Ngô" userId="d1fb4545a5d636d2" providerId="Windows Live" clId="Web-{D102BF66-124C-43F9-B354-0B520A23B620}" dt="2025-04-20T23:13:59.523" v="78"/>
        <pc:sldMkLst>
          <pc:docMk/>
          <pc:sldMk cId="3428822464" sldId="10350"/>
        </pc:sldMkLst>
      </pc:sldChg>
      <pc:sldChg chg="add ord replId">
        <pc:chgData name="Lý Thanh Ngô" userId="d1fb4545a5d636d2" providerId="Windows Live" clId="Web-{D102BF66-124C-43F9-B354-0B520A23B620}" dt="2025-04-20T23:14:28.571" v="88"/>
        <pc:sldMkLst>
          <pc:docMk/>
          <pc:sldMk cId="3854325399" sldId="10351"/>
        </pc:sldMkLst>
      </pc:sldChg>
      <pc:sldChg chg="add ord replId">
        <pc:chgData name="Lý Thanh Ngô" userId="d1fb4545a5d636d2" providerId="Windows Live" clId="Web-{D102BF66-124C-43F9-B354-0B520A23B620}" dt="2025-04-20T23:14:44.650" v="91"/>
        <pc:sldMkLst>
          <pc:docMk/>
          <pc:sldMk cId="1644976485" sldId="10352"/>
        </pc:sldMkLst>
      </pc:sldChg>
      <pc:sldChg chg="modSp add replId">
        <pc:chgData name="Lý Thanh Ngô" userId="d1fb4545a5d636d2" providerId="Windows Live" clId="Web-{D102BF66-124C-43F9-B354-0B520A23B620}" dt="2025-04-20T23:23:21.262" v="162" actId="20577"/>
        <pc:sldMkLst>
          <pc:docMk/>
          <pc:sldMk cId="3178957577" sldId="10353"/>
        </pc:sldMkLst>
        <pc:spChg chg="mod">
          <ac:chgData name="Lý Thanh Ngô" userId="d1fb4545a5d636d2" providerId="Windows Live" clId="Web-{D102BF66-124C-43F9-B354-0B520A23B620}" dt="2025-04-20T23:23:21.262" v="162" actId="20577"/>
          <ac:spMkLst>
            <pc:docMk/>
            <pc:sldMk cId="3178957577" sldId="10353"/>
            <ac:spMk id="46082" creationId="{85C17735-7BAA-CD89-B52A-1F4BFF494069}"/>
          </ac:spMkLst>
        </pc:spChg>
      </pc:sldChg>
      <pc:sldChg chg="modSp add replId">
        <pc:chgData name="Lý Thanh Ngô" userId="d1fb4545a5d636d2" providerId="Windows Live" clId="Web-{D102BF66-124C-43F9-B354-0B520A23B620}" dt="2025-04-20T23:23:44.747" v="169" actId="20577"/>
        <pc:sldMkLst>
          <pc:docMk/>
          <pc:sldMk cId="2521317777" sldId="10354"/>
        </pc:sldMkLst>
        <pc:spChg chg="mod">
          <ac:chgData name="Lý Thanh Ngô" userId="d1fb4545a5d636d2" providerId="Windows Live" clId="Web-{D102BF66-124C-43F9-B354-0B520A23B620}" dt="2025-04-20T23:23:44.747" v="169" actId="20577"/>
          <ac:spMkLst>
            <pc:docMk/>
            <pc:sldMk cId="2521317777" sldId="10354"/>
            <ac:spMk id="46082" creationId="{C3A5766B-4D44-0F7E-1A28-3CDA078B45CA}"/>
          </ac:spMkLst>
        </pc:spChg>
      </pc:sldChg>
      <pc:sldChg chg="modSp add ord replId">
        <pc:chgData name="Lý Thanh Ngô" userId="d1fb4545a5d636d2" providerId="Windows Live" clId="Web-{D102BF66-124C-43F9-B354-0B520A23B620}" dt="2025-04-20T23:24:00.092" v="174" actId="20577"/>
        <pc:sldMkLst>
          <pc:docMk/>
          <pc:sldMk cId="70965490" sldId="10355"/>
        </pc:sldMkLst>
        <pc:spChg chg="mod">
          <ac:chgData name="Lý Thanh Ngô" userId="d1fb4545a5d636d2" providerId="Windows Live" clId="Web-{D102BF66-124C-43F9-B354-0B520A23B620}" dt="2025-04-20T23:24:00.092" v="174" actId="20577"/>
          <ac:spMkLst>
            <pc:docMk/>
            <pc:sldMk cId="70965490" sldId="10355"/>
            <ac:spMk id="46082" creationId="{CE50AFAC-2F18-11DB-748C-1801D7FA0169}"/>
          </ac:spMkLst>
        </pc:spChg>
      </pc:sldChg>
      <pc:sldChg chg="modSp add ord replId">
        <pc:chgData name="Lý Thanh Ngô" userId="d1fb4545a5d636d2" providerId="Windows Live" clId="Web-{D102BF66-124C-43F9-B354-0B520A23B620}" dt="2025-04-20T23:25:36.517" v="189" actId="20577"/>
        <pc:sldMkLst>
          <pc:docMk/>
          <pc:sldMk cId="1907014761" sldId="10356"/>
        </pc:sldMkLst>
        <pc:spChg chg="mod">
          <ac:chgData name="Lý Thanh Ngô" userId="d1fb4545a5d636d2" providerId="Windows Live" clId="Web-{D102BF66-124C-43F9-B354-0B520A23B620}" dt="2025-04-20T23:25:36.517" v="189" actId="20577"/>
          <ac:spMkLst>
            <pc:docMk/>
            <pc:sldMk cId="1907014761" sldId="10356"/>
            <ac:spMk id="46082" creationId="{3C7A8091-E4E8-CEF6-4BE6-C20A9169193C}"/>
          </ac:spMkLst>
        </pc:spChg>
      </pc:sldChg>
    </pc:docChg>
  </pc:docChgLst>
  <pc:docChgLst>
    <pc:chgData name="Lý Thanh Ngô" userId="d1fb4545a5d636d2" providerId="Windows Live" clId="Web-{67FDAF1C-37A2-4320-8278-2F03C36EE5D4}"/>
    <pc:docChg chg="modSld">
      <pc:chgData name="Lý Thanh Ngô" userId="d1fb4545a5d636d2" providerId="Windows Live" clId="Web-{67FDAF1C-37A2-4320-8278-2F03C36EE5D4}" dt="2025-04-19T06:36:49.909" v="0" actId="14100"/>
      <pc:docMkLst>
        <pc:docMk/>
      </pc:docMkLst>
      <pc:sldChg chg="modSp">
        <pc:chgData name="Lý Thanh Ngô" userId="d1fb4545a5d636d2" providerId="Windows Live" clId="Web-{67FDAF1C-37A2-4320-8278-2F03C36EE5D4}" dt="2025-04-19T06:36:49.909" v="0" actId="14100"/>
        <pc:sldMkLst>
          <pc:docMk/>
          <pc:sldMk cId="2157675428" sldId="10252"/>
        </pc:sldMkLst>
        <pc:spChg chg="mod">
          <ac:chgData name="Lý Thanh Ngô" userId="d1fb4545a5d636d2" providerId="Windows Live" clId="Web-{67FDAF1C-37A2-4320-8278-2F03C36EE5D4}" dt="2025-04-19T06:36:49.909" v="0" actId="14100"/>
          <ac:spMkLst>
            <pc:docMk/>
            <pc:sldMk cId="2157675428" sldId="10252"/>
            <ac:spMk id="2" creationId="{7245C7E0-AD08-9DB0-D243-A28F8F7A3746}"/>
          </ac:spMkLst>
        </pc:spChg>
      </pc:sldChg>
    </pc:docChg>
  </pc:docChgLst>
  <pc:docChgLst>
    <pc:chgData name="Người dùng Khách" providerId="Windows Live" clId="Web-{1B100269-CCA5-42B0-A349-0021EC7AED96}"/>
    <pc:docChg chg="addSld delSld modSld">
      <pc:chgData name="Người dùng Khách" userId="" providerId="Windows Live" clId="Web-{1B100269-CCA5-42B0-A349-0021EC7AED96}" dt="2025-03-29T17:05:52.474" v="107"/>
      <pc:docMkLst>
        <pc:docMk/>
      </pc:docMkLst>
      <pc:sldChg chg="modTransition">
        <pc:chgData name="Người dùng Khách" userId="" providerId="Windows Live" clId="Web-{1B100269-CCA5-42B0-A349-0021EC7AED96}" dt="2025-03-29T17:05:49.302" v="106"/>
        <pc:sldMkLst>
          <pc:docMk/>
          <pc:sldMk cId="3297558619" sldId="9802"/>
        </pc:sldMkLst>
      </pc:sldChg>
      <pc:sldChg chg="modSp">
        <pc:chgData name="Người dùng Khách" userId="" providerId="Windows Live" clId="Web-{1B100269-CCA5-42B0-A349-0021EC7AED96}" dt="2025-03-29T17:03:17.563" v="101"/>
        <pc:sldMkLst>
          <pc:docMk/>
          <pc:sldMk cId="3407074290" sldId="9804"/>
        </pc:sldMkLst>
      </pc:sldChg>
      <pc:sldChg chg="modSp">
        <pc:chgData name="Người dùng Khách" userId="" providerId="Windows Live" clId="Web-{1B100269-CCA5-42B0-A349-0021EC7AED96}" dt="2025-03-29T16:56:35.910" v="59" actId="20577"/>
        <pc:sldMkLst>
          <pc:docMk/>
          <pc:sldMk cId="3731749232" sldId="9805"/>
        </pc:sldMkLst>
      </pc:sldChg>
      <pc:sldChg chg="modSp add del">
        <pc:chgData name="Người dùng Khách" userId="" providerId="Windows Live" clId="Web-{1B100269-CCA5-42B0-A349-0021EC7AED96}" dt="2025-03-29T17:01:56.827" v="94"/>
        <pc:sldMkLst>
          <pc:docMk/>
          <pc:sldMk cId="2605310120" sldId="9806"/>
        </pc:sldMkLst>
      </pc:sldChg>
      <pc:sldChg chg="del">
        <pc:chgData name="Người dùng Khách" userId="" providerId="Windows Live" clId="Web-{1B100269-CCA5-42B0-A349-0021EC7AED96}" dt="2025-03-29T17:02:02.608" v="95"/>
        <pc:sldMkLst>
          <pc:docMk/>
          <pc:sldMk cId="1065535235" sldId="9807"/>
        </pc:sldMkLst>
      </pc:sldChg>
      <pc:sldChg chg="modTransition">
        <pc:chgData name="Người dùng Khách" userId="" providerId="Windows Live" clId="Web-{1B100269-CCA5-42B0-A349-0021EC7AED96}" dt="2025-03-29T17:05:52.474" v="107"/>
        <pc:sldMkLst>
          <pc:docMk/>
          <pc:sldMk cId="1592849602" sldId="9813"/>
        </pc:sldMkLst>
      </pc:sldChg>
      <pc:sldChg chg="modSp">
        <pc:chgData name="Người dùng Khách" userId="" providerId="Windows Live" clId="Web-{1B100269-CCA5-42B0-A349-0021EC7AED96}" dt="2025-03-29T17:03:20.360" v="102"/>
        <pc:sldMkLst>
          <pc:docMk/>
          <pc:sldMk cId="2958806556" sldId="9827"/>
        </pc:sldMkLst>
        <pc:spChg chg="mod">
          <ac:chgData name="Người dùng Khách" userId="" providerId="Windows Live" clId="Web-{1B100269-CCA5-42B0-A349-0021EC7AED96}" dt="2025-03-29T17:03:20.360" v="102"/>
          <ac:spMkLst>
            <pc:docMk/>
            <pc:sldMk cId="2958806556" sldId="9827"/>
            <ac:spMk id="2" creationId="{D0DB7A7C-C6BF-BBBA-3631-B0614733E958}"/>
          </ac:spMkLst>
        </pc:spChg>
      </pc:sldChg>
      <pc:sldChg chg="modSp">
        <pc:chgData name="Người dùng Khách" userId="" providerId="Windows Live" clId="Web-{1B100269-CCA5-42B0-A349-0021EC7AED96}" dt="2025-03-29T16:45:46.704" v="6" actId="20577"/>
        <pc:sldMkLst>
          <pc:docMk/>
          <pc:sldMk cId="1623123200" sldId="9846"/>
        </pc:sldMkLst>
      </pc:sldChg>
      <pc:sldChg chg="modSp">
        <pc:chgData name="Người dùng Khách" userId="" providerId="Windows Live" clId="Web-{1B100269-CCA5-42B0-A349-0021EC7AED96}" dt="2025-03-29T17:04:03.440" v="105"/>
        <pc:sldMkLst>
          <pc:docMk/>
          <pc:sldMk cId="2722460507" sldId="9864"/>
        </pc:sldMkLst>
        <pc:spChg chg="mod">
          <ac:chgData name="Người dùng Khách" userId="" providerId="Windows Live" clId="Web-{1B100269-CCA5-42B0-A349-0021EC7AED96}" dt="2025-03-29T17:04:03.440" v="105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Người dùng Khách" userId="" providerId="Windows Live" clId="Web-{1B100269-CCA5-42B0-A349-0021EC7AED96}" dt="2025-03-29T17:03:51.049" v="104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LiveId" clId="{572A53DC-FA1E-40D6-9AFD-601B456BF9DD}"/>
    <pc:docChg chg="undo custSel addSld delSld modSld">
      <pc:chgData name="Lý Thanh Ngô" userId="d1fb4545a5d636d2" providerId="LiveId" clId="{572A53DC-FA1E-40D6-9AFD-601B456BF9DD}" dt="2025-04-13T02:16:12.493" v="104" actId="14100"/>
      <pc:docMkLst>
        <pc:docMk/>
      </pc:docMkLst>
      <pc:sldChg chg="modSp mod">
        <pc:chgData name="Lý Thanh Ngô" userId="d1fb4545a5d636d2" providerId="LiveId" clId="{572A53DC-FA1E-40D6-9AFD-601B456BF9DD}" dt="2025-04-13T02:15:53.319" v="103" actId="403"/>
        <pc:sldMkLst>
          <pc:docMk/>
          <pc:sldMk cId="591027290" sldId="257"/>
        </pc:sldMkLst>
        <pc:spChg chg="mod">
          <ac:chgData name="Lý Thanh Ngô" userId="d1fb4545a5d636d2" providerId="LiveId" clId="{572A53DC-FA1E-40D6-9AFD-601B456BF9DD}" dt="2025-04-13T02:15:53.319" v="103" actId="403"/>
          <ac:spMkLst>
            <pc:docMk/>
            <pc:sldMk cId="591027290" sldId="257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6:12.493" v="104" actId="14100"/>
        <pc:sldMkLst>
          <pc:docMk/>
          <pc:sldMk cId="2171119766" sldId="258"/>
        </pc:sldMkLst>
        <pc:spChg chg="mod">
          <ac:chgData name="Lý Thanh Ngô" userId="d1fb4545a5d636d2" providerId="LiveId" clId="{572A53DC-FA1E-40D6-9AFD-601B456BF9DD}" dt="2025-04-13T02:16:12.493" v="104" actId="14100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1:57.845" v="20" actId="20577"/>
        <pc:sldMkLst>
          <pc:docMk/>
          <pc:sldMk cId="3057438887" sldId="259"/>
        </pc:sldMkLst>
        <pc:spChg chg="mod">
          <ac:chgData name="Lý Thanh Ngô" userId="d1fb4545a5d636d2" providerId="LiveId" clId="{572A53DC-FA1E-40D6-9AFD-601B456BF9DD}" dt="2025-04-13T02:11:57.845" v="20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12.258" v="26" actId="20577"/>
        <pc:sldMkLst>
          <pc:docMk/>
          <pc:sldMk cId="532766581" sldId="260"/>
        </pc:sldMkLst>
        <pc:spChg chg="mod">
          <ac:chgData name="Lý Thanh Ngô" userId="d1fb4545a5d636d2" providerId="LiveId" clId="{572A53DC-FA1E-40D6-9AFD-601B456BF9DD}" dt="2025-04-13T02:12:12.258" v="26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28.041" v="33" actId="20577"/>
        <pc:sldMkLst>
          <pc:docMk/>
          <pc:sldMk cId="1487358291" sldId="261"/>
        </pc:sldMkLst>
        <pc:spChg chg="mod">
          <ac:chgData name="Lý Thanh Ngô" userId="d1fb4545a5d636d2" providerId="LiveId" clId="{572A53DC-FA1E-40D6-9AFD-601B456BF9DD}" dt="2025-04-13T02:12:28.041" v="33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01.536" v="47" actId="20577"/>
        <pc:sldMkLst>
          <pc:docMk/>
          <pc:sldMk cId="1140672165" sldId="263"/>
        </pc:sldMkLst>
        <pc:spChg chg="mod">
          <ac:chgData name="Lý Thanh Ngô" userId="d1fb4545a5d636d2" providerId="LiveId" clId="{572A53DC-FA1E-40D6-9AFD-601B456BF9DD}" dt="2025-04-13T02:13:01.536" v="47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11.801" v="50" actId="27636"/>
        <pc:sldMkLst>
          <pc:docMk/>
          <pc:sldMk cId="1434756872" sldId="265"/>
        </pc:sldMkLst>
        <pc:spChg chg="mod">
          <ac:chgData name="Lý Thanh Ngô" userId="d1fb4545a5d636d2" providerId="LiveId" clId="{572A53DC-FA1E-40D6-9AFD-601B456BF9DD}" dt="2025-04-13T02:13:11.801" v="50" actId="27636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25.104" v="53" actId="27636"/>
        <pc:sldMkLst>
          <pc:docMk/>
          <pc:sldMk cId="1191164645" sldId="266"/>
        </pc:sldMkLst>
        <pc:spChg chg="mod">
          <ac:chgData name="Lý Thanh Ngô" userId="d1fb4545a5d636d2" providerId="LiveId" clId="{572A53DC-FA1E-40D6-9AFD-601B456BF9DD}" dt="2025-04-13T02:13:25.104" v="53" actId="27636"/>
          <ac:spMkLst>
            <pc:docMk/>
            <pc:sldMk cId="1191164645" sldId="266"/>
            <ac:spMk id="7170" creationId="{00000000-0000-0000-0000-000000000000}"/>
          </ac:spMkLst>
        </pc:spChg>
      </pc:sldChg>
      <pc:sldChg chg="modSp add mod">
        <pc:chgData name="Lý Thanh Ngô" userId="d1fb4545a5d636d2" providerId="LiveId" clId="{572A53DC-FA1E-40D6-9AFD-601B456BF9DD}" dt="2025-04-13T02:14:13.720" v="74" actId="255"/>
        <pc:sldMkLst>
          <pc:docMk/>
          <pc:sldMk cId="3745318228" sldId="10025"/>
        </pc:sldMkLst>
        <pc:spChg chg="mod">
          <ac:chgData name="Lý Thanh Ngô" userId="d1fb4545a5d636d2" providerId="LiveId" clId="{572A53DC-FA1E-40D6-9AFD-601B456BF9DD}" dt="2025-04-13T02:14:13.720" v="74" actId="255"/>
          <ac:spMkLst>
            <pc:docMk/>
            <pc:sldMk cId="3745318228" sldId="10025"/>
            <ac:spMk id="7170" creationId="{B03D3875-C065-9232-5CCB-9E4598D6B32B}"/>
          </ac:spMkLst>
        </pc:spChg>
      </pc:sldChg>
      <pc:sldChg chg="add del">
        <pc:chgData name="Lý Thanh Ngô" userId="d1fb4545a5d636d2" providerId="LiveId" clId="{572A53DC-FA1E-40D6-9AFD-601B456BF9DD}" dt="2025-04-13T02:15:41.047" v="102" actId="47"/>
        <pc:sldMkLst>
          <pc:docMk/>
          <pc:sldMk cId="4186013731" sldId="10026"/>
        </pc:sldMkLst>
      </pc:sldChg>
      <pc:sldChg chg="modSp add mod">
        <pc:chgData name="Lý Thanh Ngô" userId="d1fb4545a5d636d2" providerId="LiveId" clId="{572A53DC-FA1E-40D6-9AFD-601B456BF9DD}" dt="2025-04-13T02:14:42.368" v="85" actId="20577"/>
        <pc:sldMkLst>
          <pc:docMk/>
          <pc:sldMk cId="2805427209" sldId="10027"/>
        </pc:sldMkLst>
        <pc:spChg chg="mod">
          <ac:chgData name="Lý Thanh Ngô" userId="d1fb4545a5d636d2" providerId="LiveId" clId="{572A53DC-FA1E-40D6-9AFD-601B456BF9DD}" dt="2025-04-13T02:14:42.368" v="85" actId="20577"/>
          <ac:spMkLst>
            <pc:docMk/>
            <pc:sldMk cId="2805427209" sldId="10027"/>
            <ac:spMk id="7170" creationId="{6C388B8F-92EB-F8BC-C719-6F704A7EB62E}"/>
          </ac:spMkLst>
        </pc:spChg>
      </pc:sldChg>
      <pc:sldChg chg="modSp add mod">
        <pc:chgData name="Lý Thanh Ngô" userId="d1fb4545a5d636d2" providerId="LiveId" clId="{572A53DC-FA1E-40D6-9AFD-601B456BF9DD}" dt="2025-04-13T02:14:55.407" v="87"/>
        <pc:sldMkLst>
          <pc:docMk/>
          <pc:sldMk cId="400344294" sldId="10028"/>
        </pc:sldMkLst>
        <pc:spChg chg="mod">
          <ac:chgData name="Lý Thanh Ngô" userId="d1fb4545a5d636d2" providerId="LiveId" clId="{572A53DC-FA1E-40D6-9AFD-601B456BF9DD}" dt="2025-04-13T02:14:55.407" v="87"/>
          <ac:spMkLst>
            <pc:docMk/>
            <pc:sldMk cId="400344294" sldId="10028"/>
            <ac:spMk id="7170" creationId="{74836C57-81A1-171A-0033-498FC909B48D}"/>
          </ac:spMkLst>
        </pc:spChg>
      </pc:sldChg>
      <pc:sldChg chg="modSp add mod">
        <pc:chgData name="Lý Thanh Ngô" userId="d1fb4545a5d636d2" providerId="LiveId" clId="{572A53DC-FA1E-40D6-9AFD-601B456BF9DD}" dt="2025-04-13T02:15:15.361" v="92" actId="20577"/>
        <pc:sldMkLst>
          <pc:docMk/>
          <pc:sldMk cId="2530891263" sldId="10029"/>
        </pc:sldMkLst>
        <pc:spChg chg="mod">
          <ac:chgData name="Lý Thanh Ngô" userId="d1fb4545a5d636d2" providerId="LiveId" clId="{572A53DC-FA1E-40D6-9AFD-601B456BF9DD}" dt="2025-04-13T02:15:15.361" v="92" actId="20577"/>
          <ac:spMkLst>
            <pc:docMk/>
            <pc:sldMk cId="2530891263" sldId="10029"/>
            <ac:spMk id="7170" creationId="{1725084F-0C50-CE5E-ED27-E9FD6D0F6769}"/>
          </ac:spMkLst>
        </pc:spChg>
      </pc:sldChg>
      <pc:sldChg chg="modSp add mod">
        <pc:chgData name="Lý Thanh Ngô" userId="d1fb4545a5d636d2" providerId="LiveId" clId="{572A53DC-FA1E-40D6-9AFD-601B456BF9DD}" dt="2025-04-13T02:15:39.547" v="101" actId="207"/>
        <pc:sldMkLst>
          <pc:docMk/>
          <pc:sldMk cId="4195677237" sldId="10030"/>
        </pc:sldMkLst>
        <pc:spChg chg="mod">
          <ac:chgData name="Lý Thanh Ngô" userId="d1fb4545a5d636d2" providerId="LiveId" clId="{572A53DC-FA1E-40D6-9AFD-601B456BF9DD}" dt="2025-04-13T02:15:39.547" v="101" actId="207"/>
          <ac:spMkLst>
            <pc:docMk/>
            <pc:sldMk cId="4195677237" sldId="10030"/>
            <ac:spMk id="7170" creationId="{1FA55E2C-9F42-E4AD-447A-B8389F4E6E51}"/>
          </ac:spMkLst>
        </pc:spChg>
      </pc:sldChg>
    </pc:docChg>
  </pc:docChgLst>
  <pc:docChgLst>
    <pc:chgData name="Lý Thanh Ngô" userId="d1fb4545a5d636d2" providerId="LiveId" clId="{ABD4904B-081A-47C6-B87B-1F2506E329D6}"/>
    <pc:docChg chg="undo redo custSel addSld delSld modSld sldOrd delMainMaster">
      <pc:chgData name="Lý Thanh Ngô" userId="d1fb4545a5d636d2" providerId="LiveId" clId="{ABD4904B-081A-47C6-B87B-1F2506E329D6}" dt="2025-03-30T06:10:53.274" v="2014" actId="123"/>
      <pc:docMkLst>
        <pc:docMk/>
      </pc:docMkLst>
      <pc:sldChg chg="modSp mod">
        <pc:chgData name="Lý Thanh Ngô" userId="d1fb4545a5d636d2" providerId="LiveId" clId="{ABD4904B-081A-47C6-B87B-1F2506E329D6}" dt="2025-03-30T04:54:23.912" v="1799" actId="122"/>
        <pc:sldMkLst>
          <pc:docMk/>
          <pc:sldMk cId="0" sldId="304"/>
        </pc:sldMkLst>
        <pc:spChg chg="mod">
          <ac:chgData name="Lý Thanh Ngô" userId="d1fb4545a5d636d2" providerId="LiveId" clId="{ABD4904B-081A-47C6-B87B-1F2506E329D6}" dt="2025-03-30T04:54:23.912" v="1799" actId="122"/>
          <ac:spMkLst>
            <pc:docMk/>
            <pc:sldMk cId="0" sldId="304"/>
            <ac:spMk id="46082" creationId="{E17C6E24-CB11-9ED3-E73D-25EE4CA00827}"/>
          </ac:spMkLst>
        </pc:spChg>
      </pc:sldChg>
      <pc:sldChg chg="modSp mod">
        <pc:chgData name="Lý Thanh Ngô" userId="d1fb4545a5d636d2" providerId="LiveId" clId="{ABD4904B-081A-47C6-B87B-1F2506E329D6}" dt="2025-03-30T04:52:57.906" v="1763" actId="123"/>
        <pc:sldMkLst>
          <pc:docMk/>
          <pc:sldMk cId="0" sldId="321"/>
        </pc:sldMkLst>
        <pc:spChg chg="mod">
          <ac:chgData name="Lý Thanh Ngô" userId="d1fb4545a5d636d2" providerId="LiveId" clId="{ABD4904B-081A-47C6-B87B-1F2506E329D6}" dt="2025-03-30T04:52:57.906" v="1763" actId="123"/>
          <ac:spMkLst>
            <pc:docMk/>
            <pc:sldMk cId="0" sldId="321"/>
            <ac:spMk id="66562" creationId="{D884BA29-1F76-D50D-3220-7C4834945777}"/>
          </ac:spMkLst>
        </pc:spChg>
      </pc:sldChg>
      <pc:sldChg chg="modSp mod">
        <pc:chgData name="Lý Thanh Ngô" userId="d1fb4545a5d636d2" providerId="LiveId" clId="{ABD4904B-081A-47C6-B87B-1F2506E329D6}" dt="2025-03-30T04:53:05.836" v="1765" actId="123"/>
        <pc:sldMkLst>
          <pc:docMk/>
          <pc:sldMk cId="0" sldId="322"/>
        </pc:sldMkLst>
        <pc:spChg chg="mod">
          <ac:chgData name="Lý Thanh Ngô" userId="d1fb4545a5d636d2" providerId="LiveId" clId="{ABD4904B-081A-47C6-B87B-1F2506E329D6}" dt="2025-03-30T04:53:05.836" v="1765" actId="123"/>
          <ac:spMkLst>
            <pc:docMk/>
            <pc:sldMk cId="0" sldId="322"/>
            <ac:spMk id="66562" creationId="{DB96D1C1-1479-6C6E-261C-24F0694D7BDD}"/>
          </ac:spMkLst>
        </pc:spChg>
      </pc:sldChg>
      <pc:sldChg chg="modSp mod">
        <pc:chgData name="Lý Thanh Ngô" userId="d1fb4545a5d636d2" providerId="LiveId" clId="{ABD4904B-081A-47C6-B87B-1F2506E329D6}" dt="2025-03-30T04:53:10.913" v="1766" actId="123"/>
        <pc:sldMkLst>
          <pc:docMk/>
          <pc:sldMk cId="0" sldId="323"/>
        </pc:sldMkLst>
        <pc:spChg chg="mod">
          <ac:chgData name="Lý Thanh Ngô" userId="d1fb4545a5d636d2" providerId="LiveId" clId="{ABD4904B-081A-47C6-B87B-1F2506E329D6}" dt="2025-03-30T04:53:10.913" v="1766" actId="123"/>
          <ac:spMkLst>
            <pc:docMk/>
            <pc:sldMk cId="0" sldId="323"/>
            <ac:spMk id="66562" creationId="{C3F13C7A-5304-48FF-CAD8-39A6B663E1B7}"/>
          </ac:spMkLst>
        </pc:spChg>
      </pc:sldChg>
      <pc:sldChg chg="modSp mod">
        <pc:chgData name="Lý Thanh Ngô" userId="d1fb4545a5d636d2" providerId="LiveId" clId="{ABD4904B-081A-47C6-B87B-1F2506E329D6}" dt="2025-03-30T04:53:17.920" v="1768" actId="123"/>
        <pc:sldMkLst>
          <pc:docMk/>
          <pc:sldMk cId="0" sldId="324"/>
        </pc:sldMkLst>
        <pc:spChg chg="mod">
          <ac:chgData name="Lý Thanh Ngô" userId="d1fb4545a5d636d2" providerId="LiveId" clId="{ABD4904B-081A-47C6-B87B-1F2506E329D6}" dt="2025-03-30T04:53:17.920" v="1768" actId="123"/>
          <ac:spMkLst>
            <pc:docMk/>
            <pc:sldMk cId="0" sldId="324"/>
            <ac:spMk id="66562" creationId="{030630BD-3423-7E1C-CA80-A2B4DAF1EA01}"/>
          </ac:spMkLst>
        </pc:spChg>
      </pc:sldChg>
      <pc:sldChg chg="modSp mod">
        <pc:chgData name="Lý Thanh Ngô" userId="d1fb4545a5d636d2" providerId="LiveId" clId="{ABD4904B-081A-47C6-B87B-1F2506E329D6}" dt="2025-03-30T05:03:04.716" v="1993" actId="404"/>
        <pc:sldMkLst>
          <pc:docMk/>
          <pc:sldMk cId="0" sldId="341"/>
        </pc:sldMkLst>
        <pc:spChg chg="mod">
          <ac:chgData name="Lý Thanh Ngô" userId="d1fb4545a5d636d2" providerId="LiveId" clId="{ABD4904B-081A-47C6-B87B-1F2506E329D6}" dt="2025-03-30T05:03:04.716" v="1993" actId="404"/>
          <ac:spMkLst>
            <pc:docMk/>
            <pc:sldMk cId="0" sldId="341"/>
            <ac:spMk id="66562" creationId="{A4D685C3-35A5-ED4F-2DCC-7FD5DCCE7257}"/>
          </ac:spMkLst>
        </pc:spChg>
      </pc:sldChg>
      <pc:sldChg chg="modSp mod">
        <pc:chgData name="Lý Thanh Ngô" userId="d1fb4545a5d636d2" providerId="LiveId" clId="{ABD4904B-081A-47C6-B87B-1F2506E329D6}" dt="2025-03-30T04:25:33.214" v="996" actId="20577"/>
        <pc:sldMkLst>
          <pc:docMk/>
          <pc:sldMk cId="0" sldId="342"/>
        </pc:sldMkLst>
        <pc:spChg chg="mod">
          <ac:chgData name="Lý Thanh Ngô" userId="d1fb4545a5d636d2" providerId="LiveId" clId="{ABD4904B-081A-47C6-B87B-1F2506E329D6}" dt="2025-03-30T04:25:33.214" v="996" actId="20577"/>
          <ac:spMkLst>
            <pc:docMk/>
            <pc:sldMk cId="0" sldId="342"/>
            <ac:spMk id="66562" creationId="{ACD56851-6628-4177-9AD5-458996848715}"/>
          </ac:spMkLst>
        </pc:spChg>
      </pc:sldChg>
      <pc:sldChg chg="modSp mod">
        <pc:chgData name="Lý Thanh Ngô" userId="d1fb4545a5d636d2" providerId="LiveId" clId="{ABD4904B-081A-47C6-B87B-1F2506E329D6}" dt="2025-03-30T04:30:22.957" v="1197" actId="20577"/>
        <pc:sldMkLst>
          <pc:docMk/>
          <pc:sldMk cId="0" sldId="343"/>
        </pc:sldMkLst>
        <pc:spChg chg="mod">
          <ac:chgData name="Lý Thanh Ngô" userId="d1fb4545a5d636d2" providerId="LiveId" clId="{ABD4904B-081A-47C6-B87B-1F2506E329D6}" dt="2025-03-30T04:30:22.957" v="1197" actId="20577"/>
          <ac:spMkLst>
            <pc:docMk/>
            <pc:sldMk cId="0" sldId="343"/>
            <ac:spMk id="66562" creationId="{9BFAB20C-8B8D-DA6D-B8B2-28F039EE254E}"/>
          </ac:spMkLst>
        </pc:spChg>
      </pc:sldChg>
      <pc:sldChg chg="modSp mod">
        <pc:chgData name="Lý Thanh Ngô" userId="d1fb4545a5d636d2" providerId="LiveId" clId="{ABD4904B-081A-47C6-B87B-1F2506E329D6}" dt="2025-03-30T04:32:47.457" v="1237" actId="255"/>
        <pc:sldMkLst>
          <pc:docMk/>
          <pc:sldMk cId="0" sldId="344"/>
        </pc:sldMkLst>
        <pc:spChg chg="mod">
          <ac:chgData name="Lý Thanh Ngô" userId="d1fb4545a5d636d2" providerId="LiveId" clId="{ABD4904B-081A-47C6-B87B-1F2506E329D6}" dt="2025-03-30T04:32:47.457" v="1237" actId="255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ABD4904B-081A-47C6-B87B-1F2506E329D6}" dt="2025-03-30T04:34:45.903" v="1259" actId="27636"/>
        <pc:sldMkLst>
          <pc:docMk/>
          <pc:sldMk cId="0" sldId="345"/>
        </pc:sldMkLst>
        <pc:spChg chg="mod">
          <ac:chgData name="Lý Thanh Ngô" userId="d1fb4545a5d636d2" providerId="LiveId" clId="{ABD4904B-081A-47C6-B87B-1F2506E329D6}" dt="2025-03-30T04:34:45.903" v="1259" actId="27636"/>
          <ac:spMkLst>
            <pc:docMk/>
            <pc:sldMk cId="0" sldId="345"/>
            <ac:spMk id="66562" creationId="{AB065F11-4BDC-5D36-3AC6-A4C4BFF5DBC3}"/>
          </ac:spMkLst>
        </pc:spChg>
      </pc:sldChg>
      <pc:sldChg chg="modSp mod">
        <pc:chgData name="Lý Thanh Ngô" userId="d1fb4545a5d636d2" providerId="LiveId" clId="{ABD4904B-081A-47C6-B87B-1F2506E329D6}" dt="2025-03-30T04:35:53.052" v="1281" actId="6549"/>
        <pc:sldMkLst>
          <pc:docMk/>
          <pc:sldMk cId="0" sldId="346"/>
        </pc:sldMkLst>
        <pc:spChg chg="mod">
          <ac:chgData name="Lý Thanh Ngô" userId="d1fb4545a5d636d2" providerId="LiveId" clId="{ABD4904B-081A-47C6-B87B-1F2506E329D6}" dt="2025-03-30T04:35:53.052" v="1281" actId="6549"/>
          <ac:spMkLst>
            <pc:docMk/>
            <pc:sldMk cId="0" sldId="346"/>
            <ac:spMk id="66562" creationId="{C4A6B55D-2891-6BDC-DED5-E5F0D700E625}"/>
          </ac:spMkLst>
        </pc:spChg>
      </pc:sldChg>
      <pc:sldChg chg="modSp mod">
        <pc:chgData name="Lý Thanh Ngô" userId="d1fb4545a5d636d2" providerId="LiveId" clId="{ABD4904B-081A-47C6-B87B-1F2506E329D6}" dt="2025-03-30T04:36:57.323" v="1302" actId="403"/>
        <pc:sldMkLst>
          <pc:docMk/>
          <pc:sldMk cId="0" sldId="347"/>
        </pc:sldMkLst>
        <pc:spChg chg="mod">
          <ac:chgData name="Lý Thanh Ngô" userId="d1fb4545a5d636d2" providerId="LiveId" clId="{ABD4904B-081A-47C6-B87B-1F2506E329D6}" dt="2025-03-30T04:36:57.323" v="1302" actId="403"/>
          <ac:spMkLst>
            <pc:docMk/>
            <pc:sldMk cId="0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ABD4904B-081A-47C6-B87B-1F2506E329D6}" dt="2025-03-30T04:38:51.572" v="1358" actId="27636"/>
        <pc:sldMkLst>
          <pc:docMk/>
          <pc:sldMk cId="0" sldId="348"/>
        </pc:sldMkLst>
        <pc:spChg chg="mod">
          <ac:chgData name="Lý Thanh Ngô" userId="d1fb4545a5d636d2" providerId="LiveId" clId="{ABD4904B-081A-47C6-B87B-1F2506E329D6}" dt="2025-03-30T04:38:51.572" v="1358" actId="27636"/>
          <ac:spMkLst>
            <pc:docMk/>
            <pc:sldMk cId="0" sldId="348"/>
            <ac:spMk id="66562" creationId="{33CC4CD7-1B60-C439-112A-F5719E6F93AB}"/>
          </ac:spMkLst>
        </pc:spChg>
      </pc:sldChg>
      <pc:sldChg chg="modSp mod">
        <pc:chgData name="Lý Thanh Ngô" userId="d1fb4545a5d636d2" providerId="LiveId" clId="{ABD4904B-081A-47C6-B87B-1F2506E329D6}" dt="2025-03-30T04:39:46.769" v="1372" actId="27636"/>
        <pc:sldMkLst>
          <pc:docMk/>
          <pc:sldMk cId="0" sldId="349"/>
        </pc:sldMkLst>
        <pc:spChg chg="mod">
          <ac:chgData name="Lý Thanh Ngô" userId="d1fb4545a5d636d2" providerId="LiveId" clId="{ABD4904B-081A-47C6-B87B-1F2506E329D6}" dt="2025-03-30T04:39:46.769" v="1372" actId="27636"/>
          <ac:spMkLst>
            <pc:docMk/>
            <pc:sldMk cId="0" sldId="349"/>
            <ac:spMk id="66562" creationId="{C0F1FE32-B775-A81C-6666-6F3DFFF789A0}"/>
          </ac:spMkLst>
        </pc:spChg>
      </pc:sldChg>
      <pc:sldChg chg="modSp mod">
        <pc:chgData name="Lý Thanh Ngô" userId="d1fb4545a5d636d2" providerId="LiveId" clId="{ABD4904B-081A-47C6-B87B-1F2506E329D6}" dt="2025-03-30T04:40:14.375" v="1384" actId="403"/>
        <pc:sldMkLst>
          <pc:docMk/>
          <pc:sldMk cId="0" sldId="350"/>
        </pc:sldMkLst>
        <pc:spChg chg="mod">
          <ac:chgData name="Lý Thanh Ngô" userId="d1fb4545a5d636d2" providerId="LiveId" clId="{ABD4904B-081A-47C6-B87B-1F2506E329D6}" dt="2025-03-30T04:40:14.375" v="1384" actId="403"/>
          <ac:spMkLst>
            <pc:docMk/>
            <pc:sldMk cId="0" sldId="350"/>
            <ac:spMk id="66562" creationId="{F76B668E-C196-E29B-D15F-AFB22C66E040}"/>
          </ac:spMkLst>
        </pc:spChg>
      </pc:sldChg>
      <pc:sldChg chg="modSp mod">
        <pc:chgData name="Lý Thanh Ngô" userId="d1fb4545a5d636d2" providerId="LiveId" clId="{ABD4904B-081A-47C6-B87B-1F2506E329D6}" dt="2025-03-30T04:42:53.021" v="1535" actId="403"/>
        <pc:sldMkLst>
          <pc:docMk/>
          <pc:sldMk cId="0" sldId="351"/>
        </pc:sldMkLst>
        <pc:spChg chg="mod">
          <ac:chgData name="Lý Thanh Ngô" userId="d1fb4545a5d636d2" providerId="LiveId" clId="{ABD4904B-081A-47C6-B87B-1F2506E329D6}" dt="2025-03-30T04:42:53.021" v="1535" actId="403"/>
          <ac:spMkLst>
            <pc:docMk/>
            <pc:sldMk cId="0" sldId="351"/>
            <ac:spMk id="66562" creationId="{B66FF892-2DFC-35F5-832D-65ECBE15DADD}"/>
          </ac:spMkLst>
        </pc:spChg>
      </pc:sldChg>
      <pc:sldChg chg="modSp mod">
        <pc:chgData name="Lý Thanh Ngô" userId="d1fb4545a5d636d2" providerId="LiveId" clId="{ABD4904B-081A-47C6-B87B-1F2506E329D6}" dt="2025-03-30T04:44:46.538" v="1586" actId="120"/>
        <pc:sldMkLst>
          <pc:docMk/>
          <pc:sldMk cId="0" sldId="352"/>
        </pc:sldMkLst>
        <pc:spChg chg="mod">
          <ac:chgData name="Lý Thanh Ngô" userId="d1fb4545a5d636d2" providerId="LiveId" clId="{ABD4904B-081A-47C6-B87B-1F2506E329D6}" dt="2025-03-30T04:44:46.538" v="1586" actId="120"/>
          <ac:spMkLst>
            <pc:docMk/>
            <pc:sldMk cId="0" sldId="352"/>
            <ac:spMk id="66562" creationId="{BE0D3BF3-E3D0-B397-F77F-20BAF3B2FA4A}"/>
          </ac:spMkLst>
        </pc:spChg>
      </pc:sldChg>
      <pc:sldChg chg="modSp mod">
        <pc:chgData name="Lý Thanh Ngô" userId="d1fb4545a5d636d2" providerId="LiveId" clId="{ABD4904B-081A-47C6-B87B-1F2506E329D6}" dt="2025-03-30T04:48:59.585" v="1669" actId="120"/>
        <pc:sldMkLst>
          <pc:docMk/>
          <pc:sldMk cId="0" sldId="353"/>
        </pc:sldMkLst>
        <pc:spChg chg="mod">
          <ac:chgData name="Lý Thanh Ngô" userId="d1fb4545a5d636d2" providerId="LiveId" clId="{ABD4904B-081A-47C6-B87B-1F2506E329D6}" dt="2025-03-30T04:48:59.585" v="1669" actId="120"/>
          <ac:spMkLst>
            <pc:docMk/>
            <pc:sldMk cId="0" sldId="353"/>
            <ac:spMk id="66562" creationId="{EA9068C9-9945-05A1-E593-DF0FB5AFE597}"/>
          </ac:spMkLst>
        </pc:spChg>
      </pc:sldChg>
      <pc:sldChg chg="modSp mod">
        <pc:chgData name="Lý Thanh Ngô" userId="d1fb4545a5d636d2" providerId="LiveId" clId="{ABD4904B-081A-47C6-B87B-1F2506E329D6}" dt="2025-03-30T04:49:51.228" v="1699" actId="207"/>
        <pc:sldMkLst>
          <pc:docMk/>
          <pc:sldMk cId="0" sldId="354"/>
        </pc:sldMkLst>
        <pc:spChg chg="mod">
          <ac:chgData name="Lý Thanh Ngô" userId="d1fb4545a5d636d2" providerId="LiveId" clId="{ABD4904B-081A-47C6-B87B-1F2506E329D6}" dt="2025-03-30T04:49:51.228" v="1699" actId="207"/>
          <ac:spMkLst>
            <pc:docMk/>
            <pc:sldMk cId="0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ABD4904B-081A-47C6-B87B-1F2506E329D6}" dt="2025-03-30T04:50:10.327" v="1705" actId="207"/>
        <pc:sldMkLst>
          <pc:docMk/>
          <pc:sldMk cId="0" sldId="355"/>
        </pc:sldMkLst>
        <pc:spChg chg="mod">
          <ac:chgData name="Lý Thanh Ngô" userId="d1fb4545a5d636d2" providerId="LiveId" clId="{ABD4904B-081A-47C6-B87B-1F2506E329D6}" dt="2025-03-30T04:50:10.327" v="1705" actId="207"/>
          <ac:spMkLst>
            <pc:docMk/>
            <pc:sldMk cId="0" sldId="355"/>
            <ac:spMk id="66562" creationId="{B29CBAD3-9A59-1290-3F2E-48D6B157815B}"/>
          </ac:spMkLst>
        </pc:spChg>
      </pc:sldChg>
      <pc:sldChg chg="modSp mod">
        <pc:chgData name="Lý Thanh Ngô" userId="d1fb4545a5d636d2" providerId="LiveId" clId="{ABD4904B-081A-47C6-B87B-1F2506E329D6}" dt="2025-03-30T04:52:20.889" v="1756" actId="403"/>
        <pc:sldMkLst>
          <pc:docMk/>
          <pc:sldMk cId="0" sldId="356"/>
        </pc:sldMkLst>
        <pc:spChg chg="mod">
          <ac:chgData name="Lý Thanh Ngô" userId="d1fb4545a5d636d2" providerId="LiveId" clId="{ABD4904B-081A-47C6-B87B-1F2506E329D6}" dt="2025-03-30T04:52:20.889" v="1756" actId="403"/>
          <ac:spMkLst>
            <pc:docMk/>
            <pc:sldMk cId="0" sldId="356"/>
            <ac:spMk id="91138" creationId="{7897A9CE-D9A3-DFCA-186C-54A0F3C6308C}"/>
          </ac:spMkLst>
        </pc:spChg>
      </pc:sldChg>
      <pc:sldChg chg="modSp mod">
        <pc:chgData name="Lý Thanh Ngô" userId="d1fb4545a5d636d2" providerId="LiveId" clId="{ABD4904B-081A-47C6-B87B-1F2506E329D6}" dt="2025-03-30T04:51:47.981" v="1742" actId="27636"/>
        <pc:sldMkLst>
          <pc:docMk/>
          <pc:sldMk cId="0" sldId="357"/>
        </pc:sldMkLst>
        <pc:spChg chg="mod">
          <ac:chgData name="Lý Thanh Ngô" userId="d1fb4545a5d636d2" providerId="LiveId" clId="{ABD4904B-081A-47C6-B87B-1F2506E329D6}" dt="2025-03-30T04:51:47.981" v="1742" actId="27636"/>
          <ac:spMkLst>
            <pc:docMk/>
            <pc:sldMk cId="0" sldId="357"/>
            <ac:spMk id="66562" creationId="{8CAC1D55-A1D3-AA61-1F0B-406CD71DF7FD}"/>
          </ac:spMkLst>
        </pc:spChg>
      </pc:sldChg>
      <pc:sldChg chg="modSp mod setBg">
        <pc:chgData name="Lý Thanh Ngô" userId="d1fb4545a5d636d2" providerId="LiveId" clId="{ABD4904B-081A-47C6-B87B-1F2506E329D6}" dt="2025-03-30T04:51:32.892" v="1733" actId="403"/>
        <pc:sldMkLst>
          <pc:docMk/>
          <pc:sldMk cId="0" sldId="358"/>
        </pc:sldMkLst>
        <pc:spChg chg="mod">
          <ac:chgData name="Lý Thanh Ngô" userId="d1fb4545a5d636d2" providerId="LiveId" clId="{ABD4904B-081A-47C6-B87B-1F2506E329D6}" dt="2025-03-30T04:51:32.892" v="1733" actId="403"/>
          <ac:spMkLst>
            <pc:docMk/>
            <pc:sldMk cId="0" sldId="358"/>
            <ac:spMk id="66562" creationId="{0EBC0F20-DD81-3105-D8C6-A7937474A117}"/>
          </ac:spMkLst>
        </pc:spChg>
      </pc:sldChg>
      <pc:sldChg chg="modSp mod">
        <pc:chgData name="Lý Thanh Ngô" userId="d1fb4545a5d636d2" providerId="LiveId" clId="{ABD4904B-081A-47C6-B87B-1F2506E329D6}" dt="2025-03-30T04:51:25.241" v="1730" actId="403"/>
        <pc:sldMkLst>
          <pc:docMk/>
          <pc:sldMk cId="0" sldId="359"/>
        </pc:sldMkLst>
        <pc:spChg chg="mod">
          <ac:chgData name="Lý Thanh Ngô" userId="d1fb4545a5d636d2" providerId="LiveId" clId="{ABD4904B-081A-47C6-B87B-1F2506E329D6}" dt="2025-03-30T04:51:25.241" v="1730" actId="403"/>
          <ac:spMkLst>
            <pc:docMk/>
            <pc:sldMk cId="0" sldId="359"/>
            <ac:spMk id="59394" creationId="{E52F8858-16E8-FD5D-17B5-C5641CE3D4ED}"/>
          </ac:spMkLst>
        </pc:spChg>
      </pc:sldChg>
      <pc:sldChg chg="modSp mod">
        <pc:chgData name="Lý Thanh Ngô" userId="d1fb4545a5d636d2" providerId="LiveId" clId="{ABD4904B-081A-47C6-B87B-1F2506E329D6}" dt="2025-03-30T04:46:23.095" v="1611" actId="27636"/>
        <pc:sldMkLst>
          <pc:docMk/>
          <pc:sldMk cId="0" sldId="365"/>
        </pc:sldMkLst>
        <pc:spChg chg="mod">
          <ac:chgData name="Lý Thanh Ngô" userId="d1fb4545a5d636d2" providerId="LiveId" clId="{ABD4904B-081A-47C6-B87B-1F2506E329D6}" dt="2025-03-30T04:46:23.095" v="1611" actId="27636"/>
          <ac:spMkLst>
            <pc:docMk/>
            <pc:sldMk cId="0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ABD4904B-081A-47C6-B87B-1F2506E329D6}" dt="2025-03-30T04:46:10.645" v="1605" actId="403"/>
        <pc:sldMkLst>
          <pc:docMk/>
          <pc:sldMk cId="0" sldId="366"/>
        </pc:sldMkLst>
        <pc:spChg chg="mod">
          <ac:chgData name="Lý Thanh Ngô" userId="d1fb4545a5d636d2" providerId="LiveId" clId="{ABD4904B-081A-47C6-B87B-1F2506E329D6}" dt="2025-03-30T04:46:10.645" v="1605" actId="403"/>
          <ac:spMkLst>
            <pc:docMk/>
            <pc:sldMk cId="0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ABD4904B-081A-47C6-B87B-1F2506E329D6}" dt="2025-03-30T04:53:02.270" v="1764" actId="123"/>
        <pc:sldMkLst>
          <pc:docMk/>
          <pc:sldMk cId="0" sldId="371"/>
        </pc:sldMkLst>
        <pc:spChg chg="mod">
          <ac:chgData name="Lý Thanh Ngô" userId="d1fb4545a5d636d2" providerId="LiveId" clId="{ABD4904B-081A-47C6-B87B-1F2506E329D6}" dt="2025-03-30T04:53:02.270" v="1764" actId="123"/>
          <ac:spMkLst>
            <pc:docMk/>
            <pc:sldMk cId="0" sldId="371"/>
            <ac:spMk id="5122" creationId="{3A534A11-9DFE-A5EC-8139-2FB818022E44}"/>
          </ac:spMkLst>
        </pc:spChg>
      </pc:sldChg>
      <pc:sldChg chg="addSp delSp modSp mod modTransition">
        <pc:chgData name="Lý Thanh Ngô" userId="d1fb4545a5d636d2" providerId="LiveId" clId="{ABD4904B-081A-47C6-B87B-1F2506E329D6}" dt="2025-03-27T07:50:57.978" v="473" actId="1076"/>
        <pc:sldMkLst>
          <pc:docMk/>
          <pc:sldMk cId="2472502028" sldId="385"/>
        </pc:sldMkLst>
        <pc:spChg chg="mod">
          <ac:chgData name="Lý Thanh Ngô" userId="d1fb4545a5d636d2" providerId="LiveId" clId="{ABD4904B-081A-47C6-B87B-1F2506E329D6}" dt="2025-03-27T07:49:52.966" v="450" actId="1076"/>
          <ac:spMkLst>
            <pc:docMk/>
            <pc:sldMk cId="2472502028" sldId="385"/>
            <ac:spMk id="4" creationId="{00000000-0000-0000-0000-000000000000}"/>
          </ac:spMkLst>
        </pc:spChg>
        <pc:spChg chg="add mod">
          <ac:chgData name="Lý Thanh Ngô" userId="d1fb4545a5d636d2" providerId="LiveId" clId="{ABD4904B-081A-47C6-B87B-1F2506E329D6}" dt="2025-03-27T07:50:54.110" v="472" actId="1076"/>
          <ac:spMkLst>
            <pc:docMk/>
            <pc:sldMk cId="2472502028" sldId="385"/>
            <ac:spMk id="5" creationId="{EC9E90A0-57EF-B562-11BD-EFA379BF3A1F}"/>
          </ac:spMkLst>
        </pc:spChg>
        <pc:spChg chg="add mod">
          <ac:chgData name="Lý Thanh Ngô" userId="d1fb4545a5d636d2" providerId="LiveId" clId="{ABD4904B-081A-47C6-B87B-1F2506E329D6}" dt="2025-03-27T07:50:57.978" v="473" actId="1076"/>
          <ac:spMkLst>
            <pc:docMk/>
            <pc:sldMk cId="2472502028" sldId="385"/>
            <ac:spMk id="7" creationId="{FA7210C8-01DF-51DB-3853-C95430401C95}"/>
          </ac:spMkLst>
        </pc:spChg>
      </pc:sldChg>
      <pc:sldChg chg="modSp del mod modTransition">
        <pc:chgData name="Lý Thanh Ngô" userId="d1fb4545a5d636d2" providerId="LiveId" clId="{ABD4904B-081A-47C6-B87B-1F2506E329D6}" dt="2025-03-27T07:54:44.862" v="623" actId="47"/>
        <pc:sldMkLst>
          <pc:docMk/>
          <pc:sldMk cId="1775292808" sldId="390"/>
        </pc:sldMkLst>
      </pc:sldChg>
      <pc:sldChg chg="modSp mod">
        <pc:chgData name="Lý Thanh Ngô" userId="d1fb4545a5d636d2" providerId="LiveId" clId="{ABD4904B-081A-47C6-B87B-1F2506E329D6}" dt="2025-03-30T04:52:34.414" v="1762" actId="207"/>
        <pc:sldMkLst>
          <pc:docMk/>
          <pc:sldMk cId="0" sldId="401"/>
        </pc:sldMkLst>
        <pc:spChg chg="mod">
          <ac:chgData name="Lý Thanh Ngô" userId="d1fb4545a5d636d2" providerId="LiveId" clId="{ABD4904B-081A-47C6-B87B-1F2506E329D6}" dt="2025-03-30T04:52:34.414" v="1762" actId="207"/>
          <ac:spMkLst>
            <pc:docMk/>
            <pc:sldMk cId="0" sldId="401"/>
            <ac:spMk id="5122" creationId="{24DA8356-44F2-FA16-4947-37F52C5817CB}"/>
          </ac:spMkLst>
        </pc:spChg>
      </pc:sldChg>
      <pc:sldChg chg="modSp mod">
        <pc:chgData name="Lý Thanh Ngô" userId="d1fb4545a5d636d2" providerId="LiveId" clId="{ABD4904B-081A-47C6-B87B-1F2506E329D6}" dt="2025-03-30T04:52:05.124" v="1749" actId="6549"/>
        <pc:sldMkLst>
          <pc:docMk/>
          <pc:sldMk cId="0" sldId="402"/>
        </pc:sldMkLst>
        <pc:spChg chg="mod">
          <ac:chgData name="Lý Thanh Ngô" userId="d1fb4545a5d636d2" providerId="LiveId" clId="{ABD4904B-081A-47C6-B87B-1F2506E329D6}" dt="2025-03-30T04:52:05.124" v="1749" actId="6549"/>
          <ac:spMkLst>
            <pc:docMk/>
            <pc:sldMk cId="0" sldId="402"/>
            <ac:spMk id="92162" creationId="{1F9C0583-6028-786C-0F2C-B6F741646725}"/>
          </ac:spMkLst>
        </pc:spChg>
      </pc:sldChg>
      <pc:sldChg chg="modSp mod">
        <pc:chgData name="Lý Thanh Ngô" userId="d1fb4545a5d636d2" providerId="LiveId" clId="{ABD4904B-081A-47C6-B87B-1F2506E329D6}" dt="2025-03-30T04:51:19.252" v="1727" actId="27636"/>
        <pc:sldMkLst>
          <pc:docMk/>
          <pc:sldMk cId="0" sldId="403"/>
        </pc:sldMkLst>
        <pc:spChg chg="mod">
          <ac:chgData name="Lý Thanh Ngô" userId="d1fb4545a5d636d2" providerId="LiveId" clId="{ABD4904B-081A-47C6-B87B-1F2506E329D6}" dt="2025-03-30T04:51:19.252" v="1727" actId="27636"/>
          <ac:spMkLst>
            <pc:docMk/>
            <pc:sldMk cId="0" sldId="403"/>
            <ac:spMk id="5122" creationId="{4999B0E5-5D06-2694-2C01-33327C15E3DC}"/>
          </ac:spMkLst>
        </pc:spChg>
      </pc:sldChg>
      <pc:sldChg chg="modSp mod">
        <pc:chgData name="Lý Thanh Ngô" userId="d1fb4545a5d636d2" providerId="LiveId" clId="{ABD4904B-081A-47C6-B87B-1F2506E329D6}" dt="2025-03-30T04:47:32.942" v="1640" actId="403"/>
        <pc:sldMkLst>
          <pc:docMk/>
          <pc:sldMk cId="0" sldId="405"/>
        </pc:sldMkLst>
        <pc:spChg chg="mod">
          <ac:chgData name="Lý Thanh Ngô" userId="d1fb4545a5d636d2" providerId="LiveId" clId="{ABD4904B-081A-47C6-B87B-1F2506E329D6}" dt="2025-03-30T04:47:32.942" v="1640" actId="403"/>
          <ac:spMkLst>
            <pc:docMk/>
            <pc:sldMk cId="0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ABD4904B-081A-47C6-B87B-1F2506E329D6}" dt="2025-03-30T04:47:02.750" v="1626" actId="403"/>
        <pc:sldMkLst>
          <pc:docMk/>
          <pc:sldMk cId="0" sldId="406"/>
        </pc:sldMkLst>
        <pc:spChg chg="mod">
          <ac:chgData name="Lý Thanh Ngô" userId="d1fb4545a5d636d2" providerId="LiveId" clId="{ABD4904B-081A-47C6-B87B-1F2506E329D6}" dt="2025-03-30T04:47:02.750" v="1626" actId="403"/>
          <ac:spMkLst>
            <pc:docMk/>
            <pc:sldMk cId="0" sldId="406"/>
            <ac:spMk id="99330" creationId="{8A50B797-F9AB-BABB-1B40-19BCA9033AB2}"/>
          </ac:spMkLst>
        </pc:spChg>
      </pc:sldChg>
      <pc:sldChg chg="modSp mod">
        <pc:chgData name="Lý Thanh Ngô" userId="d1fb4545a5d636d2" providerId="LiveId" clId="{ABD4904B-081A-47C6-B87B-1F2506E329D6}" dt="2025-03-30T04:46:46.660" v="1619" actId="403"/>
        <pc:sldMkLst>
          <pc:docMk/>
          <pc:sldMk cId="0" sldId="407"/>
        </pc:sldMkLst>
      </pc:sldChg>
      <pc:sldChg chg="modSp mod">
        <pc:chgData name="Lý Thanh Ngô" userId="d1fb4545a5d636d2" providerId="LiveId" clId="{ABD4904B-081A-47C6-B87B-1F2506E329D6}" dt="2025-03-30T04:46:36.099" v="1614" actId="207"/>
        <pc:sldMkLst>
          <pc:docMk/>
          <pc:sldMk cId="0" sldId="408"/>
        </pc:sldMkLst>
        <pc:spChg chg="mod">
          <ac:chgData name="Lý Thanh Ngô" userId="d1fb4545a5d636d2" providerId="LiveId" clId="{ABD4904B-081A-47C6-B87B-1F2506E329D6}" dt="2025-03-30T04:46:36.099" v="1614" actId="207"/>
          <ac:spMkLst>
            <pc:docMk/>
            <pc:sldMk cId="0" sldId="408"/>
            <ac:spMk id="101378" creationId="{05CAE2DE-B2EC-A655-F166-350C09BD7435}"/>
          </ac:spMkLst>
        </pc:spChg>
      </pc:sldChg>
      <pc:sldChg chg="modSp mod">
        <pc:chgData name="Lý Thanh Ngô" userId="d1fb4545a5d636d2" providerId="LiveId" clId="{ABD4904B-081A-47C6-B87B-1F2506E329D6}" dt="2025-03-30T04:23:56.539" v="921" actId="27636"/>
        <pc:sldMkLst>
          <pc:docMk/>
          <pc:sldMk cId="0" sldId="409"/>
        </pc:sldMkLst>
        <pc:spChg chg="mod">
          <ac:chgData name="Lý Thanh Ngô" userId="d1fb4545a5d636d2" providerId="LiveId" clId="{ABD4904B-081A-47C6-B87B-1F2506E329D6}" dt="2025-03-30T04:23:56.539" v="921" actId="27636"/>
          <ac:spMkLst>
            <pc:docMk/>
            <pc:sldMk cId="0" sldId="409"/>
            <ac:spMk id="5122" creationId="{93146006-FC1B-E6F9-1314-494063FCD611}"/>
          </ac:spMkLst>
        </pc:spChg>
      </pc:sldChg>
      <pc:sldChg chg="modSp mod">
        <pc:chgData name="Lý Thanh Ngô" userId="d1fb4545a5d636d2" providerId="LiveId" clId="{ABD4904B-081A-47C6-B87B-1F2506E329D6}" dt="2025-03-30T04:38:17.474" v="1342" actId="20577"/>
        <pc:sldMkLst>
          <pc:docMk/>
          <pc:sldMk cId="0" sldId="412"/>
        </pc:sldMkLst>
        <pc:spChg chg="mod">
          <ac:chgData name="Lý Thanh Ngô" userId="d1fb4545a5d636d2" providerId="LiveId" clId="{ABD4904B-081A-47C6-B87B-1F2506E329D6}" dt="2025-03-30T04:38:17.474" v="1342" actId="20577"/>
          <ac:spMkLst>
            <pc:docMk/>
            <pc:sldMk cId="0" sldId="412"/>
            <ac:spMk id="5122" creationId="{F3468EC2-34F2-4845-07D9-246E727B0E59}"/>
          </ac:spMkLst>
        </pc:spChg>
      </pc:sldChg>
      <pc:sldChg chg="modSp mod">
        <pc:chgData name="Lý Thanh Ngô" userId="d1fb4545a5d636d2" providerId="LiveId" clId="{ABD4904B-081A-47C6-B87B-1F2506E329D6}" dt="2025-03-30T04:43:42.148" v="1565" actId="27636"/>
        <pc:sldMkLst>
          <pc:docMk/>
          <pc:sldMk cId="0" sldId="413"/>
        </pc:sldMkLst>
        <pc:spChg chg="mod">
          <ac:chgData name="Lý Thanh Ngô" userId="d1fb4545a5d636d2" providerId="LiveId" clId="{ABD4904B-081A-47C6-B87B-1F2506E329D6}" dt="2025-03-30T04:43:42.148" v="1565" actId="27636"/>
          <ac:spMkLst>
            <pc:docMk/>
            <pc:sldMk cId="0" sldId="413"/>
            <ac:spMk id="5122" creationId="{D09B7431-80A5-5A29-5F59-7AE97BB61221}"/>
          </ac:spMkLst>
        </pc:spChg>
      </pc:sldChg>
      <pc:sldChg chg="modSp mod">
        <pc:chgData name="Lý Thanh Ngô" userId="d1fb4545a5d636d2" providerId="LiveId" clId="{ABD4904B-081A-47C6-B87B-1F2506E329D6}" dt="2025-03-30T04:49:30.407" v="1691" actId="403"/>
        <pc:sldMkLst>
          <pc:docMk/>
          <pc:sldMk cId="0" sldId="415"/>
        </pc:sldMkLst>
        <pc:spChg chg="mod">
          <ac:chgData name="Lý Thanh Ngô" userId="d1fb4545a5d636d2" providerId="LiveId" clId="{ABD4904B-081A-47C6-B87B-1F2506E329D6}" dt="2025-03-30T04:49:30.407" v="1691" actId="403"/>
          <ac:spMkLst>
            <pc:docMk/>
            <pc:sldMk cId="0" sldId="415"/>
            <ac:spMk id="5122" creationId="{2B9A6706-C428-3E6A-5662-C680C893E988}"/>
          </ac:spMkLst>
        </pc:spChg>
      </pc:sldChg>
      <pc:sldChg chg="modSp mod">
        <pc:chgData name="Lý Thanh Ngô" userId="d1fb4545a5d636d2" providerId="LiveId" clId="{ABD4904B-081A-47C6-B87B-1F2506E329D6}" dt="2025-03-30T06:10:53.274" v="2014" actId="123"/>
        <pc:sldMkLst>
          <pc:docMk/>
          <pc:sldMk cId="0" sldId="417"/>
        </pc:sldMkLst>
        <pc:spChg chg="mod">
          <ac:chgData name="Lý Thanh Ngô" userId="d1fb4545a5d636d2" providerId="LiveId" clId="{ABD4904B-081A-47C6-B87B-1F2506E329D6}" dt="2025-03-30T06:10:53.274" v="2014" actId="123"/>
          <ac:spMkLst>
            <pc:docMk/>
            <pc:sldMk cId="0" sldId="417"/>
            <ac:spMk id="5122" creationId="{FAEBB9A1-4055-E178-C71E-8310588A2AB3}"/>
          </ac:spMkLst>
        </pc:spChg>
      </pc:sldChg>
      <pc:sldChg chg="modSp mod">
        <pc:chgData name="Lý Thanh Ngô" userId="d1fb4545a5d636d2" providerId="LiveId" clId="{ABD4904B-081A-47C6-B87B-1F2506E329D6}" dt="2025-03-30T04:35:24.079" v="1271" actId="6549"/>
        <pc:sldMkLst>
          <pc:docMk/>
          <pc:sldMk cId="0" sldId="418"/>
        </pc:sldMkLst>
        <pc:spChg chg="mod">
          <ac:chgData name="Lý Thanh Ngô" userId="d1fb4545a5d636d2" providerId="LiveId" clId="{ABD4904B-081A-47C6-B87B-1F2506E329D6}" dt="2025-03-30T04:35:24.079" v="1271" actId="6549"/>
          <ac:spMkLst>
            <pc:docMk/>
            <pc:sldMk cId="0" sldId="418"/>
            <ac:spMk id="5122" creationId="{B841D53A-75CD-A498-2FF8-51D3779388B8}"/>
          </ac:spMkLst>
        </pc:spChg>
      </pc:sldChg>
      <pc:sldChg chg="modSp mod">
        <pc:chgData name="Lý Thanh Ngô" userId="d1fb4545a5d636d2" providerId="LiveId" clId="{ABD4904B-081A-47C6-B87B-1F2506E329D6}" dt="2025-03-30T04:42:18.685" v="1524" actId="20577"/>
        <pc:sldMkLst>
          <pc:docMk/>
          <pc:sldMk cId="0" sldId="419"/>
        </pc:sldMkLst>
        <pc:spChg chg="mod">
          <ac:chgData name="Lý Thanh Ngô" userId="d1fb4545a5d636d2" providerId="LiveId" clId="{ABD4904B-081A-47C6-B87B-1F2506E329D6}" dt="2025-03-30T04:42:18.685" v="1524" actId="20577"/>
          <ac:spMkLst>
            <pc:docMk/>
            <pc:sldMk cId="0" sldId="419"/>
            <ac:spMk id="5122" creationId="{662F0F59-F73C-087E-1261-EE0E44712400}"/>
          </ac:spMkLst>
        </pc:spChg>
      </pc:sldChg>
      <pc:sldChg chg="modSp mod">
        <pc:chgData name="Lý Thanh Ngô" userId="d1fb4545a5d636d2" providerId="LiveId" clId="{ABD4904B-081A-47C6-B87B-1F2506E329D6}" dt="2025-03-30T04:45:56.103" v="1600" actId="255"/>
        <pc:sldMkLst>
          <pc:docMk/>
          <pc:sldMk cId="0" sldId="422"/>
        </pc:sldMkLst>
      </pc:sldChg>
      <pc:sldChg chg="modSp mod">
        <pc:chgData name="Lý Thanh Ngô" userId="d1fb4545a5d636d2" providerId="LiveId" clId="{ABD4904B-081A-47C6-B87B-1F2506E329D6}" dt="2025-03-30T04:45:39.579" v="1594" actId="207"/>
        <pc:sldMkLst>
          <pc:docMk/>
          <pc:sldMk cId="0" sldId="423"/>
        </pc:sldMkLst>
        <pc:spChg chg="mod">
          <ac:chgData name="Lý Thanh Ngô" userId="d1fb4545a5d636d2" providerId="LiveId" clId="{ABD4904B-081A-47C6-B87B-1F2506E329D6}" dt="2025-03-30T04:45:39.579" v="1594" actId="207"/>
          <ac:spMkLst>
            <pc:docMk/>
            <pc:sldMk cId="0" sldId="423"/>
            <ac:spMk id="105474" creationId="{41602E03-DCD1-488B-D053-47495648D28F}"/>
          </ac:spMkLst>
        </pc:spChg>
      </pc:sldChg>
      <pc:sldChg chg="modSp mod">
        <pc:chgData name="Lý Thanh Ngô" userId="d1fb4545a5d636d2" providerId="LiveId" clId="{ABD4904B-081A-47C6-B87B-1F2506E329D6}" dt="2025-03-30T04:45:22.350" v="1590" actId="207"/>
        <pc:sldMkLst>
          <pc:docMk/>
          <pc:sldMk cId="0" sldId="424"/>
        </pc:sldMkLst>
        <pc:spChg chg="mod">
          <ac:chgData name="Lý Thanh Ngô" userId="d1fb4545a5d636d2" providerId="LiveId" clId="{ABD4904B-081A-47C6-B87B-1F2506E329D6}" dt="2025-03-30T04:45:22.350" v="1590" actId="207"/>
          <ac:spMkLst>
            <pc:docMk/>
            <pc:sldMk cId="0" sldId="424"/>
            <ac:spMk id="106498" creationId="{E3BC3CA2-358F-C6F0-6E92-29F63F658DAF}"/>
          </ac:spMkLst>
        </pc:spChg>
      </pc:sldChg>
      <pc:sldChg chg="del">
        <pc:chgData name="Lý Thanh Ngô" userId="d1fb4545a5d636d2" providerId="LiveId" clId="{ABD4904B-081A-47C6-B87B-1F2506E329D6}" dt="2025-03-30T04:47:44.445" v="1641" actId="47"/>
        <pc:sldMkLst>
          <pc:docMk/>
          <pc:sldMk cId="0" sldId="432"/>
        </pc:sldMkLst>
      </pc:sldChg>
      <pc:sldChg chg="modSp mod">
        <pc:chgData name="Lý Thanh Ngô" userId="d1fb4545a5d636d2" providerId="LiveId" clId="{ABD4904B-081A-47C6-B87B-1F2506E329D6}" dt="2025-03-30T04:20:16.669" v="713" actId="20577"/>
        <pc:sldMkLst>
          <pc:docMk/>
          <pc:sldMk cId="3709593179" sldId="992"/>
        </pc:sldMkLst>
        <pc:spChg chg="mod">
          <ac:chgData name="Lý Thanh Ngô" userId="d1fb4545a5d636d2" providerId="LiveId" clId="{ABD4904B-081A-47C6-B87B-1F2506E329D6}" dt="2025-03-30T04:20:16.669" v="713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4:28.909" v="1800" actId="122"/>
        <pc:sldMkLst>
          <pc:docMk/>
          <pc:sldMk cId="926735322" sldId="1000"/>
        </pc:sldMkLst>
        <pc:spChg chg="mod">
          <ac:chgData name="Lý Thanh Ngô" userId="d1fb4545a5d636d2" providerId="LiveId" clId="{ABD4904B-081A-47C6-B87B-1F2506E329D6}" dt="2025-03-30T04:54:28.909" v="1800" actId="122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3:37.152" v="1772" actId="123"/>
        <pc:sldMkLst>
          <pc:docMk/>
          <pc:sldMk cId="2279159345" sldId="1001"/>
        </pc:sldMkLst>
        <pc:spChg chg="mod">
          <ac:chgData name="Lý Thanh Ngô" userId="d1fb4545a5d636d2" providerId="LiveId" clId="{ABD4904B-081A-47C6-B87B-1F2506E329D6}" dt="2025-03-30T04:53:37.152" v="1772" actId="123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3769639125" sldId="978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917989569" sldId="9789"/>
        </pc:sldMkLst>
      </pc:sldChg>
      <pc:sldChg chg="addSp delSp modSp mod modTransition">
        <pc:chgData name="Lý Thanh Ngô" userId="d1fb4545a5d636d2" providerId="LiveId" clId="{ABD4904B-081A-47C6-B87B-1F2506E329D6}" dt="2025-03-27T07:59:12.257" v="636" actId="26606"/>
        <pc:sldMkLst>
          <pc:docMk/>
          <pc:sldMk cId="3681698675" sldId="9793"/>
        </pc:sldMkLst>
        <pc:spChg chg="mod">
          <ac:chgData name="Lý Thanh Ngô" userId="d1fb4545a5d636d2" providerId="LiveId" clId="{ABD4904B-081A-47C6-B87B-1F2506E329D6}" dt="2025-03-27T07:59:12.257" v="636" actId="26606"/>
          <ac:spMkLst>
            <pc:docMk/>
            <pc:sldMk cId="3681698675" sldId="9793"/>
            <ac:spMk id="2" creationId="{224182AB-1A1E-C15F-0016-71E6D272116A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438411217" sldId="979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24261318" sldId="979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27656459" sldId="979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72676719" sldId="979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902892374" sldId="9798"/>
        </pc:sldMkLst>
      </pc:sldChg>
      <pc:sldChg chg="modSp mod modTransition modNotesTx">
        <pc:chgData name="Lý Thanh Ngô" userId="d1fb4545a5d636d2" providerId="LiveId" clId="{ABD4904B-081A-47C6-B87B-1F2506E329D6}" dt="2025-03-27T07:32:12.597" v="89"/>
        <pc:sldMkLst>
          <pc:docMk/>
          <pc:sldMk cId="288514113" sldId="9799"/>
        </pc:sldMkLst>
        <pc:spChg chg="mod">
          <ac:chgData name="Lý Thanh Ngô" userId="d1fb4545a5d636d2" providerId="LiveId" clId="{ABD4904B-081A-47C6-B87B-1F2506E329D6}" dt="2025-03-27T07:32:12.597" v="89"/>
          <ac:spMkLst>
            <pc:docMk/>
            <pc:sldMk cId="288514113" sldId="9799"/>
            <ac:spMk id="2" creationId="{AD79F752-64A9-AEFA-6988-B977A51087C2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7668271" sldId="980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26393781" sldId="9801"/>
        </pc:sldMkLst>
      </pc:sldChg>
      <pc:sldChg chg="modTransition">
        <pc:chgData name="Lý Thanh Ngô" userId="d1fb4545a5d636d2" providerId="LiveId" clId="{ABD4904B-081A-47C6-B87B-1F2506E329D6}" dt="2025-03-27T08:06:03.339" v="671"/>
        <pc:sldMkLst>
          <pc:docMk/>
          <pc:sldMk cId="3297558619" sldId="980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42301587" sldId="980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07074290" sldId="980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31749232" sldId="980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05310120" sldId="980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065535235" sldId="980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68715522" sldId="9808"/>
        </pc:sldMkLst>
      </pc:sldChg>
      <pc:sldChg chg="modTransition setBg">
        <pc:chgData name="Lý Thanh Ngô" userId="d1fb4545a5d636d2" providerId="LiveId" clId="{ABD4904B-081A-47C6-B87B-1F2506E329D6}" dt="2025-03-27T08:06:36.822" v="673"/>
        <pc:sldMkLst>
          <pc:docMk/>
          <pc:sldMk cId="3329939368" sldId="980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75538961" sldId="981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734214333" sldId="981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96412669" sldId="9812"/>
        </pc:sldMkLst>
      </pc:sldChg>
      <pc:sldChg chg="modTransition">
        <pc:chgData name="Lý Thanh Ngô" userId="d1fb4545a5d636d2" providerId="LiveId" clId="{ABD4904B-081A-47C6-B87B-1F2506E329D6}" dt="2025-03-27T08:03:45.274" v="661"/>
        <pc:sldMkLst>
          <pc:docMk/>
          <pc:sldMk cId="1592849602" sldId="9813"/>
        </pc:sldMkLst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627141964" sldId="9814"/>
        </pc:sldMkLst>
        <pc:spChg chg="mod">
          <ac:chgData name="Lý Thanh Ngô" userId="d1fb4545a5d636d2" providerId="LiveId" clId="{ABD4904B-081A-47C6-B87B-1F2506E329D6}" dt="2025-03-27T01:35:00.838" v="1" actId="113"/>
          <ac:spMkLst>
            <pc:docMk/>
            <pc:sldMk cId="627141964" sldId="9814"/>
            <ac:spMk id="2" creationId="{ED4DBA0B-0F80-9FB8-2416-207E64980B46}"/>
          </ac:spMkLst>
        </pc:spChg>
      </pc:sldChg>
      <pc:sldChg chg="modSp mod modTransition">
        <pc:chgData name="Lý Thanh Ngô" userId="d1fb4545a5d636d2" providerId="LiveId" clId="{ABD4904B-081A-47C6-B87B-1F2506E329D6}" dt="2025-03-27T07:57:01.325" v="632" actId="255"/>
        <pc:sldMkLst>
          <pc:docMk/>
          <pc:sldMk cId="1691264668" sldId="981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32816605" sldId="9816"/>
        </pc:sldMkLst>
      </pc:sldChg>
      <pc:sldChg chg="modSp mod modTransition">
        <pc:chgData name="Lý Thanh Ngô" userId="d1fb4545a5d636d2" providerId="LiveId" clId="{ABD4904B-081A-47C6-B87B-1F2506E329D6}" dt="2025-03-27T07:56:39.364" v="627" actId="14100"/>
        <pc:sldMkLst>
          <pc:docMk/>
          <pc:sldMk cId="448704284" sldId="981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205802082" sldId="981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6080519" sldId="981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98243246" sldId="982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135302213" sldId="982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8545705" sldId="982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32378762" sldId="982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506181314" sldId="982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609497434" sldId="982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50538440" sldId="982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958806556" sldId="9827"/>
        </pc:sldMkLst>
      </pc:sldChg>
      <pc:sldChg chg="modSp mod modTransition">
        <pc:chgData name="Lý Thanh Ngô" userId="d1fb4545a5d636d2" providerId="LiveId" clId="{ABD4904B-081A-47C6-B87B-1F2506E329D6}" dt="2025-03-27T07:57:38.855" v="633" actId="255"/>
        <pc:sldMkLst>
          <pc:docMk/>
          <pc:sldMk cId="3958862344" sldId="982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7823718" sldId="982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49617028" sldId="983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592406097" sldId="983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10915460" sldId="983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2661577" sldId="983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32266678" sldId="983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96433219" sldId="983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621706" sldId="983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40654511" sldId="983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05827102" sldId="983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2606052" sldId="983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880974531" sldId="984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976115" sldId="984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974659310" sldId="984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39078036" sldId="984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48203935" sldId="984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93921006" sldId="9845"/>
        </pc:sldMkLst>
      </pc:sldChg>
      <pc:sldChg chg="modSp mod modTransition">
        <pc:chgData name="Lý Thanh Ngô" userId="d1fb4545a5d636d2" providerId="LiveId" clId="{ABD4904B-081A-47C6-B87B-1F2506E329D6}" dt="2025-03-27T08:07:08.232" v="675" actId="20577"/>
        <pc:sldMkLst>
          <pc:docMk/>
          <pc:sldMk cId="1623123200" sldId="9846"/>
        </pc:sldMkLst>
      </pc:sldChg>
      <pc:sldChg chg="add">
        <pc:chgData name="Lý Thanh Ngô" userId="d1fb4545a5d636d2" providerId="LiveId" clId="{ABD4904B-081A-47C6-B87B-1F2506E329D6}" dt="2025-03-27T07:31:35.061" v="8" actId="2890"/>
        <pc:sldMkLst>
          <pc:docMk/>
          <pc:sldMk cId="3438506491" sldId="9847"/>
        </pc:sldMkLst>
      </pc:sldChg>
      <pc:sldChg chg="modSp add mod">
        <pc:chgData name="Lý Thanh Ngô" userId="d1fb4545a5d636d2" providerId="LiveId" clId="{ABD4904B-081A-47C6-B87B-1F2506E329D6}" dt="2025-03-27T07:32:23.398" v="92"/>
        <pc:sldMkLst>
          <pc:docMk/>
          <pc:sldMk cId="3111587494" sldId="9848"/>
        </pc:sldMkLst>
        <pc:spChg chg="mod">
          <ac:chgData name="Lý Thanh Ngô" userId="d1fb4545a5d636d2" providerId="LiveId" clId="{ABD4904B-081A-47C6-B87B-1F2506E329D6}" dt="2025-03-27T07:32:23.398" v="92"/>
          <ac:spMkLst>
            <pc:docMk/>
            <pc:sldMk cId="3111587494" sldId="9848"/>
            <ac:spMk id="2" creationId="{63F0A5E2-77DC-7B9F-1C02-600C97B0A748}"/>
          </ac:spMkLst>
        </pc:spChg>
      </pc:sldChg>
      <pc:sldChg chg="modSp add mod modNotesTx">
        <pc:chgData name="Lý Thanh Ngô" userId="d1fb4545a5d636d2" providerId="LiveId" clId="{ABD4904B-081A-47C6-B87B-1F2506E329D6}" dt="2025-03-27T07:33:07.719" v="179" actId="20577"/>
        <pc:sldMkLst>
          <pc:docMk/>
          <pc:sldMk cId="3414643596" sldId="9849"/>
        </pc:sldMkLst>
        <pc:spChg chg="mod">
          <ac:chgData name="Lý Thanh Ngô" userId="d1fb4545a5d636d2" providerId="LiveId" clId="{ABD4904B-081A-47C6-B87B-1F2506E329D6}" dt="2025-03-27T07:33:07.719" v="179" actId="20577"/>
          <ac:spMkLst>
            <pc:docMk/>
            <pc:sldMk cId="3414643596" sldId="9849"/>
            <ac:spMk id="2" creationId="{875313AE-8DE9-EF7A-A539-00E8E5418705}"/>
          </ac:spMkLst>
        </pc:spChg>
      </pc:sldChg>
      <pc:sldChg chg="modSp add mod">
        <pc:chgData name="Lý Thanh Ngô" userId="d1fb4545a5d636d2" providerId="LiveId" clId="{ABD4904B-081A-47C6-B87B-1F2506E329D6}" dt="2025-03-27T07:33:14.037" v="181"/>
        <pc:sldMkLst>
          <pc:docMk/>
          <pc:sldMk cId="3238211235" sldId="9850"/>
        </pc:sldMkLst>
        <pc:spChg chg="mod">
          <ac:chgData name="Lý Thanh Ngô" userId="d1fb4545a5d636d2" providerId="LiveId" clId="{ABD4904B-081A-47C6-B87B-1F2506E329D6}" dt="2025-03-27T07:33:14.037" v="181"/>
          <ac:spMkLst>
            <pc:docMk/>
            <pc:sldMk cId="3238211235" sldId="9850"/>
            <ac:spMk id="2" creationId="{9EB41746-D780-1DA4-8C37-16E02E72EE06}"/>
          </ac:spMkLst>
        </pc:spChg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1186045386" sldId="9851"/>
        </pc:sldMkLst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887314122" sldId="9852"/>
        </pc:sldMkLst>
      </pc:sldChg>
      <pc:sldChg chg="modSp add mod modNotesTx">
        <pc:chgData name="Lý Thanh Ngô" userId="d1fb4545a5d636d2" providerId="LiveId" clId="{ABD4904B-081A-47C6-B87B-1F2506E329D6}" dt="2025-03-27T07:33:41.081" v="265" actId="20577"/>
        <pc:sldMkLst>
          <pc:docMk/>
          <pc:sldMk cId="2696584302" sldId="9853"/>
        </pc:sldMkLst>
      </pc:sldChg>
      <pc:sldChg chg="modSp add mod">
        <pc:chgData name="Lý Thanh Ngô" userId="d1fb4545a5d636d2" providerId="LiveId" clId="{ABD4904B-081A-47C6-B87B-1F2506E329D6}" dt="2025-03-27T07:33:47.606" v="267"/>
        <pc:sldMkLst>
          <pc:docMk/>
          <pc:sldMk cId="3862663970" sldId="9854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3848865846" sldId="9855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1777329158" sldId="9856"/>
        </pc:sldMkLst>
      </pc:sldChg>
      <pc:sldChg chg="modSp add mod ord">
        <pc:chgData name="Lý Thanh Ngô" userId="d1fb4545a5d636d2" providerId="LiveId" clId="{ABD4904B-081A-47C6-B87B-1F2506E329D6}" dt="2025-03-27T07:55:45.767" v="625"/>
        <pc:sldMkLst>
          <pc:docMk/>
          <pc:sldMk cId="1640538101" sldId="9857"/>
        </pc:sldMkLst>
        <pc:spChg chg="mod">
          <ac:chgData name="Lý Thanh Ngô" userId="d1fb4545a5d636d2" providerId="LiveId" clId="{ABD4904B-081A-47C6-B87B-1F2506E329D6}" dt="2025-03-27T07:52:54.768" v="489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ABD4904B-081A-47C6-B87B-1F2506E329D6}" dt="2025-03-27T07:54:15.964" v="618" actId="1076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ABD4904B-081A-47C6-B87B-1F2506E329D6}" dt="2025-03-27T07:54:40.690" v="622" actId="113"/>
          <ac:spMkLst>
            <pc:docMk/>
            <pc:sldMk cId="1640538101" sldId="9857"/>
            <ac:spMk id="7" creationId="{27682D36-7139-D43C-8AC6-2259120A3B6A}"/>
          </ac:spMkLst>
        </pc:spChg>
      </pc:sldChg>
      <pc:sldChg chg="modSp add mod setBg modNotesTx">
        <pc:chgData name="Lý Thanh Ngô" userId="d1fb4545a5d636d2" providerId="LiveId" clId="{ABD4904B-081A-47C6-B87B-1F2506E329D6}" dt="2025-03-27T08:01:14.171" v="640" actId="20577"/>
        <pc:sldMkLst>
          <pc:docMk/>
          <pc:sldMk cId="130758898" sldId="9858"/>
        </pc:sldMkLst>
      </pc:sldChg>
      <pc:sldChg chg="modSp add mod setBg modNotesTx">
        <pc:chgData name="Lý Thanh Ngô" userId="d1fb4545a5d636d2" providerId="LiveId" clId="{ABD4904B-081A-47C6-B87B-1F2506E329D6}" dt="2025-03-27T08:01:56.112" v="648" actId="255"/>
        <pc:sldMkLst>
          <pc:docMk/>
          <pc:sldMk cId="826091572" sldId="9859"/>
        </pc:sldMkLst>
      </pc:sldChg>
      <pc:sldChg chg="modSp add mod setBg modNotesTx">
        <pc:chgData name="Lý Thanh Ngô" userId="d1fb4545a5d636d2" providerId="LiveId" clId="{ABD4904B-081A-47C6-B87B-1F2506E329D6}" dt="2025-03-27T08:02:17.352" v="653" actId="20577"/>
        <pc:sldMkLst>
          <pc:docMk/>
          <pc:sldMk cId="3848815841" sldId="9860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3207059514" sldId="9861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416133720" sldId="9862"/>
        </pc:sldMkLst>
      </pc:sldChg>
      <pc:sldChg chg="add">
        <pc:chgData name="Lý Thanh Ngô" userId="d1fb4545a5d636d2" providerId="LiveId" clId="{ABD4904B-081A-47C6-B87B-1F2506E329D6}" dt="2025-03-27T08:02:37.387" v="654"/>
        <pc:sldMkLst>
          <pc:docMk/>
          <pc:sldMk cId="2711831379" sldId="9863"/>
        </pc:sldMkLst>
      </pc:sldChg>
      <pc:sldChg chg="modSp mod">
        <pc:chgData name="Lý Thanh Ngô" userId="d1fb4545a5d636d2" providerId="LiveId" clId="{ABD4904B-081A-47C6-B87B-1F2506E329D6}" dt="2025-03-30T04:53:14.930" v="1767" actId="123"/>
        <pc:sldMkLst>
          <pc:docMk/>
          <pc:sldMk cId="607866452" sldId="9865"/>
        </pc:sldMkLst>
        <pc:spChg chg="mod">
          <ac:chgData name="Lý Thanh Ngô" userId="d1fb4545a5d636d2" providerId="LiveId" clId="{ABD4904B-081A-47C6-B87B-1F2506E329D6}" dt="2025-03-30T04:53:14.930" v="1767" actId="123"/>
          <ac:spMkLst>
            <pc:docMk/>
            <pc:sldMk cId="607866452" sldId="9865"/>
            <ac:spMk id="66562" creationId="{82047D14-E417-5DE6-C9C7-9B82C82EDE0B}"/>
          </ac:spMkLst>
        </pc:spChg>
      </pc:sldChg>
      <pc:sldChg chg="modSp mod">
        <pc:chgData name="Lý Thanh Ngô" userId="d1fb4545a5d636d2" providerId="LiveId" clId="{ABD4904B-081A-47C6-B87B-1F2506E329D6}" dt="2025-03-30T04:53:20.900" v="1769" actId="123"/>
        <pc:sldMkLst>
          <pc:docMk/>
          <pc:sldMk cId="1170284011" sldId="9866"/>
        </pc:sldMkLst>
        <pc:spChg chg="mod">
          <ac:chgData name="Lý Thanh Ngô" userId="d1fb4545a5d636d2" providerId="LiveId" clId="{ABD4904B-081A-47C6-B87B-1F2506E329D6}" dt="2025-03-30T04:53:20.900" v="1769" actId="123"/>
          <ac:spMkLst>
            <pc:docMk/>
            <pc:sldMk cId="1170284011" sldId="9866"/>
            <ac:spMk id="66562" creationId="{4C5D4E35-9549-4095-21EF-FC5243A37787}"/>
          </ac:spMkLst>
        </pc:spChg>
      </pc:sldChg>
      <pc:sldChg chg="modSp mod">
        <pc:chgData name="Lý Thanh Ngô" userId="d1fb4545a5d636d2" providerId="LiveId" clId="{ABD4904B-081A-47C6-B87B-1F2506E329D6}" dt="2025-03-30T04:53:23.724" v="1770" actId="123"/>
        <pc:sldMkLst>
          <pc:docMk/>
          <pc:sldMk cId="1063818607" sldId="9867"/>
        </pc:sldMkLst>
        <pc:spChg chg="mod">
          <ac:chgData name="Lý Thanh Ngô" userId="d1fb4545a5d636d2" providerId="LiveId" clId="{ABD4904B-081A-47C6-B87B-1F2506E329D6}" dt="2025-03-30T04:53:23.724" v="1770" actId="123"/>
          <ac:spMkLst>
            <pc:docMk/>
            <pc:sldMk cId="1063818607" sldId="9867"/>
            <ac:spMk id="66562" creationId="{FF75AC47-1F6D-EA79-ADBF-809C6278BEEB}"/>
          </ac:spMkLst>
        </pc:spChg>
      </pc:sldChg>
      <pc:sldChg chg="modSp mod">
        <pc:chgData name="Lý Thanh Ngô" userId="d1fb4545a5d636d2" providerId="LiveId" clId="{ABD4904B-081A-47C6-B87B-1F2506E329D6}" dt="2025-03-30T04:53:49.285" v="1778" actId="20577"/>
        <pc:sldMkLst>
          <pc:docMk/>
          <pc:sldMk cId="746019610" sldId="9876"/>
        </pc:sldMkLst>
        <pc:spChg chg="mod">
          <ac:chgData name="Lý Thanh Ngô" userId="d1fb4545a5d636d2" providerId="LiveId" clId="{ABD4904B-081A-47C6-B87B-1F2506E329D6}" dt="2025-03-30T04:53:49.285" v="1778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 mod">
        <pc:chgData name="Lý Thanh Ngô" userId="d1fb4545a5d636d2" providerId="LiveId" clId="{ABD4904B-081A-47C6-B87B-1F2506E329D6}" dt="2025-03-30T04:53:54.239" v="1779" actId="123"/>
        <pc:sldMkLst>
          <pc:docMk/>
          <pc:sldMk cId="2746057718" sldId="9877"/>
        </pc:sldMkLst>
        <pc:spChg chg="mod">
          <ac:chgData name="Lý Thanh Ngô" userId="d1fb4545a5d636d2" providerId="LiveId" clId="{ABD4904B-081A-47C6-B87B-1F2506E329D6}" dt="2025-03-30T04:53:54.239" v="1779" actId="123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 mod">
        <pc:chgData name="Lý Thanh Ngô" userId="d1fb4545a5d636d2" providerId="LiveId" clId="{ABD4904B-081A-47C6-B87B-1F2506E329D6}" dt="2025-03-30T04:54:14.872" v="1797" actId="404"/>
        <pc:sldMkLst>
          <pc:docMk/>
          <pc:sldMk cId="1631203887" sldId="9878"/>
        </pc:sldMkLst>
        <pc:spChg chg="mod">
          <ac:chgData name="Lý Thanh Ngô" userId="d1fb4545a5d636d2" providerId="LiveId" clId="{ABD4904B-081A-47C6-B87B-1F2506E329D6}" dt="2025-03-30T04:54:14.872" v="1797" actId="404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">
        <pc:chgData name="Lý Thanh Ngô" userId="d1fb4545a5d636d2" providerId="LiveId" clId="{ABD4904B-081A-47C6-B87B-1F2506E329D6}" dt="2025-03-30T04:54:35.635" v="1801" actId="123"/>
        <pc:sldMkLst>
          <pc:docMk/>
          <pc:sldMk cId="2568018836" sldId="9879"/>
        </pc:sldMkLst>
        <pc:spChg chg="mod">
          <ac:chgData name="Lý Thanh Ngô" userId="d1fb4545a5d636d2" providerId="LiveId" clId="{ABD4904B-081A-47C6-B87B-1F2506E329D6}" dt="2025-03-30T04:54:35.635" v="1801" actId="123"/>
          <ac:spMkLst>
            <pc:docMk/>
            <pc:sldMk cId="2568018836" sldId="9879"/>
            <ac:spMk id="87042" creationId="{B23F1D18-B7C7-5D52-9DE7-348C04BB5C0B}"/>
          </ac:spMkLst>
        </pc:spChg>
      </pc:sldChg>
      <pc:sldChg chg="modSp mod">
        <pc:chgData name="Lý Thanh Ngô" userId="d1fb4545a5d636d2" providerId="LiveId" clId="{ABD4904B-081A-47C6-B87B-1F2506E329D6}" dt="2025-03-30T04:54:37.445" v="1802" actId="123"/>
        <pc:sldMkLst>
          <pc:docMk/>
          <pc:sldMk cId="181995151" sldId="9880"/>
        </pc:sldMkLst>
        <pc:spChg chg="mod">
          <ac:chgData name="Lý Thanh Ngô" userId="d1fb4545a5d636d2" providerId="LiveId" clId="{ABD4904B-081A-47C6-B87B-1F2506E329D6}" dt="2025-03-30T04:54:37.445" v="1802" actId="123"/>
          <ac:spMkLst>
            <pc:docMk/>
            <pc:sldMk cId="181995151" sldId="9880"/>
            <ac:spMk id="87042" creationId="{E23A55D2-39BC-5ACF-FF01-3A1F0C6DE876}"/>
          </ac:spMkLst>
        </pc:spChg>
      </pc:sldChg>
      <pc:sldChg chg="modSp mod">
        <pc:chgData name="Lý Thanh Ngô" userId="d1fb4545a5d636d2" providerId="LiveId" clId="{ABD4904B-081A-47C6-B87B-1F2506E329D6}" dt="2025-03-30T04:54:39.610" v="1803" actId="123"/>
        <pc:sldMkLst>
          <pc:docMk/>
          <pc:sldMk cId="1703213285" sldId="9881"/>
        </pc:sldMkLst>
        <pc:spChg chg="mod">
          <ac:chgData name="Lý Thanh Ngô" userId="d1fb4545a5d636d2" providerId="LiveId" clId="{ABD4904B-081A-47C6-B87B-1F2506E329D6}" dt="2025-03-30T04:54:39.610" v="1803" actId="123"/>
          <ac:spMkLst>
            <pc:docMk/>
            <pc:sldMk cId="1703213285" sldId="9881"/>
            <ac:spMk id="87042" creationId="{7A7F8A57-795D-5BE7-E136-BD0DC0766313}"/>
          </ac:spMkLst>
        </pc:spChg>
      </pc:sldChg>
      <pc:sldChg chg="modSp mod">
        <pc:chgData name="Lý Thanh Ngô" userId="d1fb4545a5d636d2" providerId="LiveId" clId="{ABD4904B-081A-47C6-B87B-1F2506E329D6}" dt="2025-03-30T04:54:43.176" v="1804" actId="123"/>
        <pc:sldMkLst>
          <pc:docMk/>
          <pc:sldMk cId="1438407309" sldId="9882"/>
        </pc:sldMkLst>
        <pc:spChg chg="mod">
          <ac:chgData name="Lý Thanh Ngô" userId="d1fb4545a5d636d2" providerId="LiveId" clId="{ABD4904B-081A-47C6-B87B-1F2506E329D6}" dt="2025-03-30T04:54:43.176" v="1804" actId="123"/>
          <ac:spMkLst>
            <pc:docMk/>
            <pc:sldMk cId="1438407309" sldId="9882"/>
            <ac:spMk id="87042" creationId="{1D590097-05BA-8268-85A9-60C2D6A2446A}"/>
          </ac:spMkLst>
        </pc:spChg>
      </pc:sldChg>
      <pc:sldChg chg="modSp mod">
        <pc:chgData name="Lý Thanh Ngô" userId="d1fb4545a5d636d2" providerId="LiveId" clId="{ABD4904B-081A-47C6-B87B-1F2506E329D6}" dt="2025-03-30T04:55:20.520" v="1816" actId="404"/>
        <pc:sldMkLst>
          <pc:docMk/>
          <pc:sldMk cId="1954565109" sldId="9883"/>
        </pc:sldMkLst>
        <pc:spChg chg="mod">
          <ac:chgData name="Lý Thanh Ngô" userId="d1fb4545a5d636d2" providerId="LiveId" clId="{ABD4904B-081A-47C6-B87B-1F2506E329D6}" dt="2025-03-30T04:55:20.520" v="1816" actId="404"/>
          <ac:spMkLst>
            <pc:docMk/>
            <pc:sldMk cId="1954565109" sldId="9883"/>
            <ac:spMk id="87042" creationId="{22699D2C-8763-156D-F51D-1784997923B6}"/>
          </ac:spMkLst>
        </pc:spChg>
      </pc:sldChg>
      <pc:sldChg chg="modSp mod">
        <pc:chgData name="Lý Thanh Ngô" userId="d1fb4545a5d636d2" providerId="LiveId" clId="{ABD4904B-081A-47C6-B87B-1F2506E329D6}" dt="2025-03-30T04:55:44.735" v="1826" actId="123"/>
        <pc:sldMkLst>
          <pc:docMk/>
          <pc:sldMk cId="2188824168" sldId="9884"/>
        </pc:sldMkLst>
        <pc:spChg chg="mod">
          <ac:chgData name="Lý Thanh Ngô" userId="d1fb4545a5d636d2" providerId="LiveId" clId="{ABD4904B-081A-47C6-B87B-1F2506E329D6}" dt="2025-03-30T04:55:44.735" v="1826" actId="123"/>
          <ac:spMkLst>
            <pc:docMk/>
            <pc:sldMk cId="2188824168" sldId="9884"/>
            <ac:spMk id="46082" creationId="{8476D6E7-324D-C6DE-B47D-867879947BB0}"/>
          </ac:spMkLst>
        </pc:spChg>
      </pc:sldChg>
      <pc:sldChg chg="modSp mod">
        <pc:chgData name="Lý Thanh Ngô" userId="d1fb4545a5d636d2" providerId="LiveId" clId="{ABD4904B-081A-47C6-B87B-1F2506E329D6}" dt="2025-03-30T04:55:30.455" v="1817" actId="123"/>
        <pc:sldMkLst>
          <pc:docMk/>
          <pc:sldMk cId="662654963" sldId="9885"/>
        </pc:sldMkLst>
        <pc:spChg chg="mod">
          <ac:chgData name="Lý Thanh Ngô" userId="d1fb4545a5d636d2" providerId="LiveId" clId="{ABD4904B-081A-47C6-B87B-1F2506E329D6}" dt="2025-03-30T04:55:30.455" v="1817" actId="123"/>
          <ac:spMkLst>
            <pc:docMk/>
            <pc:sldMk cId="662654963" sldId="9885"/>
            <ac:spMk id="87042" creationId="{D8A71609-0C98-EEF0-2D2E-B1E587497947}"/>
          </ac:spMkLst>
        </pc:spChg>
      </pc:sldChg>
      <pc:sldChg chg="modSp mod">
        <pc:chgData name="Lý Thanh Ngô" userId="d1fb4545a5d636d2" providerId="LiveId" clId="{ABD4904B-081A-47C6-B87B-1F2506E329D6}" dt="2025-03-30T04:57:01.172" v="1877" actId="255"/>
        <pc:sldMkLst>
          <pc:docMk/>
          <pc:sldMk cId="4290998353" sldId="9886"/>
        </pc:sldMkLst>
        <pc:spChg chg="mod">
          <ac:chgData name="Lý Thanh Ngô" userId="d1fb4545a5d636d2" providerId="LiveId" clId="{ABD4904B-081A-47C6-B87B-1F2506E329D6}" dt="2025-03-30T04:57:01.172" v="1877" actId="255"/>
          <ac:spMkLst>
            <pc:docMk/>
            <pc:sldMk cId="4290998353" sldId="9886"/>
            <ac:spMk id="87042" creationId="{4F796875-2FDD-ED52-CF5B-B6F4CA724F54}"/>
          </ac:spMkLst>
        </pc:spChg>
      </pc:sldChg>
      <pc:sldChg chg="modSp mod">
        <pc:chgData name="Lý Thanh Ngô" userId="d1fb4545a5d636d2" providerId="LiveId" clId="{ABD4904B-081A-47C6-B87B-1F2506E329D6}" dt="2025-03-30T04:57:28.801" v="1886" actId="255"/>
        <pc:sldMkLst>
          <pc:docMk/>
          <pc:sldMk cId="3520831965" sldId="9887"/>
        </pc:sldMkLst>
        <pc:spChg chg="mod">
          <ac:chgData name="Lý Thanh Ngô" userId="d1fb4545a5d636d2" providerId="LiveId" clId="{ABD4904B-081A-47C6-B87B-1F2506E329D6}" dt="2025-03-30T04:57:28.801" v="1886" actId="255"/>
          <ac:spMkLst>
            <pc:docMk/>
            <pc:sldMk cId="3520831965" sldId="9887"/>
            <ac:spMk id="87042" creationId="{47B993B1-4E7E-3623-5845-358F89A38981}"/>
          </ac:spMkLst>
        </pc:spChg>
      </pc:sldChg>
      <pc:sldChg chg="modSp del mod">
        <pc:chgData name="Lý Thanh Ngô" userId="d1fb4545a5d636d2" providerId="LiveId" clId="{ABD4904B-081A-47C6-B87B-1F2506E329D6}" dt="2025-03-30T04:57:32.745" v="1887" actId="47"/>
        <pc:sldMkLst>
          <pc:docMk/>
          <pc:sldMk cId="1525044725" sldId="9888"/>
        </pc:sldMkLst>
      </pc:sldChg>
      <pc:sldChg chg="modSp mod">
        <pc:chgData name="Lý Thanh Ngô" userId="d1fb4545a5d636d2" providerId="LiveId" clId="{ABD4904B-081A-47C6-B87B-1F2506E329D6}" dt="2025-03-30T04:20:46.642" v="768" actId="20577"/>
        <pc:sldMkLst>
          <pc:docMk/>
          <pc:sldMk cId="2160185228" sldId="9889"/>
        </pc:sldMkLst>
        <pc:spChg chg="mod">
          <ac:chgData name="Lý Thanh Ngô" userId="d1fb4545a5d636d2" providerId="LiveId" clId="{ABD4904B-081A-47C6-B87B-1F2506E329D6}" dt="2025-03-30T04:20:46.642" v="768" actId="20577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ABD4904B-081A-47C6-B87B-1F2506E329D6}" dt="2025-03-30T04:58:20.969" v="1904" actId="255"/>
        <pc:sldMkLst>
          <pc:docMk/>
          <pc:sldMk cId="13721989" sldId="9890"/>
        </pc:sldMkLst>
        <pc:spChg chg="mod">
          <ac:chgData name="Lý Thanh Ngô" userId="d1fb4545a5d636d2" providerId="LiveId" clId="{ABD4904B-081A-47C6-B87B-1F2506E329D6}" dt="2025-03-30T04:58:20.969" v="1904" actId="255"/>
          <ac:spMkLst>
            <pc:docMk/>
            <pc:sldMk cId="13721989" sldId="9890"/>
            <ac:spMk id="87042" creationId="{EA32DEC4-77F7-E4F0-E43C-66DB26030237}"/>
          </ac:spMkLst>
        </pc:spChg>
      </pc:sldChg>
      <pc:sldChg chg="modSp mod">
        <pc:chgData name="Lý Thanh Ngô" userId="d1fb4545a5d636d2" providerId="LiveId" clId="{ABD4904B-081A-47C6-B87B-1F2506E329D6}" dt="2025-03-30T04:58:28.020" v="1905" actId="123"/>
        <pc:sldMkLst>
          <pc:docMk/>
          <pc:sldMk cId="1952414727" sldId="9891"/>
        </pc:sldMkLst>
        <pc:spChg chg="mod">
          <ac:chgData name="Lý Thanh Ngô" userId="d1fb4545a5d636d2" providerId="LiveId" clId="{ABD4904B-081A-47C6-B87B-1F2506E329D6}" dt="2025-03-30T04:58:28.020" v="1905" actId="123"/>
          <ac:spMkLst>
            <pc:docMk/>
            <pc:sldMk cId="1952414727" sldId="9891"/>
            <ac:spMk id="87042" creationId="{8B5415F9-5B1C-F1AB-A470-19E098C759C2}"/>
          </ac:spMkLst>
        </pc:spChg>
      </pc:sldChg>
      <pc:sldChg chg="modSp mod">
        <pc:chgData name="Lý Thanh Ngô" userId="d1fb4545a5d636d2" providerId="LiveId" clId="{ABD4904B-081A-47C6-B87B-1F2506E329D6}" dt="2025-03-30T04:20:55.749" v="802" actId="20577"/>
        <pc:sldMkLst>
          <pc:docMk/>
          <pc:sldMk cId="3359446926" sldId="9892"/>
        </pc:sldMkLst>
        <pc:spChg chg="mod">
          <ac:chgData name="Lý Thanh Ngô" userId="d1fb4545a5d636d2" providerId="LiveId" clId="{ABD4904B-081A-47C6-B87B-1F2506E329D6}" dt="2025-03-30T04:20:55.749" v="802" actId="20577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ABD4904B-081A-47C6-B87B-1F2506E329D6}" dt="2025-03-30T04:58:42.064" v="1906" actId="123"/>
        <pc:sldMkLst>
          <pc:docMk/>
          <pc:sldMk cId="3719311503" sldId="9893"/>
        </pc:sldMkLst>
        <pc:spChg chg="mod">
          <ac:chgData name="Lý Thanh Ngô" userId="d1fb4545a5d636d2" providerId="LiveId" clId="{ABD4904B-081A-47C6-B87B-1F2506E329D6}" dt="2025-03-30T04:58:42.064" v="1906" actId="12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mod">
        <pc:chgData name="Lý Thanh Ngô" userId="d1fb4545a5d636d2" providerId="LiveId" clId="{ABD4904B-081A-47C6-B87B-1F2506E329D6}" dt="2025-03-30T04:58:45.926" v="1907" actId="123"/>
        <pc:sldMkLst>
          <pc:docMk/>
          <pc:sldMk cId="316058304" sldId="9894"/>
        </pc:sldMkLst>
      </pc:sldChg>
      <pc:sldChg chg="modSp mod">
        <pc:chgData name="Lý Thanh Ngô" userId="d1fb4545a5d636d2" providerId="LiveId" clId="{ABD4904B-081A-47C6-B87B-1F2506E329D6}" dt="2025-03-30T04:58:48.681" v="1908" actId="123"/>
        <pc:sldMkLst>
          <pc:docMk/>
          <pc:sldMk cId="1521856680" sldId="9895"/>
        </pc:sldMkLst>
        <pc:spChg chg="mod">
          <ac:chgData name="Lý Thanh Ngô" userId="d1fb4545a5d636d2" providerId="LiveId" clId="{ABD4904B-081A-47C6-B87B-1F2506E329D6}" dt="2025-03-30T04:58:48.681" v="1908" actId="123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mod">
        <pc:chgData name="Lý Thanh Ngô" userId="d1fb4545a5d636d2" providerId="LiveId" clId="{ABD4904B-081A-47C6-B87B-1F2506E329D6}" dt="2025-03-30T04:58:51.566" v="1909" actId="123"/>
        <pc:sldMkLst>
          <pc:docMk/>
          <pc:sldMk cId="367318003" sldId="9896"/>
        </pc:sldMkLst>
      </pc:sldChg>
      <pc:sldChg chg="modSp mod">
        <pc:chgData name="Lý Thanh Ngô" userId="d1fb4545a5d636d2" providerId="LiveId" clId="{ABD4904B-081A-47C6-B87B-1F2506E329D6}" dt="2025-03-30T04:58:55.482" v="1910" actId="123"/>
        <pc:sldMkLst>
          <pc:docMk/>
          <pc:sldMk cId="121284145" sldId="9897"/>
        </pc:sldMkLst>
        <pc:spChg chg="mod">
          <ac:chgData name="Lý Thanh Ngô" userId="d1fb4545a5d636d2" providerId="LiveId" clId="{ABD4904B-081A-47C6-B87B-1F2506E329D6}" dt="2025-03-30T04:58:55.482" v="1910" actId="123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ABD4904B-081A-47C6-B87B-1F2506E329D6}" dt="2025-03-30T04:59:10.744" v="1916" actId="122"/>
        <pc:sldMkLst>
          <pc:docMk/>
          <pc:sldMk cId="1078366241" sldId="9900"/>
        </pc:sldMkLst>
        <pc:spChg chg="mod">
          <ac:chgData name="Lý Thanh Ngô" userId="d1fb4545a5d636d2" providerId="LiveId" clId="{ABD4904B-081A-47C6-B87B-1F2506E329D6}" dt="2025-03-30T04:59:10.744" v="1916" actId="122"/>
          <ac:spMkLst>
            <pc:docMk/>
            <pc:sldMk cId="1078366241" sldId="9900"/>
            <ac:spMk id="46082" creationId="{44F3A9AE-039F-15BA-D2A3-30FDFA699F44}"/>
          </ac:spMkLst>
        </pc:spChg>
      </pc:sldChg>
      <pc:sldChg chg="modSp mod">
        <pc:chgData name="Lý Thanh Ngô" userId="d1fb4545a5d636d2" providerId="LiveId" clId="{ABD4904B-081A-47C6-B87B-1F2506E329D6}" dt="2025-03-30T04:59:15.465" v="1917" actId="123"/>
        <pc:sldMkLst>
          <pc:docMk/>
          <pc:sldMk cId="1608661232" sldId="9901"/>
        </pc:sldMkLst>
        <pc:spChg chg="mod">
          <ac:chgData name="Lý Thanh Ngô" userId="d1fb4545a5d636d2" providerId="LiveId" clId="{ABD4904B-081A-47C6-B87B-1F2506E329D6}" dt="2025-03-30T04:59:15.465" v="1917" actId="123"/>
          <ac:spMkLst>
            <pc:docMk/>
            <pc:sldMk cId="1608661232" sldId="9901"/>
            <ac:spMk id="46082" creationId="{FF7D9A66-A37E-54A8-65CA-B9AC17CC62FF}"/>
          </ac:spMkLst>
        </pc:spChg>
      </pc:sldChg>
      <pc:sldChg chg="modSp mod">
        <pc:chgData name="Lý Thanh Ngô" userId="d1fb4545a5d636d2" providerId="LiveId" clId="{ABD4904B-081A-47C6-B87B-1F2506E329D6}" dt="2025-03-30T04:59:18.933" v="1918" actId="123"/>
        <pc:sldMkLst>
          <pc:docMk/>
          <pc:sldMk cId="2629207321" sldId="9902"/>
        </pc:sldMkLst>
        <pc:spChg chg="mod">
          <ac:chgData name="Lý Thanh Ngô" userId="d1fb4545a5d636d2" providerId="LiveId" clId="{ABD4904B-081A-47C6-B87B-1F2506E329D6}" dt="2025-03-30T04:59:18.933" v="1918" actId="123"/>
          <ac:spMkLst>
            <pc:docMk/>
            <pc:sldMk cId="2629207321" sldId="9902"/>
            <ac:spMk id="46082" creationId="{6246C1CF-B2C1-5F3F-9394-7F923C0F61E1}"/>
          </ac:spMkLst>
        </pc:spChg>
      </pc:sldChg>
      <pc:sldChg chg="modSp mod">
        <pc:chgData name="Lý Thanh Ngô" userId="d1fb4545a5d636d2" providerId="LiveId" clId="{ABD4904B-081A-47C6-B87B-1F2506E329D6}" dt="2025-03-30T04:59:22.598" v="1919" actId="123"/>
        <pc:sldMkLst>
          <pc:docMk/>
          <pc:sldMk cId="1290835927" sldId="9903"/>
        </pc:sldMkLst>
      </pc:sldChg>
      <pc:sldChg chg="modSp mod">
        <pc:chgData name="Lý Thanh Ngô" userId="d1fb4545a5d636d2" providerId="LiveId" clId="{ABD4904B-081A-47C6-B87B-1F2506E329D6}" dt="2025-03-30T04:59:25.909" v="1920" actId="123"/>
        <pc:sldMkLst>
          <pc:docMk/>
          <pc:sldMk cId="4150645961" sldId="9904"/>
        </pc:sldMkLst>
        <pc:spChg chg="mod">
          <ac:chgData name="Lý Thanh Ngô" userId="d1fb4545a5d636d2" providerId="LiveId" clId="{ABD4904B-081A-47C6-B87B-1F2506E329D6}" dt="2025-03-30T04:59:25.909" v="1920" actId="123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ABD4904B-081A-47C6-B87B-1F2506E329D6}" dt="2025-03-30T04:59:28.436" v="1921" actId="123"/>
        <pc:sldMkLst>
          <pc:docMk/>
          <pc:sldMk cId="3470603365" sldId="9905"/>
        </pc:sldMkLst>
        <pc:spChg chg="mod">
          <ac:chgData name="Lý Thanh Ngô" userId="d1fb4545a5d636d2" providerId="LiveId" clId="{ABD4904B-081A-47C6-B87B-1F2506E329D6}" dt="2025-03-30T04:59:28.436" v="1921" actId="123"/>
          <ac:spMkLst>
            <pc:docMk/>
            <pc:sldMk cId="3470603365" sldId="9905"/>
            <ac:spMk id="46082" creationId="{4855D5D5-42B6-03AA-D0C5-C060017BD8DF}"/>
          </ac:spMkLst>
        </pc:spChg>
      </pc:sldChg>
      <pc:sldChg chg="modSp mod">
        <pc:chgData name="Lý Thanh Ngô" userId="d1fb4545a5d636d2" providerId="LiveId" clId="{ABD4904B-081A-47C6-B87B-1F2506E329D6}" dt="2025-03-30T04:33:39.806" v="1246" actId="207"/>
        <pc:sldMkLst>
          <pc:docMk/>
          <pc:sldMk cId="1613890805" sldId="9906"/>
        </pc:sldMkLst>
        <pc:spChg chg="mod">
          <ac:chgData name="Lý Thanh Ngô" userId="d1fb4545a5d636d2" providerId="LiveId" clId="{ABD4904B-081A-47C6-B87B-1F2506E329D6}" dt="2025-03-30T04:33:39.806" v="1246" actId="207"/>
          <ac:spMkLst>
            <pc:docMk/>
            <pc:sldMk cId="1613890805" sldId="9906"/>
            <ac:spMk id="46082" creationId="{15972B90-D4B5-7307-77D9-8F1546BE592A}"/>
          </ac:spMkLst>
        </pc:spChg>
      </pc:sldChg>
      <pc:sldChg chg="modSp mod">
        <pc:chgData name="Lý Thanh Ngô" userId="d1fb4545a5d636d2" providerId="LiveId" clId="{ABD4904B-081A-47C6-B87B-1F2506E329D6}" dt="2025-03-30T04:59:43.046" v="1927" actId="122"/>
        <pc:sldMkLst>
          <pc:docMk/>
          <pc:sldMk cId="576050836" sldId="9907"/>
        </pc:sldMkLst>
        <pc:spChg chg="mod">
          <ac:chgData name="Lý Thanh Ngô" userId="d1fb4545a5d636d2" providerId="LiveId" clId="{ABD4904B-081A-47C6-B87B-1F2506E329D6}" dt="2025-03-30T04:59:43.046" v="1927" actId="122"/>
          <ac:spMkLst>
            <pc:docMk/>
            <pc:sldMk cId="576050836" sldId="9907"/>
            <ac:spMk id="46082" creationId="{256126B9-69D1-A440-AA9D-73146B07307C}"/>
          </ac:spMkLst>
        </pc:spChg>
      </pc:sldChg>
      <pc:sldChg chg="modSp mod">
        <pc:chgData name="Lý Thanh Ngô" userId="d1fb4545a5d636d2" providerId="LiveId" clId="{ABD4904B-081A-47C6-B87B-1F2506E329D6}" dt="2025-03-30T04:59:48.514" v="1928" actId="123"/>
        <pc:sldMkLst>
          <pc:docMk/>
          <pc:sldMk cId="2827542806" sldId="9908"/>
        </pc:sldMkLst>
        <pc:spChg chg="mod">
          <ac:chgData name="Lý Thanh Ngô" userId="d1fb4545a5d636d2" providerId="LiveId" clId="{ABD4904B-081A-47C6-B87B-1F2506E329D6}" dt="2025-03-30T04:59:48.514" v="1928" actId="123"/>
          <ac:spMkLst>
            <pc:docMk/>
            <pc:sldMk cId="2827542806" sldId="9908"/>
            <ac:spMk id="46082" creationId="{306480E5-0698-C66D-1ED9-AA4B2A88B6EA}"/>
          </ac:spMkLst>
        </pc:spChg>
      </pc:sldChg>
      <pc:sldChg chg="modSp mod">
        <pc:chgData name="Lý Thanh Ngô" userId="d1fb4545a5d636d2" providerId="LiveId" clId="{ABD4904B-081A-47C6-B87B-1F2506E329D6}" dt="2025-03-30T04:59:50.468" v="1929" actId="123"/>
        <pc:sldMkLst>
          <pc:docMk/>
          <pc:sldMk cId="159199625" sldId="9909"/>
        </pc:sldMkLst>
        <pc:spChg chg="mod">
          <ac:chgData name="Lý Thanh Ngô" userId="d1fb4545a5d636d2" providerId="LiveId" clId="{ABD4904B-081A-47C6-B87B-1F2506E329D6}" dt="2025-03-30T04:59:50.468" v="1929" actId="123"/>
          <ac:spMkLst>
            <pc:docMk/>
            <pc:sldMk cId="159199625" sldId="9909"/>
            <ac:spMk id="46082" creationId="{B141D9D1-57C4-8622-8A12-15440C6F1202}"/>
          </ac:spMkLst>
        </pc:spChg>
      </pc:sldChg>
      <pc:sldChg chg="modSp mod">
        <pc:chgData name="Lý Thanh Ngô" userId="d1fb4545a5d636d2" providerId="LiveId" clId="{ABD4904B-081A-47C6-B87B-1F2506E329D6}" dt="2025-03-30T04:59:54.180" v="1930" actId="123"/>
        <pc:sldMkLst>
          <pc:docMk/>
          <pc:sldMk cId="2074675852" sldId="9910"/>
        </pc:sldMkLst>
        <pc:spChg chg="mod">
          <ac:chgData name="Lý Thanh Ngô" userId="d1fb4545a5d636d2" providerId="LiveId" clId="{ABD4904B-081A-47C6-B87B-1F2506E329D6}" dt="2025-03-30T04:59:54.180" v="1930" actId="123"/>
          <ac:spMkLst>
            <pc:docMk/>
            <pc:sldMk cId="2074675852" sldId="9910"/>
            <ac:spMk id="46082" creationId="{758ECD1A-DC89-8A0B-D94A-4526E8992F46}"/>
          </ac:spMkLst>
        </pc:spChg>
      </pc:sldChg>
      <pc:sldChg chg="modSp mod">
        <pc:chgData name="Lý Thanh Ngô" userId="d1fb4545a5d636d2" providerId="LiveId" clId="{ABD4904B-081A-47C6-B87B-1F2506E329D6}" dt="2025-03-30T05:00:01.223" v="1931" actId="123"/>
        <pc:sldMkLst>
          <pc:docMk/>
          <pc:sldMk cId="1253784387" sldId="9911"/>
        </pc:sldMkLst>
        <pc:spChg chg="mod">
          <ac:chgData name="Lý Thanh Ngô" userId="d1fb4545a5d636d2" providerId="LiveId" clId="{ABD4904B-081A-47C6-B87B-1F2506E329D6}" dt="2025-03-30T05:00:01.223" v="1931" actId="123"/>
          <ac:spMkLst>
            <pc:docMk/>
            <pc:sldMk cId="1253784387" sldId="9911"/>
            <ac:spMk id="46082" creationId="{15C01A9F-E3DC-CD0C-C3E1-C8A13A5CEB44}"/>
          </ac:spMkLst>
        </pc:spChg>
      </pc:sldChg>
      <pc:sldChg chg="modSp mod">
        <pc:chgData name="Lý Thanh Ngô" userId="d1fb4545a5d636d2" providerId="LiveId" clId="{ABD4904B-081A-47C6-B87B-1F2506E329D6}" dt="2025-03-30T05:00:04.544" v="1932" actId="123"/>
        <pc:sldMkLst>
          <pc:docMk/>
          <pc:sldMk cId="4061793047" sldId="9912"/>
        </pc:sldMkLst>
        <pc:spChg chg="mod">
          <ac:chgData name="Lý Thanh Ngô" userId="d1fb4545a5d636d2" providerId="LiveId" clId="{ABD4904B-081A-47C6-B87B-1F2506E329D6}" dt="2025-03-30T05:00:04.544" v="1932" actId="123"/>
          <ac:spMkLst>
            <pc:docMk/>
            <pc:sldMk cId="4061793047" sldId="9912"/>
            <ac:spMk id="46082" creationId="{8F726F33-0364-F5A4-C8A3-4F5B58DC56A1}"/>
          </ac:spMkLst>
        </pc:spChg>
      </pc:sldChg>
      <pc:sldChg chg="modSp mod">
        <pc:chgData name="Lý Thanh Ngô" userId="d1fb4545a5d636d2" providerId="LiveId" clId="{ABD4904B-081A-47C6-B87B-1F2506E329D6}" dt="2025-03-30T05:00:18.995" v="1939" actId="20577"/>
        <pc:sldMkLst>
          <pc:docMk/>
          <pc:sldMk cId="3165449530" sldId="9913"/>
        </pc:sldMkLst>
        <pc:spChg chg="mod">
          <ac:chgData name="Lý Thanh Ngô" userId="d1fb4545a5d636d2" providerId="LiveId" clId="{ABD4904B-081A-47C6-B87B-1F2506E329D6}" dt="2025-03-30T05:00:18.995" v="1939" actId="20577"/>
          <ac:spMkLst>
            <pc:docMk/>
            <pc:sldMk cId="3165449530" sldId="9913"/>
            <ac:spMk id="46082" creationId="{E1B29ADE-B01B-C893-7794-6987D636A811}"/>
          </ac:spMkLst>
        </pc:spChg>
      </pc:sldChg>
      <pc:sldChg chg="modSp mod">
        <pc:chgData name="Lý Thanh Ngô" userId="d1fb4545a5d636d2" providerId="LiveId" clId="{ABD4904B-081A-47C6-B87B-1F2506E329D6}" dt="2025-03-30T05:00:26.809" v="1940" actId="123"/>
        <pc:sldMkLst>
          <pc:docMk/>
          <pc:sldMk cId="522233016" sldId="9914"/>
        </pc:sldMkLst>
        <pc:spChg chg="mod">
          <ac:chgData name="Lý Thanh Ngô" userId="d1fb4545a5d636d2" providerId="LiveId" clId="{ABD4904B-081A-47C6-B87B-1F2506E329D6}" dt="2025-03-30T05:00:26.809" v="1940" actId="123"/>
          <ac:spMkLst>
            <pc:docMk/>
            <pc:sldMk cId="522233016" sldId="9914"/>
            <ac:spMk id="46082" creationId="{F6B68CC3-412D-C5F9-6BF0-12DAAFAB7C4C}"/>
          </ac:spMkLst>
        </pc:spChg>
      </pc:sldChg>
      <pc:sldChg chg="modSp mod">
        <pc:chgData name="Lý Thanh Ngô" userId="d1fb4545a5d636d2" providerId="LiveId" clId="{ABD4904B-081A-47C6-B87B-1F2506E329D6}" dt="2025-03-30T05:00:30.588" v="1941" actId="123"/>
        <pc:sldMkLst>
          <pc:docMk/>
          <pc:sldMk cId="2763764899" sldId="9915"/>
        </pc:sldMkLst>
        <pc:spChg chg="mod">
          <ac:chgData name="Lý Thanh Ngô" userId="d1fb4545a5d636d2" providerId="LiveId" clId="{ABD4904B-081A-47C6-B87B-1F2506E329D6}" dt="2025-03-30T05:00:30.588" v="1941" actId="123"/>
          <ac:spMkLst>
            <pc:docMk/>
            <pc:sldMk cId="2763764899" sldId="9915"/>
            <ac:spMk id="46082" creationId="{C4B159FC-D56B-AFDD-468E-8327FB5A59E9}"/>
          </ac:spMkLst>
        </pc:spChg>
      </pc:sldChg>
      <pc:sldChg chg="modSp mod">
        <pc:chgData name="Lý Thanh Ngô" userId="d1fb4545a5d636d2" providerId="LiveId" clId="{ABD4904B-081A-47C6-B87B-1F2506E329D6}" dt="2025-03-30T05:00:34.768" v="1942" actId="123"/>
        <pc:sldMkLst>
          <pc:docMk/>
          <pc:sldMk cId="2276341674" sldId="9916"/>
        </pc:sldMkLst>
        <pc:spChg chg="mod">
          <ac:chgData name="Lý Thanh Ngô" userId="d1fb4545a5d636d2" providerId="LiveId" clId="{ABD4904B-081A-47C6-B87B-1F2506E329D6}" dt="2025-03-30T05:00:34.768" v="1942" actId="123"/>
          <ac:spMkLst>
            <pc:docMk/>
            <pc:sldMk cId="2276341674" sldId="9916"/>
            <ac:spMk id="46082" creationId="{64D8C2BA-B418-ED2B-49CA-A3324EE34F84}"/>
          </ac:spMkLst>
        </pc:spChg>
      </pc:sldChg>
      <pc:sldChg chg="modSp mod">
        <pc:chgData name="Lý Thanh Ngô" userId="d1fb4545a5d636d2" providerId="LiveId" clId="{ABD4904B-081A-47C6-B87B-1F2506E329D6}" dt="2025-03-30T05:00:37.578" v="1943" actId="123"/>
        <pc:sldMkLst>
          <pc:docMk/>
          <pc:sldMk cId="888088382" sldId="9917"/>
        </pc:sldMkLst>
        <pc:spChg chg="mod">
          <ac:chgData name="Lý Thanh Ngô" userId="d1fb4545a5d636d2" providerId="LiveId" clId="{ABD4904B-081A-47C6-B87B-1F2506E329D6}" dt="2025-03-30T05:00:37.578" v="1943" actId="123"/>
          <ac:spMkLst>
            <pc:docMk/>
            <pc:sldMk cId="888088382" sldId="9917"/>
            <ac:spMk id="46082" creationId="{0BDA323C-35E3-FDBD-2A4E-51EF8EC81D80}"/>
          </ac:spMkLst>
        </pc:spChg>
      </pc:sldChg>
      <pc:sldChg chg="modSp mod">
        <pc:chgData name="Lý Thanh Ngô" userId="d1fb4545a5d636d2" providerId="LiveId" clId="{ABD4904B-081A-47C6-B87B-1F2506E329D6}" dt="2025-03-30T05:00:40.431" v="1944" actId="123"/>
        <pc:sldMkLst>
          <pc:docMk/>
          <pc:sldMk cId="574032678" sldId="9918"/>
        </pc:sldMkLst>
        <pc:spChg chg="mod">
          <ac:chgData name="Lý Thanh Ngô" userId="d1fb4545a5d636d2" providerId="LiveId" clId="{ABD4904B-081A-47C6-B87B-1F2506E329D6}" dt="2025-03-30T05:00:40.431" v="1944" actId="123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ABD4904B-081A-47C6-B87B-1F2506E329D6}" dt="2025-03-30T05:00:43.285" v="1945" actId="123"/>
        <pc:sldMkLst>
          <pc:docMk/>
          <pc:sldMk cId="3268485197" sldId="9919"/>
        </pc:sldMkLst>
        <pc:spChg chg="mod">
          <ac:chgData name="Lý Thanh Ngô" userId="d1fb4545a5d636d2" providerId="LiveId" clId="{ABD4904B-081A-47C6-B87B-1F2506E329D6}" dt="2025-03-30T05:00:43.285" v="1945" actId="123"/>
          <ac:spMkLst>
            <pc:docMk/>
            <pc:sldMk cId="3268485197" sldId="9919"/>
            <ac:spMk id="46082" creationId="{CA418B87-6FFE-4F3F-0A00-510748A83D7A}"/>
          </ac:spMkLst>
        </pc:spChg>
      </pc:sldChg>
      <pc:sldChg chg="modSp mod">
        <pc:chgData name="Lý Thanh Ngô" userId="d1fb4545a5d636d2" providerId="LiveId" clId="{ABD4904B-081A-47C6-B87B-1F2506E329D6}" dt="2025-03-30T05:00:47.370" v="1946" actId="123"/>
        <pc:sldMkLst>
          <pc:docMk/>
          <pc:sldMk cId="187347292" sldId="9920"/>
        </pc:sldMkLst>
        <pc:spChg chg="mod">
          <ac:chgData name="Lý Thanh Ngô" userId="d1fb4545a5d636d2" providerId="LiveId" clId="{ABD4904B-081A-47C6-B87B-1F2506E329D6}" dt="2025-03-30T05:00:47.370" v="1946" actId="123"/>
          <ac:spMkLst>
            <pc:docMk/>
            <pc:sldMk cId="187347292" sldId="9920"/>
            <ac:spMk id="46082" creationId="{23E3E4F5-F2FC-70A2-4DCB-357274CFE020}"/>
          </ac:spMkLst>
        </pc:spChg>
      </pc:sldChg>
      <pc:sldChg chg="modSp mod">
        <pc:chgData name="Lý Thanh Ngô" userId="d1fb4545a5d636d2" providerId="LiveId" clId="{ABD4904B-081A-47C6-B87B-1F2506E329D6}" dt="2025-03-30T05:00:53.792" v="1947" actId="123"/>
        <pc:sldMkLst>
          <pc:docMk/>
          <pc:sldMk cId="1295548846" sldId="9921"/>
        </pc:sldMkLst>
        <pc:spChg chg="mod">
          <ac:chgData name="Lý Thanh Ngô" userId="d1fb4545a5d636d2" providerId="LiveId" clId="{ABD4904B-081A-47C6-B87B-1F2506E329D6}" dt="2025-03-30T05:00:53.792" v="1947" actId="123"/>
          <ac:spMkLst>
            <pc:docMk/>
            <pc:sldMk cId="1295548846" sldId="9921"/>
            <ac:spMk id="46082" creationId="{AB45D9CD-917A-320C-6C9D-94B009DFE745}"/>
          </ac:spMkLst>
        </pc:spChg>
      </pc:sldChg>
      <pc:sldChg chg="modSp mod">
        <pc:chgData name="Lý Thanh Ngô" userId="d1fb4545a5d636d2" providerId="LiveId" clId="{ABD4904B-081A-47C6-B87B-1F2506E329D6}" dt="2025-03-30T05:00:56.698" v="1948" actId="123"/>
        <pc:sldMkLst>
          <pc:docMk/>
          <pc:sldMk cId="1032720080" sldId="9922"/>
        </pc:sldMkLst>
        <pc:spChg chg="mod">
          <ac:chgData name="Lý Thanh Ngô" userId="d1fb4545a5d636d2" providerId="LiveId" clId="{ABD4904B-081A-47C6-B87B-1F2506E329D6}" dt="2025-03-30T05:00:56.698" v="1948" actId="123"/>
          <ac:spMkLst>
            <pc:docMk/>
            <pc:sldMk cId="1032720080" sldId="9922"/>
            <ac:spMk id="46082" creationId="{B04F7272-7E7A-4D00-E89F-1A611CCD4996}"/>
          </ac:spMkLst>
        </pc:spChg>
      </pc:sldChg>
      <pc:sldChg chg="modSp mod">
        <pc:chgData name="Lý Thanh Ngô" userId="d1fb4545a5d636d2" providerId="LiveId" clId="{ABD4904B-081A-47C6-B87B-1F2506E329D6}" dt="2025-03-30T05:00:59.891" v="1949" actId="123"/>
        <pc:sldMkLst>
          <pc:docMk/>
          <pc:sldMk cId="1660952084" sldId="9923"/>
        </pc:sldMkLst>
        <pc:spChg chg="mod">
          <ac:chgData name="Lý Thanh Ngô" userId="d1fb4545a5d636d2" providerId="LiveId" clId="{ABD4904B-081A-47C6-B87B-1F2506E329D6}" dt="2025-03-30T05:00:59.891" v="1949" actId="123"/>
          <ac:spMkLst>
            <pc:docMk/>
            <pc:sldMk cId="1660952084" sldId="9923"/>
            <ac:spMk id="46082" creationId="{3782FF22-374E-1F13-3700-806F91B3C50D}"/>
          </ac:spMkLst>
        </pc:spChg>
      </pc:sldChg>
      <pc:sldChg chg="modSp mod">
        <pc:chgData name="Lý Thanh Ngô" userId="d1fb4545a5d636d2" providerId="LiveId" clId="{ABD4904B-081A-47C6-B87B-1F2506E329D6}" dt="2025-03-30T05:01:12.170" v="1953" actId="255"/>
        <pc:sldMkLst>
          <pc:docMk/>
          <pc:sldMk cId="135439565" sldId="9924"/>
        </pc:sldMkLst>
        <pc:spChg chg="mod">
          <ac:chgData name="Lý Thanh Ngô" userId="d1fb4545a5d636d2" providerId="LiveId" clId="{ABD4904B-081A-47C6-B87B-1F2506E329D6}" dt="2025-03-30T05:01:12.170" v="1953" actId="255"/>
          <ac:spMkLst>
            <pc:docMk/>
            <pc:sldMk cId="135439565" sldId="9924"/>
            <ac:spMk id="46082" creationId="{A04F28CD-D38D-D8A7-A32D-68EB065C63EC}"/>
          </ac:spMkLst>
        </pc:spChg>
      </pc:sldChg>
      <pc:sldChg chg="modSp mod">
        <pc:chgData name="Lý Thanh Ngô" userId="d1fb4545a5d636d2" providerId="LiveId" clId="{ABD4904B-081A-47C6-B87B-1F2506E329D6}" dt="2025-03-30T05:01:20.441" v="1956" actId="6549"/>
        <pc:sldMkLst>
          <pc:docMk/>
          <pc:sldMk cId="3976937419" sldId="9925"/>
        </pc:sldMkLst>
        <pc:spChg chg="mod">
          <ac:chgData name="Lý Thanh Ngô" userId="d1fb4545a5d636d2" providerId="LiveId" clId="{ABD4904B-081A-47C6-B87B-1F2506E329D6}" dt="2025-03-30T05:01:20.441" v="1956" actId="6549"/>
          <ac:spMkLst>
            <pc:docMk/>
            <pc:sldMk cId="3976937419" sldId="9925"/>
            <ac:spMk id="46082" creationId="{9076FCC7-650B-65D4-2AE8-2FF676493363}"/>
          </ac:spMkLst>
        </pc:spChg>
      </pc:sldChg>
      <pc:sldChg chg="modSp mod">
        <pc:chgData name="Lý Thanh Ngô" userId="d1fb4545a5d636d2" providerId="LiveId" clId="{ABD4904B-081A-47C6-B87B-1F2506E329D6}" dt="2025-03-30T05:01:24.556" v="1957" actId="123"/>
        <pc:sldMkLst>
          <pc:docMk/>
          <pc:sldMk cId="3849524063" sldId="9926"/>
        </pc:sldMkLst>
        <pc:spChg chg="mod">
          <ac:chgData name="Lý Thanh Ngô" userId="d1fb4545a5d636d2" providerId="LiveId" clId="{ABD4904B-081A-47C6-B87B-1F2506E329D6}" dt="2025-03-30T05:01:24.556" v="1957" actId="123"/>
          <ac:spMkLst>
            <pc:docMk/>
            <pc:sldMk cId="3849524063" sldId="9926"/>
            <ac:spMk id="46082" creationId="{4383DA44-7C29-F4D8-2001-51B997A82768}"/>
          </ac:spMkLst>
        </pc:spChg>
      </pc:sldChg>
      <pc:sldChg chg="modSp mod">
        <pc:chgData name="Lý Thanh Ngô" userId="d1fb4545a5d636d2" providerId="LiveId" clId="{ABD4904B-081A-47C6-B87B-1F2506E329D6}" dt="2025-03-30T05:01:31.712" v="1960" actId="20577"/>
        <pc:sldMkLst>
          <pc:docMk/>
          <pc:sldMk cId="4166180669" sldId="9927"/>
        </pc:sldMkLst>
        <pc:spChg chg="mod">
          <ac:chgData name="Lý Thanh Ngô" userId="d1fb4545a5d636d2" providerId="LiveId" clId="{ABD4904B-081A-47C6-B87B-1F2506E329D6}" dt="2025-03-30T05:01:31.712" v="1960" actId="20577"/>
          <ac:spMkLst>
            <pc:docMk/>
            <pc:sldMk cId="4166180669" sldId="9927"/>
            <ac:spMk id="46082" creationId="{345A4EAC-D0D7-F4D1-D9F1-844A947C5F1C}"/>
          </ac:spMkLst>
        </pc:spChg>
      </pc:sldChg>
      <pc:sldChg chg="modSp mod">
        <pc:chgData name="Lý Thanh Ngô" userId="d1fb4545a5d636d2" providerId="LiveId" clId="{ABD4904B-081A-47C6-B87B-1F2506E329D6}" dt="2025-03-30T05:01:44.811" v="1961" actId="123"/>
        <pc:sldMkLst>
          <pc:docMk/>
          <pc:sldMk cId="6715914" sldId="9928"/>
        </pc:sldMkLst>
        <pc:spChg chg="mod">
          <ac:chgData name="Lý Thanh Ngô" userId="d1fb4545a5d636d2" providerId="LiveId" clId="{ABD4904B-081A-47C6-B87B-1F2506E329D6}" dt="2025-03-30T05:01:44.811" v="1961" actId="123"/>
          <ac:spMkLst>
            <pc:docMk/>
            <pc:sldMk cId="6715914" sldId="9928"/>
            <ac:spMk id="46082" creationId="{A6102EEC-F65B-8198-2AD9-D11506836785}"/>
          </ac:spMkLst>
        </pc:spChg>
      </pc:sldChg>
      <pc:sldChg chg="modSp mod">
        <pc:chgData name="Lý Thanh Ngô" userId="d1fb4545a5d636d2" providerId="LiveId" clId="{ABD4904B-081A-47C6-B87B-1F2506E329D6}" dt="2025-03-30T05:01:58.649" v="1967" actId="20577"/>
        <pc:sldMkLst>
          <pc:docMk/>
          <pc:sldMk cId="3588150592" sldId="9929"/>
        </pc:sldMkLst>
        <pc:spChg chg="mod">
          <ac:chgData name="Lý Thanh Ngô" userId="d1fb4545a5d636d2" providerId="LiveId" clId="{ABD4904B-081A-47C6-B87B-1F2506E329D6}" dt="2025-03-30T05:01:58.649" v="1967" actId="20577"/>
          <ac:spMkLst>
            <pc:docMk/>
            <pc:sldMk cId="3588150592" sldId="9929"/>
            <ac:spMk id="46082" creationId="{AFB126A8-ED0F-3443-5038-5E183D1787AA}"/>
          </ac:spMkLst>
        </pc:spChg>
      </pc:sldChg>
      <pc:sldChg chg="modSp mod">
        <pc:chgData name="Lý Thanh Ngô" userId="d1fb4545a5d636d2" providerId="LiveId" clId="{ABD4904B-081A-47C6-B87B-1F2506E329D6}" dt="2025-03-30T05:02:05.390" v="1968" actId="123"/>
        <pc:sldMkLst>
          <pc:docMk/>
          <pc:sldMk cId="2367944318" sldId="9930"/>
        </pc:sldMkLst>
        <pc:spChg chg="mod">
          <ac:chgData name="Lý Thanh Ngô" userId="d1fb4545a5d636d2" providerId="LiveId" clId="{ABD4904B-081A-47C6-B87B-1F2506E329D6}" dt="2025-03-30T05:02:05.390" v="1968" actId="123"/>
          <ac:spMkLst>
            <pc:docMk/>
            <pc:sldMk cId="2367944318" sldId="9930"/>
            <ac:spMk id="46082" creationId="{B1B498CC-D6A0-FD46-C8FD-DB2124503A80}"/>
          </ac:spMkLst>
        </pc:spChg>
      </pc:sldChg>
      <pc:sldChg chg="modSp mod">
        <pc:chgData name="Lý Thanh Ngô" userId="d1fb4545a5d636d2" providerId="LiveId" clId="{ABD4904B-081A-47C6-B87B-1F2506E329D6}" dt="2025-03-30T05:02:10.170" v="1969" actId="123"/>
        <pc:sldMkLst>
          <pc:docMk/>
          <pc:sldMk cId="661416154" sldId="9931"/>
        </pc:sldMkLst>
        <pc:spChg chg="mod">
          <ac:chgData name="Lý Thanh Ngô" userId="d1fb4545a5d636d2" providerId="LiveId" clId="{ABD4904B-081A-47C6-B87B-1F2506E329D6}" dt="2025-03-30T05:02:10.170" v="1969" actId="123"/>
          <ac:spMkLst>
            <pc:docMk/>
            <pc:sldMk cId="661416154" sldId="9931"/>
            <ac:spMk id="46082" creationId="{83C3B709-7413-FADA-D182-7D3D4E2FA35F}"/>
          </ac:spMkLst>
        </pc:spChg>
      </pc:sldChg>
      <pc:sldChg chg="modSp mod">
        <pc:chgData name="Lý Thanh Ngô" userId="d1fb4545a5d636d2" providerId="LiveId" clId="{ABD4904B-081A-47C6-B87B-1F2506E329D6}" dt="2025-03-30T05:02:13.078" v="1970" actId="123"/>
        <pc:sldMkLst>
          <pc:docMk/>
          <pc:sldMk cId="2138796068" sldId="9932"/>
        </pc:sldMkLst>
        <pc:spChg chg="mod">
          <ac:chgData name="Lý Thanh Ngô" userId="d1fb4545a5d636d2" providerId="LiveId" clId="{ABD4904B-081A-47C6-B87B-1F2506E329D6}" dt="2025-03-30T05:02:13.078" v="1970" actId="123"/>
          <ac:spMkLst>
            <pc:docMk/>
            <pc:sldMk cId="2138796068" sldId="9932"/>
            <ac:spMk id="46082" creationId="{2ECB7632-4EC8-3ABB-6B5A-7BAD5CDE8E57}"/>
          </ac:spMkLst>
        </pc:spChg>
      </pc:sldChg>
      <pc:sldChg chg="modSp mod">
        <pc:chgData name="Lý Thanh Ngô" userId="d1fb4545a5d636d2" providerId="LiveId" clId="{ABD4904B-081A-47C6-B87B-1F2506E329D6}" dt="2025-03-30T05:02:32.964" v="1973" actId="255"/>
        <pc:sldMkLst>
          <pc:docMk/>
          <pc:sldMk cId="603951992" sldId="9933"/>
        </pc:sldMkLst>
        <pc:spChg chg="mod">
          <ac:chgData name="Lý Thanh Ngô" userId="d1fb4545a5d636d2" providerId="LiveId" clId="{ABD4904B-081A-47C6-B87B-1F2506E329D6}" dt="2025-03-30T05:02:32.964" v="1973" actId="255"/>
          <ac:spMkLst>
            <pc:docMk/>
            <pc:sldMk cId="603951992" sldId="9933"/>
            <ac:spMk id="46082" creationId="{BEC80A15-78DE-6A11-1B57-BC29ADB87B64}"/>
          </ac:spMkLst>
        </pc:spChg>
      </pc:sldChg>
      <pc:sldChg chg="modSp mod">
        <pc:chgData name="Lý Thanh Ngô" userId="d1fb4545a5d636d2" providerId="LiveId" clId="{ABD4904B-081A-47C6-B87B-1F2506E329D6}" dt="2025-03-30T05:02:41.316" v="1976" actId="403"/>
        <pc:sldMkLst>
          <pc:docMk/>
          <pc:sldMk cId="4139010742" sldId="9934"/>
        </pc:sldMkLst>
        <pc:spChg chg="mod">
          <ac:chgData name="Lý Thanh Ngô" userId="d1fb4545a5d636d2" providerId="LiveId" clId="{ABD4904B-081A-47C6-B87B-1F2506E329D6}" dt="2025-03-30T05:02:41.316" v="1976" actId="403"/>
          <ac:spMkLst>
            <pc:docMk/>
            <pc:sldMk cId="4139010742" sldId="9934"/>
            <ac:spMk id="46082" creationId="{EEF358A9-9BD6-B364-418E-E00F792B9830}"/>
          </ac:spMkLst>
        </pc:spChg>
      </pc:sldChg>
      <pc:sldChg chg="modSp mod">
        <pc:chgData name="Lý Thanh Ngô" userId="d1fb4545a5d636d2" providerId="LiveId" clId="{ABD4904B-081A-47C6-B87B-1F2506E329D6}" dt="2025-03-30T05:02:55.221" v="1990" actId="404"/>
        <pc:sldMkLst>
          <pc:docMk/>
          <pc:sldMk cId="678953230" sldId="9935"/>
        </pc:sldMkLst>
        <pc:spChg chg="mod">
          <ac:chgData name="Lý Thanh Ngô" userId="d1fb4545a5d636d2" providerId="LiveId" clId="{ABD4904B-081A-47C6-B87B-1F2506E329D6}" dt="2025-03-30T05:02:55.221" v="1990" actId="404"/>
          <ac:spMkLst>
            <pc:docMk/>
            <pc:sldMk cId="678953230" sldId="9935"/>
            <ac:spMk id="46082" creationId="{1A28ACAD-F88F-7701-345E-2C6AF61FD97E}"/>
          </ac:spMkLst>
        </pc:spChg>
      </pc:sldChg>
      <pc:sldChg chg="modSp add mod">
        <pc:chgData name="Lý Thanh Ngô" userId="d1fb4545a5d636d2" providerId="LiveId" clId="{ABD4904B-081A-47C6-B87B-1F2506E329D6}" dt="2025-03-30T04:33:10.668" v="1243" actId="403"/>
        <pc:sldMkLst>
          <pc:docMk/>
          <pc:sldMk cId="2840395799" sldId="9936"/>
        </pc:sldMkLst>
        <pc:spChg chg="mod">
          <ac:chgData name="Lý Thanh Ngô" userId="d1fb4545a5d636d2" providerId="LiveId" clId="{ABD4904B-081A-47C6-B87B-1F2506E329D6}" dt="2025-03-30T04:33:10.668" v="1243" actId="403"/>
          <ac:spMkLst>
            <pc:docMk/>
            <pc:sldMk cId="2840395799" sldId="9936"/>
            <ac:spMk id="66562" creationId="{21102977-3B5A-1558-31A1-C4E1BFDE937F}"/>
          </ac:spMkLst>
        </pc:spChg>
      </pc:sldChg>
      <pc:sldChg chg="add del ord">
        <pc:chgData name="Lý Thanh Ngô" userId="d1fb4545a5d636d2" providerId="LiveId" clId="{ABD4904B-081A-47C6-B87B-1F2506E329D6}" dt="2025-03-30T04:30:54.836" v="1203" actId="47"/>
        <pc:sldMkLst>
          <pc:docMk/>
          <pc:sldMk cId="3686030830" sldId="9936"/>
        </pc:sldMkLst>
      </pc:sldChg>
      <pc:sldChg chg="new setBg">
        <pc:chgData name="Lý Thanh Ngô" userId="d1fb4545a5d636d2" providerId="LiveId" clId="{ABD4904B-081A-47C6-B87B-1F2506E329D6}" dt="2025-03-30T04:47:52.793" v="1645"/>
        <pc:sldMkLst>
          <pc:docMk/>
          <pc:sldMk cId="1696849316" sldId="9937"/>
        </pc:sldMkLst>
      </pc:sldChg>
      <pc:sldMasterChg chg="del delSldLayout">
        <pc:chgData name="Lý Thanh Ngô" userId="d1fb4545a5d636d2" providerId="LiveId" clId="{ABD4904B-081A-47C6-B87B-1F2506E329D6}" dt="2025-03-27T07:54:44.862" v="623" actId="47"/>
        <pc:sldMasterMkLst>
          <pc:docMk/>
          <pc:sldMasterMk cId="2331289677" sldId="2147483660"/>
        </pc:sldMasterMkLst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477452345" sldId="2147483661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153371939" sldId="2147483662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340841954" sldId="2147483663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861417460" sldId="2147483664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699463424" sldId="2147483665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61573196" sldId="2147483666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30551362" sldId="2147483667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069658008" sldId="2147483668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94302990" sldId="2147483669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533410086" sldId="2147483670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742728602" sldId="2147483671"/>
          </pc:sldLayoutMkLst>
        </pc:sldLayoutChg>
      </pc:sldMasterChg>
    </pc:docChg>
  </pc:docChgLst>
  <pc:docChgLst>
    <pc:chgData name="Lý Thanh Ngô" userId="d1fb4545a5d636d2" providerId="LiveId" clId="{F575B444-C68A-C747-A235-E506A0A29BF4}"/>
    <pc:docChg chg="addSld sldOrd">
      <pc:chgData name="Lý Thanh Ngô" userId="d1fb4545a5d636d2" providerId="LiveId" clId="{F575B444-C68A-C747-A235-E506A0A29BF4}" dt="2025-04-05T22:18:37.504" v="1" actId="1076"/>
      <pc:docMkLst>
        <pc:docMk/>
      </pc:docMkLst>
      <pc:sldChg chg="new ord">
        <pc:chgData name="Lý Thanh Ngô" userId="d1fb4545a5d636d2" providerId="LiveId" clId="{F575B444-C68A-C747-A235-E506A0A29BF4}" dt="2025-04-05T22:18:37.504" v="1" actId="1076"/>
        <pc:sldMkLst>
          <pc:docMk/>
          <pc:sldMk cId="901106724" sldId="9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1FF8C-FB8E-45AF-B0FA-95B6560BE94A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246CF-7178-41AD-B6F8-BACEEA28F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9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F860-7B8A-D384-D883-B3331C97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DF2BB-E423-6D65-F074-207439947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674E9-42B4-2325-5CE9-B4619C627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392B-4D7C-11C6-37EC-2C28C88E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08CA-AC9C-9000-FC37-B0A45EB7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8C671-5897-95C6-B33B-DE2C2088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5EB7-4CE6-3B1B-5325-660B5F8F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20A1-4208-4D01-67E2-76069BACA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0B24F-30B9-012C-D88B-42631EBA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9152E-04E0-90A3-48CD-787D4DF4E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D69F2-CD3D-7C50-D06F-DA9A4E3C3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6D2A5-257C-7606-D75C-4DD507361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19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C5BE-6CBE-5290-25FF-ADD0BBE6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2AEDA-CBC4-9D00-6C7B-304902630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2A7FA-269C-6651-E484-7DE31886A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6FFFE-B3F2-F244-29A2-F731B20CE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1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B11E-3875-4468-08A4-F0A07E82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BA566-451A-D95D-48CB-EE92BDFA3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F9967-55F8-1E3A-5685-E8146330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A3996-6962-2C1A-97F2-640FE4F3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51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F5F4-BCB8-E218-9C8C-B8FBBEFF0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6BA06-81BD-73B7-138C-05CDD2FA3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19A4E-1506-9550-E296-5EA7995D8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C05DF-F8B4-E6D2-E05A-3CD803B21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48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EF8A7-1401-A355-F88E-2194B0A4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EADC2-4BF7-9D4C-A37F-72C4BB96F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3CA03-464D-C80E-E6DF-5976811F5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DD1B3-FB94-04C5-8ADB-1FCD7657C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06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761A9-8C79-F1E0-68E2-A0323A9C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1ED6A-B0AF-1A15-491D-20BB62E60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93CBB-188E-8A58-B4B0-813E90879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DC17F-18AB-E335-C990-13ADA5464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16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709E-72B7-98E0-2F66-C45DB515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CCCDC-F2CF-680A-F0D2-10E775C43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019A3-5DDB-F99F-E56F-2A39B522F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A3B61-3D1E-942B-F68A-05456AB85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47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B47A-3A54-D086-B712-65EFAAB8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A12FB-3E6C-332B-79D2-4916E6D0D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2A111-6100-9B64-706A-6A320597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E4A76-BDD6-58BF-AD26-990F78752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7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B11C-1073-495B-E66A-5713CC42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E1ECD-4FAF-1D81-D06E-5A05BE188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D5CB4-3EDD-538F-5FED-61287B15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D8646-5E2A-5BAB-6F49-674691447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67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82048-0951-6614-E52D-12A94DD2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55298-219E-5659-B53F-3F42C6B8B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22D27-33E6-8FC5-433E-9EB768EAC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36C7E-449F-9D7C-62E8-0C5968253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88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9047-2821-DCB1-0583-CEE0402D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D114A-43FE-F8BA-F137-F199A9F2C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E8026-C63E-0365-96A0-89892BAB7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50A11-72DE-7545-28F4-573406035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47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94C6-3A27-CB39-F368-35F4693E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B7513-F245-BE69-0847-95FC47CFB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3CEC2-6047-CF7B-E75D-61000CB4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CB7D2-ADD4-CA2D-D7E8-843C8ABD5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8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E8A0-004E-DDA7-49D9-F2EC44F5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0661C-3AD4-E70C-EA96-CF8C8BC6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58666-30B4-DA9F-3C54-7020567EF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2151-60BF-C984-F34D-4829022F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9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E3FC8-BBB5-0C0F-B9C4-5C62950B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E95DD-CB82-590E-06FF-1F490E2F8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E6B28-FFB3-C8E2-DB11-0C916ACB9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62333-D2D5-1C0D-F9C7-7FDCB6DAE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140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C67B-3F4B-519E-BC56-9FF9483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CBB2-C731-BBDF-FEB1-503C6724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BAFB3-3B0D-4D9C-248E-D9AFA5FC2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B0C5-5922-BFD8-AA00-12F72F67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7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8F1F-1931-1D33-AD8A-7651B5FB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0F6F-BE63-773D-D2B5-71F179D12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74857-C1F5-7C85-A420-B3691369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6ED9-CCD4-EB76-4AF7-8D1A632A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36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01B3-7A58-8D75-B616-BEF97446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49AE-EAD6-7842-1C90-3B679E28F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61B0-22EB-146E-D60C-AD028CC9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BCCDB-A7EF-F7EA-C492-C59B0293D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85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FA19-DB8A-39A7-A170-B66B23C8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C50DA-BE0D-BF11-5CD5-EA95CB65D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C0C5-58EF-F3A7-8B40-60BB364E2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74DF-DAB1-1CAA-DBBF-010E1B829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36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6875-9E89-5A3C-D2AA-300873C0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89BFE-469B-FC6A-FAEF-CD9BE18D6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A90FC-1D6A-D9C1-77C7-D01B51651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1ECA3-580E-EFAC-0456-F2AA49290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460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A7C3-1784-EFD9-13A3-6823E7F7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F1C4A-7D82-AFD7-2A02-D46353E7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E7217-0C9E-4371-7A9B-6E0BF7169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9DD85-8756-F8B5-DA57-FF05B87BD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23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1ED8-6A94-D311-530B-E7FBD9A3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8460-C36A-DBDA-E5B7-C7E9930F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F54C7-0A7B-F330-0E9B-7A9FB5BE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FD78D-19B7-D9F5-6B3E-58D94FBF0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94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67AE-62BB-A873-39A6-232C50B7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C722E-5940-2C0F-E07C-4F9CE02DB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AEC7F-00C2-9673-89FE-7DBB014F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A3356-C16F-A738-038F-2776991E3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45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B91E-F29F-3746-275D-B8F89573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60821-367E-42AD-077D-D532E87F2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4DFC9-414C-14E3-82F4-D6DEF7019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CE2BD-2D76-AF02-77FA-90360B9B7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344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8AC2-DC14-DF59-2B98-6483EECC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F0A00-D00F-9BB2-F131-8045565EC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A7C-DDAF-E692-D1C8-56D9BCD9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BBAE-D432-EA93-6C40-63B806B5F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10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4B47-138D-0597-77F7-2814E443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E99E4-CB3E-B218-3AF5-4A71DF68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BD779-F07D-DF58-378A-00CBF3057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96EA-D062-1EB4-3E3F-3AF4A82A9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95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8989-8C7F-4FDE-C459-91E71A1E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87814-F797-151E-52C1-F29D74832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D4FF-C4B4-E360-20CB-F673D76C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38BA-7EA6-1588-7855-6F9C987FC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79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DD74-213C-B405-D903-C8270298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8CBE5-EA90-7421-2257-43A2260F8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20D96-C5AF-4383-785D-7D300AB36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72FED-47F8-EB61-3834-2A1C7903A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1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6320-73AF-EDC3-624C-D215A9F3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8461-07FD-5985-BFD9-09DC99FC4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5395F-9C49-D307-299B-7EE2E8BB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2865-5F25-2A43-563B-7C12DB555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012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1676-CC52-4E3F-D386-69B5ABDB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63ECF-7530-7D50-2C3B-C1E8C4C43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8CF17-AA27-12F6-4108-1DA644148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77CC-0B0A-9F29-516E-65CEB8A9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24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8230-8B93-2DDA-62B5-04724588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AF92B-4456-BAA8-950A-6E49F96F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AABAC-3628-C039-258F-9E8D567EB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CA3EE-E384-5A1A-D6A7-5720342EC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254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6A32-0EEE-CF37-F2FD-48E7DE1C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6BA1E-3383-0F35-3425-85EEE5D89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690B2-13F1-FDA7-B791-766540826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C255F-F386-75C3-B642-997A54323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430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B96F-B64B-9A0D-63CE-FE5AAE7AA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3B89E-2679-05A1-4E18-4E9B88708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B7B4E-FEA0-CE2E-72DE-3C0673B1A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DBA01-2AD2-02E5-5280-7A1C802FA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595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3F10D-3D41-4772-F4E2-28CB5136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ED590-E1A6-B2A1-F2A7-6914D833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0EBD3-B65F-34BB-6144-FEF1EB833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78966-5FD9-596B-8FC5-A6FB96346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964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B785-1D0E-84E7-AE2E-0A332E7F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9D09C-8CE6-FD39-16BB-B99A1594C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8802F-84AC-3DE0-5588-F7510DAED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08D37-6570-9A47-AA4E-AB31138F4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76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FF81-E2BA-464C-F0D3-47C13A9B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1A6CB-E72A-8DC6-C2FF-B59CB222B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A2B03-6622-3A37-641F-FD14E83F8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E44BE-EB2C-2CE2-765A-3A0B545AA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602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65E6-B8FD-7540-A23E-BF0A7D36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A9541-C0F3-A359-106C-FB029DC1C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0BDF8-F23B-0A8D-418D-1E7B692E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FCBD-479E-B8E2-DE82-F089934D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680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B3E5-348A-4CB5-08D6-932A8FB9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8439-50AD-6824-7547-3277BC775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C9839-59F8-195E-2401-7A635F3F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BE1-68AC-A4DF-4559-CAD14937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23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DCAA-3469-B7AF-AB12-DE11B102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032F-6684-9A12-3A88-59A9C1B73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DB1-7513-8B07-6E86-1B799183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3A13-CC8A-5F3B-D809-7E9D3F6FE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67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3592-80F6-404B-0909-90EF9C9D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276D-76A0-C4B0-E3AA-BA6224B0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14820-03F6-4EE9-1542-C2779EB6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0622-EEC7-16B2-E4FC-28DEF0535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419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83E2-DFF7-AD29-8C8A-BF774817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1383-73E8-E686-9D0F-E23E6C9FA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9E09-85F0-8BAE-E3B8-5091633F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30FC-B1B4-2C7F-31A6-A4819858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61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9797-D9AA-19C7-EC13-14F81AD0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AE69-2B83-0AC8-4907-9D3051137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E40AC-85AD-383B-CE29-7B13B08B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914B-CE4F-855F-1E5B-905899452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407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A54C-D991-597F-798F-FE717BA4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AD815-27A6-B8AB-7638-95909D2A7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C249A-FA83-459B-D3D2-0D9DAF06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37351-A627-C281-0A09-BD4CEF34C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64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8A6B-9700-8FD6-7BE9-CD3E9724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5069E-EDE4-53B5-6488-D6C44F26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7F4A-18F0-03BE-E988-38ED3F5B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E98B9-8F4F-0DAE-A4A7-B3F85B045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254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2206-3BAB-B653-28D3-F2E37CC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806A-3A3A-5624-742E-DA0FE4FED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B63D4-F5D0-F8F7-8372-CC3E7812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5118-3E43-16B4-6230-CDECC56FD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85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B39C-4246-919D-84B1-44858342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67E40-0D61-A584-2F84-B0D84D60A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856B4-7FFD-AED9-4CB6-A9C82C456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0AA1-B893-AE1E-EC2D-11D5BABA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97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2BE4-6D0B-30DC-D2DC-B0AB0B8C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AA05-F7B2-B8A8-2D9E-33096EB00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8F724-D5C0-AC01-5831-A4F313636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E58D-7EE3-1CE6-A56F-1700B5EE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435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A4B9-1137-6C2F-EB37-C8F1339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68494-18C8-1EDB-7DFD-59ECCBE36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3F3E1-719A-28FD-68CE-0E3CBF43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E17E6-FCFB-930E-1A8F-C5CA6AAE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871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A778-65F3-6BDB-06D3-132E38EA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3C7CD-B497-1773-A465-24E73BC3E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43315-2D5E-4D98-45D3-097C8E92A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D45-F99A-0934-FD75-A9F7911F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52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588D-8DBE-642A-0629-F1597001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057C8-07E2-72EE-51CE-61B19E59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76B35-BC4E-A913-1C7D-019F83A5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F9DE-CDCF-E165-E066-46A793D3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234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3EBA-A857-0671-2AB4-7A8E28F9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50FB1-E135-8002-B9DC-40DF72AB6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D96B4-51DB-B8F2-C804-CCFC7C5CE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ED40-B78C-A5C8-EB5A-4E96282D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85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C5BD-E517-3F1B-714A-4A200A02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F6C5E-790F-7E13-27B5-7BF266E12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ADFB-A6CE-0B81-3E20-53EED9D34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C4DA5-7ECF-B49B-22F2-D9E92A970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55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B50-8A46-FED4-0C0B-0410314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D05F1-E087-4269-DAF6-5A91DEEC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5828-5C4F-6956-8CB1-8687A46A9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F825-E80C-3189-05BB-6D0AE496F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63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16D3-3E86-97E0-E26A-78524E98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0F229-020C-67D4-EA5A-50560063C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0951-4AF8-02C6-8CCB-1D18B451F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2192-B782-6A3B-3472-F261256A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07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6733-8F78-9704-343F-A1B1CE24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D42DE-23D0-E09C-CBD4-24A537B52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67691-D4BC-371A-D4C9-5807F67F7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5C09-A38F-8EF5-645E-1D57E1EC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8666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1CF9-1B51-DF4F-AA6C-2E9C9C135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4EA75-BAAD-E6AF-6C36-FD7A1C614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7ACE6-489E-9ABC-E2AC-1FDCCCE7C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B4AE-C708-C683-0B95-9CB858D57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419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36E94-D43A-1AE9-C94C-028072F1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B68F6-4D97-6771-8BD8-9A15C91AA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D4199-6873-1C2A-B08C-A03C7478D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DBB3E-1A12-3CE8-3187-753B1C32A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638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F3131-85C4-592A-838F-B5FB0A27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26C04-5C6D-D973-118E-F898F4E38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532EE-17EB-7DF5-671B-FF92D31AE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559F-EE87-FD76-71B2-C05A1E77B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0107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EBE3-7A2D-415E-F2C2-18F59E08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34E1E-166B-A523-4BA2-B3BD17127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EA3C1-A058-5EA2-C788-6D574B56F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BFF86-A005-3FE0-F6A3-74C1E009B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26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3AE5-F67E-27C9-F704-7DC2F5AE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1FD39-8F97-D1E9-EC8B-088D7A04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1B6CB-139F-20BB-50B4-D16183036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9D3AC-33C6-AF7E-5F92-A8488FB96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99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AE5C-5338-8DD9-A78C-789CB03F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253F6-126F-E48F-A14E-FE5B32358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F8ED4-D59B-CBDD-BCF2-DCC7CC141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B4D79-DFE6-2B1C-3919-8CBD57949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448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5F34-3624-32BD-250D-8D44E993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E9EB0-201A-A057-F061-C86A1CC31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250A9-48FA-6845-BD4B-3ED45F35B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E157B-ABD6-0A80-B6AA-D7898939B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16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9324-7921-C918-0030-D7A338E9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0C1A6-E6C0-5209-C13D-CFF1A47F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AA0A8-DBD7-3C7B-B6C2-240278E1C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86B6E-F719-DDAD-E4D4-34138CC88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387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43848-0379-AA19-841E-2A926524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6F08A-0620-F441-1587-6294A9D29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5F3E7-8966-35BF-685B-31D024CA0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AF3F4-6CF2-F8BD-6924-EA6777B06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421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B1FD2-92F1-7D42-2BBE-21282580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14557-CB03-E74F-B6C1-CAA6AAF7E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5BE00-DC42-0D82-7F0A-B6F861A9A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3743F-6F64-964A-520A-32B3F5A42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0924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DA82-7C77-E720-624A-1190D3AD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74408-C1D1-389C-F4E3-64EB8FBE6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DB63-DCAE-284D-2F7F-71EF96A5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3A0D-334F-CF3A-0E01-6FA57807A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224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D2AC-2B43-7450-2BCE-E410FD9B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1BDBB-0560-434C-94E3-B05A9D6E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F3F4-FFE2-DBA7-1F93-65E278A7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E129-E2CB-F118-E870-705786410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95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9240-6C50-7C67-5F2F-212DDC0A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42849-E26C-0C4E-99DD-761FF641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DD3E9-04F3-3A4A-FF32-A8C98EF3E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6750-B071-B0B1-E8DA-BCDD8F1A2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7773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83D7-AB86-B99A-BBE1-F87AA181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8D626-9E81-2BF3-9210-42C7AACBA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13DFE-CBF8-55EB-9A27-A9CAE4383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FE7A-D0FF-7F5D-C03E-4F17B56B5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062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7008-92AA-39A4-8D8B-5DCB974B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DA83-F6D3-211C-D83D-9846FD1D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F766A-01A0-B48D-CAC8-26351E6C6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0289E-6EF2-6654-CB63-E28129591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11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3FD2-4E13-3DA6-6B18-D4020316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EAD3-7939-C460-05CF-4734A4C61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DAA36-10BE-38CB-4077-4E1FD860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7BF1-2944-3F26-020F-20365664C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8242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4DA9-B8F3-76C4-E6CD-A10E2BB6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0AC69-E805-1FC4-13A9-8C6DA5040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2EC2D-D8DB-7DAA-FA4E-CE8907AB8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2EA06-15B8-AAC3-EE87-185D61E6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16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3EFB-1DFE-4FB9-4B93-4FD600AE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140CC-E3C4-9831-D695-0ECEB2250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18090-160D-96B0-64CA-5A4B9AB1E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28E0E-122B-A8ED-84B9-BAFADB94F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8088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93A2-C63D-476C-F03F-FE5E7500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04ECB-951A-50D8-A382-D099A84B3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60822-B481-0FEF-2894-0C3498EC6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9A296-AD21-2051-A3D9-12A31EE8C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4440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BBAE-9BF8-6293-BDA8-0C1D0F34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18039-0D1B-1531-2B18-542848945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62073-3B34-089A-3D7D-B4358812F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50550-6350-047F-DD1F-1E230C035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34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7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3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2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BBB32-54BA-4194-BF0A-ED9313CE459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7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274B-5586-CDBC-BCF1-4C7EA471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38608826-D933-74E1-2A07-47E02D8C1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703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0876-BC6E-5B0A-0E57-FD5621B8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4F523B7-FB31-951F-2F8C-B97E8BA6BC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460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884BA29-1F76-D50D-3220-7C48349457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CHÚA THÁNH </a:t>
            </a:r>
            <a:r>
              <a:rPr lang="en-US" alt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lạy ơn Đức Chúa Thánh Thần, thiêng liêng sáng láng vô cùng,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3A534A11-9DFE-A5EC-8139-2FB818022E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xin Đức Chúa Thánh Thần xuống đầy lòng chúng con, là kẻ tin cậy Đức Chúa Trời,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B96D1C1-1479-6C6E-261C-24F0694D7B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 bIns="91440">
            <a:normAutofit lnSpcReduction="10000"/>
          </a:bodyPr>
          <a:lstStyle/>
          <a:p>
            <a:pPr algn="just" eaLnBrk="1" hangingPunct="1">
              <a:defRPr/>
            </a:pP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con;</a:t>
            </a:r>
            <a:endParaRPr lang="en-US" altLang="en-US" sz="8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8BFF5601-CFA7-8A02-FCD7-A768A61104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8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3F13C7A-5304-48FF-CAD8-39A6B663E1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 lại mọi sự trong ngoài chúng con.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cầu cùng Đức 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30D3-82A7-C499-75BA-E411C17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2047D14-E417-5DE6-C9C7-9B82C82EDE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wrap="square" tIns="182880"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xưa đã cho Đức Chúa Thánh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lòng dạy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866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30630BD-3423-7E1C-CA80-A2B4DAF1EA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AB11-9989-F0E7-CA43-26B143F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C5D4E35-9549-4095-21EF-FC5243A377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70284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A11-6728-6C51-FE24-A2D10529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F75AC47-1F6D-EA79-ADBF-809C6278BE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9144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Amen.</a:t>
            </a:r>
          </a:p>
        </p:txBody>
      </p:sp>
    </p:spTree>
    <p:extLst>
      <p:ext uri="{BB962C8B-B14F-4D97-AF65-F5344CB8AC3E}">
        <p14:creationId xmlns:p14="http://schemas.microsoft.com/office/powerpoint/2010/main" val="1063818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1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eaLnBrk="1" hangingPunct="1">
              <a:defRPr/>
            </a:pPr>
            <a:r>
              <a:rPr lang="vi-VN" altLang="en-US" sz="192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Xướng:</a:t>
            </a:r>
            <a:r>
              <a:rPr lang="vi-VN" altLang="en-US" sz="26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800" b="1" spc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Trời sai Thánh Thiên Thần truyền tin cho Rất Thánh Đức Bà Maria.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en-US" sz="12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389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F711-B422-99B1-82DE-92FB2F0E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11C8183-3786-BCD8-8D04-15856141B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Maria……</a:t>
            </a:r>
          </a:p>
        </p:txBody>
      </p:sp>
    </p:spTree>
    <p:extLst>
      <p:ext uri="{BB962C8B-B14F-4D97-AF65-F5344CB8AC3E}">
        <p14:creationId xmlns:p14="http://schemas.microsoft.com/office/powerpoint/2010/main" val="631251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89C6-C4B7-99A4-F05F-0E8FBA30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F774B28-4191-86A5-C90E-8F7FE0D522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72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2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3BD8-B0A6-6E7B-C492-78DC5120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EF8726-2D79-8F4C-351C-EB47592CFD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 xin vâng như lời Thánh Thiên Thần truyền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Maria……</a:t>
            </a:r>
          </a:p>
        </p:txBody>
      </p:sp>
    </p:spTree>
    <p:extLst>
      <p:ext uri="{BB962C8B-B14F-4D97-AF65-F5344CB8AC3E}">
        <p14:creationId xmlns:p14="http://schemas.microsoft.com/office/powerpoint/2010/main" val="367357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1945-F194-003B-5B92-F6B3344B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F075B52-92BC-9532-C479-D05F759B23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Chốc ấy Ngôi Thứ Hai xuống thế làm người.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324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2224-2EC7-DE42-97B0-41C9F653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C306389-9C50-9E9F-1985-297D3CE859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br>
              <a:rPr lang="en-US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Maria……</a:t>
            </a:r>
          </a:p>
        </p:txBody>
      </p:sp>
    </p:spTree>
    <p:extLst>
      <p:ext uri="{BB962C8B-B14F-4D97-AF65-F5344CB8AC3E}">
        <p14:creationId xmlns:p14="http://schemas.microsoft.com/office/powerpoint/2010/main" val="2985367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0C35-4901-D4A5-5535-35E47CFF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DA73AB5-614B-A8FE-9CFA-CB139A57CB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0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392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E3FD-5D33-86D7-5149-3CE3FDDD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51653BB-7C32-B1B5-B6FB-2FF129A9E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7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 chịu lấy những sự Chúa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hứa.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53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vi-V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 NGUYỆN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 eaLnBrk="1" hangingPunct="1"/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chúng con xin Chúa ban ơn </a:t>
            </a:r>
            <a:r>
              <a:rPr lang="en-US" altLang="en-US" sz="8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trong linh hồn chúng con</a:t>
            </a:r>
            <a:endParaRPr lang="en-US" altLang="en-US" sz="8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293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kẻ đã nhờ lời Thánh Thiên Thần truyền, mà biết thật Chúa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999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5FF1-AEDE-4D4E-1FB9-2A5930DC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5EF2E5F-0C1C-E7B3-90DB-68BB610F6C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Chúa đã xuống thế làm Người,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Chúa</a:t>
            </a:r>
          </a:p>
        </p:txBody>
      </p:sp>
    </p:spTree>
    <p:extLst>
      <p:ext uri="{BB962C8B-B14F-4D97-AF65-F5344CB8AC3E}">
        <p14:creationId xmlns:p14="http://schemas.microsoft.com/office/powerpoint/2010/main" val="2548472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73B1-80D5-C618-8C2E-D9E5ED04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082AC1DB-1601-1A29-A69E-4B030B8CA4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25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C57-33E8-A285-986A-68344887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CD209B4-C587-CC4B-44C2-38608CFC7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42262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7C6E24-CB11-9ED3-E73D-25EE4CA008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</a:t>
            </a:r>
            <a:endParaRPr lang="en-US" altLang="en-US" sz="49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Chúa, con tin thật có một Đức Chúa Trời là Đấng thưởng phạt vô cùng.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98A1-FA6A-BBF9-E05C-926B29A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B23F1D18-B7C7-5D52-9DE7-348C04BB5C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lại tin thật Đức Chúa Trời có Ba Ngôi, mà Ngôi Thứ Hai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018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2E50-B07A-359C-1A20-77104FD0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23A55D2-39BC-5ACF-FF01-3A1F0C6DE8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 Người, chịu nạn chịu chết mà chuộc tội cho thiên hạ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95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1B86-64EA-43B7-7F48-8ECD7A0A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7A7F8A57-795D-5BE7-E136-BD0DC07663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Bấy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ấy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9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endParaRPr lang="en-US" altLang="en-US" sz="9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213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B64-D1AB-C34E-6AEC-F27CC7A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1D590097-05BA-8268-85A9-60C2D6A244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tin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b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US" altLang="en-US" sz="9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407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23F0-EC79-1D76-2FDE-0A5DA025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2699D2C-8763-156D-F51D-1784997923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4565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560C-E828-9C4A-3F34-0D3EA4B5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476D6E7-324D-C6DE-B47D-867879947B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Chúa, con trông cậy vững vàng, vì công nghiệp Đức Chúa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824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903E-6CE7-0AA3-3848-D14E83C4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D8A71609-0C98-EEF0-2D2E-B1E5874979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Chúa sẽ ban ơn cho con giữ đạo nên ở đời này,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654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2ED-54C4-CF4D-0534-82D00C5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F796875-2FDD-ED52-CF5B-B6F4CA724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ngày sau được lên thiên đàng xem thấy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Đức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 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 phúc đời </a:t>
            </a:r>
            <a:r>
              <a:rPr lang="vi-VN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98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0CBE-5F08-7077-A90F-4451109F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7B993B1-4E7E-3623-5845-358F89A389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phán hứa sự ấy chẳng có lẽ nào sai được.  </a:t>
            </a:r>
            <a:r>
              <a:rPr lang="vi-VN" altLang="en-US" sz="6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31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69F0-9469-DFC2-7410-A6056AA8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F10E4E4-09C3-1CB5-C4A2-CFBEECAD9E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37160"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Chúa, con kính mến Chúa hết lòng hết sức trên hết mọi sự,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185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7F9-8424-3662-5982-D709F383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A32DEC4-77F7-E4F0-E43C-66DB260302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Đấng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tốt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9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3721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DB6D-91FC-BE14-3650-E79A41A4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B5415F9-5B1C-F1AB-A470-19E098C759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 vì Chúa, thì con thương yêu người ta như mình con vậy.  </a:t>
            </a:r>
            <a:r>
              <a:rPr lang="vi-VN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14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C3E9-FE17-D943-5663-F83804AA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93F0D4-65DD-5D42-B970-F583E8012B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SẤP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sấp mình xuống trước mặt Chúa.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tin thật Chúa ở khắp mọi nơi,</a:t>
            </a:r>
            <a:endParaRPr lang="en-US" altLang="en-US" sz="8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446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1F01-CDA9-4018-43BE-A63498F5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D6177F0-5E6C-608E-3A88-D9044B931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biết mọi sự, hằng xem thấy con,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3115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9832-7C50-1792-D939-AEB2ACF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5E4C3294-384A-CFC9-ED45-0243B0AA62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ngặt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856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A761-C38F-7199-D2A8-B767DA4B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F956515-5E3A-1C60-EEC1-B8BC2F8729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xin hãy mở miệng lưỡi con ra,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</p:txBody>
      </p:sp>
    </p:spTree>
    <p:extLst>
      <p:ext uri="{BB962C8B-B14F-4D97-AF65-F5344CB8AC3E}">
        <p14:creationId xmlns:p14="http://schemas.microsoft.com/office/powerpoint/2010/main" val="121284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6227-0746-47AF-2C2B-2B916150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F79EC8E-36FB-6B6E-AB7D-AC5EA1842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con!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014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3018-6E97-E43F-2AB6-E62B2170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B2286D7-605B-DB63-0781-00C69EDA5C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9266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D8CB-6882-53AF-B048-F0327C9A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4F3A9AE-039F-15BA-D2A3-30FDFA699F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VƯƠNG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Nữ Vương, Mẹ nhân lành làm cho chúng con đặng sống, đặng vui, đặng cậy.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3662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CD4A5-25ED-126E-03CB-C411A52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F7D9A66-A37E-54A8-65CA-B9AC17CC62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608661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3EDD-E656-AAF5-665E-88800A7D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246C1CF-B2C1-5F3F-9394-7F923C0F61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ở nơi khóc lóc than thở kêu khẩn bà thương. Hỡi Ôi! Bà là Chủ bầu chúng con,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207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9C8-EEC2-B0AA-8A57-B3C67C91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6B643C-42FE-0444-4FEE-828177A8F3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ghé mắt thương xem chúng con đến sau khỏi đày, xin cho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endParaRPr lang="en-US" altLang="en-US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6459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903A-2D63-5460-3173-5D785BFE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855D5D5-42B6-03AA-D0C5-C060017BD8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Ôi khoan thay, nhân thay, diệu thay,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06033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DD1C-C346-D9F2-D332-B8D617C5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972B90-D4B5-7307-77D9-8F1546BE59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</a:t>
            </a:r>
            <a:r>
              <a:rPr lang="vi-VN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trọn đời đồng trinh. </a:t>
            </a:r>
            <a:r>
              <a:rPr lang="vi-VN" altLang="en-US" sz="7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3890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9E8D-BFDF-DB8F-DD16-5F8964A3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56126B9-69D1-A440-AA9D-73146B0730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NGHĨA ĐỨC TIN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 Chúa Nhật hôm nay, chúng con hợp nhau kính lạy thờ phượng Chúa, 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0508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1822-65E1-349D-B902-78DAA7AB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06480E5-0698-C66D-1ED9-AA4B2A88B6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8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 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tạ ơn Chúa về mọi ơn lành Chúa đã ban cho chúng con,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42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2DE2-FD79-5116-6519-ED922448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41D9D1-57C4-8622-8A12-15440C6F1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Chúa,</a:t>
            </a:r>
          </a:p>
        </p:txBody>
      </p:sp>
    </p:spTree>
    <p:extLst>
      <p:ext uri="{BB962C8B-B14F-4D97-AF65-F5344CB8AC3E}">
        <p14:creationId xmlns:p14="http://schemas.microsoft.com/office/powerpoint/2010/main" val="1591996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17DE-5324-1F4A-76DC-2953C4A5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58ECD1A-DC89-8A0B-D94A-4526E8992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chúng con dám xin Chúa hãy </a:t>
            </a:r>
            <a:r>
              <a:rPr lang="vi-VN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khứng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những ơn cần kíp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20746758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090B-33C0-90DE-6F42-37A70AE6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C01A9F-E3DC-CD0C-C3E1-C8A13A5CEB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rỗi linh hồn. Nên chúng con cả lòng tin vững vàng mọi điều đạo thánh Chúa dạy, 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843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AD9F-6C99-D4F6-FF28-B62737B4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F726F33-0364-F5A4-C8A3-4F5B58DC56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061793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42E8-0FD7-1C91-AE58-2E2CE47D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B29ADE-B01B-C893-7794-6987D636A8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 nên trời đất, mà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Ba Ngôi.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449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A4A6-F25C-7165-8E87-82F91FF6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6B68CC3-412D-C5F9-6BF0-12DAAFAB7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5222330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9A33-5AC1-F12D-C288-75F7A741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4B159FC-D56B-AFDD-468E-8327FB5A59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37648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FB3A-8669-5CC5-0E73-E7F7BF0F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4D8C2BA-B418-ED2B-49CA-A3324EE34F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tin Ngôi Thứ Hai ra đời làm người, sinh bởi Bà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Đồng Trinh,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3416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CC48-FA6D-6775-8A74-004CA22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BDA323C-35E3-FDBD-2A4E-51EF8EC81D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 tên là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ở thế gian ba mươi ba năm,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0883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505A-1E2C-B8B9-BE08-658347D8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1F1A4DB-79ED-8B9A-714E-8288BF017C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chuộc tội cho thiên hạ, đến ngày thứ ba Người </a:t>
            </a:r>
            <a:b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 lại;</a:t>
            </a:r>
          </a:p>
        </p:txBody>
      </p:sp>
    </p:spTree>
    <p:extLst>
      <p:ext uri="{BB962C8B-B14F-4D97-AF65-F5344CB8AC3E}">
        <p14:creationId xmlns:p14="http://schemas.microsoft.com/office/powerpoint/2010/main" val="5740326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F4C4-7DD7-D165-8CA0-AEA2564F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A418B87-6FFE-4F3F-0A00-510748A83D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 bốn mươi ngày lên trời;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 mười ngày lại cho Đức Chúa Thánh Thần</a:t>
            </a:r>
          </a:p>
        </p:txBody>
      </p:sp>
    </p:spTree>
    <p:extLst>
      <p:ext uri="{BB962C8B-B14F-4D97-AF65-F5344CB8AC3E}">
        <p14:creationId xmlns:p14="http://schemas.microsoft.com/office/powerpoint/2010/main" val="32684851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0825-628B-6F52-BFBA-ED69AB7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E3E4F5-F2FC-70A2-4DCB-357274CFE0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trên các thánh Tông đồ và Hội Thánh mới lập;</a:t>
            </a:r>
          </a:p>
        </p:txBody>
      </p:sp>
    </p:spTree>
    <p:extLst>
      <p:ext uri="{BB962C8B-B14F-4D97-AF65-F5344CB8AC3E}">
        <p14:creationId xmlns:p14="http://schemas.microsoft.com/office/powerpoint/2010/main" val="1873472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373D-6135-8E6B-1ACA-B2F61ACC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B45D9CD-917A-320C-6C9D-94B009DFE7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chẳng thông công cùng Hội Thánh ấy thì chẳng đặng rỗi linh hồn;</a:t>
            </a:r>
          </a:p>
        </p:txBody>
      </p:sp>
    </p:spTree>
    <p:extLst>
      <p:ext uri="{BB962C8B-B14F-4D97-AF65-F5344CB8AC3E}">
        <p14:creationId xmlns:p14="http://schemas.microsoft.com/office/powerpoint/2010/main" val="12955488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306E-C909-9FFE-004F-3612C17A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04F7272-7E7A-4D00-E89F-1A611CCD49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linh hồn là giống thiêng liêng chẳng hề chết đặng;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200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71A3-68BE-8E41-EA25-5779E756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782FF22-374E-1F13-3700-806F91B3C5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loài người ta sẽ sống lại mà chịu phán xét;</a:t>
            </a:r>
          </a:p>
        </p:txBody>
      </p:sp>
    </p:spTree>
    <p:extLst>
      <p:ext uri="{BB962C8B-B14F-4D97-AF65-F5344CB8AC3E}">
        <p14:creationId xmlns:p14="http://schemas.microsoft.com/office/powerpoint/2010/main" val="16609520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4C32-BC88-A3F0-61B2-4B3F6E38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04F28CD-D38D-D8A7-A32D-68EB065C6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 lành lên thiên đàng hưởng phúc đời </a:t>
            </a:r>
            <a:r>
              <a:rPr lang="vi-VN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kẻ dữ sa hỏa ngục chịu phạt vô cùng.</a:t>
            </a:r>
          </a:p>
        </p:txBody>
      </p:sp>
    </p:spTree>
    <p:extLst>
      <p:ext uri="{BB962C8B-B14F-4D97-AF65-F5344CB8AC3E}">
        <p14:creationId xmlns:p14="http://schemas.microsoft.com/office/powerpoint/2010/main" val="135439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142A-D675-AC13-0AE4-5000297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9076FCC7-650B-65D4-2AE8-2FF676493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chúng con tin các sự ấy mà thôi thì chưa đủ cho đặng lên </a:t>
            </a:r>
            <a:b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đàng;</a:t>
            </a:r>
          </a:p>
        </p:txBody>
      </p:sp>
    </p:spTree>
    <p:extLst>
      <p:ext uri="{BB962C8B-B14F-4D97-AF65-F5344CB8AC3E}">
        <p14:creationId xmlns:p14="http://schemas.microsoft.com/office/powerpoint/2010/main" val="39769374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3753-E45D-EDB8-92AA-7A98AB1F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383DA44-7C29-F4D8-2001-51B997A82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phải giữ mười điều răn Đức Chúa Trời cùng năm luật điều Hội Thánh,</a:t>
            </a:r>
          </a:p>
        </p:txBody>
      </p:sp>
    </p:spTree>
    <p:extLst>
      <p:ext uri="{BB962C8B-B14F-4D97-AF65-F5344CB8AC3E}">
        <p14:creationId xmlns:p14="http://schemas.microsoft.com/office/powerpoint/2010/main" val="38495240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2923-AC3F-85AD-31DD-4F29D1AA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45A4EAC-D0D7-F4D1-D9F1-844A947C5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làm những việc lành phúc đức.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806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FAE5-A02E-2BB8-60E9-96D362F4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6102EEC-F65B-8198-2AD9-D11506836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trốn tránh các tội lỗi, nhất là bảy mối tội đầu, là căn nguyên mọi tội lỗi khác.</a:t>
            </a:r>
          </a:p>
        </p:txBody>
      </p:sp>
    </p:spTree>
    <p:extLst>
      <p:ext uri="{BB962C8B-B14F-4D97-AF65-F5344CB8AC3E}">
        <p14:creationId xmlns:p14="http://schemas.microsoft.com/office/powerpoint/2010/main" val="67159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E726-5143-B652-6A60-2D60F870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FB126A8-ED0F-3443-5038-5E183D1787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 chúng con phải ân cần lo lắng mà năng chịu các phép bí tích Đức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truyền</a:t>
            </a:r>
          </a:p>
        </p:txBody>
      </p:sp>
    </p:spTree>
    <p:extLst>
      <p:ext uri="{BB962C8B-B14F-4D97-AF65-F5344CB8AC3E}">
        <p14:creationId xmlns:p14="http://schemas.microsoft.com/office/powerpoint/2010/main" val="35881505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8DF3-42CA-CE03-2001-E38CCE43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B498CC-D6A0-FD46-C8FD-DB2124503A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những phương linh nghiệm cho chúng con đặng nên thánh.</a:t>
            </a:r>
          </a:p>
        </p:txBody>
      </p:sp>
    </p:spTree>
    <p:extLst>
      <p:ext uri="{BB962C8B-B14F-4D97-AF65-F5344CB8AC3E}">
        <p14:creationId xmlns:p14="http://schemas.microsoft.com/office/powerpoint/2010/main" val="23679443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180-AF66-A832-A7D9-68FE939A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3C3B709-7413-FADA-D182-7D3D4E2FA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bảy phép bí tích mà thôi, song phép Rửa tội, phép Mình Thánh Chúa,</a:t>
            </a:r>
          </a:p>
        </p:txBody>
      </p:sp>
    </p:spTree>
    <p:extLst>
      <p:ext uri="{BB962C8B-B14F-4D97-AF65-F5344CB8AC3E}">
        <p14:creationId xmlns:p14="http://schemas.microsoft.com/office/powerpoint/2010/main" val="6614161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B788-0B1D-22ED-F01B-1E99B63F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ECB7632-4EC8-3ABB-6B5A-7BAD5CDE8E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phép Giải tội, là ba phép cần kíp hơn cho chúng con đặng rỗi. </a:t>
            </a:r>
          </a:p>
        </p:txBody>
      </p:sp>
    </p:spTree>
    <p:extLst>
      <p:ext uri="{BB962C8B-B14F-4D97-AF65-F5344CB8AC3E}">
        <p14:creationId xmlns:p14="http://schemas.microsoft.com/office/powerpoint/2010/main" val="21387960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0D58-295E-2905-86C6-B79CDB6D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EC80A15-78DE-6A11-1B57-BC29ADB87B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 vậy chúng con hằng phải ra sức lo lắng thể nào mà chịu các phép trọng ấy cho nên, </a:t>
            </a:r>
          </a:p>
        </p:txBody>
      </p:sp>
    </p:spTree>
    <p:extLst>
      <p:ext uri="{BB962C8B-B14F-4D97-AF65-F5344CB8AC3E}">
        <p14:creationId xmlns:p14="http://schemas.microsoft.com/office/powerpoint/2010/main" val="6039519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CDB1-EEC7-795F-41D8-E3686F10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EF358A9-9BD6-B364-418E-E00F792B98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tin thật vững vàng mà giữ cẩn thận các điều trước này,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107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2633-5D34-2568-10B3-69F54317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A28ACAD-F88F-7701-345E-2C6AF61FD9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 thanh nhàn đời </a:t>
            </a:r>
            <a:r>
              <a:rPr lang="vi-VN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kiếp </a:t>
            </a:r>
            <a:r>
              <a:rPr lang="vi-VN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kiếp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89532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4D685C3-35A5-ED4F-2DCC-7FD5DCCE72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4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 Đức Chúa Trời có mười điều răn:</a:t>
            </a: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 phượng một Đức Chúa Trời và kính mến người trên hết mọi sự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93146006-FC1B-E6F9-1314-494063FCD6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0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</a:t>
            </a: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kêu tên Đức Chúa Trời vô cớ</a:t>
            </a: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ngày Chúa Nhật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D56851-6628-4177-9AD5-4589968487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/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 kính cha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giết người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AEBB9A1-4055-E178-C71E-8310588A2A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làm s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dâm dục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lấy củ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làm chứng dối</a:t>
            </a:r>
          </a:p>
          <a:p>
            <a:pPr algn="just" eaLnBrk="1" hangingPunct="1">
              <a:defRPr/>
            </a:pPr>
            <a:endParaRPr lang="en-US" altLang="en-US" sz="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chín:</a:t>
            </a:r>
            <a:r>
              <a:rPr lang="vi-VN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muốn vợ</a:t>
            </a:r>
            <a:br>
              <a:rPr lang="en-US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vi-VN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chồng người</a:t>
            </a:r>
            <a:endParaRPr lang="en-US" altLang="en-US" sz="5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mười:</a:t>
            </a:r>
            <a:r>
              <a:rPr lang="vi-VN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tham </a:t>
            </a:r>
            <a:br>
              <a:rPr lang="en-US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vi-VN" altLang="en-US" sz="5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 người</a:t>
            </a:r>
            <a:endParaRPr lang="en-US" altLang="en-US" sz="5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1C76A0F-EF95-2F19-13C9-0D53F5BE86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  <a:defRPr/>
            </a:pP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Mười điều răn ấy tóm về hai này mà chớ: </a:t>
            </a: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trước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kính mến một Đức Chúa Trời trên hết mọi s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</a:t>
            </a:r>
            <a:endParaRPr lang="vi-VN" altLang="en-US" sz="6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40BFF-A5A5-0B24-2EB0-34FA6DEB2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21102977-3B5A-1558-31A1-C4E1BFDE93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 eaLnBrk="1" hangingPunct="1">
              <a:spcBef>
                <a:spcPts val="0"/>
              </a:spcBef>
              <a:defRPr/>
            </a:pPr>
            <a:endParaRPr lang="en-US" altLang="en-US" sz="8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  <a:defRPr/>
            </a:pP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lại yêu người như mình ta vậy. </a:t>
            </a:r>
            <a:r>
              <a:rPr lang="vi-VN" altLang="en-US" sz="6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3957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B065F11-4BDC-5D36-3AC6-A4C4BFF5DB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Thánh có năm điều răn:</a:t>
            </a: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nhất: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lễ và kiêng việc xác ngày Chúa Nhật cùng các ngày lễ buộc;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B841D53A-75CD-A498-2FF8-51D3779388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xưng tội trong một năm ít là một lần;</a:t>
            </a:r>
            <a:endParaRPr lang="en-US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rước Mình Thánh Chúa trong mùa Phục Sinh;</a:t>
            </a: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4A6B55D-2891-6BDC-DED5-E5F0D700E6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bốn: </a:t>
            </a:r>
            <a:r>
              <a:rPr lang="vi-VN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chay và kiêng thịt những ngày Hội Thánh buộc;</a:t>
            </a:r>
          </a:p>
          <a:p>
            <a:pPr algn="just" eaLnBrk="1" hangingPunct="1">
              <a:defRPr/>
            </a:pP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năm: </a:t>
            </a:r>
            <a:r>
              <a:rPr lang="vi-VN" altLang="en-U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góp công góp của xây dựng Hội Thánh, tùy theo khả năng của mình.</a:t>
            </a:r>
            <a:endParaRPr lang="en-US" altLang="en-US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D6D1884-2BBD-1374-8C27-4DF14DF2DB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l" eaLnBrk="1" hangingPunct="1">
              <a:defRPr/>
            </a:pP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48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br>
              <a:rPr lang="en-US" altLang="en-US" sz="4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3468EC2-34F2-4845-07D9-246E727B0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endParaRPr lang="en-US" altLang="en-US" sz="4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Chúa.</a:t>
            </a: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bốn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3CC4CD7-1B60-C439-112A-F5719E6F93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Xức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sáu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5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Hôn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altLang="en-US" sz="5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0F1FE32-B775-A81C-6666-6F3DFFF789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người có mười bốn mối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xác bảy mối:</a:t>
            </a:r>
            <a:endParaRPr lang="vi-VN" altLang="en-US" sz="495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4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đói ăn</a:t>
            </a:r>
            <a:endParaRPr lang="vi-VN" altLang="en-US" sz="645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4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khát uống</a:t>
            </a: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76B668E-C196-E29B-D15F-AFB22C66E0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rách rưới ăn mặc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Viếng kẻ liệt cùng kẻ tù rạc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662F0F59-F73C-087E-1261-EE0E447124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 eaLnBrk="1" hangingPunct="1">
              <a:defRPr/>
            </a:pPr>
            <a:endParaRPr lang="en-US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khách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nhà</a:t>
            </a:r>
          </a:p>
          <a:p>
            <a:pPr algn="l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 kẻ làm tôi</a:t>
            </a:r>
          </a:p>
          <a:p>
            <a:pPr algn="l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Chôn xác kẻ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chết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66FF892-2DFC-35F5-832D-65ECBE15DA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825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5400" b="1" i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linh hồn bảy mối:</a:t>
            </a:r>
            <a:endParaRPr lang="en-US" alt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Lấy lời lành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khuyên người</a:t>
            </a:r>
            <a:endParaRPr lang="vi-VN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d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kẻ mê muội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D09B7431-80A5-5A29-5F59-7AE97BB612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kẻ âu lo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b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Răn bảo kẻ có tội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E0D3BF3-E3D0-B397-F77F-20BAF3B2F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 kẻ dể ta</a:t>
            </a:r>
          </a:p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Nhịn kẻ mất lòng ta</a:t>
            </a:r>
          </a:p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 cho kẻ sống và kẻ chết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EA9068C9-9945-05A1-E593-DF0FB5AFE5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 tội bảy mối có bảy đức</a:t>
            </a:r>
          </a:p>
          <a:p>
            <a:pPr algn="l" eaLnBrk="1" hangingPunct="1">
              <a:defRPr/>
            </a:pPr>
            <a:r>
              <a:rPr lang="vi-VN" altLang="en-US" sz="7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Khiêm như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</a:t>
            </a:r>
            <a:r>
              <a:rPr lang="vi-VN" altLang="en-US" sz="7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chớ kiêu ngạo</a:t>
            </a:r>
          </a:p>
          <a:p>
            <a:pPr algn="l" eaLnBrk="1" hangingPunct="1">
              <a:defRPr/>
            </a:pPr>
            <a:r>
              <a:rPr lang="vi-VN" altLang="en-US" sz="7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 rãi, chớ hà tiện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B9A6706-C428-3E6A-5662-C680C893E9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mình sạch sẽ, chớ mê dâm dục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nhịn, Chớ hờn giận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Kiêng bớt, chớ mê ăn uống</a:t>
            </a: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33D330E-1ADA-A91D-179B-B45C0AD176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người, chớ ghen ghét</a:t>
            </a: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Siêng năng việc Đức Chúa Trời, chớ làm biếng</a:t>
            </a: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29CBAD3-9A59-1290-3F2E-48D6B15781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Phước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Tám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</a:t>
            </a:r>
            <a:r>
              <a:rPr lang="vi-VN" altLang="en-US" sz="60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có lòng khó khăn, ấy là </a:t>
            </a:r>
            <a:r>
              <a:rPr lang="vi-VN" altLang="en-U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altLang="en-U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nước Đức Chúa Trời là của mình vậy.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4DA8356-44F2-FA16-4947-37F52C5817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hiền lành, ấy là </a:t>
            </a:r>
            <a:r>
              <a:rPr lang="vi-VN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úc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sẽ được đất Đức Chúa Trời làm của mình vậy.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ubtitle 2">
            <a:extLst>
              <a:ext uri="{FF2B5EF4-FFF2-40B4-BE49-F238E27FC236}">
                <a16:creationId xmlns:a16="http://schemas.microsoft.com/office/drawing/2014/main" id="{7897A9CE-D9A3-DFCA-186C-54A0F3C630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khóc lóc, ấy là phúc thật, vì chưng sẽ được yên ủi vậy.</a:t>
            </a:r>
            <a:endParaRPr lang="en-US" alt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ubtitle 2">
            <a:extLst>
              <a:ext uri="{FF2B5EF4-FFF2-40B4-BE49-F238E27FC236}">
                <a16:creationId xmlns:a16="http://schemas.microsoft.com/office/drawing/2014/main" id="{1F9C0583-6028-786C-0F2C-B6F741646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khao khát nhân đức trọn lành, ấy là phúc thật, vì chưng sẽ được no đủ vậy.</a:t>
            </a:r>
            <a:endParaRPr lang="en-US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CAC1D55-A1D3-AA61-1F0B-406CD71DF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thương xót người, ấy là phúc thật, vì chưng mình sẽ được thương xót vậy.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4999B0E5-5D06-2694-2C01-33327C15E3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giữ lòng sạch sẽ, ấy là phúc thật, vì chưng sẽ được thấy mặt Đức Chúa Trời vậy.</a:t>
            </a: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EBC0F20-DD81-3105-D8C6-A7937474A1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Ai làm cho người hòa thuận, ấy là phúc thật, vì chưng sẽ được gọi là con Đức Chúa Trời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ubtitle 2">
            <a:extLst>
              <a:ext uri="{FF2B5EF4-FFF2-40B4-BE49-F238E27FC236}">
                <a16:creationId xmlns:a16="http://schemas.microsoft.com/office/drawing/2014/main" id="{E52F8858-16E8-FD5D-17B5-C5641CE3D4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chịu khốn nạn vì đạo ngay, ấy là phúc thật, vì chưng nước Đức Chúa Trời là của mình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8B071663-4B6E-994B-582A-6E6D92613C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2025</a:t>
            </a:r>
            <a:endParaRPr lang="en-US" altLang="en-US" sz="16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Cha trên trời,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ơn đức tin mà Cha ban tặng chúng con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7EAD-4D4E-47CF-D907-8BABDC0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E8B5C425-1613-646D-3D74-69D6536566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Cha và Anh của chúng con,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ngọn lửa đức ái được thắp lên trong tâm hồn chúng con/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078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ubtitle 2">
            <a:extLst>
              <a:ext uri="{FF2B5EF4-FFF2-40B4-BE49-F238E27FC236}">
                <a16:creationId xmlns:a16="http://schemas.microsoft.com/office/drawing/2014/main" id="{8A50B797-F9AB-BABB-1B40-19BCA9033A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 Chúa Thánh Thần, khơi dậy trong chúng con/ niềm hy vọng hồng phúc hướng về Nước Cha trị đến.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05CAE2DE-B2EC-A655-F166-350C09BD74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ân sủng Cha biến đổi chúng con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những người miệt mài vun trồng hạt giống Tin Mừng.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1084ADDA-DAB6-AF8E-BD14-B16348A1FB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246742"/>
            <a:ext cx="9144000" cy="4896757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gì những hạt giống ấy</a:t>
            </a:r>
            <a:r>
              <a:rPr lang="en-US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 đổi từ bên trong nhân loại và toàn thể vũ trụ này,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DFB-00FD-BE53-37E3-7AFA361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48725B39-9AEA-3831-39AD-A3C80A3445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0154421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ubtitle 2">
            <a:extLst>
              <a:ext uri="{FF2B5EF4-FFF2-40B4-BE49-F238E27FC236}">
                <a16:creationId xmlns:a16="http://schemas.microsoft.com/office/drawing/2014/main" id="{4757C4C1-B1EF-BBE0-782B-EA4BAADC21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ân sủng của Năm Thánh này/ khơi dậy trong chúng con,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5E12-9916-732B-C01A-11C9DE3A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ubtitle 2">
            <a:extLst>
              <a:ext uri="{FF2B5EF4-FFF2-40B4-BE49-F238E27FC236}">
                <a16:creationId xmlns:a16="http://schemas.microsoft.com/office/drawing/2014/main" id="{92D4C300-2034-9AFA-5F60-80E2C8FE73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 altLang="en-US" sz="7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Người Lữ Hành Hy Vọng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khao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672937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ubtitle 2">
            <a:extLst>
              <a:ext uri="{FF2B5EF4-FFF2-40B4-BE49-F238E27FC236}">
                <a16:creationId xmlns:a16="http://schemas.microsoft.com/office/drawing/2014/main" id="{41602E03-DCD1-488B-D053-47495648D2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ubtitle 2">
            <a:extLst>
              <a:ext uri="{FF2B5EF4-FFF2-40B4-BE49-F238E27FC236}">
                <a16:creationId xmlns:a16="http://schemas.microsoft.com/office/drawing/2014/main" id="{E3BC3CA2-358F-C6F0-6E92-29F63F658D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Thiên Chúa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6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0C2F-C63D-B34E-6EFF-AFCD88CE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A6FBEE99-35AB-0841-3A9B-532531A3F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48534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70A-73A4-ACED-AD55-8AFD1A736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F3E1-A398-C57F-05E0-8697003C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NHẬP</a:t>
            </a:r>
            <a: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vi-VN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NHƯ ĐỨC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vi-VN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KITÔ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(Dao Kim)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13274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36E7-C973-93C9-3D8C-9AECABA4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937-DFF0-1BB1-6D59-640CEB463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Như Đức Ki-tô đã chết và đã sống lại thế nào thì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Thiên Chú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3944081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6C7B-370C-D8E3-155B-0EDBED2B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8D6D-BA35-0048-D994-EBF3DC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cũng sẽ đem họ đến với Người. Và mọi người đều phải chết nơi A-đam thế nào,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7651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B029-43A6-0805-F06E-4BED18145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F81CF-34CA-202A-2F5A-60F0368A4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thì cũng sẽ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được sống lại nơi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Đức Ki-tô như vậy.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11857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DDD4-265E-1267-330E-884E7822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D284-9CF1-0786-9E95-D8499D9A6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Niềm hy vọng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của chúng ta đã chiếu sáng nơi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trần gian này.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65619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91C6-1598-AAEA-621F-58E0C8AF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59C4-6366-1237-495F-AC31FA5E4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Là nhờ Đức Kitô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đã giao hòa ta cùng Thiên Chúa.</a:t>
            </a:r>
          </a:p>
        </p:txBody>
      </p:sp>
    </p:spTree>
    <p:extLst>
      <p:ext uri="{BB962C8B-B14F-4D97-AF65-F5344CB8AC3E}">
        <p14:creationId xmlns:p14="http://schemas.microsoft.com/office/powerpoint/2010/main" val="4128852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82C7E-BE38-AF80-1C20-5EB2A963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6D54-AFF8-1F49-22C6-1F592F100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Như Đức Ki-tô đã chết và đã sống lại thế nào thì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Thiên Chú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9382865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E3B7-3D17-98C9-DE51-3DECB506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910E-7607-49AF-19DE-FBC978F42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cũng sẽ đem họ đến với Người. Và mọi người đều phải chết nơi A-đam thế nào,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69182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1151-ACB5-475B-7297-83DEA469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D4B7-6BF7-3A1C-4674-30E3B3648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thì cũng sẽ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được sống lại nơi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Đức Ki-tô như vậy.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23050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FFEB-82F8-D58E-C73C-D8216DFC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A9EB-1CE9-A784-8AE6-85F8C3F4E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2.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Dù ta còn ở thế gian mắt đã sáng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lên niềm hy vọng,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10361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A93A-E89D-59DB-151B-BAC0C9F0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77F7-64E0-9DC9-7051-7B102154B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là nhờ Đức Ki-tô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đã gieo mầm gieo mầm sự sống.</a:t>
            </a:r>
          </a:p>
        </p:txBody>
      </p:sp>
    </p:spTree>
    <p:extLst>
      <p:ext uri="{BB962C8B-B14F-4D97-AF65-F5344CB8AC3E}">
        <p14:creationId xmlns:p14="http://schemas.microsoft.com/office/powerpoint/2010/main" val="277564220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FF91-5DD2-C4F4-BAC3-B4A3EF53B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C3D8-F02B-FE41-5E37-287E4E32F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Như Đức Ki-tô đã chết và đã sống lại thế nào thì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Thiên Chú</a:t>
            </a:r>
            <a: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50150589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197B9-9C82-77E9-6B1D-685B75BC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FA7F-AA3B-AD3B-FEDD-6A59D8B76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cũng sẽ đem họ đến với Người. Và mọi người đều phải chết nơi A-đam thế nào,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5293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9A1E-5438-34BD-8344-16E411B3F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13F8-6164-C6D9-E958-6CD04D197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thì cũng sẽ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được sống lại nơi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Đức Ki-tô như vậy.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0852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5108-5FC1-9FFB-7AEF-EC0FE9DF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0353B9C6-9C87-5B67-2059-647CB2036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14255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Có thể là hình ảnh về văn bản cho biết 'BÀI ĐỌC 1- LỄ CÁC ĐẲNG LINH HỒN Bài trích sách ÔNG GIÓP &quot;Tôi biết Đẫng cũu Chuộc tôi hằng sống, và cuối cũng tôi sẽ đừng dậy trên bụi đất.&quot; (G 19, 1.23-27a)'">
            <a:extLst>
              <a:ext uri="{FF2B5EF4-FFF2-40B4-BE49-F238E27FC236}">
                <a16:creationId xmlns:a16="http://schemas.microsoft.com/office/drawing/2014/main" id="{BA317D97-C656-5CA7-855C-ABF202FF3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4" y="-2325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50202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4DA1-C59A-DCB2-1254-4731F823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785D-F143-1F4A-51C1-7A4176DF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ĐÁP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CA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 </a:t>
            </a: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VỊNH</a:t>
            </a: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24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Thái Nguyên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br>
              <a:rPr lang="en-US" sz="5400" b="1" i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br>
              <a:rPr lang="en-US" sz="105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(03 </a:t>
            </a:r>
            <a:r>
              <a:rPr lang="en-US" sz="54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câu</a:t>
            </a: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8000" b="1" dirty="0"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4495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B57F-E32D-18B5-F0BB-7030978D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A6A7-B4C8-8398-C291-BE4F82B11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dủ lòng thương nhớ tình nghĩa cũ Ngài đã ban qua muôn thuở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400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1325-B1E9-6C1E-F9F0-0221F796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449-DFB9-553F-F199-DD3FEBC15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muôn đời. Tội tình của tuổi thơ, Chúa đừng ghi tâm.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7022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02BA-2970-68B0-E2EF-11F1811C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35DD-1F39-C33F-E743-2FC59715F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Ngài ơi xin nhớ con vì ân nghĩa Ngài.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59823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AE46-6C22-4414-D215-3D85C3E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E23B-6730-4879-7FA1-0E693CECF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Lạy Chúa, con nâng hồn lên, con nâng hồn lên, lên tới Ngài.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8262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D98F-E5C0-DC29-3E5D-C6CCD6F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1D06-5BA7-D0A3-545E-B0958507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Xin hãy ủi an cõi lòng héo hắt và cứu con cho qua bước cơ cùng.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9448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64B2-1A38-6E06-0AAC-70748D07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A4F3-2702-AE6F-9AD5-57424945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Nguyện cầu lòng nhân Chúa xoá tội nhân gian,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8357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63C1-08DF-A29F-823A-5DECBDF5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0013-99D7-126D-5F6F-8561A23E4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mà thương tha thứ cho ngàn muôn lỗi lầm.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824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B55E-9E8F-7283-1AE5-B42D8A16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4A99-E791-0091-3329-212D4A788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Lạy Chúa, con nâng hồn lên, con nâng hồn lên, lên tới Ngài.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4718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7FF9-A847-B310-C74B-E8946DEA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3520-231B-09C7-5067-5234CA0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bảo toàn con, xin hãy cứu thoát, đừng để con sa mưu chước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5391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BE3-FDC4-A8EC-9784-E4319BC3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CB28-CD2C-D075-5D1B-CE1B37E7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quân thù. Một lòng cậy trông Chúa chính nguồn yêu thương,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091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52DD-A2E6-E7C8-DDDF-0847897C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7C8D-1ADA-45E8-6305-6DA555AE5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Ngài ban ơn cứu độ người tôi tớ Ngài.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79430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46E6-996C-C87B-FA1E-1BFD6DC4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243F-3E75-D238-606A-647B2F92C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Lạy Chúa, con nâng hồn lên, con nâng hồn lên, lên tới Ngài.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11463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D90E-D9BC-D436-41A3-FAC25A17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6386" name="Picture 2" descr="Có thể là hình ảnh về văn bản">
            <a:extLst>
              <a:ext uri="{FF2B5EF4-FFF2-40B4-BE49-F238E27FC236}">
                <a16:creationId xmlns:a16="http://schemas.microsoft.com/office/drawing/2014/main" id="{5164B9B2-5224-5ED0-2781-B610295FD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56756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96542-6D8F-89A5-A70F-19B4D1C4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E7764ED4-FAC1-53EF-3B76-6EB0AADD0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56890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B82F-9B9E-9A0F-F01F-8D74989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D805-4723-9CE9-42DA-7AE8EBF9C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199"/>
            <a:ext cx="9144000" cy="4813301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i="1" dirty="0">
                <a:solidFill>
                  <a:srgbClr val="EE0000"/>
                </a:solidFill>
                <a:effectLst/>
                <a:latin typeface="Times New Roman (Headings)"/>
                <a:cs typeface="Arial" panose="020B0604020202020204" pitchFamily="34" charset="0"/>
              </a:rPr>
              <a:t>All… All...</a:t>
            </a:r>
            <a:b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đã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yêu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thương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đến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nỗi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ban Con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Một</a:t>
            </a:r>
            <a:endParaRPr lang="en-US" sz="8000" b="1" i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êu đề 1">
            <a:extLst>
              <a:ext uri="{FF2B5EF4-FFF2-40B4-BE49-F238E27FC236}">
                <a16:creationId xmlns:a16="http://schemas.microsoft.com/office/drawing/2014/main" id="{B65BFD26-A711-3E47-CB91-41F966BFC137}"/>
              </a:ext>
            </a:extLst>
          </p:cNvPr>
          <p:cNvSpPr txBox="1">
            <a:spLocks/>
          </p:cNvSpPr>
          <p:nvPr/>
        </p:nvSpPr>
        <p:spPr>
          <a:xfrm>
            <a:off x="0" y="-50800"/>
            <a:ext cx="91440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endParaRPr lang="vi-V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311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F3-7093-0EC2-264B-B9FBEDD0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B56-98B7-8F01-187F-0001B0B90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i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mình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;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tất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cả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ai tin ở Chúa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sẽ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ngàn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thu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.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All…All…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8389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E6CD-6A7C-3451-4EAD-B335DB39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ó thể là hình ảnh về văn bản cho biết 'ÎCXC THEPIBLICANAND AND TH PHARIS66 TIN MỪNG CHÚA GIÊSU KITÔ Theo Thánh Luca &quot;Người thu thuế khi khi trở xuống mà vẽ nhà, thì dã dược nên công chính; con ngưỡi Pha ri sêu thì không.&quot; (LC 18, 9 14) ลปวจ'">
            <a:extLst>
              <a:ext uri="{FF2B5EF4-FFF2-40B4-BE49-F238E27FC236}">
                <a16:creationId xmlns:a16="http://schemas.microsoft.com/office/drawing/2014/main" id="{62525C49-7A7E-4DD0-EA0D-FA37797E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04692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ABA4-807E-D75C-D52C-5C174101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7524-1DCF-5012-325A-112DC29DE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solidFill>
                  <a:srgbClr val="EE0000"/>
                </a:solidFill>
                <a:effectLst/>
                <a:latin typeface="Times New Roman (Headings)"/>
                <a:cs typeface="Arial" panose="020B0604020202020204" pitchFamily="34" charset="0"/>
              </a:rPr>
              <a:t>CT: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toàn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năng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9B130C5D-607E-1CBB-D591-F748074BB843}"/>
              </a:ext>
            </a:extLst>
          </p:cNvPr>
          <p:cNvSpPr txBox="1">
            <a:spLocks/>
          </p:cNvSpPr>
          <p:nvPr/>
        </p:nvSpPr>
        <p:spPr>
          <a:xfrm>
            <a:off x="0" y="73600"/>
            <a:ext cx="91440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endParaRPr lang="vi-VN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6050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09F3-8315-CE40-0B0A-EA1412C0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3A48-7357-BDA4-3CCC-60DB19E7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tạo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thành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hữu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27837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3334-9006-FD9C-EE9F-42904ED3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168C-2886-DF81-5CE8-19D4DA9DD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Giê-su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Ki-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</a:t>
            </a:r>
          </a:p>
        </p:txBody>
      </p:sp>
    </p:spTree>
    <p:extLst>
      <p:ext uri="{BB962C8B-B14F-4D97-AF65-F5344CB8AC3E}">
        <p14:creationId xmlns:p14="http://schemas.microsoft.com/office/powerpoint/2010/main" val="244868464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4702-B588-558A-1359-E8B9C635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DD87-71D7-AED6-17FA-35FFEFA48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sinh bởi Đức Chúa Cha từ trước muôn đời.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5719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7AC-60A0-9959-47F1-5D68D9B4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E8A-C643-00E5-AC2D-6C2820D32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là Thiên Chúa bởi Thiên Chúa, Ánh Sáng bởi Ánh Sáng,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8549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E7A3-6C92-3908-91CA-673B0AC8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7E14-CD07-987B-B16A-B6F1EAC6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bởi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85514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1989-CD9F-C389-DBCA-E38B2B16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3884-7BF0-103E-74AE-B62AE3B0C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Được sinh ra mà không phải được tạo thành đồng bản thể với Đức Chúa Cha: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798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02D7-D322-577F-67D6-CF9AF370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094C-0B2C-98F4-6B4D-4514C85AA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nhờ Người mà muôn vật được tạo thành.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2477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51F0-8517-85E0-AD02-BB3A04FC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4158-F0F9-35B6-3EE8-8E1A93B8F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Vì loài người chúng ta và để cứu độ chúng ta, Người đã từ trời xuống thế.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1715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0594-87D3-1701-548F-A1FB7494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790E-DD99-C089-5A30-F58F5D8CC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Bởi phép Đức Chúa Thánh Thần, Người đã nhập thể trong lòng Trinh Nữ Ma-ri-a, </a:t>
            </a:r>
            <a:br>
              <a:rPr lang="en-US" sz="7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và đã làm người.</a:t>
            </a:r>
            <a:endParaRPr lang="en-US" sz="7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08845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4B99-47D6-7361-9262-F92BC79A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A215-A9FC-C80A-B3B8-C734F226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đóng đinh vào thập giá vì chúng ta,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0425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7FD2-CC38-ED97-66C3-FEA9FCE1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4BD7-BB80-6939-2C6C-FE35D4772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thời quan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Phong-xi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-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ô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Phi-la-tô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;</a:t>
            </a:r>
            <a:r>
              <a:rPr lang="en-US" sz="105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khổ hình và mai táng.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4804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B82F-F1B5-2650-3B64-FC86C186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C947-BCD7-2678-BDCD-F5DD3000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Ngày thứ ba Người sống lại như lời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kinh.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1828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22B3-9BF7-16BA-860C-D4E9C0DD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85B6-3F65-7989-D709-51616B972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Người lên trời, ngự bên hữu Đức Chúa Cha.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11280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AA13-4036-8519-BEA4-BBAB076B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5AD-8F23-2772-F0C9-2C9B161DE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Người sẽ lại đến trong vinh quang để phán xét kẻ sống và kẻ chết,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7620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0F71-DD30-B648-823A-B189F04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71F9-5B9B-F4BF-40E1-9B253EDB1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Nước Người sẽ không bao giờ cùng.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1119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87F4-5936-E338-1E4D-7D5DFB5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6C0D-5D39-DF8B-E96E-C1E7BB3B8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tinh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Đức Chúa Thánh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Thần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914278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9B4C-4C34-8B84-98A4-809EEAEF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CD4B-98DB-7F88-F991-BC295B90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bởi Đức Chúa Cha và Đức Chúa Con mà ra.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2328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1C22-968A-79B9-95D0-922E624A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8DD2-9620-254B-2ED0-219513EAB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Người được phụng thờ và tôn vinh cùng với Đức Chúa Cha và Đức Chúa Con</a:t>
            </a:r>
            <a:endParaRPr lang="en-US" sz="72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88428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C26-B26C-BB85-1BCC-45F7AB7D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FBF3-26E4-9539-6D59-A4727CFF0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đã dùng các Tiên tri mà phán dạy.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9788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B88B-0D7F-4D7B-97CD-D35FF041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86A-BFEB-AC1F-2399-6E3280D6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Hội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Thánh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duy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nhất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thiện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giáo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truyền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90374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C82F-AC4B-5F76-0A86-D951776B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A16B-F7F9-4ED1-D0A6-4074FE90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Tôi tuyên xưng có một Phép Rửa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để tha tội.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2917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66B3-C50D-C141-A14C-1FF4C97F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895A-326F-80AF-1F23-A7D232913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đợi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kẻ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chết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Amen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38144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2CB9E-ADD7-F5AF-863E-D6393665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74D82E93-F152-3873-578E-C32F8F0CA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7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CB38-41C2-527C-14C7-BA88EAF3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2F11-2C4F-E299-24FE-8E81AAC5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ĐÔI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TAY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NÀY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Ân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Duy)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8685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7BF2-E065-7BEE-150F-A8E41361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D814-82E8-C3DB-5F74-205B743D5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Đôi tay này con dâng lên Cha, dâng tình con yêu thương thiết tha.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2738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B56D-3E9E-EF7D-988E-4E3FB4A8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9A3-D4B7-547C-DB52-535A32A04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Như trầm hương bay tới Thiên Tòa, con thành tâm tiến dâng về Cha.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9097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5644-119A-6E28-DE6F-3CE6D226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728B-1C3D-6201-06B1-D5795B8B0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Ngài tâm tư con đây,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buồn vui hay khi đắng cay.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3625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3EAD-81E4-9ABF-CC3A-1EDB9135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2E82-2A6D-6316-1889-2CD65C12C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được tin yêu suốt đêm ngày,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như lời kinh ngát bay về Ngài.</a:t>
            </a:r>
          </a:p>
        </p:txBody>
      </p:sp>
    </p:spTree>
    <p:extLst>
      <p:ext uri="{BB962C8B-B14F-4D97-AF65-F5344CB8AC3E}">
        <p14:creationId xmlns:p14="http://schemas.microsoft.com/office/powerpoint/2010/main" val="3135843076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798-468A-0C11-83D1-031682B0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27F0-AE5E-C1DC-08E6-F61BE14E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lên cùng bánh nương đồng Cha yêu ơi hãy thương nhận lấy.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188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07E3-A7D8-B094-D2F8-578FDD1E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55E-933C-C6FA-8C56-10E22727C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lên cùng chén rượu nồng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Cha yêu ơi khứng cho lòng này.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68496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FD6C-6517-09A3-45DC-5C52FD43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65C5-4873-F018-A626-317702633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Đôi tay này con dâng lên Cha, đây tội khiên bao năm tháng qua.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54928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1659-D059-D9B9-1A3E-D60CC05F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1EF9-644A-16A5-0F59-557830077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hiệp dâng lên trước thiên toà, mong được Cha đoái thương bỏ qua.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97057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30AAA-2D07-9BA1-156A-10F475759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CE25-9CAB-13C0-F0BA-5678BA7DB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Ngài nhọc lao hôm nay,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bao lầm than lo âu trĩu vai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99317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AE20-E2D4-79E7-623B-2039E29A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777D-A10D-F313-DCE2-5F2EAB678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về tương lai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tối đen màu, xin tình Cha đỡ nâng kiếp đoạ đầy.</a:t>
            </a:r>
          </a:p>
        </p:txBody>
      </p:sp>
    </p:spTree>
    <p:extLst>
      <p:ext uri="{BB962C8B-B14F-4D97-AF65-F5344CB8AC3E}">
        <p14:creationId xmlns:p14="http://schemas.microsoft.com/office/powerpoint/2010/main" val="146530728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8F60-6090-7FEB-D661-3CBEF96B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4300-2CF3-93A0-F644-7C3CB8B1A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lên cùng bánh nương đồng Cha yêu ơi hãy thương nhận lấy.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7982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7D35-B5F3-81F2-0609-E047F5F2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C138-46E6-852F-D4C4-281CEEA1B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dâng lên cùng chén rượu nồng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Cha yêu ơi khứng cho lòng này.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711876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C783-343F-41E1-A9A3-C0E58935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9CCBCF23-AD9F-5D42-DBB7-995EE45D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1861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D9D5-A23E-6BBB-E98F-ED8501C4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DBD5-CA43-B2C0-FCBF-3EE6E690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Thánh! Thánh! Thánh!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C67625-A584-71C9-DC6A-48D77CA02FDC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THÁNH, THÁNH, THÁNH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474676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2A77-D47F-6FC9-C5D9-0C813283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6FC8-E179-2295-EF89-D415ACCE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Thiên Chúa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đạo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binh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92475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FAA-906B-F87D-63C3-7344518A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FC7-0BA2-DEAE-6637-B73C85F20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đầy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vinh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quang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912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696E-4182-1AC5-4ABA-92D13792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062E-7A11-0161-7949-18A7EC1C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78841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2B5-8FE4-BFF3-4455-EAC3FA4E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0518-4B59-8673-42A7-31FD8D86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Chúc tụng Đấng ngự đến nhân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danh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072303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E839-4BC2-5D4E-067A-AD6D9338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827E-2C60-01F6-969D-0E1E94C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6002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F89C-26B8-18AE-AE4C-5724908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B07FA62F-0CDA-A0F3-FC21-14D12741D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704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D8AB-9376-DF47-3B62-C62770DC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319-7BB2-33A4-5530-FDC4D0620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br>
              <a:rPr lang="en-US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Lạy Chiên Thiên Chúa, Đấng xóa tội trần gian: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1C776A-278F-4296-FCAC-16D992471F07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LẠY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CHIÊN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THIÊN CHÚA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21700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25D1-87B6-20FB-BEE9-7CED28E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141D-F132-B717-062E-FDD830CDF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2428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8A8A-E7FC-32F9-295C-DDB8635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4102-F419-D02C-ED70-305683D10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82587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0A03-4090-0847-0BE3-DEDBCAA3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AACF-BB62-9B64-F105-737A986CA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0292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F561-BBB5-7246-BAC6-A618CC52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C9F2-7EEF-CDB7-E770-CC363BD46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206525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9862-3D27-1788-F65E-C8EE1DD0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BCC7-4C43-5215-0548-437F6500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xin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826054389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489F-0128-0A65-2D7F-8FE0A267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A57232F5-7FD6-0AC4-321C-401ABC3B5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9707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632E-045F-429D-89C2-2B23C4BE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97BC-3BA8-E80B-21BF-07457BED8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Chúng ta hãy vui mừng vì ơn </a:t>
            </a:r>
            <a:b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Chúa cứu độ.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46BA91-2D2C-80B4-9A2D-0CAA88032323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CA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endParaRPr lang="en-US" sz="6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2992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D426-8AEE-C717-24AB-2C50A3B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7419-B699-D60E-76AB-13B6181FF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Phất cao cờ </a:t>
            </a:r>
            <a:b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mừng danh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Chúa chúng ta.</a:t>
            </a:r>
          </a:p>
        </p:txBody>
      </p:sp>
    </p:spTree>
    <p:extLst>
      <p:ext uri="{BB962C8B-B14F-4D97-AF65-F5344CB8AC3E}">
        <p14:creationId xmlns:p14="http://schemas.microsoft.com/office/powerpoint/2010/main" val="348925491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D1D8-F18D-881D-7FBD-A9B19473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chalice and two round objects on a plate&#10;&#10;AI-generated content may be incorrect.">
            <a:extLst>
              <a:ext uri="{FF2B5EF4-FFF2-40B4-BE49-F238E27FC236}">
                <a16:creationId xmlns:a16="http://schemas.microsoft.com/office/drawing/2014/main" id="{829ED5CD-2CE5-D529-9A44-0B1FCEE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"/>
            <a:ext cx="9144000" cy="514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13542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293F-BA6C-A212-BFD7-75ADD11C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4844-C508-6B0C-D71E-141649C4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144001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HY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CUỐI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CÙNG</a:t>
            </a:r>
            <a:b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Ân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Đức)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4507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2FDD-E0FA-922E-237A-136619E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0D9-2B5E-AF01-E40F-3F4370A6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Lạy Chúa trọn đồi con đã dâng cho 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gài trọn đời con bước theo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39375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535B-4335-B11A-691B-D5ACBD6C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0CA9-2062-EB02-E68D-E6BEE6686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chân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. Con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muốn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chúa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ở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đâu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thì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con ở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đó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để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trọn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dâng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870366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E723-B84E-EB23-D26D-7F76CB1B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89ED-81D4-2942-3EDE-6F78BAA7D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làm hy tế để trọn niềm vui trong chúa muôn đời.</a:t>
            </a:r>
          </a:p>
        </p:txBody>
      </p:sp>
    </p:spTree>
    <p:extLst>
      <p:ext uri="{BB962C8B-B14F-4D97-AF65-F5344CB8AC3E}">
        <p14:creationId xmlns:p14="http://schemas.microsoft.com/office/powerpoint/2010/main" val="364124727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215-13FE-50C1-7250-456C5BBF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2C78-1E22-2631-2CE3-B447D9B90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Ngài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con đặt hy vọng,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gài con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dâng xác hồn,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5503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7F25-F31A-4D7B-3684-BC6FCA6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1B3-53AD-4806-1ECD-5C412461B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311903776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999A-462E-840E-4337-3A488593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7719-28EA-5FF4-9E7C-F9ECD38FD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7700" b="1" dirty="0">
                <a:effectLst/>
                <a:latin typeface="Times New Roman (Headings)"/>
                <a:cs typeface="Arial" panose="020B0604020202020204" pitchFamily="34" charset="0"/>
              </a:rPr>
              <a:t>Lạy Chúa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điều mà con khấn xin đêm ngày, điều mà con thiết tha van nài,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73065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9D824-74B3-79FC-2F77-50D06461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9B73-F168-F569-E2DC-D9638C64E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muốn Chúa ở đâu thì cho con ở đó vì niềm hạnh phúc con là nơi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8797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C9A7F-07A7-708B-9DC5-5C707DFD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44C96-8E2C-8E16-6066-8F6AF70F1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vì nguồn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nghỉ an trong Chúa muôn đời.</a:t>
            </a:r>
          </a:p>
        </p:txBody>
      </p:sp>
    </p:spTree>
    <p:extLst>
      <p:ext uri="{BB962C8B-B14F-4D97-AF65-F5344CB8AC3E}">
        <p14:creationId xmlns:p14="http://schemas.microsoft.com/office/powerpoint/2010/main" val="49039173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3D84-BC5A-DBE4-FF70-CDBC6E3E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3FAC-7511-5B59-BFC1-4A5AE5FC1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Ngài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con đặt hy vọng,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gài con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dâng xác hồn,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28044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67F3A-A0FD-3BBB-5164-65C1B187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FAA1-7CBB-EA67-0673-BD56122C1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28098320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0FCC-2BD0-6B60-8772-3898BD0F4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2221-05AC-7B06-DA84-70F2D9BF9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3. </a:t>
            </a:r>
            <a:r>
              <a:rPr lang="vi-VN" sz="7700" b="1" dirty="0">
                <a:effectLst/>
                <a:latin typeface="Times New Roman (Headings)"/>
                <a:cs typeface="Arial" panose="020B0604020202020204" pitchFamily="34" charset="0"/>
              </a:rPr>
              <a:t>Lạy </a:t>
            </a:r>
            <a:r>
              <a:rPr lang="en-US" sz="7700" b="1" dirty="0">
                <a:effectLst/>
                <a:latin typeface="Times New Roman (Headings)"/>
                <a:cs typeface="Arial" panose="020B0604020202020204" pitchFamily="34" charset="0"/>
              </a:rPr>
              <a:t>C</a:t>
            </a:r>
            <a:r>
              <a:rPr lang="vi-VN" sz="7700" b="1" dirty="0">
                <a:effectLst/>
                <a:latin typeface="Times New Roman (Headings)"/>
                <a:cs typeface="Arial" panose="020B0604020202020204" pitchFamily="34" charset="0"/>
              </a:rPr>
              <a:t>húa </a:t>
            </a:r>
            <a:r>
              <a:rPr lang="en-US" sz="77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7700" b="1" dirty="0">
                <a:effectLst/>
                <a:latin typeface="Times New Roman (Headings)"/>
                <a:cs typeface="Arial" panose="020B0604020202020204" pitchFamily="34" charset="0"/>
              </a:rPr>
              <a:t>gài từ bi xót thương vô vàn, phận bầy tôi biết </a:t>
            </a:r>
            <a:br>
              <a:rPr lang="en-US" sz="77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700" b="1" dirty="0">
                <a:effectLst/>
                <a:latin typeface="Times New Roman (Headings)"/>
                <a:cs typeface="Arial" panose="020B0604020202020204" pitchFamily="34" charset="0"/>
              </a:rPr>
              <a:t>bao lỗi lầm,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4742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6B606-A4EB-BFF9-806E-9E90D751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FDA00-C8F0-691E-47F7-6A6938246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xin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chớ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chấp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nào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ai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đứng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vững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giờ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gọi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xa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lìa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thế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51836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27F4-22BD-FA63-A939-5A357C5F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D366-F443-0C18-860A-FEA960274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giờ 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gài gọi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con ra trước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nhan 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gài.</a:t>
            </a:r>
          </a:p>
        </p:txBody>
      </p:sp>
    </p:spTree>
    <p:extLst>
      <p:ext uri="{BB962C8B-B14F-4D97-AF65-F5344CB8AC3E}">
        <p14:creationId xmlns:p14="http://schemas.microsoft.com/office/powerpoint/2010/main" val="835282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8E25-5EBC-5543-0DF4-904181CE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E1DC-A47B-4822-D315-698303DB3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Ngài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con đặt hy vọng,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nơi 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N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gài con dâng xác hồn,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2234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0E852-B81D-2F97-F326-FEFD53EE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AF96-1D8C-E12D-D3AD-53D9386E2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cứu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độ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2529398813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642F7-9192-051E-E6F9-9262E5F5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93676DE7-E126-69C9-5A28-DF01CD0AC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7816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3D71-BC68-100A-9F02-38DD98D4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7ADD-2E84-6630-1D52-B4038C31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KẾT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TỪ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NƠI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NGỤC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HÌNH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Duy Thiên)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4595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5D3E-6024-C05B-C588-C3F3A407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8F62-0FBE-07B6-A99E-FBC1BF1D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Từ vực sâu con kêu cầu lên Chúa, nguyện xin Chúa hãy lắng nghe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4943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854A-30FD-74BA-D760-3D98AFF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6308-F178-7F8F-C4CD-1D711E0E4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lời kêu khấn, chớ chấp tội nhưng xót thương hồn con Chúa ơi.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4606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5B5C-CDF7-D0B9-7A1A-70562510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D183-93BC-177E-321E-A32048051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hồn con luôn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hy vọng nơi Chúa, nguyện xin Chúa hãy đoái thương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36994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D067-F22B-E651-CD86-B6F7592E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FA33-D4E1-84ED-9BF4-99D00068C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than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khóc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tiếng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khẩn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cầu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vang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khắp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ngục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xa.</a:t>
            </a:r>
          </a:p>
        </p:txBody>
      </p:sp>
    </p:spTree>
    <p:extLst>
      <p:ext uri="{BB962C8B-B14F-4D97-AF65-F5344CB8AC3E}">
        <p14:creationId xmlns:p14="http://schemas.microsoft.com/office/powerpoint/2010/main" val="3468428033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D6B4-25A4-68BA-E2A0-C34789D7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72C8-B9C7-DF7D-AE39-1E208F835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Ôi lạy Chúa, nếu chấp tội con đây, dương gian kia nào ai đứng vững,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9311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0295-385D-3EA3-CD3D-7E434BD7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B165-88CB-575F-802C-4729B154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nhân từ xin đoái thương đoàn con đang khóc than trong chốn u sầu.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1755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98A4-43B3-0608-57E8-B0A0DD69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6D1E-FE20-A81F-5943-C87409FE5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Từ vực sâu con kêu cầu lên Chúa, nguyện xin Chúa hãy lắng nghe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7182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1F0D-72ED-9F3A-382B-6F9AD333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4DD5-7902-3A1E-B4C4-E17D86EAB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lời kêu khấn, chớ chấp tội nhưng xót thương hồn con Chúa ơi.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498951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411A-7701-0226-2110-20E3110C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6802-5991-EBFB-07C2-D96286B85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hồn con luôn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hy vọng nơi Chúa, nguyện xin Chúa hãy đoái thương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6662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06D63-7956-CEEB-A968-6381C55B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678-8D76-553E-623D-A490D96D9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than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khóc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tiếng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khẩn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cầu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vang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khắp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ngục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xa.</a:t>
            </a:r>
          </a:p>
        </p:txBody>
      </p:sp>
    </p:spTree>
    <p:extLst>
      <p:ext uri="{BB962C8B-B14F-4D97-AF65-F5344CB8AC3E}">
        <p14:creationId xmlns:p14="http://schemas.microsoft.com/office/powerpoint/2010/main" val="3122719184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166C-289F-5D44-548D-B02637E1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ẦU CHO CÁC TÍN HỮU ĐÃ QUA ĐỜI &quot;Lạy Chủa, xin cho các linh hồn được nghỉ yên muôn đời&quot; 2/11'">
            <a:extLst>
              <a:ext uri="{FF2B5EF4-FFF2-40B4-BE49-F238E27FC236}">
                <a16:creationId xmlns:a16="http://schemas.microsoft.com/office/drawing/2014/main" id="{35C362C2-A115-850D-39D6-AA6349E79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31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UTM American Sans"/>
        <a:ea typeface=""/>
        <a:cs typeface=""/>
      </a:majorFont>
      <a:minorFont>
        <a:latin typeface="UTM America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1673</TotalTime>
  <Words>3896</Words>
  <Application>Microsoft Office PowerPoint</Application>
  <PresentationFormat>On-screen Show (16:9)</PresentationFormat>
  <Paragraphs>381</Paragraphs>
  <Slides>237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237</vt:i4>
      </vt:variant>
    </vt:vector>
  </HeadingPairs>
  <TitlesOfParts>
    <vt:vector size="244" baseType="lpstr">
      <vt:lpstr>Arial</vt:lpstr>
      <vt:lpstr>Calibri</vt:lpstr>
      <vt:lpstr>Oswald</vt:lpstr>
      <vt:lpstr>Times New Roman</vt:lpstr>
      <vt:lpstr>Times New Roman (Headings)</vt:lpstr>
      <vt:lpstr>UTM American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NHƯ ĐỨC KITÔ (Dao Kim)</vt:lpstr>
      <vt:lpstr>ĐK: Như Đức Ki-tô đã chết và đã sống lại thế nào thì  Thiên Chúa</vt:lpstr>
      <vt:lpstr>cũng sẽ đem họ đến với Người. Và mọi người đều phải chết nơi A-đam thế nào,</vt:lpstr>
      <vt:lpstr>thì cũng sẽ  được sống lại nơi  Đức Ki-tô như vậy.</vt:lpstr>
      <vt:lpstr>1. Niềm hy vọng  của chúng ta đã chiếu sáng nơi  trần gian này.</vt:lpstr>
      <vt:lpstr>Là nhờ Đức Kitô  đã giao hòa ta cùng Thiên Chúa.</vt:lpstr>
      <vt:lpstr>ĐK: Như Đức Ki-tô đã chết và đã sống lại thế nào thì  Thiên Chúa</vt:lpstr>
      <vt:lpstr>cũng sẽ đem họ đến với Người. Và mọi người đều phải chết nơi A-đam thế nào,</vt:lpstr>
      <vt:lpstr>thì cũng sẽ  được sống lại nơi  Đức Ki-tô như vậy.</vt:lpstr>
      <vt:lpstr>2. Dù ta còn ở thế gian mắt đã sáng  lên niềm hy vọng,</vt:lpstr>
      <vt:lpstr>là nhờ Đức Ki-tô  đã gieo mầm gieo mầm sự sống.</vt:lpstr>
      <vt:lpstr>ĐK: Như Đức Ki-tô đã chết và đã sống lại thế nào thì  Thiên Chúa</vt:lpstr>
      <vt:lpstr>cũng sẽ đem họ đến với Người. Và mọi người đều phải chết nơi A-đam thế nào,</vt:lpstr>
      <vt:lpstr>thì cũng sẽ  được sống lại nơi  Đức Ki-tô như vậy.</vt:lpstr>
      <vt:lpstr>PowerPoint Presentation</vt:lpstr>
      <vt:lpstr>PowerPoint Presentation</vt:lpstr>
      <vt:lpstr>ĐÁP CA THÁNH VỊNH 24 (Lm. Thái Nguyên)  (03 câu)</vt:lpstr>
      <vt:lpstr>1/3. Xin dủ lòng thương nhớ tình nghĩa cũ Ngài đã ban qua muôn thuở</vt:lpstr>
      <vt:lpstr>muôn đời. Tội tình của tuổi thơ, Chúa đừng ghi tâm.</vt:lpstr>
      <vt:lpstr>Ngài ơi xin nhớ con vì ân nghĩa Ngài.</vt:lpstr>
      <vt:lpstr>ĐK:  Lạy Chúa, con nâng hồn lên, con nâng hồn lên, lên tới Ngài.</vt:lpstr>
      <vt:lpstr>2/3. Xin hãy ủi an cõi lòng héo hắt và cứu con cho qua bước cơ cùng.</vt:lpstr>
      <vt:lpstr> Nguyện cầu lòng nhân Chúa xoá tội nhân gian,</vt:lpstr>
      <vt:lpstr>mà thương tha thứ cho ngàn muôn lỗi lầm.</vt:lpstr>
      <vt:lpstr>ĐK:  Lạy Chúa, con nâng hồn lên, con nâng hồn lên, lên tới Ngài.</vt:lpstr>
      <vt:lpstr>3/3. Xin bảo toàn con, xin hãy cứu thoát, đừng để con sa mưu chước</vt:lpstr>
      <vt:lpstr>quân thù. Một lòng cậy trông Chúa chính nguồn yêu thương,</vt:lpstr>
      <vt:lpstr>Ngài ban ơn cứu độ người tôi tớ Ngài.</vt:lpstr>
      <vt:lpstr>ĐK:  Lạy Chúa, con nâng hồn lên, con nâng hồn lên, lên tới Ngài.</vt:lpstr>
      <vt:lpstr>PowerPoint Presentation</vt:lpstr>
      <vt:lpstr>PowerPoint Presentation</vt:lpstr>
      <vt:lpstr>All… All... Chúa đã yêu thương trần gian đến nỗi ban Con Một</vt:lpstr>
      <vt:lpstr> mình; tất cả ai tin ở Chúa sẽ sống ngàn thu. All…All…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thật.</vt:lpstr>
      <vt:lpstr>Được sinh ra mà không phải được tạo thành đồng bản thể với Đức Chúa Cha:</vt:lpstr>
      <vt:lpstr>nhờ Người mà muôn vật được tạo thành.</vt:lpstr>
      <vt:lpstr>Vì loài người chúng ta và để cứu độ chúng ta, Người đã từ trời xuống thế.</vt:lpstr>
      <vt:lpstr>Bởi phép Đức Chúa Thánh Thần, Người đã nhập thể trong lòng Trinh Nữ Ma-ri-a,  và đã làm người.</vt:lpstr>
      <vt:lpstr>Người chịu đóng đinh vào thập giá vì chúng ta,</vt:lpstr>
      <vt:lpstr>thời quan Phong-xi-ô Phi-la-tô; Người chịu khổ hình và mai táng.</vt:lpstr>
      <vt:lpstr>Ngày thứ ba Người sống lại như lời  Thánh kinh.</vt:lpstr>
      <vt:lpstr>Người lên trời, ngự bên hữu Đức Chúa Cha.</vt:lpstr>
      <vt:lpstr>Và Người sẽ lại đến trong vinh quang để phán xét kẻ sống và kẻ chết,</vt:lpstr>
      <vt:lpstr>Nước Người sẽ không bao giờ cùng.</vt:lpstr>
      <vt:lpstr>Tôi tinh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ĐÔI TAY NÀY (Ân Duy)</vt:lpstr>
      <vt:lpstr>1. Đôi tay này con dâng lên Cha, dâng tình con yêu thương thiết tha.</vt:lpstr>
      <vt:lpstr>Như trầm hương bay tới Thiên Tòa, con thành tâm tiến dâng về Cha.</vt:lpstr>
      <vt:lpstr>Xin dâng Ngài tâm tư con đây,  khi buồn vui hay khi đắng cay.</vt:lpstr>
      <vt:lpstr>Xin được tin yêu suốt đêm ngày,  như lời kinh ngát bay về Ngài.</vt:lpstr>
      <vt:lpstr>ĐK: Xin dâng lên cùng bánh nương đồng Cha yêu ơi hãy thương nhận lấy.</vt:lpstr>
      <vt:lpstr>Xin dâng lên cùng chén rượu nồng  Cha yêu ơi khứng cho lòng này.</vt:lpstr>
      <vt:lpstr>2. Đôi tay này con dâng lên Cha, đây tội khiên bao năm tháng qua.</vt:lpstr>
      <vt:lpstr>Xin hiệp dâng lên trước thiên toà, mong được Cha đoái thương bỏ qua.</vt:lpstr>
      <vt:lpstr>Xin dâng Ngài nhọc lao hôm nay,  bao lầm than lo âu trĩu vai</vt:lpstr>
      <vt:lpstr>dâng về tương lai  tối đen màu, xin tình Cha đỡ nâng kiếp đoạ đầy.</vt:lpstr>
      <vt:lpstr>ĐK: Xin dâng lên cùng bánh nương đồng Cha yêu ơi hãy thương nhận lấy.</vt:lpstr>
      <vt:lpstr>Xin dâng lên cùng chén rượu nồng  Cha yêu ơi khứng cho lòng này.</vt:lpstr>
      <vt:lpstr>PowerPoint Presentation</vt:lpstr>
      <vt:lpstr>Thánh! Thánh! Thánh!</vt:lpstr>
      <vt:lpstr>Chúa là  Thiên Chúa  các đạo binh.</vt:lpstr>
      <vt:lpstr>Trời đất đầy vinh quang Chúa.</vt:lpstr>
      <vt:lpstr>Hoan hô Chúa trên các tầng trời.</vt:lpstr>
      <vt:lpstr>Chúc tụng Đấng ngự đến nhân  danh Chúa.</vt:lpstr>
      <vt:lpstr>Hoan hô Chúa trên các tầng trời.</vt:lpstr>
      <vt:lpstr>PowerPoint Presentation</vt:lpstr>
      <vt:lpstr> Lạy Chiên Thiên Chúa, Đấng xóa tội trần gian:</vt:lpstr>
      <vt:lpstr>xin thương xót chúng con.</vt:lpstr>
      <vt:lpstr>Lạy Chiên Thiên Chúa, Đấng xóa tội trần gian:</vt:lpstr>
      <vt:lpstr>xin thương xót chúng con.</vt:lpstr>
      <vt:lpstr>Lạy Chiên Thiên Chúa, Đấng xóa tội trần gian:</vt:lpstr>
      <vt:lpstr>xin ban bình an cho chúng con.</vt:lpstr>
      <vt:lpstr>PowerPoint Presentation</vt:lpstr>
      <vt:lpstr>Chúng ta hãy vui mừng vì ơn  Chúa cứu độ.</vt:lpstr>
      <vt:lpstr>Phất cao cờ  mừng danh  Chúa chúng ta.</vt:lpstr>
      <vt:lpstr>PowerPoint Presentation</vt:lpstr>
      <vt:lpstr>HIỆP LỄ HY LỄ CUỐI CÙNG (Lm. Ân Đức)</vt:lpstr>
      <vt:lpstr>1. Lạy Chúa trọn đồi con đã dâng cho Ngài trọn đời con bước theo</vt:lpstr>
      <vt:lpstr>chân Ngài. Con muốn chúa ở đâu thì cho con ở đó để trọn đời con dâng</vt:lpstr>
      <vt:lpstr>làm hy tế để trọn niềm vui trong chúa muôn đời.</vt:lpstr>
      <vt:lpstr>ĐK: Nơi Ngài  con đặt hy vọng,  nơi Ngài con  dâng xác hồn,</vt:lpstr>
      <vt:lpstr>lạy Thiên Chúa đấng cứu độ con, lạy Thiên Chúa đấng cứu độ con.</vt:lpstr>
      <vt:lpstr>2. Lạy Chúa điều mà con khấn xin đêm ngày, điều mà con thiết tha van nài,</vt:lpstr>
      <vt:lpstr>con muốn Chúa ở đâu thì cho con ở đó vì niềm hạnh phúc con là nơi Chúa,</vt:lpstr>
      <vt:lpstr>vì nguồn  nghỉ an trong Chúa muôn đời.</vt:lpstr>
      <vt:lpstr>ĐK: Nơi Ngài  con đặt hy vọng,  nơi Ngài con  dâng xác hồn,</vt:lpstr>
      <vt:lpstr>lạy Thiên Chúa đấng cứu độ con, lạy Thiên Chúa đấng cứu độ con.</vt:lpstr>
      <vt:lpstr>3. Lạy Chúa Ngài từ bi xót thương vô vàn, phận bầy tôi biết  bao lỗi lầm,</vt:lpstr>
      <vt:lpstr>xin chớ chấp tội con nào ai luôn đứng vững giờ Ngài gọi con xa lìa nhân thế</vt:lpstr>
      <vt:lpstr>giờ Ngài gọi  con ra trước  nhan Ngài.</vt:lpstr>
      <vt:lpstr>ĐK: Nơi Ngài  con đặt hy vọng,  nơi Ngài con dâng xác hồn,</vt:lpstr>
      <vt:lpstr>lạy Thiên Chúa đấng cứu độ con, lạy Thiên Chúa đấng cứu độ con.</vt:lpstr>
      <vt:lpstr>PowerPoint Presentation</vt:lpstr>
      <vt:lpstr>KẾT LỄ TỪ NƠI NGỤC HÌNH (Lm. Duy Thiên)</vt:lpstr>
      <vt:lpstr>ĐK: Từ vực sâu con kêu cầu lên Chúa, nguyện xin Chúa hãy lắng nghe</vt:lpstr>
      <vt:lpstr>lời kêu khấn, chớ chấp tội nhưng xót thương hồn con Chúa ơi.</vt:lpstr>
      <vt:lpstr>Này hồn con luôn  hy vọng nơi Chúa, nguyện xin Chúa hãy đoái thương</vt:lpstr>
      <vt:lpstr>lời than khóc,  tiếng khẩn cầu  vang khắp ngục hình bao xót xa.</vt:lpstr>
      <vt:lpstr>1. Ôi lạy Chúa, nếu chấp tội con đây, dương gian kia nào ai đứng vững,</vt:lpstr>
      <vt:lpstr>Chúa nhân từ xin đoái thương đoàn con đang khóc than trong chốn u sầu.</vt:lpstr>
      <vt:lpstr>ĐK: Từ vực sâu con kêu cầu lên Chúa, nguyện xin Chúa hãy lắng nghe</vt:lpstr>
      <vt:lpstr>lời kêu khấn, chớ chấp tội nhưng xót thương hồn con Chúa ơi.</vt:lpstr>
      <vt:lpstr>Này hồn con luôn  hy vọng nơi Chúa, nguyện xin Chúa hãy đoái thương</vt:lpstr>
      <vt:lpstr>lời than khóc,  tiếng khẩn cầu  vang khắp ngục hình bao xót xa.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 Nhập Lễ VÀO NHÀ CHÚA St: Minh Tâm</dc:title>
  <cp:lastModifiedBy>Lý Thanh Ngô</cp:lastModifiedBy>
  <cp:revision>1754</cp:revision>
  <cp:lastPrinted>2025-09-26T13:19:17Z</cp:lastPrinted>
  <dcterms:created xsi:type="dcterms:W3CDTF">2023-01-29T22:00:16Z</dcterms:created>
  <dcterms:modified xsi:type="dcterms:W3CDTF">2025-10-31T13:54:27Z</dcterms:modified>
</cp:coreProperties>
</file>