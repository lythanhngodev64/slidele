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1" roundtripDataSignature="AMtx7miVqoBqEQcJsl5gSJBnBScC0tFX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1" Type="http://customschemas.google.com/relationships/presentationmetadata" Target="metadata"/><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0aa96aa8e_0_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0aa96aa8e_0_2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0aa96aa8e_0_2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0aa96aa8e_0_2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0aa96aa8e_0_2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0aa96aa8e_0_2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0aa96aa8e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0aa96aa8e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0aa96aa8e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0aa96aa8e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0aa96aa8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0aa96aa8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0aa96aa8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0aa96aa8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0aa96aa8e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0aa96aa8e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0aa96aa8e_0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f0aa96aa8e_0_2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0aa96aa8e_0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0aa96aa8e_0_2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0aa96aa8e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0aa96aa8e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0aa96aa8e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0aa96aa8e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0aa96aa8e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0aa96aa8e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0aa96aa8e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0aa96aa8e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0aa96aa8e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0aa96aa8e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0aa96aa8e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0aa96aa8e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0aa96aa8e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0aa96aa8e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282feffb0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282feffb0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282feffb0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282feffb0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282feffb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282feffb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0aa96aa8e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0aa96aa8e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0aa96aa8e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0aa96aa8e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0aa96aa8e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0aa96aa8e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0aa96aa8e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0aa96aa8e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0aa96aa8e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0aa96aa8e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0aa96aa8e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0aa96aa8e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0aa96aa8e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0aa96aa8e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0aa96aa8e_0_2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0aa96aa8e_0_2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1.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5.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0aa96aa8e_0_27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CHÚC TỤNG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Về đây muôn người, về đây chung tiếng ngợi ca muôn đời, hát khen Chúa Trời.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Về đây muôn người, về đây dâng tiếng hợp hoan, cảm tạ, tạ ơn Thiên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Hãy mau quì gối tôn thờ. Hãy vang cung đàn tiếng hát. Chúc vinh tình Ngài vô biên.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Chúc khen tình Ngài muôn niên.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Về đây muôn người, về đây chung tiếng ngợi ca muôn đời, hát khen Chúa Trời.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Về đây muôn người, về đây dâng tiếng hợp hoan, cảm tạ, tạ ơn Thiên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0aa96aa8e_0_27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0aa96aa8e_0_28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Chúng con chúc tụng Danh Chúa tự bây giờ và ngàn muôn kiếp,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ngợi ca Chúa hết mọi ngày, thờ lạy Chúa, tán tụng tôn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Chúa nhân ái và từ bi, chậm bất bình và giàu ơn phúc.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từ tâm với hết mọi loài và từ ái với mọi sinh linh.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0aa96aa8e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Hát câu chúc tụng tôn vinh mọi công trình từ bàn tay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Hết mọi dân hãy chúc tụng Danh Ngài, và nhận biết nước Ngài vinh quang.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0aa96aa8e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0aa96aa8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 </a:t>
            </a:r>
            <a:r>
              <a:rPr b="1" lang="en-US" sz="8000">
                <a:solidFill>
                  <a:schemeClr val="lt1"/>
                </a:solidFill>
                <a:latin typeface="Times New Roman"/>
                <a:ea typeface="Times New Roman"/>
                <a:cs typeface="Times New Roman"/>
                <a:sym typeface="Times New Roman"/>
              </a:rPr>
              <a:t>Chúa luôn thánh thiện công minh trong hết mọi đường nẻo của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0aa96aa8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gần ai kêu khấn Danh Ngài, và thành tín chẳng hề phôi phai.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0aa96aa8e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xin chúc tụng Danh Chúa tự giờ đây cho đến mãi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500">
                <a:solidFill>
                  <a:schemeClr val="lt1"/>
                </a:solidFill>
                <a:latin typeface="Times New Roman"/>
                <a:ea typeface="Times New Roman"/>
                <a:cs typeface="Times New Roman"/>
                <a:sym typeface="Times New Roman"/>
              </a:rPr>
              <a:t>Chúa phán: </a:t>
            </a:r>
            <a:endParaRPr b="1" sz="75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500">
                <a:solidFill>
                  <a:schemeClr val="lt1"/>
                </a:solidFill>
                <a:latin typeface="Times New Roman"/>
                <a:ea typeface="Times New Roman"/>
                <a:cs typeface="Times New Roman"/>
                <a:sym typeface="Times New Roman"/>
              </a:rPr>
              <a:t>“Con chiên Ta thì nghe tiếng Ta,</a:t>
            </a:r>
            <a:r>
              <a:rPr b="1" lang="en-US" sz="7000">
                <a:solidFill>
                  <a:schemeClr val="lt1"/>
                </a:solidFill>
                <a:latin typeface="Times New Roman"/>
                <a:ea typeface="Times New Roman"/>
                <a:cs typeface="Times New Roman"/>
                <a:sym typeface="Times New Roman"/>
              </a:rPr>
              <a:t> </a:t>
            </a:r>
            <a:endParaRPr b="1" sz="63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Ta biết chúng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và chúng theo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bước của Ta”.</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0aa96aa8e_0_28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g3f0aa96aa8e_0_29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GIAO HOÀ</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(Nguyên Kha)</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Kính tiến lên Cha nhân từ, trọn niềm vui bao ước mơ.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lễ hy sinh toàn thiêu, đẹp như lễ dâng ban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Kính tiến lên Cha cuộc đời, nhiều gian lao bao đắng cay.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Nước mắt tuôn rơi tràn mi, nguyện nâng đỡ con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0aa96aa8e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0aa96aa8e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0aa96aa8e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Tiếng hát con dâng cao vời, tựa làn hương thơm ngất bay.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0aa96aa8e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tiến lên Cha cực linh, nguyện ban xuống ơn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0aa96aa8e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0aa96aa8e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“Hỡi tất cả những ai khó nhọc và gánh nặng,</a:t>
            </a:r>
            <a:endParaRPr b="1" sz="8000">
              <a:solidFill>
                <a:schemeClr val="lt1"/>
              </a:solidFill>
              <a:latin typeface="Times New Roman"/>
              <a:ea typeface="Times New Roman"/>
              <a:cs typeface="Times New Roman"/>
              <a:sym typeface="Times New Roman"/>
            </a:endParaRPr>
          </a:p>
        </p:txBody>
      </p:sp>
      <p:sp>
        <p:nvSpPr>
          <p:cNvPr id="963" name="Google Shape;96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hãy đến cùng Ta, Ta sẽ mang đỡ bổ xức cho các ngươi”.</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pic>
        <p:nvPicPr>
          <p:cNvPr id="973" name="Google Shape;97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ÌNH YÊU</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THIÊN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 Thế Thông)</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Tình yêu Thiên Chúa: như trăng như sao, đưa con lên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nào biết lấy chi báo đền.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dắt dìu con, đi qua đêm đen, cho con ca khen tình yêu Chúa ôi như đại dương.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Tình yêu Thiên Chúa: chói sáng khắp chốn, gọi sạch tội đời, ôi tình yêu sao quá cao vời.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0aa96aa8e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quyết trọn đời, dâng hiến xác thân, loan báo thiên ân cho khắp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282feffb0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Người đã thương tôi, từ thuở xa xôi chưa có bầu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282feffb0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Nào ai có biết, tôi đã từ đâu, sinh xuống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282feffb0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đã thương tôi nên có đời mới, tôi ca ngàn khúc hát vang lên ngợi khen.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0aa96aa8e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Tình yêu Thiên Chúa: như trăng như sao, đưa con lên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0aa96aa8e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nào biết lấy chi báo đền.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0aa96aa8e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dắt dìu con, đi qua đêm đen, cho con ca khen tình yêu Chúa ôi như đại dương.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0aa96aa8e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Tình yêu Thiên Chúa: chói sáng khắp chốn, gọi sạch tội đời, ôi tình yêu sao quá cao vời.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0aa96aa8e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quyết trọn đời, dâng hiến xác thân, loan báo thiên ân cho khắp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pic>
        <p:nvPicPr>
          <p:cNvPr id="1048" name="Google Shape;1048;g3f0aa96aa8e_0_29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ĐẸP TƯƠI</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Mẹ Ma-ri-a đẹp tươi như bình minh chiếu rạng ngời.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Vầng trăng lung linh màn đêm, so với Mẹ còn kém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Con thành tâm kính mừng Mẹ, mừng Mẹ đầy ơn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0aa96aa8e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Lòng khiết trinh như huệ thắm xinh muôn đời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g3f0aa96aa8e_0_29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