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hIQ+sZBYIx4wpFGq+/8tC6aTvO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80edf656b_0_1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c80edf656b_0_11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82fd6798a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g3c82fd6798a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82fd6798a_0_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g3c82fd6798a_0_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82fd6798a_0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3c82fd6798a_0_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82fd6798a_0_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g3c82fd6798a_0_1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82fd6798a_0_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g3c82fd6798a_0_2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82fd6798a_0_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c82fd6798a_0_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82fd6798a_0_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c82fd6798a_0_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82fd6798a_0_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3c82fd6798a_0_3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80edf656b_0_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c80edf656b_0_7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80edf656b_0_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3c80edf656b_0_8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80edf656b_0_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c80edf656b_0_8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80edf656b_0_8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c80edf656b_0_8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80edf656b_0_9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c80edf656b_0_9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80edf656b_0_1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3c80edf656b_0_10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80edf656b_0_1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c80edf656b_0_1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80edf656b_0_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3c80edf656b_0_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80edf656b_0_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3c80edf656b_0_3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80edf656b_0_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c80edf656b_0_3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80edf656b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c80edf656b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80edf656b_0_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3c80edf656b_0_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80edf656b_0_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3c80edf656b_0_5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80edf656b_0_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g3c80edf656b_0_6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80edf656b_0_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c80edf656b_0_6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80edf656b_0_1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g3c80edf656b_0_13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82fd6798a_0_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3c82fd6798a_0_3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82fd6798a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g3c82fd6798a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c82fd6798a_0_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g3c82fd6798a_0_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82fd6798a_0_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g3c82fd6798a_0_4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c82fd6798a_0_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g3c82fd6798a_0_5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c82fd6798a_0_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g3c82fd6798a_0_5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82fd6798a_0_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g3c82fd6798a_0_6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82fd6798a_0_1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g3c82fd6798a_0_13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4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7"/>
          <p:cNvSpPr txBox="1"/>
          <p:nvPr>
            <p:ph type="ctrTitle"/>
          </p:nvPr>
        </p:nvSpPr>
        <p:spPr>
          <a:xfrm>
            <a:off x="685800" y="159782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7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7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7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8"/>
          <p:cNvSpPr txBox="1"/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8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8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8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9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9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9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9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9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0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0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0"/>
          <p:cNvSpPr txBox="1"/>
          <p:nvPr>
            <p:ph idx="3" type="body"/>
          </p:nvPr>
        </p:nvSpPr>
        <p:spPr>
          <a:xfrm>
            <a:off x="4645031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0"/>
          <p:cNvSpPr txBox="1"/>
          <p:nvPr>
            <p:ph idx="4" type="body"/>
          </p:nvPr>
        </p:nvSpPr>
        <p:spPr>
          <a:xfrm>
            <a:off x="4645031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0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0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0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1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2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2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2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3"/>
          <p:cNvSpPr txBox="1"/>
          <p:nvPr>
            <p:ph type="title"/>
          </p:nvPr>
        </p:nvSpPr>
        <p:spPr>
          <a:xfrm>
            <a:off x="457206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3"/>
          <p:cNvSpPr txBox="1"/>
          <p:nvPr>
            <p:ph idx="1" type="body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3"/>
          <p:cNvSpPr txBox="1"/>
          <p:nvPr>
            <p:ph idx="2" type="body"/>
          </p:nvPr>
        </p:nvSpPr>
        <p:spPr>
          <a:xfrm>
            <a:off x="457206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3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3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3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4"/>
          <p:cNvSpPr txBox="1"/>
          <p:nvPr>
            <p:ph idx="1" type="body"/>
          </p:nvPr>
        </p:nvSpPr>
        <p:spPr>
          <a:xfrm>
            <a:off x="1792288" y="4025504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4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4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4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5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6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6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4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4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4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c80edf656b_0_116" title="Chau Thanh Th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82fd6798a_0_0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ĐÂY PHÉP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NHIỆM MẦU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Hoài Chiên</a:t>
            </a: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82fd6798a_0_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Đây phép nhiệm mầu cực linh khôn sánh. 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82fd6798a_0_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Thiên Chúa cao quang bởi nơi Thiên Đình.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82fd6798a_0_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Ngự trong hình bánh để nuôi trần gian.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82fd6798a_0_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ngày đêm mến yêu thành tâm. 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82fd6798a_0_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Ôi Chúa nhân lành đoàn con kính thờ!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82fd6798a_0_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Nay thành thần lương ban cho con cái.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82fd6798a_0_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 nơi lưu đày về nơi mong chờ. Say nguồn tình Chúa thiết tha suốt đời. 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g3c80edf656b_0_76" title="Chau Thanh Th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80edf656b_0_80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CON LÀ ĐÁ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 CHO ĐỨC GIÁO HOÀNG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80edf656b_0_8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con là đá, trên viên đá này Ta xây Giáo Hội muôn đời kiên trung.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80edf656b_0_8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con là đá, Sa-tan sức hùng mưu ma vẫy vùng không làm chuyển rung.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80edf656b_0_9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 hãy cầu xin cho Đức Giáo Hoàng Lê-ô.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80edf656b_0_10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gìn giữ Người, tăng gấp sinh lực và ban cho Người đời này hạnh phúc.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80edf656b_0_1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Đừng trao Người cho ác tâm quân thù, đừng trao Người cho ác tâm quân thù.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g3c80edf656b_0_28" title="Chau Thanh Th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80edf656b_0_3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ĐÂY NHIỆM TÍCH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Kim Long)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80edf656b_0_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Đây nhiệm tích vô cùng cao quí. Nào chúng ta phục bái tôn thờ.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80edf656b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dấu tích ngàn năm lưu ký. Phải kính nhường nghi lễ mới đây.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80edf656b_0_4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 hãy lấy Đức Tin bù lại, nếu giác quan không cảm thấy gì.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80edf656b_0_5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7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về Chúa Cha và Con Chúa, Lời tán dương mừng chúc vang hoà.</a:t>
            </a:r>
            <a:endParaRPr b="1" sz="7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80edf656b_0_6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vinh phúc, quyền uy, danh giá, Tựa khói trầm bay toả ngát hương.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80edf656b_0_6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tiến Chúa Thánh Linh từ hậu, Khúc tán dương cảm tạ suốt đời. A-men.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g3c80edf656b_0_132" title="Chau Thanh Th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82fd6798a_0_36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VỀ MẸ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Kim Long)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82fd6798a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ĐK.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dâng về Mẹ một niềm tin yêu bao la, Một lòng cậy trông vàng đá.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82fd6798a_0_4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lên Mẹ lời kinh như áng hương trời. Diệu huyền tỏa bay nơi nơi.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82fd6798a_0_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dâng về Mẹ: Trọn cuộc đời nơi khóc than,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82fd6798a_0_5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Đường đời nguy nan Mẹ nâng đỡ cho vẹn toàn.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c82fd6798a_0_5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ĐK.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dâng về Mẹ một niềm tin yêu bao la, Một lòng cậy trông vàng đá.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c82fd6798a_0_6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lên Mẹ lời kinh như áng hương trời. Diệu huyền tỏa bay nơi nơi.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g3c82fd6798a_0_139" title="Chau Thanh Th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2023-01-29T22:00:16Z</dcterms:created>
</cp:coreProperties>
</file>