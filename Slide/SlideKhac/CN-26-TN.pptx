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49.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250.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24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51.xml"/>
  <Override ContentType="application/vnd.openxmlformats-officedocument.presentationml.notesSlide+xml" PartName="/ppt/notesSlides/notesSlide149.xml"/>
  <Override ContentType="application/vnd.openxmlformats-officedocument.presentationml.notesSlide+xml" PartName="/ppt/notesSlides/notesSlide252.xml"/>
  <Override ContentType="application/vnd.openxmlformats-officedocument.presentationml.notesSlide+xml" PartName="/ppt/notesSlides/notesSlide62.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245.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24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247.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36.xml"/>
  <Override ContentType="application/vnd.openxmlformats-officedocument.presentationml.notesSlide+xml" PartName="/ppt/notesSlides/notesSlide244.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248.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243.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37.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51.xml"/>
  <Override ContentType="application/vnd.openxmlformats-officedocument.presentationml.slide+xml" PartName="/ppt/slides/slide245.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249.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242.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244.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250.xml"/>
  <Override ContentType="application/vnd.openxmlformats-officedocument.presentationml.slide+xml" PartName="/ppt/slides/slide153.xml"/>
  <Override ContentType="application/vnd.openxmlformats-officedocument.presentationml.slide+xml" PartName="/ppt/slides/slide248.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243.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247.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25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40.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246.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252.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41.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 id="489" r:id="rId239"/>
    <p:sldId id="490" r:id="rId240"/>
    <p:sldId id="491" r:id="rId241"/>
    <p:sldId id="492" r:id="rId242"/>
    <p:sldId id="493" r:id="rId243"/>
    <p:sldId id="494" r:id="rId244"/>
    <p:sldId id="495" r:id="rId245"/>
    <p:sldId id="496" r:id="rId246"/>
    <p:sldId id="497" r:id="rId247"/>
    <p:sldId id="498" r:id="rId248"/>
    <p:sldId id="499" r:id="rId249"/>
    <p:sldId id="500" r:id="rId250"/>
    <p:sldId id="501" r:id="rId251"/>
    <p:sldId id="502" r:id="rId252"/>
    <p:sldId id="503" r:id="rId253"/>
    <p:sldId id="504" r:id="rId254"/>
    <p:sldId id="505" r:id="rId255"/>
    <p:sldId id="506" r:id="rId256"/>
    <p:sldId id="507" r:id="rId257"/>
  </p:sldIdLst>
  <p:sldSz cy="5143500" cx="9144000"/>
  <p:notesSz cx="9144000" cy="6858000"/>
  <p:embeddedFontLst>
    <p:embeddedFont>
      <p:font typeface="Oswald"/>
      <p:regular r:id="rId258"/>
      <p:bold r:id="rId2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60" roundtripDataSignature="AMtx7mgAHBiAo7kVnii5Z4TolzweNKVg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260" Type="http://customschemas.google.com/relationships/presentationmetadata" Target="metadata"/><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259" Type="http://schemas.openxmlformats.org/officeDocument/2006/relationships/font" Target="fonts/Oswald-bold.fntdata"/><Relationship Id="rId137" Type="http://schemas.openxmlformats.org/officeDocument/2006/relationships/slide" Target="slides/slide132.xml"/><Relationship Id="rId258" Type="http://schemas.openxmlformats.org/officeDocument/2006/relationships/font" Target="fonts/Oswald-regular.fntdata"/><Relationship Id="rId132" Type="http://schemas.openxmlformats.org/officeDocument/2006/relationships/slide" Target="slides/slide127.xml"/><Relationship Id="rId253" Type="http://schemas.openxmlformats.org/officeDocument/2006/relationships/slide" Target="slides/slide248.xml"/><Relationship Id="rId131" Type="http://schemas.openxmlformats.org/officeDocument/2006/relationships/slide" Target="slides/slide126.xml"/><Relationship Id="rId252" Type="http://schemas.openxmlformats.org/officeDocument/2006/relationships/slide" Target="slides/slide247.xml"/><Relationship Id="rId130" Type="http://schemas.openxmlformats.org/officeDocument/2006/relationships/slide" Target="slides/slide125.xml"/><Relationship Id="rId251" Type="http://schemas.openxmlformats.org/officeDocument/2006/relationships/slide" Target="slides/slide246.xml"/><Relationship Id="rId250" Type="http://schemas.openxmlformats.org/officeDocument/2006/relationships/slide" Target="slides/slide245.xml"/><Relationship Id="rId136" Type="http://schemas.openxmlformats.org/officeDocument/2006/relationships/slide" Target="slides/slide131.xml"/><Relationship Id="rId257" Type="http://schemas.openxmlformats.org/officeDocument/2006/relationships/slide" Target="slides/slide252.xml"/><Relationship Id="rId135" Type="http://schemas.openxmlformats.org/officeDocument/2006/relationships/slide" Target="slides/slide130.xml"/><Relationship Id="rId256" Type="http://schemas.openxmlformats.org/officeDocument/2006/relationships/slide" Target="slides/slide251.xml"/><Relationship Id="rId134" Type="http://schemas.openxmlformats.org/officeDocument/2006/relationships/slide" Target="slides/slide129.xml"/><Relationship Id="rId255" Type="http://schemas.openxmlformats.org/officeDocument/2006/relationships/slide" Target="slides/slide250.xml"/><Relationship Id="rId133" Type="http://schemas.openxmlformats.org/officeDocument/2006/relationships/slide" Target="slides/slide128.xml"/><Relationship Id="rId254" Type="http://schemas.openxmlformats.org/officeDocument/2006/relationships/slide" Target="slides/slide249.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249" Type="http://schemas.openxmlformats.org/officeDocument/2006/relationships/slide" Target="slides/slide244.xml"/><Relationship Id="rId127" Type="http://schemas.openxmlformats.org/officeDocument/2006/relationships/slide" Target="slides/slide122.xml"/><Relationship Id="rId248" Type="http://schemas.openxmlformats.org/officeDocument/2006/relationships/slide" Target="slides/slide243.xml"/><Relationship Id="rId126" Type="http://schemas.openxmlformats.org/officeDocument/2006/relationships/slide" Target="slides/slide121.xml"/><Relationship Id="rId247" Type="http://schemas.openxmlformats.org/officeDocument/2006/relationships/slide" Target="slides/slide242.xml"/><Relationship Id="rId121" Type="http://schemas.openxmlformats.org/officeDocument/2006/relationships/slide" Target="slides/slide116.xml"/><Relationship Id="rId242" Type="http://schemas.openxmlformats.org/officeDocument/2006/relationships/slide" Target="slides/slide237.xml"/><Relationship Id="rId120" Type="http://schemas.openxmlformats.org/officeDocument/2006/relationships/slide" Target="slides/slide115.xml"/><Relationship Id="rId241" Type="http://schemas.openxmlformats.org/officeDocument/2006/relationships/slide" Target="slides/slide236.xml"/><Relationship Id="rId240" Type="http://schemas.openxmlformats.org/officeDocument/2006/relationships/slide" Target="slides/slide235.xml"/><Relationship Id="rId125" Type="http://schemas.openxmlformats.org/officeDocument/2006/relationships/slide" Target="slides/slide120.xml"/><Relationship Id="rId246" Type="http://schemas.openxmlformats.org/officeDocument/2006/relationships/slide" Target="slides/slide241.xml"/><Relationship Id="rId124" Type="http://schemas.openxmlformats.org/officeDocument/2006/relationships/slide" Target="slides/slide119.xml"/><Relationship Id="rId245" Type="http://schemas.openxmlformats.org/officeDocument/2006/relationships/slide" Target="slides/slide240.xml"/><Relationship Id="rId123" Type="http://schemas.openxmlformats.org/officeDocument/2006/relationships/slide" Target="slides/slide118.xml"/><Relationship Id="rId244" Type="http://schemas.openxmlformats.org/officeDocument/2006/relationships/slide" Target="slides/slide239.xml"/><Relationship Id="rId122" Type="http://schemas.openxmlformats.org/officeDocument/2006/relationships/slide" Target="slides/slide117.xml"/><Relationship Id="rId243" Type="http://schemas.openxmlformats.org/officeDocument/2006/relationships/slide" Target="slides/slide238.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239" Type="http://schemas.openxmlformats.org/officeDocument/2006/relationships/slide" Target="slides/slide234.xml"/><Relationship Id="rId117" Type="http://schemas.openxmlformats.org/officeDocument/2006/relationships/slide" Target="slides/slide112.xml"/><Relationship Id="rId238" Type="http://schemas.openxmlformats.org/officeDocument/2006/relationships/slide" Target="slides/slide233.xml"/><Relationship Id="rId116" Type="http://schemas.openxmlformats.org/officeDocument/2006/relationships/slide" Target="slides/slide111.xml"/><Relationship Id="rId237" Type="http://schemas.openxmlformats.org/officeDocument/2006/relationships/slide" Target="slides/slide232.xml"/><Relationship Id="rId115" Type="http://schemas.openxmlformats.org/officeDocument/2006/relationships/slide" Target="slides/slide110.xml"/><Relationship Id="rId236" Type="http://schemas.openxmlformats.org/officeDocument/2006/relationships/slide" Target="slides/slide231.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schemas.openxmlformats.org/officeDocument/2006/relationships/slide" Target="slides/slide230.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11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p1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11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6" name="Google Shape;656;p1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11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1" name="Google Shape;661;p1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11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p1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11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 name="Google Shape;671;p1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11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6" name="Google Shape;676;p1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1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1" name="Google Shape;681;p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682" name="Google Shape;682;p1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1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p1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688" name="Google Shape;688;p12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1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3" name="Google Shape;693;p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694" name="Google Shape;694;p12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1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9" name="Google Shape;699;p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00" name="Google Shape;700;p123: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1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5" name="Google Shape;705;p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06" name="Google Shape;706;p12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1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1" name="Google Shape;711;p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12" name="Google Shape;712;p1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1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p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18" name="Google Shape;718;p12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1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p1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24" name="Google Shape;724;p12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1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 name="Google Shape;729;p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30" name="Google Shape;730;p128: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1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5" name="Google Shape;735;p1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36" name="Google Shape;736;p12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1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1" name="Google Shape;741;p1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42" name="Google Shape;742;p1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1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7" name="Google Shape;747;p1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48" name="Google Shape;748;p13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1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3" name="Google Shape;753;p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54" name="Google Shape;754;p13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9" name="Google Shape;759;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60" name="Google Shape;760;p133: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5" name="Google Shape;765;p1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66" name="Google Shape;766;p13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1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1" name="Google Shape;771;p1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72" name="Google Shape;772;p1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1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7" name="Google Shape;777;p1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78" name="Google Shape;778;p13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1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3" name="Google Shape;783;p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84" name="Google Shape;784;p13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13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9" name="Google Shape;789;p1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13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4" name="Google Shape;794;p1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0" name="Google Shape;800;p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01" name="Google Shape;801;p1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1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6" name="Google Shape;806;p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807" name="Google Shape;807;p14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1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2" name="Google Shape;812;p1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13" name="Google Shape;813;p14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1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8" name="Google Shape;818;p1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19" name="Google Shape;819;p143: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1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4" name="Google Shape;824;p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25" name="Google Shape;825;p14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 name="Google Shape;830;p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31" name="Google Shape;831;p1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1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6" name="Google Shape;836;p1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37" name="Google Shape;837;p14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1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2" name="Google Shape;842;p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43" name="Google Shape;843;p14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1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8" name="Google Shape;848;p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49" name="Google Shape;849;p148: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1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4" name="Google Shape;854;p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55" name="Google Shape;855;p14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1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0" name="Google Shape;860;p1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61" name="Google Shape;861;p1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1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6" name="Google Shape;866;p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67" name="Google Shape;867;p15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1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2" name="Google Shape;872;p1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73" name="Google Shape;873;p15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15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8" name="Google Shape;878;p1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15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3" name="Google Shape;883;p1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15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8" name="Google Shape;888;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3" name="Google Shape;893;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94" name="Google Shape;894;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1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9" name="Google Shape;899;p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00" name="Google Shape;900;p15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5" name="Google Shape;905;p1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06" name="Google Shape;906;p158: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1" name="Google Shape;911;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12" name="Google Shape;912;p15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7" name="Google Shape;917;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18" name="Google Shape;918;p16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3" name="Google Shape;923;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24" name="Google Shape;924;p16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9" name="Google Shape;92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30" name="Google Shape;930;p16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5" name="Google Shape;935;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36" name="Google Shape;936;p163: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1" name="Google Shape;941;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42" name="Google Shape;942;p16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7" name="Google Shape;947;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48" name="Google Shape;948;p16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3" name="Google Shape;953;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54" name="Google Shape;954;p16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9" name="Google Shape;95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60" name="Google Shape;960;p16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5" name="Google Shape;965;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66" name="Google Shape;966;p168: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1" name="Google Shape;971;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72" name="Google Shape;972;p16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7" name="Google Shape;977;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78" name="Google Shape;978;p17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17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3" name="Google Shape;983;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17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8" name="Google Shape;988;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17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3" name="Google Shape;993;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p17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9" name="Google Shape;999;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p17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4" name="Google Shape;1004;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p17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9" name="Google Shape;1009;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17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5" name="Google Shape;101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17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0" name="Google Shape;102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17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5" name="Google Shape;1025;p1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p18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0" name="Google Shape;1030;p1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18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5" name="Google Shape;1035;p1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18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0" name="Google Shape;1040;p1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18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5" name="Google Shape;1045;p1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18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0" name="Google Shape;1050;p1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18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5" name="Google Shape;1055;p1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18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0" name="Google Shape;1060;p1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18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5" name="Google Shape;1065;p1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18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0" name="Google Shape;1070;p1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18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5" name="Google Shape;1075;p1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19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0" name="Google Shape;1080;p1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19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5" name="Google Shape;1085;p1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19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0" name="Google Shape;1090;p1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p19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5" name="Google Shape;1095;p1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19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0" name="Google Shape;1100;p1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p19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5" name="Google Shape;1105;p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19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0" name="Google Shape;1110;p1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19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5" name="Google Shape;1115;p1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p19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0" name="Google Shape;1120;p1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p19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5" name="Google Shape;1125;p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p20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0" name="Google Shape;1130;p2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5" name="Google Shape;1135;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36" name="Google Shape;1136;p20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1" name="Google Shape;1141;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42" name="Google Shape;1142;p20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7" name="Google Shape;1147;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48" name="Google Shape;1148;p203: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3" name="Google Shape;1153;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54" name="Google Shape;1154;p20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9" name="Google Shape;1159;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60" name="Google Shape;1160;p2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p2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5" name="Google Shape;1165;p2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66" name="Google Shape;1166;p20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1" name="Google Shape;1171;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72" name="Google Shape;1172;p20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7" name="Google Shape;1177;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78" name="Google Shape;1178;p208: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3" name="Google Shape;1183;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84" name="Google Shape;1184;p20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p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9" name="Google Shape;1189;p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90" name="Google Shape;1190;p2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p2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5" name="Google Shape;1195;p2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96" name="Google Shape;1196;p21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1" name="Google Shape;1201;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02" name="Google Shape;1202;p21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p2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7" name="Google Shape;1207;p2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08" name="Google Shape;1208;p213: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p2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3" name="Google Shape;1213;p2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14" name="Google Shape;1214;p21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p2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9" name="Google Shape;1219;p2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20" name="Google Shape;1220;p2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p2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5" name="Google Shape;1225;p2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26" name="Google Shape;1226;p21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p2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1" name="Google Shape;1231;p2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32" name="Google Shape;1232;p21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p2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7" name="Google Shape;1237;p2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38" name="Google Shape;1238;p218: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p2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3" name="Google Shape;1243;p2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44" name="Google Shape;1244;p21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p2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9" name="Google Shape;1249;p2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50" name="Google Shape;1250;p2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p2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5" name="Google Shape;1255;p2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56" name="Google Shape;1256;p22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p2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1" name="Google Shape;1261;p2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62" name="Google Shape;1262;p22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p2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7" name="Google Shape;1267;p2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68" name="Google Shape;1268;p223: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p2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3" name="Google Shape;1273;p2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74" name="Google Shape;1274;p22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p22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9" name="Google Shape;1279;p2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p22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4" name="Google Shape;1284;p2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p22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0" name="Google Shape;1290;p2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p22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5" name="Google Shape;1295;p2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p22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0" name="Google Shape;1300;p2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p2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5" name="Google Shape;1305;p2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06" name="Google Shape;1306;p2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p2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1" name="Google Shape;1311;p2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12" name="Google Shape;1312;p23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p2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7" name="Google Shape;1317;p2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18" name="Google Shape;1318;p23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p2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3" name="Google Shape;1323;p2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24" name="Google Shape;1324;p233: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p2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9" name="Google Shape;1329;p2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30" name="Google Shape;1330;p23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p2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5" name="Google Shape;1335;p2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36" name="Google Shape;1336;p2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p2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1" name="Google Shape;1341;p2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42" name="Google Shape;1342;p23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5" name="Shape 1345"/>
        <p:cNvGrpSpPr/>
        <p:nvPr/>
      </p:nvGrpSpPr>
      <p:grpSpPr>
        <a:xfrm>
          <a:off x="0" y="0"/>
          <a:ext cx="0" cy="0"/>
          <a:chOff x="0" y="0"/>
          <a:chExt cx="0" cy="0"/>
        </a:xfrm>
      </p:grpSpPr>
      <p:sp>
        <p:nvSpPr>
          <p:cNvPr id="1346" name="Google Shape;1346;p2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7" name="Google Shape;1347;p2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48" name="Google Shape;1348;p23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p2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3" name="Google Shape;1353;p2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54" name="Google Shape;1354;p238: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p2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9" name="Google Shape;1359;p2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60" name="Google Shape;1360;p23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p2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5" name="Google Shape;1365;p2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66" name="Google Shape;1366;p2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9" name="Shape 1369"/>
        <p:cNvGrpSpPr/>
        <p:nvPr/>
      </p:nvGrpSpPr>
      <p:grpSpPr>
        <a:xfrm>
          <a:off x="0" y="0"/>
          <a:ext cx="0" cy="0"/>
          <a:chOff x="0" y="0"/>
          <a:chExt cx="0" cy="0"/>
        </a:xfrm>
      </p:grpSpPr>
      <p:sp>
        <p:nvSpPr>
          <p:cNvPr id="1370" name="Google Shape;1370;p2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1" name="Google Shape;1371;p2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72" name="Google Shape;1372;p24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p2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7" name="Google Shape;1377;p2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78" name="Google Shape;1378;p24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p2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3" name="Google Shape;1383;p2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84" name="Google Shape;1384;p243: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p2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9" name="Google Shape;1389;p2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90" name="Google Shape;1390;p24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3" name="Shape 1393"/>
        <p:cNvGrpSpPr/>
        <p:nvPr/>
      </p:nvGrpSpPr>
      <p:grpSpPr>
        <a:xfrm>
          <a:off x="0" y="0"/>
          <a:ext cx="0" cy="0"/>
          <a:chOff x="0" y="0"/>
          <a:chExt cx="0" cy="0"/>
        </a:xfrm>
      </p:grpSpPr>
      <p:sp>
        <p:nvSpPr>
          <p:cNvPr id="1394" name="Google Shape;1394;p2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5" name="Google Shape;1395;p2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96" name="Google Shape;1396;p2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p24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1" name="Google Shape;1401;p2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p24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6" name="Google Shape;1406;p2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p2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1" name="Google Shape;1411;p2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412" name="Google Shape;1412;p248: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p2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7" name="Google Shape;1417;p2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418" name="Google Shape;1418;p24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p2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3" name="Google Shape;1423;p2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424" name="Google Shape;1424;p2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p2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9" name="Google Shape;1429;p2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430" name="Google Shape;1430;p25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3" name="Shape 1433"/>
        <p:cNvGrpSpPr/>
        <p:nvPr/>
      </p:nvGrpSpPr>
      <p:grpSpPr>
        <a:xfrm>
          <a:off x="0" y="0"/>
          <a:ext cx="0" cy="0"/>
          <a:chOff x="0" y="0"/>
          <a:chExt cx="0" cy="0"/>
        </a:xfrm>
      </p:grpSpPr>
      <p:sp>
        <p:nvSpPr>
          <p:cNvPr id="1434" name="Google Shape;1434;p25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5" name="Google Shape;1435;p2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5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54"/>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55"/>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55"/>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4" name="Google Shape;24;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56"/>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Arial"/>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56"/>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5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57"/>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57"/>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5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5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5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58"/>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58"/>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58"/>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58"/>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5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5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5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5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6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6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6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61"/>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61"/>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61"/>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6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6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6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62"/>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62"/>
          <p:cNvSpPr/>
          <p:nvPr>
            <p:ph idx="2" type="pic"/>
          </p:nvPr>
        </p:nvSpPr>
        <p:spPr>
          <a:xfrm>
            <a:off x="1792288" y="459581"/>
            <a:ext cx="5486400" cy="3086100"/>
          </a:xfrm>
          <a:prstGeom prst="rect">
            <a:avLst/>
          </a:prstGeom>
          <a:noFill/>
          <a:ln>
            <a:noFill/>
          </a:ln>
        </p:spPr>
      </p:sp>
      <p:sp>
        <p:nvSpPr>
          <p:cNvPr id="68" name="Google Shape;68;p262"/>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6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6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6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6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63"/>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6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6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6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64"/>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64"/>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6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6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6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5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53"/>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1.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1.jp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1.jp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 Id="rId3" Type="http://schemas.openxmlformats.org/officeDocument/2006/relationships/image" Target="../media/image3.jp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 Id="rId3" Type="http://schemas.openxmlformats.org/officeDocument/2006/relationships/image" Target="../media/image4.jp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jp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jp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jp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 Id="rId3" Type="http://schemas.openxmlformats.org/officeDocument/2006/relationships/image" Target="../media/image5.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 Id="rId3" Type="http://schemas.openxmlformats.org/officeDocument/2006/relationships/image" Target="../media/image1.jp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descr="Có thể là hình ảnh về 2 người và văn bản cho biết 'NĂM C CHÚA NHẬT XI THƯỜNG NIÊN Dụ ngôn S NGƯỜI PHÚ HỘ LADARÔ NGHÈO KHỔ &quot;Hỗi con, suốt đời con, con được toãn șự lành, còn Ladarô gặp toàn sự khỗn khổ. Vậy bây giỡ Ladaro được an ủi ở chồn nãy, còn con thì chịu khỗn khổ.&quot; (Lc 16, 19-31)'" id="88" name="Google Shape;88;p1"/>
          <p:cNvPicPr preferRelativeResize="0"/>
          <p:nvPr/>
        </p:nvPicPr>
        <p:blipFill rotWithShape="1">
          <a:blip r:embed="rId3">
            <a:alphaModFix/>
          </a:blip>
          <a:srcRect b="0" l="0" r="0" t="0"/>
          <a:stretch/>
        </p:blipFill>
        <p:spPr>
          <a:xfrm>
            <a:off x="0" y="-2921"/>
            <a:ext cx="9144000" cy="514642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FF0000"/>
              </a:buClr>
              <a:buSzPts val="4000"/>
              <a:buNone/>
            </a:pPr>
            <a:r>
              <a:rPr b="1" lang="en-US" sz="4000">
                <a:solidFill>
                  <a:srgbClr val="FF0000"/>
                </a:solidFill>
                <a:latin typeface="Times New Roman"/>
                <a:ea typeface="Times New Roman"/>
                <a:cs typeface="Times New Roman"/>
                <a:sym typeface="Times New Roman"/>
              </a:rPr>
              <a:t>KINH CHÚA THÁNH THẦN</a:t>
            </a:r>
            <a:endParaRPr b="1" sz="4000">
              <a:solidFill>
                <a:srgbClr val="FF0000"/>
              </a:solidFill>
              <a:latin typeface="Times New Roman"/>
              <a:ea typeface="Times New Roman"/>
              <a:cs typeface="Times New Roman"/>
              <a:sym typeface="Times New Roman"/>
            </a:endParaRPr>
          </a:p>
          <a:p>
            <a:pPr indent="0" lvl="0" marL="0" rtl="0" algn="just">
              <a:spcBef>
                <a:spcPts val="60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Chúng con lạy ơn Đức Chúa Thánh Thần, thiêng liêng sáng láng vô cùng, </a:t>
            </a:r>
            <a:endParaRPr sz="72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182875">
            <a:normAutofit lnSpcReduction="10000"/>
          </a:bodyPr>
          <a:lstStyle/>
          <a:p>
            <a:pPr indent="0" lvl="0" marL="0" rtl="0" algn="just">
              <a:spcBef>
                <a:spcPts val="0"/>
              </a:spcBef>
              <a:spcAft>
                <a:spcPts val="0"/>
              </a:spcAft>
              <a:buClr>
                <a:schemeClr val="dk1"/>
              </a:buClr>
              <a:buSzPts val="8800"/>
              <a:buNone/>
            </a:pPr>
            <a:r>
              <a:rPr b="1" lang="en-US" sz="8800">
                <a:solidFill>
                  <a:schemeClr val="dk1"/>
                </a:solidFill>
                <a:latin typeface="Times New Roman"/>
                <a:ea typeface="Times New Roman"/>
                <a:cs typeface="Times New Roman"/>
                <a:sym typeface="Times New Roman"/>
              </a:rPr>
              <a:t>Và đốt lửa kính mến Đức Chúa Trời trong lòng chúng con;</a:t>
            </a:r>
            <a:endParaRPr sz="8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400"/>
              <a:buNone/>
            </a:pPr>
            <a:r>
              <a:rPr b="1" lang="en-US" sz="8400">
                <a:solidFill>
                  <a:schemeClr val="dk1"/>
                </a:solidFill>
                <a:latin typeface="Times New Roman"/>
                <a:ea typeface="Times New Roman"/>
                <a:cs typeface="Times New Roman"/>
                <a:sym typeface="Times New Roman"/>
              </a:rPr>
              <a:t>chúng con xin Đức Chúa Trời cho Đức Chúa Thánh Thần xuống.</a:t>
            </a:r>
            <a:endParaRPr sz="84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182875">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Sửa lại mọi sự trong ngoài chúng con. Chúng con cầu cùng Đức Chúa Trời,</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182875">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xưa đã cho Đức Chúa Thánh Thần xuống soi lòng dạy dỗ các Thánh</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Tông Đồ thì rày chúng con cũng xin Đức Chúa Trời cho Đức Chúa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Thánh Thần lại xuống an ủi dạy dỗ chúng con làm những việc lành,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25000" lnSpcReduction="20000"/>
          </a:bodyPr>
          <a:lstStyle/>
          <a:p>
            <a:pPr indent="0" lvl="0" marL="0" rtl="0" algn="ctr">
              <a:spcBef>
                <a:spcPts val="0"/>
              </a:spcBef>
              <a:spcAft>
                <a:spcPts val="0"/>
              </a:spcAft>
              <a:buClr>
                <a:srgbClr val="FF0000"/>
              </a:buClr>
              <a:buSzPct val="100000"/>
              <a:buNone/>
            </a:pPr>
            <a:r>
              <a:rPr b="1" lang="en-US" sz="17600">
                <a:solidFill>
                  <a:srgbClr val="FF0000"/>
                </a:solidFill>
                <a:latin typeface="Times New Roman"/>
                <a:ea typeface="Times New Roman"/>
                <a:cs typeface="Times New Roman"/>
                <a:sym typeface="Times New Roman"/>
              </a:rPr>
              <a:t>KINH TRUYỀN TIN</a:t>
            </a:r>
            <a:endParaRPr/>
          </a:p>
          <a:p>
            <a:pPr indent="0" lvl="0" marL="0" rtl="0" algn="ctr">
              <a:spcBef>
                <a:spcPts val="1440"/>
              </a:spcBef>
              <a:spcAft>
                <a:spcPts val="0"/>
              </a:spcAft>
              <a:buClr>
                <a:schemeClr val="accent1"/>
              </a:buClr>
              <a:buSzPct val="100000"/>
              <a:buNone/>
            </a:pPr>
            <a:r>
              <a:rPr b="1" i="1" lang="en-US" sz="19200" u="sng">
                <a:solidFill>
                  <a:schemeClr val="accent1"/>
                </a:solidFill>
                <a:latin typeface="Times New Roman"/>
                <a:ea typeface="Times New Roman"/>
                <a:cs typeface="Times New Roman"/>
                <a:sym typeface="Times New Roman"/>
              </a:rPr>
              <a:t>Xướng:</a:t>
            </a:r>
            <a:r>
              <a:rPr b="1" lang="en-US" sz="26400">
                <a:solidFill>
                  <a:schemeClr val="accent1"/>
                </a:solidFill>
                <a:latin typeface="Times New Roman"/>
                <a:ea typeface="Times New Roman"/>
                <a:cs typeface="Times New Roman"/>
                <a:sym typeface="Times New Roman"/>
              </a:rPr>
              <a:t> </a:t>
            </a:r>
            <a:r>
              <a:rPr b="1" lang="en-US" sz="28800">
                <a:solidFill>
                  <a:schemeClr val="dk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Đáp: </a:t>
            </a:r>
            <a:r>
              <a:rPr b="1" lang="en-US" sz="6600">
                <a:solidFill>
                  <a:schemeClr val="dk1"/>
                </a:solidFill>
                <a:latin typeface="Times New Roman"/>
                <a:ea typeface="Times New Roman"/>
                <a:cs typeface="Times New Roman"/>
                <a:sym typeface="Times New Roman"/>
              </a:rPr>
              <a:t>Và Rất Thánh Đức Bà chịu thai bởi phép Đức Chúa Thánh Thần.</a:t>
            </a:r>
            <a:endParaRPr/>
          </a:p>
          <a:p>
            <a:pPr indent="0" lvl="0" marL="0" rtl="0" algn="ctr">
              <a:spcBef>
                <a:spcPts val="1200"/>
              </a:spcBef>
              <a:spcAft>
                <a:spcPts val="0"/>
              </a:spcAft>
              <a:buClr>
                <a:schemeClr val="accent1"/>
              </a:buClr>
              <a:buSzPts val="6000"/>
              <a:buNone/>
            </a:pPr>
            <a:r>
              <a:rPr b="1" i="1" lang="en-US" sz="6000">
                <a:solidFill>
                  <a:schemeClr val="accent1"/>
                </a:solidFill>
                <a:latin typeface="Times New Roman"/>
                <a:ea typeface="Times New Roman"/>
                <a:cs typeface="Times New Roman"/>
                <a:sym typeface="Times New Roman"/>
              </a:rPr>
              <a:t>Kính mừng….. </a:t>
            </a:r>
            <a:br>
              <a:rPr b="1" i="1" lang="en-US" sz="6000">
                <a:solidFill>
                  <a:schemeClr val="accent1"/>
                </a:solidFill>
                <a:latin typeface="Times New Roman"/>
                <a:ea typeface="Times New Roman"/>
                <a:cs typeface="Times New Roman"/>
                <a:sym typeface="Times New Roman"/>
              </a:rPr>
            </a:br>
            <a:r>
              <a:rPr b="1" i="1" lang="en-US" sz="6000">
                <a:solidFill>
                  <a:schemeClr val="accent1"/>
                </a:solidFill>
                <a:latin typeface="Times New Roman"/>
                <a:ea typeface="Times New Roman"/>
                <a:cs typeface="Times New Roman"/>
                <a:sym typeface="Times New Roman"/>
              </a:rPr>
              <a:t>Thánh Maria……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ctr">
              <a:spcBef>
                <a:spcPts val="120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Xướng: </a:t>
            </a:r>
            <a:r>
              <a:rPr b="1" lang="en-US" sz="8000">
                <a:solidFill>
                  <a:schemeClr val="dk1"/>
                </a:solidFill>
                <a:latin typeface="Times New Roman"/>
                <a:ea typeface="Times New Roman"/>
                <a:cs typeface="Times New Roman"/>
                <a:sym typeface="Times New Roman"/>
              </a:rPr>
              <a:t>Này tôi là tôi tá Đức Chúa Trời.</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Đáp: </a:t>
            </a:r>
            <a:r>
              <a:rPr b="1" lang="en-US" sz="7500">
                <a:solidFill>
                  <a:schemeClr val="dk1"/>
                </a:solidFill>
                <a:latin typeface="Times New Roman"/>
                <a:ea typeface="Times New Roman"/>
                <a:cs typeface="Times New Roman"/>
                <a:sym typeface="Times New Roman"/>
              </a:rPr>
              <a:t>Tôi xin vâng như lời Thánh Thiên Thần truyền.</a:t>
            </a:r>
            <a:endParaRPr/>
          </a:p>
          <a:p>
            <a:pPr indent="0" lvl="0" marL="0" rtl="0" algn="ctr">
              <a:spcBef>
                <a:spcPts val="1200"/>
              </a:spcBef>
              <a:spcAft>
                <a:spcPts val="0"/>
              </a:spcAft>
              <a:buClr>
                <a:schemeClr val="accent1"/>
              </a:buClr>
              <a:buSzPts val="4800"/>
              <a:buNone/>
            </a:pPr>
            <a:r>
              <a:rPr b="1" i="1" lang="en-US" sz="4800">
                <a:solidFill>
                  <a:schemeClr val="accent1"/>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r>
              <a:rPr b="1" i="1" lang="en-US" sz="4800">
                <a:solidFill>
                  <a:schemeClr val="accent1"/>
                </a:solidFill>
                <a:latin typeface="Times New Roman"/>
                <a:ea typeface="Times New Roman"/>
                <a:cs typeface="Times New Roman"/>
                <a:sym typeface="Times New Roman"/>
              </a:rPr>
              <a:t>Thánh Maria……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ctr">
              <a:spcBef>
                <a:spcPts val="120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Xướng:</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Chốc ấy Ngôi Thứ Hai xuống thế làm người.</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u="sng">
                <a:solidFill>
                  <a:schemeClr val="accent1"/>
                </a:solidFill>
                <a:latin typeface="Times New Roman"/>
                <a:ea typeface="Times New Roman"/>
                <a:cs typeface="Times New Roman"/>
                <a:sym typeface="Times New Roman"/>
              </a:rPr>
              <a:t>Đáp: </a:t>
            </a:r>
            <a:r>
              <a:rPr b="1" lang="en-US" sz="8000">
                <a:solidFill>
                  <a:schemeClr val="dk1"/>
                </a:solidFill>
                <a:latin typeface="Times New Roman"/>
                <a:ea typeface="Times New Roman"/>
                <a:cs typeface="Times New Roman"/>
                <a:sym typeface="Times New Roman"/>
              </a:rPr>
              <a:t>Và ở cùng </a:t>
            </a:r>
            <a:br>
              <a:rPr b="1" lang="en-US" sz="8000">
                <a:solidFill>
                  <a:schemeClr val="dk1"/>
                </a:solidFill>
                <a:latin typeface="Times New Roman"/>
                <a:ea typeface="Times New Roman"/>
                <a:cs typeface="Times New Roman"/>
                <a:sym typeface="Times New Roman"/>
              </a:rPr>
            </a:br>
            <a:r>
              <a:rPr b="1" lang="en-US" sz="8000">
                <a:solidFill>
                  <a:schemeClr val="dk1"/>
                </a:solidFill>
                <a:latin typeface="Times New Roman"/>
                <a:ea typeface="Times New Roman"/>
                <a:cs typeface="Times New Roman"/>
                <a:sym typeface="Times New Roman"/>
              </a:rPr>
              <a:t>chúng con.</a:t>
            </a:r>
            <a:endParaRPr b="1" sz="6600">
              <a:solidFill>
                <a:schemeClr val="dk1"/>
              </a:solidFill>
              <a:latin typeface="Times New Roman"/>
              <a:ea typeface="Times New Roman"/>
              <a:cs typeface="Times New Roman"/>
              <a:sym typeface="Times New Roman"/>
            </a:endParaRPr>
          </a:p>
          <a:p>
            <a:pPr indent="0" lvl="0" marL="0" rtl="0" algn="ctr">
              <a:spcBef>
                <a:spcPts val="1200"/>
              </a:spcBef>
              <a:spcAft>
                <a:spcPts val="0"/>
              </a:spcAft>
              <a:buClr>
                <a:schemeClr val="accent1"/>
              </a:buClr>
              <a:buSzPts val="5400"/>
              <a:buNone/>
            </a:pPr>
            <a:r>
              <a:rPr b="1" i="1" lang="en-US" sz="5400">
                <a:solidFill>
                  <a:schemeClr val="accent1"/>
                </a:solidFill>
                <a:latin typeface="Times New Roman"/>
                <a:ea typeface="Times New Roman"/>
                <a:cs typeface="Times New Roman"/>
                <a:sym typeface="Times New Roman"/>
              </a:rPr>
              <a:t>Kính mừng….. </a:t>
            </a:r>
            <a:br>
              <a:rPr b="1" i="1" lang="en-US" sz="5400">
                <a:solidFill>
                  <a:schemeClr val="accent1"/>
                </a:solidFill>
                <a:latin typeface="Times New Roman"/>
                <a:ea typeface="Times New Roman"/>
                <a:cs typeface="Times New Roman"/>
                <a:sym typeface="Times New Roman"/>
              </a:rPr>
            </a:br>
            <a:r>
              <a:rPr b="1" i="1" lang="en-US" sz="5400">
                <a:solidFill>
                  <a:schemeClr val="accent1"/>
                </a:solidFill>
                <a:latin typeface="Times New Roman"/>
                <a:ea typeface="Times New Roman"/>
                <a:cs typeface="Times New Roman"/>
                <a:sym typeface="Times New Roman"/>
              </a:rPr>
              <a:t>Thánh Maria……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ctr">
              <a:spcBef>
                <a:spcPts val="120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Xướng:</a:t>
            </a:r>
            <a:r>
              <a:rPr b="1" lang="en-US" sz="7200">
                <a:solidFill>
                  <a:schemeClr val="dk1"/>
                </a:solidFill>
                <a:latin typeface="Times New Roman"/>
                <a:ea typeface="Times New Roman"/>
                <a:cs typeface="Times New Roman"/>
                <a:sym typeface="Times New Roman"/>
              </a:rPr>
              <a:t> Lạy Rất Thánh Đức Mẹ Chúa Trời, xin cầu cho chúng con.</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ctr">
              <a:spcBef>
                <a:spcPts val="120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Đáp:</a:t>
            </a:r>
            <a:r>
              <a:rPr b="1" i="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Đáng chịu lấy những sự Chúa Kitô đã hứa.</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85000" lnSpcReduction="10000"/>
          </a:bodyPr>
          <a:lstStyle/>
          <a:p>
            <a:pPr indent="0" lvl="0" marL="0" rtl="0" algn="ctr">
              <a:spcBef>
                <a:spcPts val="0"/>
              </a:spcBef>
              <a:spcAft>
                <a:spcPts val="0"/>
              </a:spcAft>
              <a:buClr>
                <a:srgbClr val="FF0000"/>
              </a:buClr>
              <a:buSzPct val="100000"/>
              <a:buNone/>
            </a:pPr>
            <a:r>
              <a:rPr b="1" lang="en-US" sz="4800">
                <a:solidFill>
                  <a:srgbClr val="FF0000"/>
                </a:solidFill>
                <a:latin typeface="Times New Roman"/>
                <a:ea typeface="Times New Roman"/>
                <a:cs typeface="Times New Roman"/>
                <a:sym typeface="Times New Roman"/>
              </a:rPr>
              <a:t>LỜI NGUYỆN</a:t>
            </a:r>
            <a:endParaRPr b="1" sz="4950">
              <a:solidFill>
                <a:srgbClr val="FF0000"/>
              </a:solidFill>
              <a:latin typeface="Times New Roman"/>
              <a:ea typeface="Times New Roman"/>
              <a:cs typeface="Times New Roman"/>
              <a:sym typeface="Times New Roman"/>
            </a:endParaRPr>
          </a:p>
          <a:p>
            <a:pPr indent="0" lvl="0" marL="0" rtl="0" algn="just">
              <a:spcBef>
                <a:spcPts val="1462"/>
              </a:spcBef>
              <a:spcAft>
                <a:spcPts val="0"/>
              </a:spcAft>
              <a:buClr>
                <a:schemeClr val="dk1"/>
              </a:buClr>
              <a:buSzPct val="100000"/>
              <a:buNone/>
            </a:pPr>
            <a:r>
              <a:rPr b="1" lang="en-US" sz="8600">
                <a:solidFill>
                  <a:schemeClr val="dk1"/>
                </a:solidFill>
                <a:latin typeface="Times New Roman"/>
                <a:ea typeface="Times New Roman"/>
                <a:cs typeface="Times New Roman"/>
                <a:sym typeface="Times New Roman"/>
              </a:rPr>
              <a:t>Lạy Chúa, chúng con xin Chúa ban ơn Chúa xuống trong linh hồn chúng con</a:t>
            </a:r>
            <a:endParaRPr b="1" sz="86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là kẻ đã nhờ lời Thánh Thiên Thần truyền, mà biết thật Chúa Kitô là</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Con Chúa đã xuống thế làm Người, thì xin vì công ơn Con Chúa</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chịu nạn chịu chết trên cây Thánh Giá, cho chúng con ngày sau khi sống lại</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888888"/>
              </a:buClr>
              <a:buSzPts val="1800"/>
              <a:buNone/>
            </a:pPr>
            <a:r>
              <a:t/>
            </a:r>
            <a:endParaRPr b="1"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7000"/>
              <a:buNone/>
            </a:pPr>
            <a:r>
              <a:rPr b="1" lang="en-US" sz="7000">
                <a:solidFill>
                  <a:schemeClr val="dk1"/>
                </a:solidFill>
                <a:latin typeface="Times New Roman"/>
                <a:ea typeface="Times New Roman"/>
                <a:cs typeface="Times New Roman"/>
                <a:sym typeface="Times New Roman"/>
              </a:rPr>
              <a:t>đặng đến nơi vinh hiển, cũng vì công nghiệp Chúa Kitô Chúa chúng con. </a:t>
            </a:r>
            <a:r>
              <a:rPr b="1" lang="en-US" sz="7000">
                <a:solidFill>
                  <a:srgbClr val="FF0000"/>
                </a:solidFill>
                <a:latin typeface="Times New Roman"/>
                <a:ea typeface="Times New Roman"/>
                <a:cs typeface="Times New Roman"/>
                <a:sym typeface="Times New Roman"/>
              </a:rPr>
              <a:t>Amen</a:t>
            </a:r>
            <a:r>
              <a:rPr b="1" lang="en-US" sz="70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TIN</a:t>
            </a:r>
            <a:endParaRPr b="1" sz="4950">
              <a:solidFill>
                <a:schemeClr val="dk1"/>
              </a:solidFill>
              <a:latin typeface="Times New Roman"/>
              <a:ea typeface="Times New Roman"/>
              <a:cs typeface="Times New Roman"/>
              <a:sym typeface="Times New Roman"/>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Lạy Chúa, con tin thật có một Đức Chúa Trời là Đấng thưởng phạt vô cùng.</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Con lại tin thật Đức Chúa Trời có Ba Ngôi, mà Ngôi Thứ Hai đã xuống thế</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làm Người, chịu nạn chịu chết mà chuộc tội cho thiên hạ</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9600"/>
              <a:buNone/>
            </a:pPr>
            <a:r>
              <a:rPr b="1" lang="en-US" sz="9600">
                <a:solidFill>
                  <a:schemeClr val="dk1"/>
                </a:solidFill>
                <a:latin typeface="Times New Roman"/>
                <a:ea typeface="Times New Roman"/>
                <a:cs typeface="Times New Roman"/>
                <a:sym typeface="Times New Roman"/>
              </a:rPr>
              <a:t>Bấy nhiêu điều ấy cùng các điều Hội Thánh dạy</a:t>
            </a:r>
            <a:endParaRPr b="1" sz="9600">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9000"/>
              <a:buNone/>
            </a:pPr>
            <a:r>
              <a:rPr b="1" lang="en-US" sz="9000">
                <a:solidFill>
                  <a:schemeClr val="dk1"/>
                </a:solidFill>
                <a:latin typeface="Times New Roman"/>
                <a:ea typeface="Times New Roman"/>
                <a:cs typeface="Times New Roman"/>
                <a:sym typeface="Times New Roman"/>
              </a:rPr>
              <a:t>thì con tin vững vàng, vì Chúa là</a:t>
            </a:r>
            <a:br>
              <a:rPr b="1" lang="en-US" sz="9000">
                <a:solidFill>
                  <a:schemeClr val="dk1"/>
                </a:solidFill>
                <a:latin typeface="Times New Roman"/>
                <a:ea typeface="Times New Roman"/>
                <a:cs typeface="Times New Roman"/>
                <a:sym typeface="Times New Roman"/>
              </a:rPr>
            </a:br>
            <a:r>
              <a:rPr b="1" lang="en-US" sz="9000">
                <a:solidFill>
                  <a:schemeClr val="dk1"/>
                </a:solidFill>
                <a:latin typeface="Times New Roman"/>
                <a:ea typeface="Times New Roman"/>
                <a:cs typeface="Times New Roman"/>
                <a:sym typeface="Times New Roman"/>
              </a:rPr>
              <a:t>Đấng thông minh</a:t>
            </a:r>
            <a:endParaRPr b="1" sz="9000">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chân thật vô cùng</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đã</a:t>
            </a:r>
            <a:r>
              <a:rPr b="1" lang="en-US" sz="66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phán truyền cho</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Hội</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Thánh.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CẬY</a:t>
            </a:r>
            <a:endParaRPr b="1" sz="4400">
              <a:solidFill>
                <a:srgbClr val="FF0000"/>
              </a:solidFill>
              <a:latin typeface="Times New Roman"/>
              <a:ea typeface="Times New Roman"/>
              <a:cs typeface="Times New Roman"/>
              <a:sym typeface="Times New Roman"/>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Lạy Chúa, con trông cậy vững vàng, vì công nghiệp Đức Chúa Giêsu</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888888"/>
              </a:buClr>
              <a:buSzPts val="3600"/>
              <a:buNone/>
            </a:pPr>
            <a:r>
              <a:t/>
            </a:r>
            <a:endParaRPr b="1" sz="36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thì Chúa sẽ ban ơn cho con giữ đạo nên ở đời này,</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cho ngày sau được lên thiên đàng xem thấy mặt Đức Chúa Trời hưởng phúc đời đời,</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vì Chúa là Đấng phép tắt và lòng lành vô cùng đã phán hứa sự ấy chẳng có lẽ nào sai được.  </a:t>
            </a:r>
            <a:r>
              <a:rPr b="1" lang="en-US" sz="6800">
                <a:solidFill>
                  <a:srgbClr val="FF0000"/>
                </a:solidFill>
                <a:latin typeface="Times New Roman"/>
                <a:ea typeface="Times New Roman"/>
                <a:cs typeface="Times New Roman"/>
                <a:sym typeface="Times New Roman"/>
              </a:rPr>
              <a:t>Amen</a:t>
            </a:r>
            <a:r>
              <a:rPr b="1" lang="en-US" sz="6800">
                <a:solidFill>
                  <a:schemeClr val="dk1"/>
                </a:solidFill>
                <a:latin typeface="Times New Roman"/>
                <a:ea typeface="Times New Roman"/>
                <a:cs typeface="Times New Roman"/>
                <a:sym typeface="Times New Roman"/>
              </a:rPr>
              <a:t>.</a:t>
            </a:r>
            <a:endParaRPr b="1" sz="6800">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137150">
            <a:normAutofit fontScale="85000" lnSpcReduction="2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MẾN</a:t>
            </a:r>
            <a:endParaRPr b="1" sz="4400">
              <a:solidFill>
                <a:srgbClr val="FF0000"/>
              </a:solidFill>
              <a:latin typeface="Times New Roman"/>
              <a:ea typeface="Times New Roman"/>
              <a:cs typeface="Times New Roman"/>
              <a:sym typeface="Times New Roman"/>
            </a:endParaRPr>
          </a:p>
          <a:p>
            <a:pPr indent="0" lvl="0" marL="0" rtl="0" algn="just">
              <a:spcBef>
                <a:spcPts val="1615"/>
              </a:spcBef>
              <a:spcAft>
                <a:spcPts val="0"/>
              </a:spcAft>
              <a:buClr>
                <a:schemeClr val="dk1"/>
              </a:buClr>
              <a:buSzPct val="100000"/>
              <a:buNone/>
            </a:pPr>
            <a:r>
              <a:rPr b="1" lang="en-US" sz="9500">
                <a:solidFill>
                  <a:schemeClr val="dk1"/>
                </a:solidFill>
                <a:latin typeface="Times New Roman"/>
                <a:ea typeface="Times New Roman"/>
                <a:cs typeface="Times New Roman"/>
                <a:sym typeface="Times New Roman"/>
              </a:rPr>
              <a:t>Lạy Chúa, con kính mến Chúa hết lòng hết sức trên hết mọi sự,</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9000"/>
              <a:buNone/>
            </a:pPr>
            <a:r>
              <a:rPr b="1" lang="en-US" sz="9000">
                <a:solidFill>
                  <a:schemeClr val="dk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lại vì Chúa, thì con thương yêu người ta như mình con vậy.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ctr">
              <a:spcBef>
                <a:spcPts val="0"/>
              </a:spcBef>
              <a:spcAft>
                <a:spcPts val="0"/>
              </a:spcAft>
              <a:buClr>
                <a:srgbClr val="FF0000"/>
              </a:buClr>
              <a:buSzPts val="4400"/>
              <a:buNone/>
            </a:pPr>
            <a:r>
              <a:rPr b="1" lang="en-US" sz="4400">
                <a:solidFill>
                  <a:srgbClr val="FF0000"/>
                </a:solidFill>
                <a:latin typeface="Times New Roman"/>
                <a:ea typeface="Times New Roman"/>
                <a:cs typeface="Times New Roman"/>
                <a:sym typeface="Times New Roman"/>
              </a:rPr>
              <a:t>KINH SẤP MÌNH</a:t>
            </a:r>
            <a:endParaRPr b="1" sz="4400">
              <a:solidFill>
                <a:srgbClr val="FF0000"/>
              </a:solidFill>
              <a:latin typeface="Times New Roman"/>
              <a:ea typeface="Times New Roman"/>
              <a:cs typeface="Times New Roman"/>
              <a:sym typeface="Times New Roman"/>
            </a:endParaRPr>
          </a:p>
          <a:p>
            <a:pPr indent="0" lvl="0" marL="0" rtl="0" algn="just">
              <a:spcBef>
                <a:spcPts val="144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Lạy Chúa, con sấp mình xuống trước mặt Chúa. Con tin thật Chúa ở khắp mọi nơi,</a:t>
            </a:r>
            <a:endParaRPr b="1" sz="8800">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600"/>
              <a:buNone/>
            </a:pPr>
            <a:r>
              <a:rPr b="1" lang="en-US" sz="7600">
                <a:solidFill>
                  <a:schemeClr val="dk1"/>
                </a:solidFill>
                <a:latin typeface="Times New Roman"/>
                <a:ea typeface="Times New Roman"/>
                <a:cs typeface="Times New Roman"/>
                <a:sym typeface="Times New Roman"/>
              </a:rPr>
              <a:t>Xin Chúa rất nhân từ  hãy đoái xem sự nghèo ngặt con và nhận lời con nguyện.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400"/>
              <a:buNone/>
            </a:pPr>
            <a:r>
              <a:rPr b="1" lang="en-US" sz="7400">
                <a:solidFill>
                  <a:schemeClr val="dk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Lạy Chúa chúng con! Vì dấu </a:t>
            </a:r>
            <a:r>
              <a:rPr b="1" lang="en-US" sz="7200">
                <a:solidFill>
                  <a:srgbClr val="FF0000"/>
                </a:solidFill>
                <a:latin typeface="Times New Roman"/>
                <a:ea typeface="Times New Roman"/>
                <a:cs typeface="Times New Roman"/>
                <a:sym typeface="Times New Roman"/>
              </a:rPr>
              <a:t>†</a:t>
            </a:r>
            <a:r>
              <a:rPr b="1" lang="en-US" sz="7200">
                <a:solidFill>
                  <a:schemeClr val="dk1"/>
                </a:solidFill>
                <a:latin typeface="Times New Roman"/>
                <a:ea typeface="Times New Roman"/>
                <a:cs typeface="Times New Roman"/>
                <a:sym typeface="Times New Roman"/>
              </a:rPr>
              <a:t> Thánh giá, xin chữa </a:t>
            </a:r>
            <a:r>
              <a:rPr b="1" lang="en-US" sz="7200">
                <a:solidFill>
                  <a:srgbClr val="FF0000"/>
                </a:solidFill>
                <a:latin typeface="Times New Roman"/>
                <a:ea typeface="Times New Roman"/>
                <a:cs typeface="Times New Roman"/>
                <a:sym typeface="Times New Roman"/>
              </a:rPr>
              <a:t>†</a:t>
            </a:r>
            <a:r>
              <a:rPr b="1" lang="en-US" sz="7200">
                <a:solidFill>
                  <a:schemeClr val="dk1"/>
                </a:solidFill>
                <a:latin typeface="Times New Roman"/>
                <a:ea typeface="Times New Roman"/>
                <a:cs typeface="Times New Roman"/>
                <a:sym typeface="Times New Roman"/>
              </a:rPr>
              <a:t> chúng con, cho khỏi </a:t>
            </a:r>
            <a:r>
              <a:rPr b="1" lang="en-US" sz="7200">
                <a:solidFill>
                  <a:srgbClr val="FF0000"/>
                </a:solidFill>
                <a:latin typeface="Times New Roman"/>
                <a:ea typeface="Times New Roman"/>
                <a:cs typeface="Times New Roman"/>
                <a:sym typeface="Times New Roman"/>
              </a:rPr>
              <a:t>†</a:t>
            </a:r>
            <a:r>
              <a:rPr b="1" lang="en-US" sz="7200">
                <a:solidFill>
                  <a:schemeClr val="dk1"/>
                </a:solidFill>
                <a:latin typeface="Times New Roman"/>
                <a:ea typeface="Times New Roman"/>
                <a:cs typeface="Times New Roman"/>
                <a:sym typeface="Times New Roman"/>
              </a:rPr>
              <a:t> kẻ thù.</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Nhân danh Cha </a:t>
            </a:r>
            <a:r>
              <a:rPr b="1" lang="en-US" sz="8000">
                <a:solidFill>
                  <a:srgbClr val="FF0000"/>
                </a:solidFill>
                <a:latin typeface="Times New Roman"/>
                <a:ea typeface="Times New Roman"/>
                <a:cs typeface="Times New Roman"/>
                <a:sym typeface="Times New Roman"/>
              </a:rPr>
              <a:t>†</a:t>
            </a:r>
            <a:r>
              <a:rPr b="1" lang="en-US" sz="8000">
                <a:solidFill>
                  <a:schemeClr val="dk1"/>
                </a:solidFill>
                <a:latin typeface="Times New Roman"/>
                <a:ea typeface="Times New Roman"/>
                <a:cs typeface="Times New Roman"/>
                <a:sym typeface="Times New Roman"/>
              </a:rPr>
              <a:t> </a:t>
            </a:r>
            <a:endParaRPr/>
          </a:p>
          <a:p>
            <a:pPr indent="0" lvl="0" marL="0" rtl="0" algn="ctr">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Con </a:t>
            </a:r>
            <a:r>
              <a:rPr b="1" lang="en-US" sz="8000">
                <a:solidFill>
                  <a:srgbClr val="FF0000"/>
                </a:solidFill>
                <a:latin typeface="Times New Roman"/>
                <a:ea typeface="Times New Roman"/>
                <a:cs typeface="Times New Roman"/>
                <a:sym typeface="Times New Roman"/>
              </a:rPr>
              <a:t>†</a:t>
            </a:r>
            <a:r>
              <a:rPr b="1" lang="en-US" sz="8000">
                <a:solidFill>
                  <a:schemeClr val="dk1"/>
                </a:solidFill>
                <a:latin typeface="Times New Roman"/>
                <a:ea typeface="Times New Roman"/>
                <a:cs typeface="Times New Roman"/>
                <a:sym typeface="Times New Roman"/>
              </a:rPr>
              <a:t> và Thánh Thần </a:t>
            </a:r>
            <a:r>
              <a:rPr b="1" lang="en-US" sz="8000">
                <a:solidFill>
                  <a:srgbClr val="FF0000"/>
                </a:solidFill>
                <a:latin typeface="Times New Roman"/>
                <a:ea typeface="Times New Roman"/>
                <a:cs typeface="Times New Roman"/>
                <a:sym typeface="Times New Roman"/>
              </a:rPr>
              <a:t>†</a:t>
            </a:r>
            <a:r>
              <a:rPr b="1" lang="en-US" sz="8000">
                <a:solidFill>
                  <a:schemeClr val="dk1"/>
                </a:solidFill>
                <a:latin typeface="Times New Roman"/>
                <a:ea typeface="Times New Roman"/>
                <a:cs typeface="Times New Roman"/>
                <a:sym typeface="Times New Roman"/>
              </a:rPr>
              <a:t>.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LẠY NỮ VƯƠNG</a:t>
            </a:r>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Lạy Nữ Vương, Mẹ nhân lành làm cho chúng con đặng sống, đặng vui, đặng cậy.</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xin ghé mắt thương xem chúng con đến sau khỏi đày, xin cho chúng con được thấy</a:t>
            </a:r>
            <a:endParaRPr b="1" sz="7500">
              <a:solidFill>
                <a:schemeClr val="dk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Đức Chúa Giêsu con lòng Bà gồm phúc lạ. Ôi khoan thay, nhân thay, diệu thay,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6000"/>
              <a:buNone/>
            </a:pPr>
            <a:r>
              <a:t/>
            </a:r>
            <a:endParaRPr b="1" sz="6000">
              <a:solidFill>
                <a:schemeClr val="dk1"/>
              </a:solidFill>
              <a:latin typeface="Times New Roman"/>
              <a:ea typeface="Times New Roman"/>
              <a:cs typeface="Times New Roman"/>
              <a:sym typeface="Times New Roman"/>
            </a:endParaRPr>
          </a:p>
          <a:p>
            <a:pPr indent="0" lvl="0" marL="0" rtl="0" algn="ctr">
              <a:spcBef>
                <a:spcPts val="150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Thánh Maria trọn đời đồng trinh. </a:t>
            </a:r>
            <a:r>
              <a:rPr b="1" lang="en-US" sz="7500">
                <a:solidFill>
                  <a:srgbClr val="FF0000"/>
                </a:solidFill>
                <a:latin typeface="Times New Roman"/>
                <a:ea typeface="Times New Roman"/>
                <a:cs typeface="Times New Roman"/>
                <a:sym typeface="Times New Roman"/>
              </a:rPr>
              <a:t>Amen</a:t>
            </a:r>
            <a:r>
              <a:rPr b="1" lang="en-US" sz="75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NGHĨA ĐỨC TIN</a:t>
            </a:r>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Ngày Chúa Nhật hôm nay, chúng con hợp nhau kính lạy thờ phượng Chúa, </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không khen cám tạ ơn Chúa về mọi ơn lành Chúa đã ban cho chúng con,</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thì chúng con dám xin Chúa hãy khứng ban những ơn cần kíp cho chúng con</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300"/>
              <a:buNone/>
            </a:pPr>
            <a:r>
              <a:rPr b="1" lang="en-US" sz="7300">
                <a:solidFill>
                  <a:schemeClr val="dk1"/>
                </a:solidFill>
                <a:latin typeface="Times New Roman"/>
                <a:ea typeface="Times New Roman"/>
                <a:cs typeface="Times New Roman"/>
                <a:sym typeface="Times New Roman"/>
              </a:rPr>
              <a:t>được rỗi linh hồn. Nên chúng con cả lòng tin vững vàng mọi điều đạo thánh Chúa dạy, </a:t>
            </a:r>
            <a:endParaRPr b="1" sz="7300">
              <a:solidFill>
                <a:schemeClr val="dk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nhất là những điều cần kíp này là có một Đức Chúa Trời phép tắc vô cùng,</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2000"/>
              <a:buNone/>
            </a:pPr>
            <a:r>
              <a:t/>
            </a:r>
            <a:endParaRPr b="1" sz="2000">
              <a:solidFill>
                <a:schemeClr val="dk1"/>
              </a:solidFill>
              <a:latin typeface="Times New Roman"/>
              <a:ea typeface="Times New Roman"/>
              <a:cs typeface="Times New Roman"/>
              <a:sym typeface="Times New Roman"/>
            </a:endParaRPr>
          </a:p>
          <a:p>
            <a:pPr indent="0" lvl="0" marL="0" rtl="0" algn="just">
              <a:spcBef>
                <a:spcPts val="160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dựng nên trời đất, mà</a:t>
            </a:r>
            <a:r>
              <a:rPr b="1" lang="en-US" sz="66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Người</a:t>
            </a:r>
            <a:r>
              <a:rPr b="1" lang="en-US" sz="66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có Ba Ngôi.</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Ngôi Thứ Nhất là Cha, Ngôi Thứ Hai là Con, Ngôi Thứ Ba là Thánh Thần;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Chúng con tin Ngôi Thứ Hai ra đời làm người, sinh bởi Bà Maria Đồng Trinh,</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đặt tên là Giêsu, ở thế gian ba mươi ba năm, đoạn chịu chết trên cây Thánh giá </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400"/>
              <a:buNone/>
            </a:pPr>
            <a:r>
              <a:rPr b="1" lang="en-US" sz="8400">
                <a:solidFill>
                  <a:schemeClr val="dk1"/>
                </a:solidFill>
                <a:latin typeface="Times New Roman"/>
                <a:ea typeface="Times New Roman"/>
                <a:cs typeface="Times New Roman"/>
                <a:sym typeface="Times New Roman"/>
              </a:rPr>
              <a:t>mà chuộc tội cho thiên hạ, đến ngày thứ ba Người </a:t>
            </a:r>
            <a:br>
              <a:rPr b="1" lang="en-US" sz="8400">
                <a:solidFill>
                  <a:schemeClr val="dk1"/>
                </a:solidFill>
                <a:latin typeface="Times New Roman"/>
                <a:ea typeface="Times New Roman"/>
                <a:cs typeface="Times New Roman"/>
                <a:sym typeface="Times New Roman"/>
              </a:rPr>
            </a:br>
            <a:r>
              <a:rPr b="1" lang="en-US" sz="8400">
                <a:solidFill>
                  <a:schemeClr val="dk1"/>
                </a:solidFill>
                <a:latin typeface="Times New Roman"/>
                <a:ea typeface="Times New Roman"/>
                <a:cs typeface="Times New Roman"/>
                <a:sym typeface="Times New Roman"/>
              </a:rPr>
              <a:t>sống lại;</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khỏi bốn mươi ngày lên trời; đủ mười ngày lại cho Đức Chúa Thánh Thần</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2400"/>
              <a:buNone/>
            </a:pPr>
            <a:r>
              <a:t/>
            </a:r>
            <a:endParaRPr b="1" sz="2400">
              <a:solidFill>
                <a:schemeClr val="dk1"/>
              </a:solidFill>
              <a:latin typeface="Times New Roman"/>
              <a:ea typeface="Times New Roman"/>
              <a:cs typeface="Times New Roman"/>
              <a:sym typeface="Times New Roman"/>
            </a:endParaRPr>
          </a:p>
          <a:p>
            <a:pPr indent="0" lvl="0" marL="0" rtl="0" algn="just">
              <a:spcBef>
                <a:spcPts val="160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2800"/>
              <a:buNone/>
            </a:pPr>
            <a:r>
              <a:t/>
            </a:r>
            <a:endParaRPr b="1" sz="2800">
              <a:solidFill>
                <a:schemeClr val="dk1"/>
              </a:solidFill>
              <a:latin typeface="Times New Roman"/>
              <a:ea typeface="Times New Roman"/>
              <a:cs typeface="Times New Roman"/>
              <a:sym typeface="Times New Roman"/>
            </a:endParaRPr>
          </a:p>
          <a:p>
            <a:pPr indent="0" lvl="0" marL="0" rtl="0" algn="just">
              <a:spcBef>
                <a:spcPts val="160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mà linh hồn là giống thiêng liêng chẳng hề chết đặng; </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đến ngày tận thế  xác loài người ta sẽ sống lại mà chịu phán xét;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400"/>
              <a:buNone/>
            </a:pPr>
            <a:r>
              <a:rPr b="1" lang="en-US" sz="7400">
                <a:solidFill>
                  <a:schemeClr val="dk1"/>
                </a:solidFill>
                <a:latin typeface="Times New Roman"/>
                <a:ea typeface="Times New Roman"/>
                <a:cs typeface="Times New Roman"/>
                <a:sym typeface="Times New Roman"/>
              </a:rPr>
              <a:t>kẻ lành lên thiên đàng hưởng phúc đời đời; kẻ dữ sa hỏa ngục chịu phạt vô cùng.</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400"/>
              <a:buNone/>
            </a:pPr>
            <a:r>
              <a:rPr b="1" lang="en-US" sz="7400">
                <a:solidFill>
                  <a:schemeClr val="dk1"/>
                </a:solidFill>
                <a:latin typeface="Times New Roman"/>
                <a:ea typeface="Times New Roman"/>
                <a:cs typeface="Times New Roman"/>
                <a:sym typeface="Times New Roman"/>
              </a:rPr>
              <a:t>Mà chúng con tin các sự ấy mà thôi thì chưa đủ cho đặng lên </a:t>
            </a:r>
            <a:br>
              <a:rPr b="1" lang="en-US" sz="7400">
                <a:solidFill>
                  <a:schemeClr val="dk1"/>
                </a:solidFill>
                <a:latin typeface="Times New Roman"/>
                <a:ea typeface="Times New Roman"/>
                <a:cs typeface="Times New Roman"/>
                <a:sym typeface="Times New Roman"/>
              </a:rPr>
            </a:br>
            <a:r>
              <a:rPr b="1" lang="en-US" sz="7400">
                <a:solidFill>
                  <a:schemeClr val="dk1"/>
                </a:solidFill>
                <a:latin typeface="Times New Roman"/>
                <a:ea typeface="Times New Roman"/>
                <a:cs typeface="Times New Roman"/>
                <a:sym typeface="Times New Roman"/>
              </a:rPr>
              <a:t>thiên đàng;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và làm những việc lành phúc đức.</a:t>
            </a:r>
            <a:endParaRPr b="1" sz="7200">
              <a:solidFill>
                <a:schemeClr val="dk1"/>
              </a:solidFill>
              <a:latin typeface="Times New Roman"/>
              <a:ea typeface="Times New Roman"/>
              <a:cs typeface="Times New Roman"/>
              <a:sym typeface="Times New Roman"/>
            </a:endParaRPr>
          </a:p>
          <a:p>
            <a:pPr indent="0" lvl="0" marL="0" rtl="0" algn="just">
              <a:spcBef>
                <a:spcPts val="144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Nhân vì sự ấy, chúng con hằng phải sợ hãi</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dk1"/>
                </a:solidFill>
                <a:latin typeface="Times New Roman"/>
                <a:ea typeface="Times New Roman"/>
                <a:cs typeface="Times New Roman"/>
                <a:sym typeface="Times New Roman"/>
              </a:rPr>
              <a:t> </a:t>
            </a:r>
            <a:r>
              <a:rPr b="1" lang="en-US" sz="6800">
                <a:solidFill>
                  <a:schemeClr val="dk1"/>
                </a:solidFill>
                <a:latin typeface="Times New Roman"/>
                <a:ea typeface="Times New Roman"/>
                <a:cs typeface="Times New Roman"/>
                <a:sym typeface="Times New Roman"/>
              </a:rPr>
              <a:t>Chúa</a:t>
            </a:r>
            <a:r>
              <a:rPr b="1" lang="en-US" sz="6000">
                <a:solidFill>
                  <a:schemeClr val="dk1"/>
                </a:solidFill>
                <a:latin typeface="Times New Roman"/>
                <a:ea typeface="Times New Roman"/>
                <a:cs typeface="Times New Roman"/>
                <a:sym typeface="Times New Roman"/>
              </a:rPr>
              <a:t> </a:t>
            </a:r>
            <a:r>
              <a:rPr b="1" lang="en-US" sz="6800">
                <a:solidFill>
                  <a:schemeClr val="dk1"/>
                </a:solidFill>
                <a:latin typeface="Times New Roman"/>
                <a:ea typeface="Times New Roman"/>
                <a:cs typeface="Times New Roman"/>
                <a:sym typeface="Times New Roman"/>
              </a:rPr>
              <a:t>Giêsu đã truyền</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600"/>
              <a:buNone/>
            </a:pPr>
            <a:r>
              <a:rPr b="1" lang="en-US" sz="8600">
                <a:solidFill>
                  <a:schemeClr val="dk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1050"/>
              <a:buNone/>
            </a:pPr>
            <a:r>
              <a:t/>
            </a:r>
            <a:endParaRPr b="1" sz="1050">
              <a:solidFill>
                <a:schemeClr val="dk1"/>
              </a:solidFill>
              <a:latin typeface="Times New Roman"/>
              <a:ea typeface="Times New Roman"/>
              <a:cs typeface="Times New Roman"/>
              <a:sym typeface="Times New Roman"/>
            </a:endParaRPr>
          </a:p>
          <a:p>
            <a:pPr indent="0" lvl="0" marL="0" rtl="0" algn="just">
              <a:spcBef>
                <a:spcPts val="1400"/>
              </a:spcBef>
              <a:spcAft>
                <a:spcPts val="0"/>
              </a:spcAft>
              <a:buClr>
                <a:schemeClr val="dk1"/>
              </a:buClr>
              <a:buSzPts val="7000"/>
              <a:buNone/>
            </a:pPr>
            <a:r>
              <a:rPr b="1" lang="en-US" sz="7000">
                <a:solidFill>
                  <a:schemeClr val="dk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cùng tin thật vững vàng mà giữ cẩn thận các điều trước này, </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888888"/>
              </a:buClr>
              <a:buSzPts val="2400"/>
              <a:buNone/>
            </a:pPr>
            <a:r>
              <a:t/>
            </a:r>
            <a:endParaRPr b="1" sz="2400">
              <a:solidFill>
                <a:schemeClr val="dk1"/>
              </a:solidFill>
              <a:latin typeface="Times New Roman"/>
              <a:ea typeface="Times New Roman"/>
              <a:cs typeface="Times New Roman"/>
              <a:sym typeface="Times New Roman"/>
            </a:endParaRPr>
          </a:p>
          <a:p>
            <a:pPr indent="0" lvl="0" marL="0" rtl="0" algn="just">
              <a:spcBef>
                <a:spcPts val="1520"/>
              </a:spcBef>
              <a:spcAft>
                <a:spcPts val="0"/>
              </a:spcAft>
              <a:buClr>
                <a:schemeClr val="dk1"/>
              </a:buClr>
              <a:buSzPts val="7600"/>
              <a:buNone/>
            </a:pPr>
            <a:r>
              <a:rPr b="1" lang="en-US" sz="7600">
                <a:solidFill>
                  <a:schemeClr val="dk1"/>
                </a:solidFill>
                <a:latin typeface="Times New Roman"/>
                <a:ea typeface="Times New Roman"/>
                <a:cs typeface="Times New Roman"/>
                <a:sym typeface="Times New Roman"/>
              </a:rPr>
              <a:t>thì mới đặng hưởng  phúc thanh nhàn đời đời kiếp kiếp. </a:t>
            </a:r>
            <a:r>
              <a:rPr b="1" lang="en-US" sz="7600">
                <a:solidFill>
                  <a:srgbClr val="FF0000"/>
                </a:solidFill>
                <a:latin typeface="Times New Roman"/>
                <a:ea typeface="Times New Roman"/>
                <a:cs typeface="Times New Roman"/>
                <a:sym typeface="Times New Roman"/>
              </a:rPr>
              <a:t>Amen</a:t>
            </a:r>
            <a:r>
              <a:rPr b="1" lang="en-US" sz="76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FF0000"/>
              </a:buClr>
              <a:buSzPts val="4050"/>
              <a:buNone/>
            </a:pPr>
            <a:r>
              <a:rPr b="1" lang="en-US" sz="4050">
                <a:solidFill>
                  <a:srgbClr val="FF0000"/>
                </a:solidFill>
                <a:latin typeface="Times New Roman"/>
                <a:ea typeface="Times New Roman"/>
                <a:cs typeface="Times New Roman"/>
                <a:sym typeface="Times New Roman"/>
              </a:rPr>
              <a:t>Đạo Đức Chúa Trời có mười điều răn:</a:t>
            </a:r>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nhất: </a:t>
            </a:r>
            <a:r>
              <a:rPr b="1" lang="en-US" sz="6600">
                <a:solidFill>
                  <a:schemeClr val="dk1"/>
                </a:solidFill>
                <a:latin typeface="Times New Roman"/>
                <a:ea typeface="Times New Roman"/>
                <a:cs typeface="Times New Roman"/>
                <a:sym typeface="Times New Roman"/>
              </a:rPr>
              <a:t>Thờ phượng một Đức Chúa Trời và kính mến người trên hết mọi sự</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1050"/>
              <a:buNone/>
            </a:pPr>
            <a:r>
              <a:t/>
            </a:r>
            <a:endParaRPr b="1" sz="1050">
              <a:solidFill>
                <a:srgbClr val="FFC000"/>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Thứ hai: </a:t>
            </a:r>
            <a:r>
              <a:rPr b="1" lang="en-US" sz="6600">
                <a:solidFill>
                  <a:schemeClr val="dk1"/>
                </a:solidFill>
                <a:latin typeface="Times New Roman"/>
                <a:ea typeface="Times New Roman"/>
                <a:cs typeface="Times New Roman"/>
                <a:sym typeface="Times New Roman"/>
              </a:rPr>
              <a:t>Chớ kêu tên Đức Chúa Trời vô cớ</a:t>
            </a:r>
            <a:endParaRPr b="1" sz="6600">
              <a:solidFill>
                <a:schemeClr val="dk1"/>
              </a:solidFill>
              <a:latin typeface="Times New Roman"/>
              <a:ea typeface="Times New Roman"/>
              <a:cs typeface="Times New Roman"/>
              <a:sym typeface="Times New Roman"/>
            </a:endParaRPr>
          </a:p>
          <a:p>
            <a:pPr indent="0" lvl="0" marL="0" rtl="0" algn="just">
              <a:spcBef>
                <a:spcPts val="560"/>
              </a:spcBef>
              <a:spcAft>
                <a:spcPts val="0"/>
              </a:spcAft>
              <a:buClr>
                <a:srgbClr val="888888"/>
              </a:buClr>
              <a:buSzPts val="2800"/>
              <a:buNone/>
            </a:pPr>
            <a:r>
              <a:t/>
            </a:r>
            <a:endParaRPr b="1" sz="2800">
              <a:solidFill>
                <a:schemeClr val="dk1"/>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ba:</a:t>
            </a:r>
            <a:r>
              <a:rPr b="1" lang="en-US" sz="6000">
                <a:solidFill>
                  <a:schemeClr val="dk1"/>
                </a:solidFill>
                <a:latin typeface="Times New Roman"/>
                <a:ea typeface="Times New Roman"/>
                <a:cs typeface="Times New Roman"/>
                <a:sym typeface="Times New Roman"/>
              </a:rPr>
              <a:t> </a:t>
            </a:r>
            <a:r>
              <a:rPr b="1" lang="en-US" sz="6600">
                <a:solidFill>
                  <a:schemeClr val="dk1"/>
                </a:solidFill>
                <a:latin typeface="Times New Roman"/>
                <a:ea typeface="Times New Roman"/>
                <a:cs typeface="Times New Roman"/>
                <a:sym typeface="Times New Roman"/>
              </a:rPr>
              <a:t>Giữ ngày Chúa Nhật</a:t>
            </a:r>
            <a:endParaRPr b="1" sz="6000">
              <a:solidFill>
                <a:schemeClr val="dk1"/>
              </a:solidFill>
              <a:latin typeface="Times New Roman"/>
              <a:ea typeface="Times New Roman"/>
              <a:cs typeface="Times New Roman"/>
              <a:sym typeface="Times New Roman"/>
            </a:endParaRPr>
          </a:p>
          <a:p>
            <a:pPr indent="0" lvl="0" marL="0" rtl="0" algn="ctr">
              <a:spcBef>
                <a:spcPts val="255"/>
              </a:spcBef>
              <a:spcAft>
                <a:spcPts val="0"/>
              </a:spcAft>
              <a:buClr>
                <a:srgbClr val="888888"/>
              </a:buClr>
              <a:buSzPts val="1275"/>
              <a:buNone/>
            </a:pPr>
            <a:r>
              <a:t/>
            </a:r>
            <a:endParaRPr sz="1275">
              <a:solidFill>
                <a:srgbClr val="FFC000"/>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888888"/>
              </a:buClr>
              <a:buSzPts val="2400"/>
              <a:buNone/>
            </a:pPr>
            <a:r>
              <a:t/>
            </a:r>
            <a:endParaRPr b="1" sz="2400">
              <a:solidFill>
                <a:schemeClr val="dk1"/>
              </a:solidFill>
              <a:latin typeface="Times New Roman"/>
              <a:ea typeface="Times New Roman"/>
              <a:cs typeface="Times New Roman"/>
              <a:sym typeface="Times New Roman"/>
            </a:endParaRPr>
          </a:p>
          <a:p>
            <a:pPr indent="0" lvl="0" marL="0" rtl="0" algn="ctr">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bốn: </a:t>
            </a:r>
            <a:r>
              <a:rPr b="1" lang="en-US" sz="6600">
                <a:solidFill>
                  <a:schemeClr val="dk1"/>
                </a:solidFill>
                <a:latin typeface="Times New Roman"/>
                <a:ea typeface="Times New Roman"/>
                <a:cs typeface="Times New Roman"/>
                <a:sym typeface="Times New Roman"/>
              </a:rPr>
              <a:t>Thảo kính cha mẹ</a:t>
            </a:r>
            <a:endParaRPr b="1" sz="6000">
              <a:solidFill>
                <a:schemeClr val="dk1"/>
              </a:solidFill>
              <a:latin typeface="Times New Roman"/>
              <a:ea typeface="Times New Roman"/>
              <a:cs typeface="Times New Roman"/>
              <a:sym typeface="Times New Roman"/>
            </a:endParaRPr>
          </a:p>
          <a:p>
            <a:pPr indent="0" lvl="0" marL="0" rtl="0" algn="just">
              <a:spcBef>
                <a:spcPts val="720"/>
              </a:spcBef>
              <a:spcAft>
                <a:spcPts val="0"/>
              </a:spcAft>
              <a:buClr>
                <a:srgbClr val="888888"/>
              </a:buClr>
              <a:buSzPts val="3600"/>
              <a:buNone/>
            </a:pPr>
            <a:r>
              <a:t/>
            </a:r>
            <a:endParaRPr b="1" sz="3600">
              <a:solidFill>
                <a:schemeClr val="dk1"/>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năm: </a:t>
            </a:r>
            <a:r>
              <a:rPr b="1" lang="en-US" sz="6600">
                <a:solidFill>
                  <a:schemeClr val="dk1"/>
                </a:solidFill>
                <a:latin typeface="Times New Roman"/>
                <a:ea typeface="Times New Roman"/>
                <a:cs typeface="Times New Roman"/>
                <a:sym typeface="Times New Roman"/>
              </a:rPr>
              <a:t>Chớ giết người</a:t>
            </a:r>
            <a:endParaRPr b="1" sz="6000">
              <a:solidFill>
                <a:schemeClr val="dk1"/>
              </a:solidFill>
              <a:latin typeface="Times New Roman"/>
              <a:ea typeface="Times New Roman"/>
              <a:cs typeface="Times New Roman"/>
              <a:sym typeface="Times New Roman"/>
            </a:endParaRPr>
          </a:p>
          <a:p>
            <a:pPr indent="0" lvl="0" marL="0" rtl="0" algn="just">
              <a:spcBef>
                <a:spcPts val="1080"/>
              </a:spcBef>
              <a:spcAft>
                <a:spcPts val="0"/>
              </a:spcAft>
              <a:buClr>
                <a:srgbClr val="888888"/>
              </a:buClr>
              <a:buSzPts val="5400"/>
              <a:buNone/>
            </a:pPr>
            <a:r>
              <a:t/>
            </a:r>
            <a:endParaRPr b="1" sz="5400">
              <a:solidFill>
                <a:schemeClr val="dk1"/>
              </a:solidFill>
              <a:latin typeface="Times New Roman"/>
              <a:ea typeface="Times New Roman"/>
              <a:cs typeface="Times New Roman"/>
              <a:sym typeface="Times New Roman"/>
            </a:endParaRPr>
          </a:p>
          <a:p>
            <a:pPr indent="0" lvl="0" marL="0" rtl="0" algn="ctr">
              <a:spcBef>
                <a:spcPts val="255"/>
              </a:spcBef>
              <a:spcAft>
                <a:spcPts val="0"/>
              </a:spcAft>
              <a:buClr>
                <a:srgbClr val="888888"/>
              </a:buClr>
              <a:buSzPts val="1275"/>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1200"/>
              <a:buNone/>
            </a:pPr>
            <a:r>
              <a:t/>
            </a:r>
            <a:endParaRPr b="1" sz="1200">
              <a:solidFill>
                <a:schemeClr val="dk1"/>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sáu:</a:t>
            </a:r>
            <a:r>
              <a:rPr b="1" lang="en-US" sz="6000">
                <a:solidFill>
                  <a:schemeClr val="dk1"/>
                </a:solidFill>
                <a:latin typeface="Times New Roman"/>
                <a:ea typeface="Times New Roman"/>
                <a:cs typeface="Times New Roman"/>
                <a:sym typeface="Times New Roman"/>
              </a:rPr>
              <a:t> </a:t>
            </a:r>
            <a:r>
              <a:rPr b="1" lang="en-US" sz="6600">
                <a:solidFill>
                  <a:schemeClr val="dk1"/>
                </a:solidFill>
                <a:latin typeface="Times New Roman"/>
                <a:ea typeface="Times New Roman"/>
                <a:cs typeface="Times New Roman"/>
                <a:sym typeface="Times New Roman"/>
              </a:rPr>
              <a:t>Chớ làm sự dâm dục</a:t>
            </a:r>
            <a:endParaRPr b="1" sz="6000">
              <a:solidFill>
                <a:schemeClr val="dk1"/>
              </a:solidFill>
              <a:latin typeface="Times New Roman"/>
              <a:ea typeface="Times New Roman"/>
              <a:cs typeface="Times New Roman"/>
              <a:sym typeface="Times New Roman"/>
            </a:endParaRPr>
          </a:p>
          <a:p>
            <a:pPr indent="0" lvl="0" marL="0" rtl="0" algn="just">
              <a:spcBef>
                <a:spcPts val="64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bảy:</a:t>
            </a:r>
            <a:r>
              <a:rPr b="1" lang="en-US" sz="6000">
                <a:solidFill>
                  <a:schemeClr val="dk1"/>
                </a:solidFill>
                <a:latin typeface="Times New Roman"/>
                <a:ea typeface="Times New Roman"/>
                <a:cs typeface="Times New Roman"/>
                <a:sym typeface="Times New Roman"/>
              </a:rPr>
              <a:t> </a:t>
            </a:r>
            <a:r>
              <a:rPr b="1" lang="en-US" sz="6600">
                <a:solidFill>
                  <a:schemeClr val="dk1"/>
                </a:solidFill>
                <a:latin typeface="Times New Roman"/>
                <a:ea typeface="Times New Roman"/>
                <a:cs typeface="Times New Roman"/>
                <a:sym typeface="Times New Roman"/>
              </a:rPr>
              <a:t>Chớ lấy của người</a:t>
            </a:r>
            <a:endParaRPr b="1" sz="6000">
              <a:solidFill>
                <a:schemeClr val="dk1"/>
              </a:solidFill>
              <a:latin typeface="Times New Roman"/>
              <a:ea typeface="Times New Roman"/>
              <a:cs typeface="Times New Roman"/>
              <a:sym typeface="Times New Roman"/>
            </a:endParaRPr>
          </a:p>
          <a:p>
            <a:pPr indent="0" lvl="0" marL="0" rtl="0" algn="ctr">
              <a:spcBef>
                <a:spcPts val="255"/>
              </a:spcBef>
              <a:spcAft>
                <a:spcPts val="0"/>
              </a:spcAft>
              <a:buClr>
                <a:srgbClr val="888888"/>
              </a:buClr>
              <a:buSzPts val="1275"/>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Thứ tám:</a:t>
            </a:r>
            <a:r>
              <a:rPr b="1" lang="en-US" sz="5700">
                <a:solidFill>
                  <a:schemeClr val="dk1"/>
                </a:solidFill>
                <a:latin typeface="Times New Roman"/>
                <a:ea typeface="Times New Roman"/>
                <a:cs typeface="Times New Roman"/>
                <a:sym typeface="Times New Roman"/>
              </a:rPr>
              <a:t> Chớ làm chứng dối</a:t>
            </a:r>
            <a:endParaRPr/>
          </a:p>
          <a:p>
            <a:pPr indent="0" lvl="0" marL="0" rtl="0" algn="just">
              <a:spcBef>
                <a:spcPts val="40"/>
              </a:spcBef>
              <a:spcAft>
                <a:spcPts val="0"/>
              </a:spcAft>
              <a:buClr>
                <a:srgbClr val="888888"/>
              </a:buClr>
              <a:buSzPts val="200"/>
              <a:buNone/>
            </a:pPr>
            <a:r>
              <a:t/>
            </a:r>
            <a:endParaRPr b="1" sz="200">
              <a:solidFill>
                <a:srgbClr val="FF0000"/>
              </a:solidFill>
              <a:latin typeface="Times New Roman"/>
              <a:ea typeface="Times New Roman"/>
              <a:cs typeface="Times New Roman"/>
              <a:sym typeface="Times New Roman"/>
            </a:endParaRPr>
          </a:p>
          <a:p>
            <a:pPr indent="0" lvl="0" marL="0" rtl="0" algn="l">
              <a:spcBef>
                <a:spcPts val="114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Thứ chín:</a:t>
            </a:r>
            <a:r>
              <a:rPr b="1" lang="en-US" sz="5400">
                <a:solidFill>
                  <a:schemeClr val="dk1"/>
                </a:solidFill>
                <a:latin typeface="Times New Roman"/>
                <a:ea typeface="Times New Roman"/>
                <a:cs typeface="Times New Roman"/>
                <a:sym typeface="Times New Roman"/>
              </a:rPr>
              <a:t> </a:t>
            </a:r>
            <a:r>
              <a:rPr b="1" lang="en-US" sz="5700">
                <a:solidFill>
                  <a:schemeClr val="dk1"/>
                </a:solidFill>
                <a:latin typeface="Times New Roman"/>
                <a:ea typeface="Times New Roman"/>
                <a:cs typeface="Times New Roman"/>
                <a:sym typeface="Times New Roman"/>
              </a:rPr>
              <a:t>Chớ muốn vợ</a:t>
            </a:r>
            <a:br>
              <a:rPr b="1" lang="en-US" sz="5700">
                <a:solidFill>
                  <a:schemeClr val="dk1"/>
                </a:solidFill>
                <a:latin typeface="Times New Roman"/>
                <a:ea typeface="Times New Roman"/>
                <a:cs typeface="Times New Roman"/>
                <a:sym typeface="Times New Roman"/>
              </a:rPr>
            </a:br>
            <a:r>
              <a:rPr b="1" lang="en-US" sz="5700">
                <a:solidFill>
                  <a:schemeClr val="dk1"/>
                </a:solidFill>
                <a:latin typeface="Times New Roman"/>
                <a:ea typeface="Times New Roman"/>
                <a:cs typeface="Times New Roman"/>
                <a:sym typeface="Times New Roman"/>
              </a:rPr>
              <a:t>                 chồng người</a:t>
            </a:r>
            <a:endParaRPr b="1" sz="5700">
              <a:solidFill>
                <a:schemeClr val="dk1"/>
              </a:solidFill>
              <a:latin typeface="Times New Roman"/>
              <a:ea typeface="Times New Roman"/>
              <a:cs typeface="Times New Roman"/>
              <a:sym typeface="Times New Roman"/>
            </a:endParaRPr>
          </a:p>
          <a:p>
            <a:pPr indent="0" lvl="0" marL="0" rtl="0" algn="just">
              <a:spcBef>
                <a:spcPts val="120"/>
              </a:spcBef>
              <a:spcAft>
                <a:spcPts val="0"/>
              </a:spcAft>
              <a:buClr>
                <a:srgbClr val="888888"/>
              </a:buClr>
              <a:buSzPts val="600"/>
              <a:buNone/>
            </a:pPr>
            <a:r>
              <a:t/>
            </a:r>
            <a:endParaRPr b="1" sz="600">
              <a:solidFill>
                <a:schemeClr val="dk1"/>
              </a:solidFill>
              <a:latin typeface="Times New Roman"/>
              <a:ea typeface="Times New Roman"/>
              <a:cs typeface="Times New Roman"/>
              <a:sym typeface="Times New Roman"/>
            </a:endParaRPr>
          </a:p>
          <a:p>
            <a:pPr indent="0" lvl="0" marL="0" rtl="0" algn="l">
              <a:spcBef>
                <a:spcPts val="114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Thứ mười:</a:t>
            </a:r>
            <a:r>
              <a:rPr b="1" lang="en-US" sz="5400">
                <a:solidFill>
                  <a:schemeClr val="dk1"/>
                </a:solidFill>
                <a:latin typeface="Times New Roman"/>
                <a:ea typeface="Times New Roman"/>
                <a:cs typeface="Times New Roman"/>
                <a:sym typeface="Times New Roman"/>
              </a:rPr>
              <a:t> </a:t>
            </a:r>
            <a:r>
              <a:rPr b="1" lang="en-US" sz="5700">
                <a:solidFill>
                  <a:schemeClr val="dk1"/>
                </a:solidFill>
                <a:latin typeface="Times New Roman"/>
                <a:ea typeface="Times New Roman"/>
                <a:cs typeface="Times New Roman"/>
                <a:sym typeface="Times New Roman"/>
              </a:rPr>
              <a:t>Chớ tham </a:t>
            </a:r>
            <a:br>
              <a:rPr b="1" lang="en-US" sz="5700">
                <a:solidFill>
                  <a:schemeClr val="dk1"/>
                </a:solidFill>
                <a:latin typeface="Times New Roman"/>
                <a:ea typeface="Times New Roman"/>
                <a:cs typeface="Times New Roman"/>
                <a:sym typeface="Times New Roman"/>
              </a:rPr>
            </a:br>
            <a:r>
              <a:rPr b="1" lang="en-US" sz="5700">
                <a:solidFill>
                  <a:schemeClr val="dk1"/>
                </a:solidFill>
                <a:latin typeface="Times New Roman"/>
                <a:ea typeface="Times New Roman"/>
                <a:cs typeface="Times New Roman"/>
                <a:sym typeface="Times New Roman"/>
              </a:rPr>
              <a:t>                   của người</a:t>
            </a:r>
            <a:endParaRPr sz="5700">
              <a:solidFill>
                <a:schemeClr val="dk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Mười điều răn ấy tóm về hai này mà chớ: </a:t>
            </a:r>
            <a:r>
              <a:rPr b="1" lang="en-US" sz="6800">
                <a:solidFill>
                  <a:srgbClr val="FF0000"/>
                </a:solidFill>
                <a:latin typeface="Times New Roman"/>
                <a:ea typeface="Times New Roman"/>
                <a:cs typeface="Times New Roman"/>
                <a:sym typeface="Times New Roman"/>
              </a:rPr>
              <a:t>trước</a:t>
            </a:r>
            <a:r>
              <a:rPr b="1" lang="en-US" sz="6800">
                <a:solidFill>
                  <a:schemeClr val="dk1"/>
                </a:solidFill>
                <a:latin typeface="Times New Roman"/>
                <a:ea typeface="Times New Roman"/>
                <a:cs typeface="Times New Roman"/>
                <a:sym typeface="Times New Roman"/>
              </a:rPr>
              <a:t> kính mến một Đức Chúa Trời trên hết mọi sự</a:t>
            </a:r>
            <a:endParaRPr b="1" i="1" sz="6800">
              <a:solidFill>
                <a:schemeClr val="dk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l">
              <a:spcBef>
                <a:spcPts val="0"/>
              </a:spcBef>
              <a:spcAft>
                <a:spcPts val="0"/>
              </a:spcAft>
              <a:buClr>
                <a:srgbClr val="888888"/>
              </a:buClr>
              <a:buSzPts val="8800"/>
              <a:buNone/>
            </a:pPr>
            <a:r>
              <a:t/>
            </a:r>
            <a:endParaRPr b="1" sz="8800">
              <a:solidFill>
                <a:srgbClr val="FF0000"/>
              </a:solidFill>
              <a:latin typeface="Times New Roman"/>
              <a:ea typeface="Times New Roman"/>
              <a:cs typeface="Times New Roman"/>
              <a:sym typeface="Times New Roman"/>
            </a:endParaRPr>
          </a:p>
          <a:p>
            <a:pPr indent="0" lvl="0" marL="0" rtl="0" algn="just">
              <a:spcBef>
                <a:spcPts val="0"/>
              </a:spcBef>
              <a:spcAft>
                <a:spcPts val="0"/>
              </a:spcAft>
              <a:buClr>
                <a:srgbClr val="FF0000"/>
              </a:buClr>
              <a:buSzPts val="6800"/>
              <a:buNone/>
            </a:pPr>
            <a:r>
              <a:rPr b="1" lang="en-US" sz="6800">
                <a:solidFill>
                  <a:srgbClr val="FF0000"/>
                </a:solidFill>
                <a:latin typeface="Times New Roman"/>
                <a:ea typeface="Times New Roman"/>
                <a:cs typeface="Times New Roman"/>
                <a:sym typeface="Times New Roman"/>
              </a:rPr>
              <a:t>sau</a:t>
            </a:r>
            <a:r>
              <a:rPr b="1" lang="en-US" sz="6800">
                <a:solidFill>
                  <a:schemeClr val="dk1"/>
                </a:solidFill>
                <a:latin typeface="Times New Roman"/>
                <a:ea typeface="Times New Roman"/>
                <a:cs typeface="Times New Roman"/>
                <a:sym typeface="Times New Roman"/>
              </a:rPr>
              <a:t> lại yêu người như mình ta vậy. </a:t>
            </a:r>
            <a:r>
              <a:rPr b="1" i="1" lang="en-US" sz="6800">
                <a:solidFill>
                  <a:srgbClr val="FF0000"/>
                </a:solidFill>
                <a:latin typeface="Times New Roman"/>
                <a:ea typeface="Times New Roman"/>
                <a:cs typeface="Times New Roman"/>
                <a:sym typeface="Times New Roman"/>
              </a:rPr>
              <a:t>Amen</a:t>
            </a:r>
            <a:r>
              <a:rPr b="1" i="1" lang="en-US" sz="68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4500"/>
              <a:buNone/>
            </a:pPr>
            <a:r>
              <a:rPr b="1" lang="en-US" sz="4500">
                <a:solidFill>
                  <a:srgbClr val="FF0000"/>
                </a:solidFill>
                <a:latin typeface="Times New Roman"/>
                <a:ea typeface="Times New Roman"/>
                <a:cs typeface="Times New Roman"/>
                <a:sym typeface="Times New Roman"/>
              </a:rPr>
              <a:t>Hội Thánh có năm điều răn:</a:t>
            </a:r>
            <a:endParaRPr/>
          </a:p>
          <a:p>
            <a:pPr indent="0" lvl="0" marL="0" rtl="0" algn="just">
              <a:spcBef>
                <a:spcPts val="144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Thứ nhất: </a:t>
            </a:r>
            <a:r>
              <a:rPr b="1" lang="en-US" sz="7200">
                <a:solidFill>
                  <a:schemeClr val="dk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Thứ hai: </a:t>
            </a:r>
            <a:r>
              <a:rPr b="1" lang="en-US" sz="6600">
                <a:solidFill>
                  <a:schemeClr val="dk1"/>
                </a:solidFill>
                <a:latin typeface="Times New Roman"/>
                <a:ea typeface="Times New Roman"/>
                <a:cs typeface="Times New Roman"/>
                <a:sym typeface="Times New Roman"/>
              </a:rPr>
              <a:t>xưng tội trong một năm ít là một lần;</a:t>
            </a:r>
            <a:endParaRPr b="1" sz="6600">
              <a:solidFill>
                <a:srgbClr val="FEFEFE"/>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Thứ ba: </a:t>
            </a:r>
            <a:r>
              <a:rPr b="1" lang="en-US" sz="6600">
                <a:solidFill>
                  <a:schemeClr val="dk1"/>
                </a:solidFill>
                <a:latin typeface="Times New Roman"/>
                <a:ea typeface="Times New Roman"/>
                <a:cs typeface="Times New Roman"/>
                <a:sym typeface="Times New Roman"/>
              </a:rPr>
              <a:t>rước Mình Thánh Chúa trong mùa Phục Sinh;</a:t>
            </a:r>
            <a:endParaRPr sz="1275">
              <a:solidFill>
                <a:srgbClr val="FFC000"/>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Thứ bốn: </a:t>
            </a:r>
            <a:r>
              <a:rPr b="1" lang="en-US" sz="5400">
                <a:solidFill>
                  <a:schemeClr val="dk1"/>
                </a:solidFill>
                <a:latin typeface="Times New Roman"/>
                <a:ea typeface="Times New Roman"/>
                <a:cs typeface="Times New Roman"/>
                <a:sym typeface="Times New Roman"/>
              </a:rPr>
              <a:t>giữ chay và kiêng thịt những ngày Hội Thánh buộc;</a:t>
            </a:r>
            <a:endParaRPr/>
          </a:p>
          <a:p>
            <a:pPr indent="0" lvl="0" marL="0" rtl="0" algn="just">
              <a:spcBef>
                <a:spcPts val="108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Thứ năm: </a:t>
            </a:r>
            <a:r>
              <a:rPr b="1" lang="en-US" sz="5400">
                <a:solidFill>
                  <a:schemeClr val="dk1"/>
                </a:solidFill>
                <a:latin typeface="Times New Roman"/>
                <a:ea typeface="Times New Roman"/>
                <a:cs typeface="Times New Roman"/>
                <a:sym typeface="Times New Roman"/>
              </a:rPr>
              <a:t>góp công góp của xây dựng Hội Thánh, tùy theo khả năng của mình.</a:t>
            </a:r>
            <a:endParaRPr sz="5400">
              <a:solidFill>
                <a:schemeClr val="dk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Clr>
                <a:srgbClr val="FF0000"/>
              </a:buClr>
              <a:buSzPct val="100000"/>
              <a:buNone/>
            </a:pPr>
            <a:r>
              <a:rPr b="1" lang="en-US" sz="4800">
                <a:solidFill>
                  <a:srgbClr val="FF0000"/>
                </a:solidFill>
                <a:latin typeface="Times New Roman"/>
                <a:ea typeface="Times New Roman"/>
                <a:cs typeface="Times New Roman"/>
                <a:sym typeface="Times New Roman"/>
              </a:rPr>
              <a:t>Đạo Đức Chúa Trời có bảy phép Bí tích:</a:t>
            </a:r>
            <a:endParaRPr b="1" sz="4800">
              <a:solidFill>
                <a:srgbClr val="FEFEFE"/>
              </a:solidFill>
              <a:latin typeface="Times New Roman"/>
              <a:ea typeface="Times New Roman"/>
              <a:cs typeface="Times New Roman"/>
              <a:sym typeface="Times New Roman"/>
            </a:endParaRPr>
          </a:p>
          <a:p>
            <a:pPr indent="0" lvl="0" marL="0" rtl="0" algn="just">
              <a:spcBef>
                <a:spcPts val="1534"/>
              </a:spcBef>
              <a:spcAft>
                <a:spcPts val="0"/>
              </a:spcAft>
              <a:buClr>
                <a:srgbClr val="FF0000"/>
              </a:buClr>
              <a:buSzPct val="100000"/>
              <a:buNone/>
            </a:pPr>
            <a:r>
              <a:rPr b="1" lang="en-US" sz="9900">
                <a:solidFill>
                  <a:srgbClr val="FF0000"/>
                </a:solidFill>
                <a:latin typeface="Times New Roman"/>
                <a:ea typeface="Times New Roman"/>
                <a:cs typeface="Times New Roman"/>
                <a:sym typeface="Times New Roman"/>
              </a:rPr>
              <a:t>Thứ nhất: </a:t>
            </a:r>
            <a:r>
              <a:rPr b="1" lang="en-US" sz="9900">
                <a:solidFill>
                  <a:schemeClr val="dk1"/>
                </a:solidFill>
                <a:latin typeface="Times New Roman"/>
                <a:ea typeface="Times New Roman"/>
                <a:cs typeface="Times New Roman"/>
                <a:sym typeface="Times New Roman"/>
              </a:rPr>
              <a:t>là phép Rửa tội.</a:t>
            </a:r>
            <a:endParaRPr/>
          </a:p>
          <a:p>
            <a:pPr indent="0" lvl="0" marL="0" rtl="0" algn="just">
              <a:spcBef>
                <a:spcPts val="1534"/>
              </a:spcBef>
              <a:spcAft>
                <a:spcPts val="0"/>
              </a:spcAft>
              <a:buClr>
                <a:srgbClr val="FF0000"/>
              </a:buClr>
              <a:buSzPct val="100000"/>
              <a:buNone/>
            </a:pPr>
            <a:br>
              <a:rPr b="1" lang="en-US" sz="4100">
                <a:solidFill>
                  <a:srgbClr val="FF0000"/>
                </a:solidFill>
                <a:latin typeface="Times New Roman"/>
                <a:ea typeface="Times New Roman"/>
                <a:cs typeface="Times New Roman"/>
                <a:sym typeface="Times New Roman"/>
              </a:rPr>
            </a:br>
            <a:r>
              <a:rPr b="1" lang="en-US" sz="9900">
                <a:solidFill>
                  <a:srgbClr val="FF0000"/>
                </a:solidFill>
                <a:latin typeface="Times New Roman"/>
                <a:ea typeface="Times New Roman"/>
                <a:cs typeface="Times New Roman"/>
                <a:sym typeface="Times New Roman"/>
              </a:rPr>
              <a:t>Thứ hai: </a:t>
            </a:r>
            <a:r>
              <a:rPr b="1" lang="en-US" sz="9900">
                <a:solidFill>
                  <a:schemeClr val="dk1"/>
                </a:solidFill>
                <a:latin typeface="Times New Roman"/>
                <a:ea typeface="Times New Roman"/>
                <a:cs typeface="Times New Roman"/>
                <a:sym typeface="Times New Roman"/>
              </a:rPr>
              <a:t>là phép Thêm sức.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Clr>
                <a:srgbClr val="888888"/>
              </a:buClr>
              <a:buSzPct val="100000"/>
              <a:buNone/>
            </a:pPr>
            <a:r>
              <a:t/>
            </a:r>
            <a:endParaRPr b="1" sz="4300">
              <a:solidFill>
                <a:srgbClr val="FF0000"/>
              </a:solidFill>
              <a:latin typeface="Times New Roman"/>
              <a:ea typeface="Times New Roman"/>
              <a:cs typeface="Times New Roman"/>
              <a:sym typeface="Times New Roman"/>
            </a:endParaRPr>
          </a:p>
          <a:p>
            <a:pPr indent="0" lvl="0" marL="0" rtl="0" algn="l">
              <a:spcBef>
                <a:spcPts val="1480"/>
              </a:spcBef>
              <a:spcAft>
                <a:spcPts val="0"/>
              </a:spcAft>
              <a:buClr>
                <a:srgbClr val="FF0000"/>
              </a:buClr>
              <a:buSzPct val="100000"/>
              <a:buNone/>
            </a:pPr>
            <a:r>
              <a:rPr b="1" lang="en-US" sz="8000">
                <a:solidFill>
                  <a:srgbClr val="FF0000"/>
                </a:solidFill>
                <a:latin typeface="Times New Roman"/>
                <a:ea typeface="Times New Roman"/>
                <a:cs typeface="Times New Roman"/>
                <a:sym typeface="Times New Roman"/>
              </a:rPr>
              <a:t>Thứ ba: </a:t>
            </a:r>
            <a:r>
              <a:rPr b="1" lang="en-US" sz="8000">
                <a:solidFill>
                  <a:schemeClr val="dk1"/>
                </a:solidFill>
                <a:latin typeface="Times New Roman"/>
                <a:ea typeface="Times New Roman"/>
                <a:cs typeface="Times New Roman"/>
                <a:sym typeface="Times New Roman"/>
              </a:rPr>
              <a:t>là phép Mình Thánh Chúa.</a:t>
            </a:r>
            <a:endParaRPr/>
          </a:p>
          <a:p>
            <a:pPr indent="0" lvl="0" marL="0" rtl="0" algn="l">
              <a:spcBef>
                <a:spcPts val="1480"/>
              </a:spcBef>
              <a:spcAft>
                <a:spcPts val="0"/>
              </a:spcAft>
              <a:buClr>
                <a:srgbClr val="FF0000"/>
              </a:buClr>
              <a:buSzPct val="100000"/>
              <a:buNone/>
            </a:pPr>
            <a:r>
              <a:rPr b="1" lang="en-US" sz="8000">
                <a:solidFill>
                  <a:srgbClr val="FF0000"/>
                </a:solidFill>
                <a:latin typeface="Times New Roman"/>
                <a:ea typeface="Times New Roman"/>
                <a:cs typeface="Times New Roman"/>
                <a:sym typeface="Times New Roman"/>
              </a:rPr>
              <a:t>Thứ bốn: </a:t>
            </a:r>
            <a:r>
              <a:rPr b="1" lang="en-US" sz="8000">
                <a:solidFill>
                  <a:schemeClr val="dk1"/>
                </a:solidFill>
                <a:latin typeface="Times New Roman"/>
                <a:ea typeface="Times New Roman"/>
                <a:cs typeface="Times New Roman"/>
                <a:sym typeface="Times New Roman"/>
              </a:rPr>
              <a:t>là phép Giải tội.</a:t>
            </a:r>
            <a:endParaRPr b="1" sz="6000">
              <a:solidFill>
                <a:schemeClr val="dk1"/>
              </a:solidFill>
              <a:latin typeface="Times New Roman"/>
              <a:ea typeface="Times New Roman"/>
              <a:cs typeface="Times New Roman"/>
              <a:sym typeface="Times New Roman"/>
            </a:endParaRPr>
          </a:p>
          <a:p>
            <a:pPr indent="0" lvl="0" marL="0" rtl="0" algn="ctr">
              <a:spcBef>
                <a:spcPts val="236"/>
              </a:spcBef>
              <a:spcAft>
                <a:spcPts val="0"/>
              </a:spcAft>
              <a:buClr>
                <a:srgbClr val="888888"/>
              </a:buClr>
              <a:buSzPct val="100000"/>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5800"/>
              <a:buNone/>
            </a:pPr>
            <a:r>
              <a:rPr b="1" lang="en-US" sz="5800">
                <a:solidFill>
                  <a:srgbClr val="FF0000"/>
                </a:solidFill>
                <a:latin typeface="Times New Roman"/>
                <a:ea typeface="Times New Roman"/>
                <a:cs typeface="Times New Roman"/>
                <a:sym typeface="Times New Roman"/>
              </a:rPr>
              <a:t>Thứ năm: </a:t>
            </a:r>
            <a:r>
              <a:rPr b="1" lang="en-US" sz="5800">
                <a:solidFill>
                  <a:srgbClr val="0C0C0C"/>
                </a:solidFill>
                <a:latin typeface="Times New Roman"/>
                <a:ea typeface="Times New Roman"/>
                <a:cs typeface="Times New Roman"/>
                <a:sym typeface="Times New Roman"/>
              </a:rPr>
              <a:t>là phép Xức dầu thánh.</a:t>
            </a:r>
            <a:endParaRPr/>
          </a:p>
          <a:p>
            <a:pPr indent="0" lvl="0" marL="0" rtl="0" algn="just">
              <a:spcBef>
                <a:spcPts val="1160"/>
              </a:spcBef>
              <a:spcAft>
                <a:spcPts val="0"/>
              </a:spcAft>
              <a:buClr>
                <a:srgbClr val="FF0000"/>
              </a:buClr>
              <a:buSzPts val="5800"/>
              <a:buNone/>
            </a:pPr>
            <a:r>
              <a:rPr b="1" lang="en-US" sz="5800">
                <a:solidFill>
                  <a:srgbClr val="FF0000"/>
                </a:solidFill>
                <a:latin typeface="Times New Roman"/>
                <a:ea typeface="Times New Roman"/>
                <a:cs typeface="Times New Roman"/>
                <a:sym typeface="Times New Roman"/>
              </a:rPr>
              <a:t>Thứ sáu: </a:t>
            </a:r>
            <a:r>
              <a:rPr b="1" lang="en-US" sz="5800">
                <a:solidFill>
                  <a:srgbClr val="0C0C0C"/>
                </a:solidFill>
                <a:latin typeface="Times New Roman"/>
                <a:ea typeface="Times New Roman"/>
                <a:cs typeface="Times New Roman"/>
                <a:sym typeface="Times New Roman"/>
              </a:rPr>
              <a:t>là phép Truyền chức thánh.</a:t>
            </a:r>
            <a:endParaRPr/>
          </a:p>
          <a:p>
            <a:pPr indent="0" lvl="0" marL="0" rtl="0" algn="just">
              <a:spcBef>
                <a:spcPts val="1160"/>
              </a:spcBef>
              <a:spcAft>
                <a:spcPts val="0"/>
              </a:spcAft>
              <a:buClr>
                <a:srgbClr val="FF0000"/>
              </a:buClr>
              <a:buSzPts val="5800"/>
              <a:buNone/>
            </a:pPr>
            <a:r>
              <a:rPr b="1" lang="en-US" sz="5800">
                <a:solidFill>
                  <a:srgbClr val="FF0000"/>
                </a:solidFill>
                <a:latin typeface="Times New Roman"/>
                <a:ea typeface="Times New Roman"/>
                <a:cs typeface="Times New Roman"/>
                <a:sym typeface="Times New Roman"/>
              </a:rPr>
              <a:t>Thứ bảy: </a:t>
            </a:r>
            <a:r>
              <a:rPr b="1" lang="en-US" sz="5800">
                <a:solidFill>
                  <a:srgbClr val="0C0C0C"/>
                </a:solidFill>
                <a:latin typeface="Times New Roman"/>
                <a:ea typeface="Times New Roman"/>
                <a:cs typeface="Times New Roman"/>
                <a:sym typeface="Times New Roman"/>
              </a:rPr>
              <a:t>là phép Hôn phối.</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1200"/>
              <a:buNone/>
            </a:pPr>
            <a:r>
              <a:t/>
            </a:r>
            <a:endParaRPr b="1" sz="1200">
              <a:solidFill>
                <a:srgbClr val="FFC000"/>
              </a:solidFill>
              <a:latin typeface="Times New Roman"/>
              <a:ea typeface="Times New Roman"/>
              <a:cs typeface="Times New Roman"/>
              <a:sym typeface="Times New Roman"/>
            </a:endParaRPr>
          </a:p>
          <a:p>
            <a:pPr indent="0" lvl="0" marL="0" rtl="0" algn="just">
              <a:spcBef>
                <a:spcPts val="990"/>
              </a:spcBef>
              <a:spcAft>
                <a:spcPts val="0"/>
              </a:spcAft>
              <a:buClr>
                <a:srgbClr val="FF0000"/>
              </a:buClr>
              <a:buSzPts val="4950"/>
              <a:buNone/>
            </a:pPr>
            <a:r>
              <a:rPr b="1" lang="en-US" sz="4950">
                <a:solidFill>
                  <a:srgbClr val="FF0000"/>
                </a:solidFill>
                <a:latin typeface="Times New Roman"/>
                <a:ea typeface="Times New Roman"/>
                <a:cs typeface="Times New Roman"/>
                <a:sym typeface="Times New Roman"/>
              </a:rPr>
              <a:t>Thương người có mười bốn mối</a:t>
            </a:r>
            <a:endParaRPr b="1" sz="4950">
              <a:solidFill>
                <a:srgbClr val="FF0000"/>
              </a:solidFill>
              <a:latin typeface="Times New Roman"/>
              <a:ea typeface="Times New Roman"/>
              <a:cs typeface="Times New Roman"/>
              <a:sym typeface="Times New Roman"/>
            </a:endParaRPr>
          </a:p>
          <a:p>
            <a:pPr indent="0" lvl="0" marL="0" rtl="0" algn="just">
              <a:spcBef>
                <a:spcPts val="990"/>
              </a:spcBef>
              <a:spcAft>
                <a:spcPts val="0"/>
              </a:spcAft>
              <a:buClr>
                <a:srgbClr val="FF0000"/>
              </a:buClr>
              <a:buSzPts val="4950"/>
              <a:buNone/>
            </a:pPr>
            <a:r>
              <a:rPr b="1" i="1" lang="en-US" sz="4950">
                <a:solidFill>
                  <a:srgbClr val="FF0000"/>
                </a:solidFill>
                <a:latin typeface="Times New Roman"/>
                <a:ea typeface="Times New Roman"/>
                <a:cs typeface="Times New Roman"/>
                <a:sym typeface="Times New Roman"/>
              </a:rPr>
              <a:t>Thương xác bảy mối:</a:t>
            </a:r>
            <a:endParaRPr b="1" sz="4950">
              <a:solidFill>
                <a:srgbClr val="FEFEFE"/>
              </a:solidFill>
              <a:latin typeface="Times New Roman"/>
              <a:ea typeface="Times New Roman"/>
              <a:cs typeface="Times New Roman"/>
              <a:sym typeface="Times New Roman"/>
            </a:endParaRPr>
          </a:p>
          <a:p>
            <a:pPr indent="0" lvl="0" marL="0" rtl="0" algn="just">
              <a:spcBef>
                <a:spcPts val="1290"/>
              </a:spcBef>
              <a:spcAft>
                <a:spcPts val="0"/>
              </a:spcAft>
              <a:buClr>
                <a:srgbClr val="FF0000"/>
              </a:buClr>
              <a:buSzPts val="6450"/>
              <a:buNone/>
            </a:pPr>
            <a:r>
              <a:rPr b="1" lang="en-US" sz="6450">
                <a:solidFill>
                  <a:srgbClr val="FF0000"/>
                </a:solidFill>
                <a:latin typeface="Times New Roman"/>
                <a:ea typeface="Times New Roman"/>
                <a:cs typeface="Times New Roman"/>
                <a:sym typeface="Times New Roman"/>
              </a:rPr>
              <a:t>Thứ nhất: </a:t>
            </a:r>
            <a:r>
              <a:rPr b="1" lang="en-US" sz="6450">
                <a:solidFill>
                  <a:schemeClr val="dk1"/>
                </a:solidFill>
                <a:latin typeface="Times New Roman"/>
                <a:ea typeface="Times New Roman"/>
                <a:cs typeface="Times New Roman"/>
                <a:sym typeface="Times New Roman"/>
              </a:rPr>
              <a:t>Cho kẻ đói ăn</a:t>
            </a:r>
            <a:endParaRPr b="1" sz="6450">
              <a:solidFill>
                <a:srgbClr val="FEFEFE"/>
              </a:solidFill>
              <a:latin typeface="Times New Roman"/>
              <a:ea typeface="Times New Roman"/>
              <a:cs typeface="Times New Roman"/>
              <a:sym typeface="Times New Roman"/>
            </a:endParaRPr>
          </a:p>
          <a:p>
            <a:pPr indent="0" lvl="0" marL="0" rtl="0" algn="just">
              <a:spcBef>
                <a:spcPts val="1290"/>
              </a:spcBef>
              <a:spcAft>
                <a:spcPts val="0"/>
              </a:spcAft>
              <a:buClr>
                <a:srgbClr val="FF0000"/>
              </a:buClr>
              <a:buSzPts val="6450"/>
              <a:buNone/>
            </a:pPr>
            <a:r>
              <a:rPr b="1" lang="en-US" sz="6450">
                <a:solidFill>
                  <a:srgbClr val="FF0000"/>
                </a:solidFill>
                <a:latin typeface="Times New Roman"/>
                <a:ea typeface="Times New Roman"/>
                <a:cs typeface="Times New Roman"/>
                <a:sym typeface="Times New Roman"/>
              </a:rPr>
              <a:t>Thứ hai: </a:t>
            </a:r>
            <a:r>
              <a:rPr b="1" lang="en-US" sz="6450">
                <a:solidFill>
                  <a:schemeClr val="dk1"/>
                </a:solidFill>
                <a:latin typeface="Times New Roman"/>
                <a:ea typeface="Times New Roman"/>
                <a:cs typeface="Times New Roman"/>
                <a:sym typeface="Times New Roman"/>
              </a:rPr>
              <a:t>Cho kẻ khát uống</a:t>
            </a:r>
            <a:endParaRPr/>
          </a:p>
          <a:p>
            <a:pPr indent="0" lvl="0" marL="0" rtl="0" algn="ctr">
              <a:spcBef>
                <a:spcPts val="255"/>
              </a:spcBef>
              <a:spcAft>
                <a:spcPts val="0"/>
              </a:spcAft>
              <a:buClr>
                <a:srgbClr val="888888"/>
              </a:buClr>
              <a:buSzPts val="1275"/>
              <a:buNone/>
            </a:pPr>
            <a:r>
              <a:t/>
            </a:r>
            <a:endParaRPr sz="1275">
              <a:solidFill>
                <a:srgbClr val="FFC000"/>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ba: </a:t>
            </a:r>
            <a:r>
              <a:rPr b="1" lang="en-US" sz="7200">
                <a:solidFill>
                  <a:schemeClr val="dk1"/>
                </a:solidFill>
                <a:latin typeface="Times New Roman"/>
                <a:ea typeface="Times New Roman"/>
                <a:cs typeface="Times New Roman"/>
                <a:sym typeface="Times New Roman"/>
              </a:rPr>
              <a:t>Cho kẻ rách rưới ăn mặc</a:t>
            </a:r>
            <a:endParaRPr b="1" sz="7200">
              <a:solidFill>
                <a:schemeClr val="dk1"/>
              </a:solidFill>
              <a:latin typeface="Times New Roman"/>
              <a:ea typeface="Times New Roman"/>
              <a:cs typeface="Times New Roman"/>
              <a:sym typeface="Times New Roman"/>
            </a:endParaRPr>
          </a:p>
          <a:p>
            <a:pPr indent="0" lvl="0" marL="0" rtl="0" algn="just">
              <a:spcBef>
                <a:spcPts val="144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bốn: </a:t>
            </a:r>
            <a:r>
              <a:rPr b="1" lang="en-US" sz="7200">
                <a:solidFill>
                  <a:schemeClr val="dk1"/>
                </a:solidFill>
                <a:latin typeface="Times New Roman"/>
                <a:ea typeface="Times New Roman"/>
                <a:cs typeface="Times New Roman"/>
                <a:sym typeface="Times New Roman"/>
              </a:rPr>
              <a:t>Viếng kẻ liệt cùng kẻ tù rạc</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l">
              <a:spcBef>
                <a:spcPts val="0"/>
              </a:spcBef>
              <a:spcAft>
                <a:spcPts val="0"/>
              </a:spcAft>
              <a:buClr>
                <a:srgbClr val="888888"/>
              </a:buClr>
              <a:buSzPts val="1400"/>
              <a:buNone/>
            </a:pPr>
            <a:r>
              <a:t/>
            </a:r>
            <a:endParaRPr b="1" sz="1400">
              <a:solidFill>
                <a:srgbClr val="FF0000"/>
              </a:solidFill>
              <a:latin typeface="Times New Roman"/>
              <a:ea typeface="Times New Roman"/>
              <a:cs typeface="Times New Roman"/>
              <a:sym typeface="Times New Roman"/>
            </a:endParaRPr>
          </a:p>
          <a:p>
            <a:pPr indent="0" lvl="0" marL="0" rtl="0" algn="l">
              <a:spcBef>
                <a:spcPts val="124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năm: </a:t>
            </a:r>
            <a:r>
              <a:rPr b="1" lang="en-US" sz="6200">
                <a:solidFill>
                  <a:schemeClr val="dk1"/>
                </a:solidFill>
                <a:latin typeface="Times New Roman"/>
                <a:ea typeface="Times New Roman"/>
                <a:cs typeface="Times New Roman"/>
                <a:sym typeface="Times New Roman"/>
              </a:rPr>
              <a:t>Cho khách đỗ nhà</a:t>
            </a:r>
            <a:endParaRPr/>
          </a:p>
          <a:p>
            <a:pPr indent="0" lvl="0" marL="0" rtl="0" algn="l">
              <a:spcBef>
                <a:spcPts val="1240"/>
              </a:spcBef>
              <a:spcAft>
                <a:spcPts val="0"/>
              </a:spcAft>
              <a:buClr>
                <a:srgbClr val="FF0000"/>
              </a:buClr>
              <a:buSzPts val="6200"/>
              <a:buNone/>
            </a:pPr>
            <a:r>
              <a:rPr b="1" lang="en-US" sz="6200">
                <a:solidFill>
                  <a:srgbClr val="FF0000"/>
                </a:solidFill>
                <a:latin typeface="Times New Roman"/>
                <a:ea typeface="Times New Roman"/>
                <a:cs typeface="Times New Roman"/>
                <a:sym typeface="Times New Roman"/>
              </a:rPr>
              <a:t>Thứ sáu: </a:t>
            </a:r>
            <a:r>
              <a:rPr b="1" lang="en-US" sz="6200">
                <a:solidFill>
                  <a:schemeClr val="dk1"/>
                </a:solidFill>
                <a:latin typeface="Times New Roman"/>
                <a:ea typeface="Times New Roman"/>
                <a:cs typeface="Times New Roman"/>
                <a:sym typeface="Times New Roman"/>
              </a:rPr>
              <a:t>Chuộc kẻ làm tôi</a:t>
            </a:r>
            <a:endParaRPr/>
          </a:p>
          <a:p>
            <a:pPr indent="0" lvl="0" marL="0" rtl="0" algn="l">
              <a:spcBef>
                <a:spcPts val="124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bảy:</a:t>
            </a:r>
            <a:r>
              <a:rPr b="1" lang="en-US" sz="5400">
                <a:solidFill>
                  <a:srgbClr val="FF0000"/>
                </a:solidFill>
                <a:latin typeface="Times New Roman"/>
                <a:ea typeface="Times New Roman"/>
                <a:cs typeface="Times New Roman"/>
                <a:sym typeface="Times New Roman"/>
              </a:rPr>
              <a:t> </a:t>
            </a:r>
            <a:r>
              <a:rPr b="1" lang="en-US" sz="6200">
                <a:solidFill>
                  <a:schemeClr val="dk1"/>
                </a:solidFill>
                <a:latin typeface="Times New Roman"/>
                <a:ea typeface="Times New Roman"/>
                <a:cs typeface="Times New Roman"/>
                <a:sym typeface="Times New Roman"/>
              </a:rPr>
              <a:t>Chôn xác kẻ chết</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825"/>
              <a:buNone/>
            </a:pPr>
            <a:r>
              <a:t/>
            </a:r>
            <a:endParaRPr b="1" sz="825">
              <a:solidFill>
                <a:srgbClr val="FEFEFE"/>
              </a:solidFill>
              <a:latin typeface="Times New Roman"/>
              <a:ea typeface="Times New Roman"/>
              <a:cs typeface="Times New Roman"/>
              <a:sym typeface="Times New Roman"/>
            </a:endParaRPr>
          </a:p>
          <a:p>
            <a:pPr indent="0" lvl="0" marL="0" rtl="0" algn="just">
              <a:spcBef>
                <a:spcPts val="1080"/>
              </a:spcBef>
              <a:spcAft>
                <a:spcPts val="0"/>
              </a:spcAft>
              <a:buClr>
                <a:srgbClr val="FEFEFE"/>
              </a:buClr>
              <a:buSzPts val="5400"/>
              <a:buNone/>
            </a:pPr>
            <a:r>
              <a:rPr b="1" i="1" lang="en-US" sz="5400">
                <a:solidFill>
                  <a:srgbClr val="FEFEFE"/>
                </a:solidFill>
                <a:latin typeface="Times New Roman"/>
                <a:ea typeface="Times New Roman"/>
                <a:cs typeface="Times New Roman"/>
                <a:sym typeface="Times New Roman"/>
              </a:rPr>
              <a:t>	</a:t>
            </a:r>
            <a:r>
              <a:rPr b="1" i="1" lang="en-US" sz="5400">
                <a:solidFill>
                  <a:srgbClr val="FF0000"/>
                </a:solidFill>
                <a:latin typeface="Times New Roman"/>
                <a:ea typeface="Times New Roman"/>
                <a:cs typeface="Times New Roman"/>
                <a:sym typeface="Times New Roman"/>
              </a:rPr>
              <a:t>Thương linh hồn bảy mối:</a:t>
            </a:r>
            <a:endParaRPr b="1" i="1" sz="5400">
              <a:solidFill>
                <a:srgbClr val="FF0000"/>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Thứ nhất: </a:t>
            </a:r>
            <a:r>
              <a:rPr b="1" lang="en-US" sz="6600">
                <a:solidFill>
                  <a:schemeClr val="dk1"/>
                </a:solidFill>
                <a:latin typeface="Times New Roman"/>
                <a:ea typeface="Times New Roman"/>
                <a:cs typeface="Times New Roman"/>
                <a:sym typeface="Times New Roman"/>
              </a:rPr>
              <a:t>Lấy lời lành khuyên người</a:t>
            </a:r>
            <a:endParaRPr b="1" sz="6600">
              <a:solidFill>
                <a:srgbClr val="FEFEFE"/>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Thứ hai: </a:t>
            </a:r>
            <a:r>
              <a:rPr b="1" lang="en-US" sz="6600">
                <a:solidFill>
                  <a:schemeClr val="dk1"/>
                </a:solidFill>
                <a:latin typeface="Times New Roman"/>
                <a:ea typeface="Times New Roman"/>
                <a:cs typeface="Times New Roman"/>
                <a:sym typeface="Times New Roman"/>
              </a:rPr>
              <a:t>Mở dạy kẻ mê muội</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2400"/>
              <a:buNone/>
            </a:pPr>
            <a:r>
              <a:t/>
            </a:r>
            <a:endParaRPr b="1" sz="2400">
              <a:solidFill>
                <a:srgbClr val="FF0000"/>
              </a:solidFill>
              <a:latin typeface="Times New Roman"/>
              <a:ea typeface="Times New Roman"/>
              <a:cs typeface="Times New Roman"/>
              <a:sym typeface="Times New Roman"/>
            </a:endParaRPr>
          </a:p>
          <a:p>
            <a:pPr indent="0" lvl="0" marL="0" rtl="0" algn="just">
              <a:spcBef>
                <a:spcPts val="144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ba: </a:t>
            </a:r>
            <a:r>
              <a:rPr b="1" lang="en-US" sz="7200">
                <a:solidFill>
                  <a:schemeClr val="dk1"/>
                </a:solidFill>
                <a:latin typeface="Times New Roman"/>
                <a:ea typeface="Times New Roman"/>
                <a:cs typeface="Times New Roman"/>
                <a:sym typeface="Times New Roman"/>
              </a:rPr>
              <a:t>An ủi kẻ âu lo</a:t>
            </a:r>
            <a:endParaRPr b="1" sz="7200">
              <a:solidFill>
                <a:schemeClr val="dk1"/>
              </a:solidFill>
              <a:latin typeface="Times New Roman"/>
              <a:ea typeface="Times New Roman"/>
              <a:cs typeface="Times New Roman"/>
              <a:sym typeface="Times New Roman"/>
            </a:endParaRPr>
          </a:p>
          <a:p>
            <a:pPr indent="0" lvl="0" marL="0" rtl="0" algn="just">
              <a:spcBef>
                <a:spcPts val="1440"/>
              </a:spcBef>
              <a:spcAft>
                <a:spcPts val="0"/>
              </a:spcAft>
              <a:buClr>
                <a:srgbClr val="FF0000"/>
              </a:buClr>
              <a:buSzPts val="7200"/>
              <a:buNone/>
            </a:pPr>
            <a:br>
              <a:rPr b="1" lang="en-US" sz="7200">
                <a:solidFill>
                  <a:srgbClr val="FF0000"/>
                </a:solidFill>
                <a:latin typeface="Times New Roman"/>
                <a:ea typeface="Times New Roman"/>
                <a:cs typeface="Times New Roman"/>
                <a:sym typeface="Times New Roman"/>
              </a:rPr>
            </a:br>
            <a:r>
              <a:rPr b="1" lang="en-US" sz="7200">
                <a:solidFill>
                  <a:srgbClr val="FF0000"/>
                </a:solidFill>
                <a:latin typeface="Times New Roman"/>
                <a:ea typeface="Times New Roman"/>
                <a:cs typeface="Times New Roman"/>
                <a:sym typeface="Times New Roman"/>
              </a:rPr>
              <a:t>Thứ bốn: </a:t>
            </a:r>
            <a:r>
              <a:rPr b="1" lang="en-US" sz="7200">
                <a:solidFill>
                  <a:schemeClr val="dk1"/>
                </a:solidFill>
                <a:latin typeface="Times New Roman"/>
                <a:ea typeface="Times New Roman"/>
                <a:cs typeface="Times New Roman"/>
                <a:sym typeface="Times New Roman"/>
              </a:rPr>
              <a:t>Răn bảo kẻ có tội</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FF0000"/>
              </a:buClr>
              <a:buSzPts val="6200"/>
              <a:buNone/>
            </a:pPr>
            <a:r>
              <a:rPr b="1" lang="en-US" sz="6200">
                <a:solidFill>
                  <a:srgbClr val="FF0000"/>
                </a:solidFill>
                <a:latin typeface="Times New Roman"/>
                <a:ea typeface="Times New Roman"/>
                <a:cs typeface="Times New Roman"/>
                <a:sym typeface="Times New Roman"/>
              </a:rPr>
              <a:t>Thứ năm: </a:t>
            </a:r>
            <a:r>
              <a:rPr b="1" lang="en-US" sz="6200">
                <a:solidFill>
                  <a:schemeClr val="dk1"/>
                </a:solidFill>
                <a:latin typeface="Times New Roman"/>
                <a:ea typeface="Times New Roman"/>
                <a:cs typeface="Times New Roman"/>
                <a:sym typeface="Times New Roman"/>
              </a:rPr>
              <a:t>Tha kẻ dể ta</a:t>
            </a:r>
            <a:endParaRPr/>
          </a:p>
          <a:p>
            <a:pPr indent="0" lvl="0" marL="0" rtl="0" algn="just">
              <a:spcBef>
                <a:spcPts val="1240"/>
              </a:spcBef>
              <a:spcAft>
                <a:spcPts val="0"/>
              </a:spcAft>
              <a:buClr>
                <a:srgbClr val="FF0000"/>
              </a:buClr>
              <a:buSzPts val="6200"/>
              <a:buNone/>
            </a:pPr>
            <a:r>
              <a:rPr b="1" lang="en-US" sz="6200">
                <a:solidFill>
                  <a:srgbClr val="FF0000"/>
                </a:solidFill>
                <a:latin typeface="Times New Roman"/>
                <a:ea typeface="Times New Roman"/>
                <a:cs typeface="Times New Roman"/>
                <a:sym typeface="Times New Roman"/>
              </a:rPr>
              <a:t>Thứ sáu: </a:t>
            </a:r>
            <a:r>
              <a:rPr b="1" lang="en-US" sz="6200">
                <a:solidFill>
                  <a:schemeClr val="dk1"/>
                </a:solidFill>
                <a:latin typeface="Times New Roman"/>
                <a:ea typeface="Times New Roman"/>
                <a:cs typeface="Times New Roman"/>
                <a:sym typeface="Times New Roman"/>
              </a:rPr>
              <a:t>Nhịn kẻ mất lòng ta</a:t>
            </a:r>
            <a:endParaRPr/>
          </a:p>
          <a:p>
            <a:pPr indent="0" lvl="0" marL="0" rtl="0" algn="just">
              <a:spcBef>
                <a:spcPts val="1240"/>
              </a:spcBef>
              <a:spcAft>
                <a:spcPts val="0"/>
              </a:spcAft>
              <a:buClr>
                <a:srgbClr val="FF0000"/>
              </a:buClr>
              <a:buSzPts val="6200"/>
              <a:buNone/>
            </a:pPr>
            <a:r>
              <a:rPr b="1" lang="en-US" sz="6200">
                <a:solidFill>
                  <a:srgbClr val="FF0000"/>
                </a:solidFill>
                <a:latin typeface="Times New Roman"/>
                <a:ea typeface="Times New Roman"/>
                <a:cs typeface="Times New Roman"/>
                <a:sym typeface="Times New Roman"/>
              </a:rPr>
              <a:t>Thứ bảy: </a:t>
            </a:r>
            <a:r>
              <a:rPr b="1" lang="en-US" sz="6200">
                <a:solidFill>
                  <a:schemeClr val="dk1"/>
                </a:solidFill>
                <a:latin typeface="Times New Roman"/>
                <a:ea typeface="Times New Roman"/>
                <a:cs typeface="Times New Roman"/>
                <a:sym typeface="Times New Roman"/>
              </a:rPr>
              <a:t>Cầu cho kẻ sống và kẻ chết</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just">
              <a:spcBef>
                <a:spcPts val="0"/>
              </a:spcBef>
              <a:spcAft>
                <a:spcPts val="0"/>
              </a:spcAft>
              <a:buClr>
                <a:srgbClr val="FEFEFE"/>
              </a:buClr>
              <a:buSzPct val="100000"/>
              <a:buNone/>
            </a:pPr>
            <a:r>
              <a:rPr b="1" lang="en-US" sz="4950">
                <a:solidFill>
                  <a:srgbClr val="FEFEFE"/>
                </a:solidFill>
                <a:latin typeface="Times New Roman"/>
                <a:ea typeface="Times New Roman"/>
                <a:cs typeface="Times New Roman"/>
                <a:sym typeface="Times New Roman"/>
              </a:rPr>
              <a:t>	</a:t>
            </a:r>
            <a:r>
              <a:rPr b="1" lang="en-US" sz="4950">
                <a:solidFill>
                  <a:srgbClr val="FF0000"/>
                </a:solidFill>
                <a:latin typeface="Times New Roman"/>
                <a:ea typeface="Times New Roman"/>
                <a:cs typeface="Times New Roman"/>
                <a:sym typeface="Times New Roman"/>
              </a:rPr>
              <a:t>Cải tội bảy mối có bảy đức</a:t>
            </a:r>
            <a:endParaRPr/>
          </a:p>
          <a:p>
            <a:pPr indent="0" lvl="0" marL="0" rtl="0" algn="l">
              <a:spcBef>
                <a:spcPts val="1443"/>
              </a:spcBef>
              <a:spcAft>
                <a:spcPts val="0"/>
              </a:spcAft>
              <a:buClr>
                <a:srgbClr val="FF0000"/>
              </a:buClr>
              <a:buSzPct val="100000"/>
              <a:buNone/>
            </a:pPr>
            <a:r>
              <a:rPr b="1" lang="en-US" sz="7800">
                <a:solidFill>
                  <a:srgbClr val="FF0000"/>
                </a:solidFill>
                <a:latin typeface="Times New Roman"/>
                <a:ea typeface="Times New Roman"/>
                <a:cs typeface="Times New Roman"/>
                <a:sym typeface="Times New Roman"/>
              </a:rPr>
              <a:t>Thứ nhất: </a:t>
            </a:r>
            <a:r>
              <a:rPr b="1" lang="en-US" sz="7800">
                <a:solidFill>
                  <a:schemeClr val="dk1"/>
                </a:solidFill>
                <a:latin typeface="Times New Roman"/>
                <a:ea typeface="Times New Roman"/>
                <a:cs typeface="Times New Roman"/>
                <a:sym typeface="Times New Roman"/>
              </a:rPr>
              <a:t>Khiêm nhượng, chớ kiêu ngạo</a:t>
            </a:r>
            <a:endParaRPr/>
          </a:p>
          <a:p>
            <a:pPr indent="0" lvl="0" marL="0" rtl="0" algn="l">
              <a:spcBef>
                <a:spcPts val="1443"/>
              </a:spcBef>
              <a:spcAft>
                <a:spcPts val="0"/>
              </a:spcAft>
              <a:buClr>
                <a:srgbClr val="FF0000"/>
              </a:buClr>
              <a:buSzPct val="100000"/>
              <a:buNone/>
            </a:pPr>
            <a:r>
              <a:rPr b="1" lang="en-US" sz="7800">
                <a:solidFill>
                  <a:srgbClr val="FF0000"/>
                </a:solidFill>
                <a:latin typeface="Times New Roman"/>
                <a:ea typeface="Times New Roman"/>
                <a:cs typeface="Times New Roman"/>
                <a:sym typeface="Times New Roman"/>
              </a:rPr>
              <a:t>Thứ hai: </a:t>
            </a:r>
            <a:r>
              <a:rPr b="1" lang="en-US" sz="7800">
                <a:solidFill>
                  <a:schemeClr val="dk1"/>
                </a:solidFill>
                <a:latin typeface="Times New Roman"/>
                <a:ea typeface="Times New Roman"/>
                <a:cs typeface="Times New Roman"/>
                <a:sym typeface="Times New Roman"/>
              </a:rPr>
              <a:t>Rộng rãi, chớ hà tiện</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20000"/>
          </a:bodyPr>
          <a:lstStyle/>
          <a:p>
            <a:pPr indent="0" lvl="0" marL="0" rtl="0" algn="just">
              <a:spcBef>
                <a:spcPts val="0"/>
              </a:spcBef>
              <a:spcAft>
                <a:spcPts val="0"/>
              </a:spcAft>
              <a:buClr>
                <a:srgbClr val="FF0000"/>
              </a:buClr>
              <a:buSzPct val="100000"/>
              <a:buNone/>
            </a:pPr>
            <a:r>
              <a:rPr b="1" lang="en-US" sz="7000">
                <a:solidFill>
                  <a:srgbClr val="FF0000"/>
                </a:solidFill>
                <a:latin typeface="Times New Roman"/>
                <a:ea typeface="Times New Roman"/>
                <a:cs typeface="Times New Roman"/>
                <a:sym typeface="Times New Roman"/>
              </a:rPr>
              <a:t>Thứ ba: </a:t>
            </a:r>
            <a:r>
              <a:rPr b="1" lang="en-US" sz="7000">
                <a:solidFill>
                  <a:schemeClr val="dk1"/>
                </a:solidFill>
                <a:latin typeface="Times New Roman"/>
                <a:ea typeface="Times New Roman"/>
                <a:cs typeface="Times New Roman"/>
                <a:sym typeface="Times New Roman"/>
              </a:rPr>
              <a:t>Giữ mình sạch sẽ, chớ mê dâm dục</a:t>
            </a:r>
            <a:endParaRPr b="1" sz="7000">
              <a:solidFill>
                <a:schemeClr val="dk1"/>
              </a:solidFill>
              <a:latin typeface="Times New Roman"/>
              <a:ea typeface="Times New Roman"/>
              <a:cs typeface="Times New Roman"/>
              <a:sym typeface="Times New Roman"/>
            </a:endParaRPr>
          </a:p>
          <a:p>
            <a:pPr indent="0" lvl="0" marL="0" rtl="0" algn="just">
              <a:spcBef>
                <a:spcPts val="1295"/>
              </a:spcBef>
              <a:spcAft>
                <a:spcPts val="0"/>
              </a:spcAft>
              <a:buClr>
                <a:srgbClr val="FF0000"/>
              </a:buClr>
              <a:buSzPct val="100000"/>
              <a:buNone/>
            </a:pPr>
            <a:r>
              <a:rPr b="1" lang="en-US" sz="7000">
                <a:solidFill>
                  <a:srgbClr val="FF0000"/>
                </a:solidFill>
                <a:latin typeface="Times New Roman"/>
                <a:ea typeface="Times New Roman"/>
                <a:cs typeface="Times New Roman"/>
                <a:sym typeface="Times New Roman"/>
              </a:rPr>
              <a:t>Thứ bốn: </a:t>
            </a:r>
            <a:r>
              <a:rPr b="1" lang="en-US" sz="7000">
                <a:solidFill>
                  <a:schemeClr val="dk1"/>
                </a:solidFill>
                <a:latin typeface="Times New Roman"/>
                <a:ea typeface="Times New Roman"/>
                <a:cs typeface="Times New Roman"/>
                <a:sym typeface="Times New Roman"/>
              </a:rPr>
              <a:t>Hay nhịn, Chớ hờn giận</a:t>
            </a:r>
            <a:endParaRPr b="1" sz="7000">
              <a:solidFill>
                <a:schemeClr val="dk1"/>
              </a:solidFill>
              <a:latin typeface="Times New Roman"/>
              <a:ea typeface="Times New Roman"/>
              <a:cs typeface="Times New Roman"/>
              <a:sym typeface="Times New Roman"/>
            </a:endParaRPr>
          </a:p>
          <a:p>
            <a:pPr indent="0" lvl="0" marL="0" rtl="0" algn="just">
              <a:spcBef>
                <a:spcPts val="1202"/>
              </a:spcBef>
              <a:spcAft>
                <a:spcPts val="0"/>
              </a:spcAft>
              <a:buClr>
                <a:srgbClr val="FF0000"/>
              </a:buClr>
              <a:buSzPct val="100000"/>
              <a:buNone/>
            </a:pPr>
            <a:r>
              <a:rPr b="1" lang="en-US" sz="6500">
                <a:solidFill>
                  <a:srgbClr val="FF0000"/>
                </a:solidFill>
                <a:latin typeface="Times New Roman"/>
                <a:ea typeface="Times New Roman"/>
                <a:cs typeface="Times New Roman"/>
                <a:sym typeface="Times New Roman"/>
              </a:rPr>
              <a:t>Thứ năm: </a:t>
            </a:r>
            <a:r>
              <a:rPr b="1" lang="en-US" sz="6500">
                <a:solidFill>
                  <a:schemeClr val="dk1"/>
                </a:solidFill>
                <a:latin typeface="Times New Roman"/>
                <a:ea typeface="Times New Roman"/>
                <a:cs typeface="Times New Roman"/>
                <a:sym typeface="Times New Roman"/>
              </a:rPr>
              <a:t>Kiêng bớt, chớ mê ăn uống</a:t>
            </a:r>
            <a:endParaRPr/>
          </a:p>
          <a:p>
            <a:pPr indent="0" lvl="0" marL="0" rtl="0" algn="ctr">
              <a:spcBef>
                <a:spcPts val="250"/>
              </a:spcBef>
              <a:spcAft>
                <a:spcPts val="0"/>
              </a:spcAft>
              <a:buClr>
                <a:srgbClr val="888888"/>
              </a:buClr>
              <a:buSzPct val="100000"/>
              <a:buNone/>
            </a:pPr>
            <a:r>
              <a:t/>
            </a:r>
            <a:endParaRPr b="1" sz="1350">
              <a:solidFill>
                <a:schemeClr val="dk1"/>
              </a:solidFill>
              <a:latin typeface="Times New Roman"/>
              <a:ea typeface="Times New Roman"/>
              <a:cs typeface="Times New Roman"/>
              <a:sym typeface="Times New Roman"/>
            </a:endParaRPr>
          </a:p>
          <a:p>
            <a:pPr indent="0" lvl="0" marL="0" rtl="0" algn="ctr">
              <a:spcBef>
                <a:spcPts val="250"/>
              </a:spcBef>
              <a:spcAft>
                <a:spcPts val="0"/>
              </a:spcAft>
              <a:buClr>
                <a:srgbClr val="888888"/>
              </a:buClr>
              <a:buSzPct val="100000"/>
              <a:buNone/>
            </a:pPr>
            <a:r>
              <a:t/>
            </a:r>
            <a:endParaRPr b="1" sz="1350">
              <a:solidFill>
                <a:schemeClr val="dk1"/>
              </a:solidFill>
              <a:latin typeface="Times New Roman"/>
              <a:ea typeface="Times New Roman"/>
              <a:cs typeface="Times New Roman"/>
              <a:sym typeface="Times New Roman"/>
            </a:endParaRPr>
          </a:p>
          <a:p>
            <a:pPr indent="0" lvl="0" marL="0" rtl="0" algn="ctr">
              <a:spcBef>
                <a:spcPts val="236"/>
              </a:spcBef>
              <a:spcAft>
                <a:spcPts val="0"/>
              </a:spcAft>
              <a:buClr>
                <a:srgbClr val="888888"/>
              </a:buClr>
              <a:buSzPct val="100000"/>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7000"/>
              <a:buNone/>
            </a:pPr>
            <a:r>
              <a:rPr b="1" lang="en-US" sz="7000">
                <a:solidFill>
                  <a:srgbClr val="FF0000"/>
                </a:solidFill>
                <a:latin typeface="Times New Roman"/>
                <a:ea typeface="Times New Roman"/>
                <a:cs typeface="Times New Roman"/>
                <a:sym typeface="Times New Roman"/>
              </a:rPr>
              <a:t>Thứ sáu: </a:t>
            </a:r>
            <a:r>
              <a:rPr b="1" lang="en-US" sz="7000">
                <a:solidFill>
                  <a:schemeClr val="dk1"/>
                </a:solidFill>
                <a:latin typeface="Times New Roman"/>
                <a:ea typeface="Times New Roman"/>
                <a:cs typeface="Times New Roman"/>
                <a:sym typeface="Times New Roman"/>
              </a:rPr>
              <a:t>Yêu người, chớ ghen ghét</a:t>
            </a:r>
            <a:endParaRPr/>
          </a:p>
          <a:p>
            <a:pPr indent="0" lvl="0" marL="0" rtl="0" algn="just">
              <a:spcBef>
                <a:spcPts val="1400"/>
              </a:spcBef>
              <a:spcAft>
                <a:spcPts val="0"/>
              </a:spcAft>
              <a:buClr>
                <a:srgbClr val="FF0000"/>
              </a:buClr>
              <a:buSzPts val="7000"/>
              <a:buNone/>
            </a:pPr>
            <a:r>
              <a:rPr b="1" lang="en-US" sz="7000">
                <a:solidFill>
                  <a:srgbClr val="FF0000"/>
                </a:solidFill>
                <a:latin typeface="Times New Roman"/>
                <a:ea typeface="Times New Roman"/>
                <a:cs typeface="Times New Roman"/>
                <a:sym typeface="Times New Roman"/>
              </a:rPr>
              <a:t>Thứ bảy: </a:t>
            </a:r>
            <a:r>
              <a:rPr b="1" lang="en-US" sz="7000">
                <a:solidFill>
                  <a:schemeClr val="dk1"/>
                </a:solidFill>
                <a:latin typeface="Times New Roman"/>
                <a:ea typeface="Times New Roman"/>
                <a:cs typeface="Times New Roman"/>
                <a:sym typeface="Times New Roman"/>
              </a:rPr>
              <a:t>Siêng năng việc Đức Chúa Trời, chớ làm biếng</a:t>
            </a:r>
            <a:endParaRPr/>
          </a:p>
          <a:p>
            <a:pPr indent="0" lvl="0" marL="0" rtl="0" algn="ctr">
              <a:spcBef>
                <a:spcPts val="255"/>
              </a:spcBef>
              <a:spcAft>
                <a:spcPts val="0"/>
              </a:spcAft>
              <a:buClr>
                <a:srgbClr val="888888"/>
              </a:buClr>
              <a:buSzPts val="1275"/>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EFEFE"/>
              </a:buClr>
              <a:buSzPts val="4950"/>
              <a:buNone/>
            </a:pPr>
            <a:r>
              <a:rPr b="1" lang="en-US" sz="4950">
                <a:solidFill>
                  <a:srgbClr val="FEFEFE"/>
                </a:solidFill>
                <a:latin typeface="Times New Roman"/>
                <a:ea typeface="Times New Roman"/>
                <a:cs typeface="Times New Roman"/>
                <a:sym typeface="Times New Roman"/>
              </a:rPr>
              <a:t>		</a:t>
            </a:r>
            <a:r>
              <a:rPr b="1" lang="en-US" sz="5400">
                <a:solidFill>
                  <a:srgbClr val="FF0000"/>
                </a:solidFill>
                <a:latin typeface="Times New Roman"/>
                <a:ea typeface="Times New Roman"/>
                <a:cs typeface="Times New Roman"/>
                <a:sym typeface="Times New Roman"/>
              </a:rPr>
              <a:t>Phước Thật Tám Mối</a:t>
            </a:r>
            <a:endParaRPr b="1">
              <a:solidFill>
                <a:srgbClr val="FF0000"/>
              </a:solidFill>
              <a:latin typeface="Times New Roman"/>
              <a:ea typeface="Times New Roman"/>
              <a:cs typeface="Times New Roman"/>
              <a:sym typeface="Times New Roman"/>
            </a:endParaRPr>
          </a:p>
          <a:p>
            <a:pPr indent="0" lvl="0" marL="0" rtl="0" algn="just">
              <a:spcBef>
                <a:spcPts val="120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nhất:</a:t>
            </a:r>
            <a:r>
              <a:rPr b="1" lang="en-US" sz="6000">
                <a:solidFill>
                  <a:srgbClr val="FEFEFE"/>
                </a:solidFill>
                <a:latin typeface="Times New Roman"/>
                <a:ea typeface="Times New Roman"/>
                <a:cs typeface="Times New Roman"/>
                <a:sym typeface="Times New Roman"/>
              </a:rPr>
              <a:t>	</a:t>
            </a:r>
            <a:r>
              <a:rPr b="1" lang="en-US" sz="6000">
                <a:solidFill>
                  <a:schemeClr val="dk1"/>
                </a:solidFill>
                <a:latin typeface="Times New Roman"/>
                <a:ea typeface="Times New Roman"/>
                <a:cs typeface="Times New Roman"/>
                <a:sym typeface="Times New Roman"/>
              </a:rPr>
              <a:t>Ai có lòng khó khăn, ấy là phúc thật, vì chưng nước Đức Chúa Trời là của mình vậy.</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hai:</a:t>
            </a:r>
            <a:r>
              <a:rPr b="1" lang="en-US" sz="7200">
                <a:solidFill>
                  <a:schemeClr val="dk1"/>
                </a:solidFill>
                <a:latin typeface="Times New Roman"/>
                <a:ea typeface="Times New Roman"/>
                <a:cs typeface="Times New Roman"/>
                <a:sym typeface="Times New Roman"/>
              </a:rPr>
              <a:t> Ai hiền lành, ấy là phúc thật, vì chưng sẽ được đất Đức Chúa Trời làm của mình vậy.</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8000"/>
              <a:buNone/>
            </a:pPr>
            <a:r>
              <a:rPr b="1" lang="en-US" sz="8000">
                <a:solidFill>
                  <a:srgbClr val="FF0000"/>
                </a:solidFill>
                <a:latin typeface="Times New Roman"/>
                <a:ea typeface="Times New Roman"/>
                <a:cs typeface="Times New Roman"/>
                <a:sym typeface="Times New Roman"/>
              </a:rPr>
              <a:t>Thứ ba:</a:t>
            </a:r>
            <a:r>
              <a:rPr b="1" lang="en-US" sz="8000">
                <a:solidFill>
                  <a:srgbClr val="FFC000"/>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Ai khóc lóc, ấy là phúc thật, vì chưng sẽ được yên ủi vậy.</a:t>
            </a:r>
            <a:endParaRPr sz="1800">
              <a:solidFill>
                <a:srgbClr val="FFC000"/>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bốn:</a:t>
            </a:r>
            <a:r>
              <a:rPr b="1" lang="en-US" sz="7200">
                <a:solidFill>
                  <a:srgbClr val="FFC000"/>
                </a:solidFill>
                <a:latin typeface="Times New Roman"/>
                <a:ea typeface="Times New Roman"/>
                <a:cs typeface="Times New Roman"/>
                <a:sym typeface="Times New Roman"/>
              </a:rPr>
              <a:t>	</a:t>
            </a:r>
            <a:r>
              <a:rPr b="1" lang="en-US" sz="7200">
                <a:solidFill>
                  <a:schemeClr val="dk1"/>
                </a:solidFill>
                <a:latin typeface="Times New Roman"/>
                <a:ea typeface="Times New Roman"/>
                <a:cs typeface="Times New Roman"/>
                <a:sym typeface="Times New Roman"/>
              </a:rPr>
              <a:t>Ai khao khát nhân đức trọn lành, ấy là phúc thật, vì chưng sẽ được no đủ vậy.</a:t>
            </a:r>
            <a:endParaRPr sz="1600">
              <a:solidFill>
                <a:srgbClr val="FFC000"/>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a:bodyPr>
          <a:lstStyle/>
          <a:p>
            <a:pPr indent="0" lvl="0" marL="0" rtl="0" algn="just">
              <a:spcBef>
                <a:spcPts val="0"/>
              </a:spcBef>
              <a:spcAft>
                <a:spcPts val="0"/>
              </a:spcAft>
              <a:buClr>
                <a:srgbClr val="FF0000"/>
              </a:buClr>
              <a:buSzPct val="100000"/>
              <a:buNone/>
            </a:pPr>
            <a:r>
              <a:rPr b="1" lang="en-US" sz="8000">
                <a:solidFill>
                  <a:srgbClr val="FF0000"/>
                </a:solidFill>
                <a:latin typeface="Times New Roman"/>
                <a:ea typeface="Times New Roman"/>
                <a:cs typeface="Times New Roman"/>
                <a:sym typeface="Times New Roman"/>
              </a:rPr>
              <a:t>Thứ năm:</a:t>
            </a:r>
            <a:r>
              <a:rPr b="1" lang="en-US" sz="8000">
                <a:solidFill>
                  <a:srgbClr val="FFC000"/>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Ai thương xót người, ấy là phúc thật, vì chưng mình sẽ được thương xót vậy.</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sáu:</a:t>
            </a:r>
            <a:r>
              <a:rPr b="1" lang="en-US" sz="7200">
                <a:solidFill>
                  <a:srgbClr val="FFC000"/>
                </a:solidFill>
                <a:latin typeface="Times New Roman"/>
                <a:ea typeface="Times New Roman"/>
                <a:cs typeface="Times New Roman"/>
                <a:sym typeface="Times New Roman"/>
              </a:rPr>
              <a:t>	</a:t>
            </a:r>
            <a:r>
              <a:rPr b="1" lang="en-US" sz="7200">
                <a:solidFill>
                  <a:schemeClr val="dk1"/>
                </a:solidFill>
                <a:latin typeface="Times New Roman"/>
                <a:ea typeface="Times New Roman"/>
                <a:cs typeface="Times New Roman"/>
                <a:sym typeface="Times New Roman"/>
              </a:rPr>
              <a:t>Ai giữ lòng sạch sẽ, ấy là phúc thật, vì chưng sẽ được thấy mặt Đức Chúa Trời vậy.</a:t>
            </a:r>
            <a:endParaRPr/>
          </a:p>
          <a:p>
            <a:pPr indent="0" lvl="0" marL="0" rtl="0" algn="ctr">
              <a:spcBef>
                <a:spcPts val="255"/>
              </a:spcBef>
              <a:spcAft>
                <a:spcPts val="0"/>
              </a:spcAft>
              <a:buClr>
                <a:srgbClr val="888888"/>
              </a:buClr>
              <a:buSzPts val="1275"/>
              <a:buNone/>
            </a:pPr>
            <a:r>
              <a:t/>
            </a:r>
            <a:endParaRPr sz="1275">
              <a:solidFill>
                <a:srgbClr val="FFC000"/>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Thứ bảy:</a:t>
            </a:r>
            <a:r>
              <a:rPr b="1" lang="en-US" sz="6600">
                <a:solidFill>
                  <a:schemeClr val="dk1"/>
                </a:solidFill>
                <a:latin typeface="Times New Roman"/>
                <a:ea typeface="Times New Roman"/>
                <a:cs typeface="Times New Roman"/>
                <a:sym typeface="Times New Roman"/>
              </a:rPr>
              <a:t>	Ai làm cho người hòa thuận, ấy là phúc thật, vì chưng sẽ được gọi là con Đức Chúa Trời vậy.</a:t>
            </a:r>
            <a:endParaRPr/>
          </a:p>
          <a:p>
            <a:pPr indent="0" lvl="0" marL="0" rtl="0" algn="ctr">
              <a:spcBef>
                <a:spcPts val="280"/>
              </a:spcBef>
              <a:spcAft>
                <a:spcPts val="0"/>
              </a:spcAft>
              <a:buClr>
                <a:srgbClr val="888888"/>
              </a:buClr>
              <a:buSzPts val="1400"/>
              <a:buNone/>
            </a:pPr>
            <a:r>
              <a:t/>
            </a:r>
            <a:endParaRPr sz="1400">
              <a:solidFill>
                <a:srgbClr val="FFC000"/>
              </a:solidFill>
              <a:latin typeface="Times New Roman"/>
              <a:ea typeface="Times New Roman"/>
              <a:cs typeface="Times New Roman"/>
              <a:sym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Thứ tám:</a:t>
            </a:r>
            <a:r>
              <a:rPr b="1" lang="en-US" sz="6600">
                <a:solidFill>
                  <a:srgbClr val="FFC000"/>
                </a:solidFill>
                <a:latin typeface="Times New Roman"/>
                <a:ea typeface="Times New Roman"/>
                <a:cs typeface="Times New Roman"/>
                <a:sym typeface="Times New Roman"/>
              </a:rPr>
              <a:t>	</a:t>
            </a:r>
            <a:r>
              <a:rPr b="1" lang="en-US" sz="6600">
                <a:solidFill>
                  <a:schemeClr val="dk1"/>
                </a:solidFill>
                <a:latin typeface="Times New Roman"/>
                <a:ea typeface="Times New Roman"/>
                <a:cs typeface="Times New Roman"/>
                <a:sym typeface="Times New Roman"/>
              </a:rPr>
              <a:t>Ai chịu khốn nạn vì đạo ngay, ấy là phúc thật, vì chưng nước Đức Chúa Trời là của mình vậy.</a:t>
            </a:r>
            <a:endParaRPr/>
          </a:p>
          <a:p>
            <a:pPr indent="0" lvl="0" marL="0" rtl="0" algn="ctr">
              <a:spcBef>
                <a:spcPts val="280"/>
              </a:spcBef>
              <a:spcAft>
                <a:spcPts val="0"/>
              </a:spcAft>
              <a:buClr>
                <a:srgbClr val="888888"/>
              </a:buClr>
              <a:buSzPts val="1400"/>
              <a:buNone/>
            </a:pPr>
            <a:r>
              <a:t/>
            </a:r>
            <a:endParaRPr sz="1400">
              <a:solidFill>
                <a:srgbClr val="FFC000"/>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500">
                <a:solidFill>
                  <a:srgbClr val="FF0000"/>
                </a:solidFill>
                <a:latin typeface="Times New Roman"/>
                <a:ea typeface="Times New Roman"/>
                <a:cs typeface="Times New Roman"/>
                <a:sym typeface="Times New Roman"/>
              </a:rPr>
              <a:t>KINH NĂM THÁNH 2025</a:t>
            </a:r>
            <a:endParaRPr b="1" sz="1650">
              <a:solidFill>
                <a:srgbClr val="FFC000"/>
              </a:solidFill>
              <a:latin typeface="Times New Roman"/>
              <a:ea typeface="Times New Roman"/>
              <a:cs typeface="Times New Roman"/>
              <a:sym typeface="Times New Roman"/>
            </a:endParaRPr>
          </a:p>
          <a:p>
            <a:pPr indent="0" lvl="0" marL="0" rtl="0" algn="l">
              <a:spcBef>
                <a:spcPts val="1406"/>
              </a:spcBef>
              <a:spcAft>
                <a:spcPts val="0"/>
              </a:spcAft>
              <a:buClr>
                <a:schemeClr val="dk1"/>
              </a:buClr>
              <a:buSzPct val="100000"/>
              <a:buNone/>
            </a:pPr>
            <a:r>
              <a:rPr b="1" lang="en-US" sz="7600">
                <a:solidFill>
                  <a:schemeClr val="dk1"/>
                </a:solidFill>
                <a:latin typeface="Times New Roman"/>
                <a:ea typeface="Times New Roman"/>
                <a:cs typeface="Times New Roman"/>
                <a:sym typeface="Times New Roman"/>
              </a:rPr>
              <a:t>Lạy Cha trên trời, Xin cho ơn đức tin mà Cha ban tặng chúng con/ trong Chúa Giêsu Kitô,</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Con Cha và Anh của chúng con, cùng ngọn lửa đức ái được thắp lên trong tâm hồn chúng con/</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000"/>
              <a:buNone/>
            </a:pPr>
            <a:r>
              <a:rPr b="1" lang="en-US" sz="7000">
                <a:solidFill>
                  <a:schemeClr val="dk1"/>
                </a:solidFill>
                <a:latin typeface="Times New Roman"/>
                <a:ea typeface="Times New Roman"/>
                <a:cs typeface="Times New Roman"/>
                <a:sym typeface="Times New Roman"/>
              </a:rPr>
              <a:t>bởi Chúa Thánh Thần, khơi dậy trong chúng con/ niềm hy vọng hồng phúc hướng về Nước Cha trị đến.</a:t>
            </a:r>
            <a:endParaRPr b="1" sz="7000">
              <a:solidFill>
                <a:schemeClr val="dk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Xin ân sủng Cha biến đổi chúng con/ thành những người miệt mài vun trồng hạt giống Tin Mừng.</a:t>
            </a:r>
            <a:endParaRPr b="1" sz="6800">
              <a:solidFill>
                <a:schemeClr val="dk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246742"/>
            <a:ext cx="9144000" cy="4896757"/>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300"/>
              <a:buNone/>
            </a:pPr>
            <a:r>
              <a:rPr b="1" lang="en-US" sz="7300">
                <a:solidFill>
                  <a:schemeClr val="dk1"/>
                </a:solidFill>
                <a:latin typeface="Times New Roman"/>
                <a:ea typeface="Times New Roman"/>
                <a:cs typeface="Times New Roman"/>
                <a:sym typeface="Times New Roman"/>
              </a:rPr>
              <a:t>Ước gì những hạt giống ấy/ biến đổi từ bên trong nhân loại và toàn thể vũ trụ này,</a:t>
            </a:r>
            <a:endParaRPr b="1" sz="7300">
              <a:solidFill>
                <a:schemeClr val="dk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trong khi vững lòng mong đợi trời mới đất mới, lúc mà quyền lực Sự Dữ sẽ bị đánh bại,</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11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và vinh quang Cha sẽ chiếu sáng muôn đời. Xin cho ân sủng của Năm Thánh này/ khơi dậy trong chúng con,</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11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là </a:t>
            </a:r>
            <a:r>
              <a:rPr b="1" lang="en-US" sz="7500">
                <a:solidFill>
                  <a:srgbClr val="FF0000"/>
                </a:solidFill>
                <a:latin typeface="Times New Roman"/>
                <a:ea typeface="Times New Roman"/>
                <a:cs typeface="Times New Roman"/>
                <a:sym typeface="Times New Roman"/>
              </a:rPr>
              <a:t>Những Người Lữ Hành Hy Vọng</a:t>
            </a:r>
            <a:r>
              <a:rPr b="1" lang="en-US" sz="7500">
                <a:solidFill>
                  <a:schemeClr val="dk1"/>
                </a:solidFill>
                <a:latin typeface="Times New Roman"/>
                <a:ea typeface="Times New Roman"/>
                <a:cs typeface="Times New Roman"/>
                <a:sym typeface="Times New Roman"/>
              </a:rPr>
              <a:t>, niềm khao khát kho tàng ở trên trời.</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11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Đồng thời cũng làm lan tỏa trên khắp thế giới/ niềm vui và sự bình an của Đấng Cứu Chuộc chúng con.</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11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Xin tôn vinh và ngợi khen Cha là Thiên Chúa chúng con, Cha đáng chúc tụng mãi muôn đời. </a:t>
            </a:r>
            <a:r>
              <a:rPr b="1" i="1" lang="en-US" sz="6600">
                <a:solidFill>
                  <a:srgbClr val="FF0000"/>
                </a:solidFill>
                <a:latin typeface="Times New Roman"/>
                <a:ea typeface="Times New Roman"/>
                <a:cs typeface="Times New Roman"/>
                <a:sym typeface="Times New Roman"/>
              </a:rPr>
              <a:t>Amen</a:t>
            </a:r>
            <a:r>
              <a:rPr b="1" i="1" lang="en-US" sz="66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pic>
        <p:nvPicPr>
          <p:cNvPr descr="Có thể là hình ảnh về 2 người và văn bản cho biết 'NĂM C CHÚA NHẬT XI THƯỜNG NIÊN Dụ ngôn S NGƯỜI PHÚ HỘ LADARÔ NGHÈO KHỔ &quot;Hỗi con, suốt đời con, con được toãn șự lành, còn Ladarô gặp toàn sự khỗn khổ. Vậy bây giỡ Ladaro được an ủi ở chồn nãy, còn con thì chịu khỗn khổ.&quot; (Lc 16, 19-31)'" id="673" name="Google Shape;673;p118"/>
          <p:cNvPicPr preferRelativeResize="0"/>
          <p:nvPr/>
        </p:nvPicPr>
        <p:blipFill rotWithShape="1">
          <a:blip r:embed="rId3">
            <a:alphaModFix/>
          </a:blip>
          <a:srcRect b="0" l="0" r="0" t="0"/>
          <a:stretch/>
        </p:blipFill>
        <p:spPr>
          <a:xfrm>
            <a:off x="0" y="-2921"/>
            <a:ext cx="9144000" cy="5146421"/>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119"/>
          <p:cNvSpPr txBox="1"/>
          <p:nvPr>
            <p:ph type="ctrTitle"/>
          </p:nvPr>
        </p:nvSpPr>
        <p:spPr>
          <a:xfrm>
            <a:off x="0" y="0"/>
            <a:ext cx="9144000" cy="5143500"/>
          </a:xfrm>
          <a:prstGeom prst="rect">
            <a:avLst/>
          </a:prstGeom>
          <a:no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NHỮNG KẺ</a:t>
            </a:r>
            <a:br>
              <a:rPr b="1" lang="en-US" sz="6700">
                <a:solidFill>
                  <a:srgbClr val="FF0000"/>
                </a:solidFill>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TÌM CHÚA </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(Ngọc Báu)</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12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New Roman"/>
              <a:buNone/>
            </a:pPr>
            <a:r>
              <a:rPr b="1" lang="en-US" sz="8000">
                <a:solidFill>
                  <a:srgbClr val="FF0000"/>
                </a:solidFill>
                <a:latin typeface="Times New Roman"/>
                <a:ea typeface="Times New Roman"/>
                <a:cs typeface="Times New Roman"/>
                <a:sym typeface="Times New Roman"/>
              </a:rPr>
              <a:t>ĐK: </a:t>
            </a:r>
            <a:r>
              <a:rPr b="1" lang="en-US" sz="8000">
                <a:latin typeface="Times New Roman"/>
                <a:ea typeface="Times New Roman"/>
                <a:cs typeface="Times New Roman"/>
                <a:sym typeface="Times New Roman"/>
              </a:rPr>
              <a:t>Đi đi mau ta về nhà Chúa, Chúa Cha toàn năng.</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12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Đi đi mau ta về nhà Chúa thánh cung huy hoàng.</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12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Muôn chư dân đi tìm nhan Chúa vui trong bình an.</a:t>
            </a:r>
            <a:endParaRPr b="1" sz="8800">
              <a:latin typeface="Times"/>
              <a:ea typeface="Times"/>
              <a:cs typeface="Times"/>
              <a:sym typeface="Times"/>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12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Dâng Giavê tâm tình dân Chúa sống nơi gian trần.</a:t>
            </a:r>
            <a:endParaRPr b="1" sz="8800">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12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800"/>
              <a:buFont typeface="Times New Roman"/>
              <a:buNone/>
            </a:pPr>
            <a:r>
              <a:rPr b="1" lang="en-US" sz="8800">
                <a:solidFill>
                  <a:srgbClr val="FF0000"/>
                </a:solidFill>
                <a:latin typeface="Times New Roman"/>
                <a:ea typeface="Times New Roman"/>
                <a:cs typeface="Times New Roman"/>
                <a:sym typeface="Times New Roman"/>
              </a:rPr>
              <a:t>1. </a:t>
            </a:r>
            <a:r>
              <a:rPr b="1" lang="en-US" sz="8800">
                <a:latin typeface="Times New Roman"/>
                <a:ea typeface="Times New Roman"/>
                <a:cs typeface="Times New Roman"/>
                <a:sym typeface="Times New Roman"/>
              </a:rPr>
              <a:t>Lạy Chúa hãy dạy con biết mến yêu. Vui sống trong tình Chúa</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12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khoan nhân dịu hiền. Ai khát khao bơ vơ khốn khó </a:t>
            </a:r>
            <a:br>
              <a:rPr b="1" lang="en-US" sz="8800">
                <a:latin typeface="Times"/>
                <a:ea typeface="Times"/>
                <a:cs typeface="Times"/>
                <a:sym typeface="Times"/>
              </a:rPr>
            </a:br>
            <a:r>
              <a:rPr b="1" lang="en-US" sz="8800">
                <a:latin typeface="Times"/>
                <a:ea typeface="Times"/>
                <a:cs typeface="Times"/>
                <a:sym typeface="Times"/>
              </a:rPr>
              <a:t>đã nhiều,</a:t>
            </a:r>
            <a:endParaRPr b="1" sz="8800">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12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con khấn nguyện thi hành lời Chúa sớm chiều.</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12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New Roman"/>
              <a:buNone/>
            </a:pPr>
            <a:r>
              <a:rPr b="1" lang="en-US" sz="8000">
                <a:solidFill>
                  <a:srgbClr val="FF0000"/>
                </a:solidFill>
                <a:latin typeface="Times New Roman"/>
                <a:ea typeface="Times New Roman"/>
                <a:cs typeface="Times New Roman"/>
                <a:sym typeface="Times New Roman"/>
              </a:rPr>
              <a:t>ĐK: </a:t>
            </a:r>
            <a:r>
              <a:rPr b="1" lang="en-US" sz="8000">
                <a:latin typeface="Times New Roman"/>
                <a:ea typeface="Times New Roman"/>
                <a:cs typeface="Times New Roman"/>
                <a:sym typeface="Times New Roman"/>
              </a:rPr>
              <a:t>Đi đi mau ta về nhà Chúa, Chúa Cha toàn năng.</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12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Đi đi mau ta về nhà Chúa thánh cung huy hoàng.</a:t>
            </a:r>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12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Muôn chư dân đi tìm nhan Chúa vui trong bình an.</a:t>
            </a:r>
            <a:endParaRPr b="1" sz="8800">
              <a:latin typeface="Times"/>
              <a:ea typeface="Times"/>
              <a:cs typeface="Times"/>
              <a:sym typeface="Times"/>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13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Dâng Giavê tâm tình dân Chúa sống nơi gian trần.</a:t>
            </a:r>
            <a:endParaRPr b="1" sz="8800">
              <a:latin typeface="Times"/>
              <a:ea typeface="Times"/>
              <a:cs typeface="Times"/>
              <a:sym typeface="Times"/>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13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New Roman"/>
              <a:buNone/>
            </a:pPr>
            <a:r>
              <a:rPr b="1" lang="en-US" sz="8000">
                <a:solidFill>
                  <a:srgbClr val="FF0000"/>
                </a:solidFill>
                <a:latin typeface="Times New Roman"/>
                <a:ea typeface="Times New Roman"/>
                <a:cs typeface="Times New Roman"/>
                <a:sym typeface="Times New Roman"/>
              </a:rPr>
              <a:t>2. </a:t>
            </a:r>
            <a:r>
              <a:rPr b="1" lang="en-US" sz="8000">
                <a:latin typeface="Times New Roman"/>
                <a:ea typeface="Times New Roman"/>
                <a:cs typeface="Times New Roman"/>
                <a:sym typeface="Times New Roman"/>
              </a:rPr>
              <a:t>Lạy Chúa, suốt đời con yêu Chúa luôn. Nơi thế gian nương bóng</a:t>
            </a:r>
            <a:endParaRPr b="1" sz="8000">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13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Chúa soi dẫn đường, trong tim con hân hoan được Chúa mến thương,</a:t>
            </a:r>
            <a:endParaRPr b="1" sz="8000">
              <a:latin typeface="Times"/>
              <a:ea typeface="Times"/>
              <a:cs typeface="Times"/>
              <a:sym typeface="Time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3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dâng tấm lòng ca ngợi tình thương Chúa Trời.</a:t>
            </a:r>
            <a:endParaRPr b="1" sz="8800">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13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New Roman"/>
              <a:buNone/>
            </a:pPr>
            <a:r>
              <a:rPr b="1" lang="en-US" sz="8000">
                <a:solidFill>
                  <a:srgbClr val="FF0000"/>
                </a:solidFill>
                <a:latin typeface="Times New Roman"/>
                <a:ea typeface="Times New Roman"/>
                <a:cs typeface="Times New Roman"/>
                <a:sym typeface="Times New Roman"/>
              </a:rPr>
              <a:t>ĐK: </a:t>
            </a:r>
            <a:r>
              <a:rPr b="1" lang="en-US" sz="8000">
                <a:latin typeface="Times New Roman"/>
                <a:ea typeface="Times New Roman"/>
                <a:cs typeface="Times New Roman"/>
                <a:sym typeface="Times New Roman"/>
              </a:rPr>
              <a:t>Đi đi mau ta về nhà Chúa, Chúa Cha toàn năng.</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13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Đi đi mau ta về nhà Chúa thánh cung huy hoàng.</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3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Muôn chư dân đi tìm nhan Chúa vui trong bình an.</a:t>
            </a:r>
            <a:endParaRPr b="1" sz="8800">
              <a:latin typeface="Times"/>
              <a:ea typeface="Times"/>
              <a:cs typeface="Times"/>
              <a:sym typeface="Times"/>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13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Dâng Giavê tâm tình dân Chúa sống nơi gian trần.</a:t>
            </a:r>
            <a:endParaRPr b="1" sz="8800">
              <a:latin typeface="Times"/>
              <a:ea typeface="Times"/>
              <a:cs typeface="Times"/>
              <a:sym typeface="Times"/>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pic>
        <p:nvPicPr>
          <p:cNvPr descr="Có thể là hình ảnh về 2 người và văn bản cho biết 'NĂM C CHÚA NHẬT XI THƯỜNG NIÊN Dụ ngôn S NGƯỜI PHÚ HỘ LADARÔ NGHÈO KHỔ &quot;Hỗi con, suốt đời con, con được toãn șự lành, còn Ladarô gặp toàn sự khỗn khổ. Vậy bây giỡ Ladaro được an ủi ở chồn nãy, còn con thì chịu khỗn khổ.&quot; (Lc 16, 19-31)'" id="791" name="Google Shape;791;p138"/>
          <p:cNvPicPr preferRelativeResize="0"/>
          <p:nvPr/>
        </p:nvPicPr>
        <p:blipFill rotWithShape="1">
          <a:blip r:embed="rId3">
            <a:alphaModFix/>
          </a:blip>
          <a:srcRect b="0" l="0" r="0" t="0"/>
          <a:stretch/>
        </p:blipFill>
        <p:spPr>
          <a:xfrm>
            <a:off x="0" y="-2921"/>
            <a:ext cx="9144000" cy="5146421"/>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139"/>
          <p:cNvSpPr txBox="1"/>
          <p:nvPr>
            <p:ph type="ctrTitle"/>
          </p:nvPr>
        </p:nvSpPr>
        <p:spPr>
          <a:xfrm>
            <a:off x="647700" y="0"/>
            <a:ext cx="7848600" cy="595806"/>
          </a:xfrm>
          <a:prstGeom prst="rect">
            <a:avLst/>
          </a:prstGeom>
          <a:noFill/>
          <a:ln>
            <a:noFill/>
          </a:ln>
        </p:spPr>
        <p:txBody>
          <a:bodyPr anchorCtr="0" anchor="b" bIns="0" lIns="91425" spcFirstLastPara="1" rIns="91425" wrap="square" tIns="0">
            <a:normAutofit fontScale="90000"/>
          </a:bodyPr>
          <a:lstStyle/>
          <a:p>
            <a:pPr indent="0" lvl="0" marL="0" rtl="0" algn="ctr">
              <a:lnSpc>
                <a:spcPct val="90000"/>
              </a:lnSpc>
              <a:spcBef>
                <a:spcPts val="0"/>
              </a:spcBef>
              <a:spcAft>
                <a:spcPts val="0"/>
              </a:spcAft>
              <a:buClr>
                <a:srgbClr val="FF0000"/>
              </a:buClr>
              <a:buSzPct val="137500"/>
              <a:buFont typeface="Times New Roman"/>
              <a:buNone/>
            </a:pPr>
            <a:r>
              <a:rPr b="1" lang="en-US">
                <a:solidFill>
                  <a:srgbClr val="FF0000"/>
                </a:solidFill>
                <a:latin typeface="Times New Roman"/>
                <a:ea typeface="Times New Roman"/>
                <a:cs typeface="Times New Roman"/>
                <a:sym typeface="Times New Roman"/>
              </a:rPr>
              <a:t>KINH VINH DANH</a:t>
            </a:r>
            <a:endParaRPr b="1" sz="3200">
              <a:solidFill>
                <a:srgbClr val="7F7F7F"/>
              </a:solidFill>
              <a:latin typeface="Times New Roman"/>
              <a:ea typeface="Times New Roman"/>
              <a:cs typeface="Times New Roman"/>
              <a:sym typeface="Times New Roman"/>
            </a:endParaRPr>
          </a:p>
        </p:txBody>
      </p:sp>
      <p:sp>
        <p:nvSpPr>
          <p:cNvPr id="797" name="Google Shape;797;p139"/>
          <p:cNvSpPr txBox="1"/>
          <p:nvPr/>
        </p:nvSpPr>
        <p:spPr>
          <a:xfrm>
            <a:off x="0" y="514350"/>
            <a:ext cx="9144000" cy="4629150"/>
          </a:xfrm>
          <a:prstGeom prst="rect">
            <a:avLst/>
          </a:prstGeom>
          <a:solidFill>
            <a:schemeClr val="lt1"/>
          </a:solidFill>
          <a:ln>
            <a:noFill/>
          </a:ln>
        </p:spPr>
        <p:txBody>
          <a:bodyPr anchorCtr="0" anchor="ctr" bIns="0" lIns="91425" spcFirstLastPara="1" rIns="91425" wrap="square" tIns="0">
            <a:noAutofit/>
          </a:bodyPr>
          <a:lstStyle/>
          <a:p>
            <a:pPr indent="0" lvl="0" marL="0" marR="0" rtl="0" algn="ctr">
              <a:spcBef>
                <a:spcPts val="0"/>
              </a:spcBef>
              <a:spcAft>
                <a:spcPts val="0"/>
              </a:spcAft>
              <a:buClr>
                <a:srgbClr val="EE0000"/>
              </a:buClr>
              <a:buSzPts val="9600"/>
              <a:buFont typeface="Times"/>
              <a:buNone/>
            </a:pPr>
            <a:r>
              <a:rPr b="1" i="0" lang="en-US" sz="9600" u="none" cap="none" strike="noStrike">
                <a:solidFill>
                  <a:srgbClr val="EE0000"/>
                </a:solidFill>
                <a:latin typeface="Times"/>
                <a:ea typeface="Times"/>
                <a:cs typeface="Times"/>
                <a:sym typeface="Times"/>
              </a:rPr>
              <a:t>CT:</a:t>
            </a:r>
            <a:r>
              <a:rPr b="1" i="1" lang="en-US" sz="9600" u="none" cap="none" strike="noStrike">
                <a:solidFill>
                  <a:srgbClr val="C00000"/>
                </a:solidFill>
                <a:latin typeface="Times"/>
                <a:ea typeface="Times"/>
                <a:cs typeface="Times"/>
                <a:sym typeface="Times"/>
              </a:rPr>
              <a:t> </a:t>
            </a:r>
            <a:r>
              <a:rPr b="1" i="0" lang="en-US" sz="9600" u="none" cap="none" strike="noStrike">
                <a:solidFill>
                  <a:schemeClr val="dk1"/>
                </a:solidFill>
                <a:latin typeface="Times"/>
                <a:ea typeface="Times"/>
                <a:cs typeface="Times"/>
                <a:sym typeface="Times"/>
              </a:rPr>
              <a:t>Vinh danh Thiên Chúa trên các tầng trời</a:t>
            </a:r>
            <a:endParaRPr b="1" i="0" sz="9600" u="none" cap="none" strike="noStrike">
              <a:solidFill>
                <a:schemeClr val="dk1"/>
              </a:solidFill>
              <a:latin typeface="Times"/>
              <a:ea typeface="Times"/>
              <a:cs typeface="Times"/>
              <a:sym typeface="Times"/>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140"/>
          <p:cNvSpPr txBox="1"/>
          <p:nvPr>
            <p:ph type="ctrTitle"/>
          </p:nvPr>
        </p:nvSpPr>
        <p:spPr>
          <a:xfrm>
            <a:off x="0" y="0"/>
            <a:ext cx="9144000" cy="5143500"/>
          </a:xfrm>
          <a:prstGeom prst="rect">
            <a:avLst/>
          </a:prstGeom>
          <a:solidFill>
            <a:schemeClr val="lt1"/>
          </a:solidFill>
          <a:ln>
            <a:noFill/>
          </a:ln>
        </p:spPr>
        <p:txBody>
          <a:bodyPr anchorCtr="0" anchor="t" bIns="0" lIns="91425" spcFirstLastPara="1" rIns="91425" wrap="square" tIns="0">
            <a:noAutofit/>
          </a:bodyPr>
          <a:lstStyle/>
          <a:p>
            <a:pPr indent="0" lvl="0" marL="0" rtl="0" algn="ctr">
              <a:spcBef>
                <a:spcPts val="0"/>
              </a:spcBef>
              <a:spcAft>
                <a:spcPts val="0"/>
              </a:spcAft>
              <a:buClr>
                <a:srgbClr val="FF3399"/>
              </a:buClr>
              <a:buSzPts val="9600"/>
              <a:buFont typeface="Times"/>
              <a:buNone/>
            </a:pPr>
            <a:r>
              <a:rPr b="1" lang="en-US" sz="9600">
                <a:solidFill>
                  <a:srgbClr val="FF3399"/>
                </a:solidFill>
                <a:latin typeface="Times"/>
                <a:ea typeface="Times"/>
                <a:cs typeface="Times"/>
                <a:sym typeface="Times"/>
              </a:rPr>
              <a:t>A</a:t>
            </a:r>
            <a:r>
              <a:rPr b="1" lang="en-US" sz="8800">
                <a:solidFill>
                  <a:srgbClr val="FF3399"/>
                </a:solidFill>
                <a:latin typeface="Times"/>
                <a:ea typeface="Times"/>
                <a:cs typeface="Times"/>
                <a:sym typeface="Times"/>
              </a:rPr>
              <a:t>+</a:t>
            </a:r>
            <a:r>
              <a:rPr b="1" lang="en-US" sz="9600">
                <a:solidFill>
                  <a:srgbClr val="FF3399"/>
                </a:solidFill>
                <a:latin typeface="Times"/>
                <a:ea typeface="Times"/>
                <a:cs typeface="Times"/>
                <a:sym typeface="Times"/>
              </a:rPr>
              <a:t>B: </a:t>
            </a:r>
            <a:r>
              <a:rPr b="1" lang="en-US" sz="9600">
                <a:latin typeface="Times"/>
                <a:ea typeface="Times"/>
                <a:cs typeface="Times"/>
                <a:sym typeface="Times"/>
              </a:rPr>
              <a:t>và bình an dưới thế cho người thiện tâm.</a:t>
            </a:r>
            <a:endParaRPr b="1" sz="9600">
              <a:latin typeface="Times"/>
              <a:ea typeface="Times"/>
              <a:cs typeface="Times"/>
              <a:sym typeface="Time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8" name="Shape 808"/>
        <p:cNvGrpSpPr/>
        <p:nvPr/>
      </p:nvGrpSpPr>
      <p:grpSpPr>
        <a:xfrm>
          <a:off x="0" y="0"/>
          <a:ext cx="0" cy="0"/>
          <a:chOff x="0" y="0"/>
          <a:chExt cx="0" cy="0"/>
        </a:xfrm>
      </p:grpSpPr>
      <p:sp>
        <p:nvSpPr>
          <p:cNvPr id="809" name="Google Shape;809;p14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800"/>
              <a:buFont typeface="Times"/>
              <a:buNone/>
            </a:pPr>
            <a:r>
              <a:rPr b="1" lang="en-US" sz="8800">
                <a:solidFill>
                  <a:srgbClr val="EE0000"/>
                </a:solidFill>
                <a:latin typeface="Times"/>
                <a:ea typeface="Times"/>
                <a:cs typeface="Times"/>
                <a:sym typeface="Times"/>
              </a:rPr>
              <a:t>A: </a:t>
            </a:r>
            <a:r>
              <a:rPr b="1" lang="en-US" sz="8800">
                <a:latin typeface="Times"/>
                <a:ea typeface="Times"/>
                <a:cs typeface="Times"/>
                <a:sym typeface="Times"/>
              </a:rPr>
              <a:t>Chúng con ca ngợi Chúa,</a:t>
            </a:r>
            <a:br>
              <a:rPr b="1" lang="en-US" sz="8800">
                <a:latin typeface="Times"/>
                <a:ea typeface="Times"/>
                <a:cs typeface="Times"/>
                <a:sym typeface="Times"/>
              </a:rPr>
            </a:br>
            <a:r>
              <a:rPr b="1" lang="en-US" sz="8800">
                <a:solidFill>
                  <a:schemeClr val="accent1"/>
                </a:solidFill>
                <a:latin typeface="Times"/>
                <a:ea typeface="Times"/>
                <a:cs typeface="Times"/>
                <a:sym typeface="Times"/>
              </a:rPr>
              <a:t>B:</a:t>
            </a:r>
            <a:r>
              <a:rPr b="1" lang="en-US" sz="8800">
                <a:latin typeface="Times"/>
                <a:ea typeface="Times"/>
                <a:cs typeface="Times"/>
                <a:sym typeface="Times"/>
              </a:rPr>
              <a:t> chúng con chúc tụng Chúa,</a:t>
            </a:r>
            <a:endParaRPr b="1" sz="8800">
              <a:latin typeface="Times"/>
              <a:ea typeface="Times"/>
              <a:cs typeface="Times"/>
              <a:sym typeface="Times"/>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14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800"/>
              <a:buFont typeface="Times"/>
              <a:buNone/>
            </a:pPr>
            <a:r>
              <a:rPr b="1" lang="en-US" sz="8800">
                <a:solidFill>
                  <a:srgbClr val="EE0000"/>
                </a:solidFill>
                <a:latin typeface="Times"/>
                <a:ea typeface="Times"/>
                <a:cs typeface="Times"/>
                <a:sym typeface="Times"/>
              </a:rPr>
              <a:t>A:</a:t>
            </a:r>
            <a:r>
              <a:rPr b="1" lang="en-US" sz="8800">
                <a:latin typeface="Times"/>
                <a:ea typeface="Times"/>
                <a:cs typeface="Times"/>
                <a:sym typeface="Times"/>
              </a:rPr>
              <a:t> chúng   con </a:t>
            </a:r>
            <a:br>
              <a:rPr b="1" lang="en-US" sz="8800">
                <a:latin typeface="Times"/>
                <a:ea typeface="Times"/>
                <a:cs typeface="Times"/>
                <a:sym typeface="Times"/>
              </a:rPr>
            </a:br>
            <a:r>
              <a:rPr b="1" lang="en-US" sz="8800">
                <a:latin typeface="Times"/>
                <a:ea typeface="Times"/>
                <a:cs typeface="Times"/>
                <a:sym typeface="Times"/>
              </a:rPr>
              <a:t>thờ lạy Chúa,</a:t>
            </a:r>
            <a:br>
              <a:rPr b="1" lang="en-US" sz="8800">
                <a:latin typeface="Times"/>
                <a:ea typeface="Times"/>
                <a:cs typeface="Times"/>
                <a:sym typeface="Times"/>
              </a:rPr>
            </a:br>
            <a:r>
              <a:rPr b="1" lang="en-US" sz="8800">
                <a:solidFill>
                  <a:schemeClr val="accent1"/>
                </a:solidFill>
                <a:latin typeface="Times"/>
                <a:ea typeface="Times"/>
                <a:cs typeface="Times"/>
                <a:sym typeface="Times"/>
              </a:rPr>
              <a:t>B: </a:t>
            </a:r>
            <a:r>
              <a:rPr b="1" lang="en-US" sz="8800">
                <a:latin typeface="Times"/>
                <a:ea typeface="Times"/>
                <a:cs typeface="Times"/>
                <a:sym typeface="Times"/>
              </a:rPr>
              <a:t>chúng con tôn vinh Chúa,</a:t>
            </a:r>
            <a:endParaRPr b="1" sz="8800">
              <a:latin typeface="Times"/>
              <a:ea typeface="Times"/>
              <a:cs typeface="Times"/>
              <a:sym typeface="Times"/>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143"/>
          <p:cNvSpPr txBox="1"/>
          <p:nvPr>
            <p:ph type="ctrTitle"/>
          </p:nvPr>
        </p:nvSpPr>
        <p:spPr>
          <a:xfrm>
            <a:off x="0" y="0"/>
            <a:ext cx="95504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800"/>
              <a:buFont typeface="Times"/>
              <a:buNone/>
            </a:pPr>
            <a:r>
              <a:rPr b="1" lang="en-US" sz="8800">
                <a:solidFill>
                  <a:srgbClr val="EE0000"/>
                </a:solidFill>
                <a:latin typeface="Times"/>
                <a:ea typeface="Times"/>
                <a:cs typeface="Times"/>
                <a:sym typeface="Times"/>
              </a:rPr>
              <a:t>A:</a:t>
            </a:r>
            <a:r>
              <a:rPr b="1" lang="en-US" sz="8800">
                <a:latin typeface="Times"/>
                <a:ea typeface="Times"/>
                <a:cs typeface="Times"/>
                <a:sym typeface="Times"/>
              </a:rPr>
              <a:t> chúng con cảm tạ Chúa vì vinh quang</a:t>
            </a:r>
            <a:r>
              <a:rPr b="1" lang="en-US" sz="6600">
                <a:latin typeface="Times"/>
                <a:ea typeface="Times"/>
                <a:cs typeface="Times"/>
                <a:sym typeface="Times"/>
              </a:rPr>
              <a:t> </a:t>
            </a:r>
            <a:r>
              <a:rPr b="1" lang="en-US" sz="8800">
                <a:latin typeface="Times"/>
                <a:ea typeface="Times"/>
                <a:cs typeface="Times"/>
                <a:sym typeface="Times"/>
              </a:rPr>
              <a:t>cao</a:t>
            </a:r>
            <a:r>
              <a:rPr b="1" lang="en-US" sz="6600">
                <a:latin typeface="Times"/>
                <a:ea typeface="Times"/>
                <a:cs typeface="Times"/>
                <a:sym typeface="Times"/>
              </a:rPr>
              <a:t> </a:t>
            </a:r>
            <a:r>
              <a:rPr b="1" lang="en-US" sz="8800">
                <a:latin typeface="Times"/>
                <a:ea typeface="Times"/>
                <a:cs typeface="Times"/>
                <a:sym typeface="Times"/>
              </a:rPr>
              <a:t>cả</a:t>
            </a:r>
            <a:r>
              <a:rPr b="1" lang="en-US">
                <a:latin typeface="Times"/>
                <a:ea typeface="Times"/>
                <a:cs typeface="Times"/>
                <a:sym typeface="Times"/>
              </a:rPr>
              <a:t> </a:t>
            </a:r>
            <a:r>
              <a:rPr b="1" lang="en-US" sz="8800">
                <a:latin typeface="Times"/>
                <a:ea typeface="Times"/>
                <a:cs typeface="Times"/>
                <a:sym typeface="Times"/>
              </a:rPr>
              <a:t>Chúa.</a:t>
            </a:r>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4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accent1"/>
              </a:buClr>
              <a:buSzPts val="8200"/>
              <a:buFont typeface="Times"/>
              <a:buNone/>
            </a:pPr>
            <a:r>
              <a:rPr b="1" lang="en-US" sz="8200">
                <a:solidFill>
                  <a:schemeClr val="accent1"/>
                </a:solidFill>
                <a:latin typeface="Times"/>
                <a:ea typeface="Times"/>
                <a:cs typeface="Times"/>
                <a:sym typeface="Times"/>
              </a:rPr>
              <a:t>B:</a:t>
            </a:r>
            <a:r>
              <a:rPr b="1" lang="en-US" sz="8200">
                <a:latin typeface="Times"/>
                <a:ea typeface="Times"/>
                <a:cs typeface="Times"/>
                <a:sym typeface="Times"/>
              </a:rPr>
              <a:t> Lạy Chúa là Thiên Chúa, là Vua trên trời, là Chúa Cha toàn năng.</a:t>
            </a:r>
            <a:endParaRPr b="1" sz="8200">
              <a:latin typeface="Times"/>
              <a:ea typeface="Times"/>
              <a:cs typeface="Times"/>
              <a:sym typeface="Times"/>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14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8000">
                <a:latin typeface="Times"/>
                <a:ea typeface="Times"/>
                <a:cs typeface="Times"/>
                <a:sym typeface="Times"/>
              </a:rPr>
              <a:t>Lạy Con một Thiên Chúa, Chúa Giêsu Kitô.</a:t>
            </a:r>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14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accent1"/>
              </a:buClr>
              <a:buSzPts val="7200"/>
              <a:buFont typeface="Times"/>
              <a:buNone/>
            </a:pPr>
            <a:r>
              <a:rPr b="1" lang="en-US" sz="7200">
                <a:solidFill>
                  <a:schemeClr val="accent1"/>
                </a:solidFill>
                <a:latin typeface="Times"/>
                <a:ea typeface="Times"/>
                <a:cs typeface="Times"/>
                <a:sym typeface="Times"/>
              </a:rPr>
              <a:t>B: </a:t>
            </a:r>
            <a:r>
              <a:rPr b="1" lang="en-US" sz="7200">
                <a:latin typeface="Times"/>
                <a:ea typeface="Times"/>
                <a:cs typeface="Times"/>
                <a:sym typeface="Times"/>
              </a:rPr>
              <a:t>Lạy Chúa là Thiên Chúa, là Chiên Thiên Chúa, là Con Ðức Chúa Cha,</a:t>
            </a:r>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14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8000">
                <a:latin typeface="Times"/>
                <a:ea typeface="Times"/>
                <a:cs typeface="Times"/>
                <a:sym typeface="Times"/>
              </a:rPr>
              <a:t>Chúa xóa tội trần gian, </a:t>
            </a:r>
            <a:br>
              <a:rPr b="1" lang="en-US" sz="8000">
                <a:latin typeface="Times"/>
                <a:ea typeface="Times"/>
                <a:cs typeface="Times"/>
                <a:sym typeface="Times"/>
              </a:rPr>
            </a:br>
            <a:r>
              <a:rPr b="1" lang="en-US" sz="8000">
                <a:latin typeface="Times"/>
                <a:ea typeface="Times"/>
                <a:cs typeface="Times"/>
                <a:sym typeface="Times"/>
              </a:rPr>
              <a:t>xin thương xót chúng con,</a:t>
            </a:r>
            <a:endParaRPr b="1" sz="8000">
              <a:latin typeface="Times"/>
              <a:ea typeface="Times"/>
              <a:cs typeface="Times"/>
              <a:sym typeface="Times"/>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14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accent1"/>
              </a:buClr>
              <a:buSzPts val="8000"/>
              <a:buFont typeface="Times"/>
              <a:buNone/>
            </a:pPr>
            <a:r>
              <a:rPr b="1" lang="en-US" sz="8000">
                <a:solidFill>
                  <a:schemeClr val="accent1"/>
                </a:solidFill>
                <a:latin typeface="Times"/>
                <a:ea typeface="Times"/>
                <a:cs typeface="Times"/>
                <a:sym typeface="Times"/>
              </a:rPr>
              <a:t>B: </a:t>
            </a:r>
            <a:r>
              <a:rPr b="1" lang="en-US" sz="8000">
                <a:latin typeface="Times"/>
                <a:ea typeface="Times"/>
                <a:cs typeface="Times"/>
                <a:sym typeface="Times"/>
              </a:rPr>
              <a:t>Chúa xóa tội trần gian, xin nhậm lời chúng con cầu khẩn.</a:t>
            </a:r>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4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8000">
                <a:latin typeface="Times"/>
                <a:ea typeface="Times"/>
                <a:cs typeface="Times"/>
                <a:sym typeface="Times"/>
              </a:rPr>
              <a:t>Chúa ngự bên hữu Ðức Chúa Cha, xin thương xót chúng con.</a:t>
            </a:r>
            <a:endParaRPr b="1" sz="8000">
              <a:latin typeface="Times"/>
              <a:ea typeface="Times"/>
              <a:cs typeface="Times"/>
              <a:sym typeface="Times"/>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15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accent1"/>
              </a:buClr>
              <a:buSzPts val="8800"/>
              <a:buFont typeface="Times"/>
              <a:buNone/>
            </a:pPr>
            <a:r>
              <a:rPr b="1" lang="en-US" sz="8800">
                <a:solidFill>
                  <a:schemeClr val="accent1"/>
                </a:solidFill>
                <a:latin typeface="Times"/>
                <a:ea typeface="Times"/>
                <a:cs typeface="Times"/>
                <a:sym typeface="Times"/>
              </a:rPr>
              <a:t>B: </a:t>
            </a:r>
            <a:r>
              <a:rPr b="1" lang="en-US" sz="8800">
                <a:latin typeface="Times"/>
                <a:ea typeface="Times"/>
                <a:cs typeface="Times"/>
                <a:sym typeface="Times"/>
              </a:rPr>
              <a:t>Vì lạy Chúa Giêsu Kitô, chỉ có Chúa là Ðấng Thánh,</a:t>
            </a:r>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15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chỉ có Chúa là Chúa, chỉ có Chúa là Ðấng Tối Cao,</a:t>
            </a:r>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15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latin typeface="Times"/>
                <a:ea typeface="Times"/>
                <a:cs typeface="Times"/>
                <a:sym typeface="Times"/>
              </a:rPr>
              <a:t>Cùng Ðức Chúa Thánh Thần trong vinh quang Ðức Chúa Cha. </a:t>
            </a:r>
            <a:r>
              <a:rPr b="1" lang="en-US" sz="7200">
                <a:solidFill>
                  <a:srgbClr val="FF0000"/>
                </a:solidFill>
                <a:latin typeface="Times"/>
                <a:ea typeface="Times"/>
                <a:cs typeface="Times"/>
                <a:sym typeface="Times"/>
              </a:rPr>
              <a:t>Amen</a:t>
            </a:r>
            <a:r>
              <a:rPr b="1" lang="en-US" sz="7200">
                <a:latin typeface="Times"/>
                <a:ea typeface="Times"/>
                <a:cs typeface="Times"/>
                <a:sym typeface="Times"/>
              </a:rPr>
              <a:t>.</a:t>
            </a:r>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pic>
        <p:nvPicPr>
          <p:cNvPr descr="Có thể là hình ảnh về 2 người và văn bản cho biết 'NĂM C CHÚA NHẬT XI THƯỜNG NIÊN Dụ ngôn S NGƯỜI PHÚ HỘ LADARÔ NGHÈO KHỔ &quot;Hỗi con, suốt đời con, con được toãn șự lành, còn Ladarô gặp toàn sự khỗn khổ. Vậy bây giỡ Ladaro được an ủi ở chồn nãy, còn con thì chịu khỗn khổ.&quot; (Lc 16, 19-31)'" id="880" name="Google Shape;880;p153"/>
          <p:cNvPicPr preferRelativeResize="0"/>
          <p:nvPr/>
        </p:nvPicPr>
        <p:blipFill rotWithShape="1">
          <a:blip r:embed="rId3">
            <a:alphaModFix/>
          </a:blip>
          <a:srcRect b="0" l="0" r="0" t="0"/>
          <a:stretch/>
        </p:blipFill>
        <p:spPr>
          <a:xfrm>
            <a:off x="0" y="-2921"/>
            <a:ext cx="9144000" cy="5146421"/>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pic>
        <p:nvPicPr>
          <p:cNvPr descr="Có thể là hình ảnh về 1 người và văn bản cho biết 'BÀI ĐỌC 1 CN XI TN C Bài trích sách TIÊN TRI AMOS &quot;Giờ đầy họ phải lưu đầy và đi đầu cấc kẻ lưu đầy; những buổi yên tiệc của các kẻ buông tuồng sẽ không còn nữa.&quot; (Am 6, 1a. 4-7)'" id="885" name="Google Shape;885;p154"/>
          <p:cNvPicPr preferRelativeResize="0"/>
          <p:nvPr/>
        </p:nvPicPr>
        <p:blipFill rotWithShape="1">
          <a:blip r:embed="rId3">
            <a:alphaModFix/>
          </a:blip>
          <a:srcRect b="0" l="0" r="0" t="0"/>
          <a:stretch/>
        </p:blipFill>
        <p:spPr>
          <a:xfrm>
            <a:off x="0" y="1"/>
            <a:ext cx="9144000" cy="5138738"/>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155"/>
          <p:cNvSpPr txBox="1"/>
          <p:nvPr>
            <p:ph type="ctrTitle"/>
          </p:nvPr>
        </p:nvSpPr>
        <p:spPr>
          <a:xfrm>
            <a:off x="0" y="0"/>
            <a:ext cx="9144000" cy="5143499"/>
          </a:xfrm>
          <a:prstGeom prst="rect">
            <a:avLst/>
          </a:prstGeom>
          <a:no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THÁNH VỊNH 145</a:t>
            </a:r>
            <a:br>
              <a:rPr b="1" i="0" lang="en-US" sz="4700">
                <a:latin typeface="Times New Roman"/>
                <a:ea typeface="Times New Roman"/>
                <a:cs typeface="Times New Roman"/>
                <a:sym typeface="Times New Roman"/>
              </a:rPr>
            </a:br>
            <a:r>
              <a:rPr b="1" i="1" lang="en-US" sz="5400">
                <a:latin typeface="Times New Roman"/>
                <a:ea typeface="Times New Roman"/>
                <a:cs typeface="Times New Roman"/>
                <a:sym typeface="Times New Roman"/>
              </a:rPr>
              <a:t>(Lm. Thái Nguyên)</a:t>
            </a:r>
            <a:br>
              <a:rPr b="1" i="1" lang="en-US" sz="5400">
                <a:latin typeface="Times New Roman"/>
                <a:ea typeface="Times New Roman"/>
                <a:cs typeface="Times New Roman"/>
                <a:sym typeface="Times New Roman"/>
              </a:rPr>
            </a:br>
            <a:br>
              <a:rPr b="1" i="1" lang="en-US" sz="1050">
                <a:latin typeface="Times New Roman"/>
                <a:ea typeface="Times New Roman"/>
                <a:cs typeface="Times New Roman"/>
                <a:sym typeface="Times New Roman"/>
              </a:rPr>
            </a:br>
            <a:r>
              <a:rPr b="1" lang="en-US" sz="5400">
                <a:latin typeface="Times New Roman"/>
                <a:ea typeface="Times New Roman"/>
                <a:cs typeface="Times New Roman"/>
                <a:sym typeface="Times New Roman"/>
              </a:rPr>
              <a:t>(03 câu)</a:t>
            </a:r>
            <a:endParaRPr b="1" sz="8000">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156"/>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800"/>
              <a:buFont typeface="Times"/>
              <a:buNone/>
            </a:pPr>
            <a:r>
              <a:rPr b="1" lang="en-US" sz="8800">
                <a:solidFill>
                  <a:srgbClr val="FF0000"/>
                </a:solidFill>
                <a:latin typeface="Times"/>
                <a:ea typeface="Times"/>
                <a:cs typeface="Times"/>
                <a:sym typeface="Times"/>
              </a:rPr>
              <a:t>1/3. </a:t>
            </a:r>
            <a:r>
              <a:rPr b="1" lang="en-US" sz="8800">
                <a:latin typeface="Times"/>
                <a:ea typeface="Times"/>
                <a:cs typeface="Times"/>
                <a:sym typeface="Times"/>
              </a:rPr>
              <a:t>Chúa là Đấng trả lại quyền lợi cho người oan ức,</a:t>
            </a:r>
            <a:endParaRPr b="1" sz="8800">
              <a:latin typeface="Times"/>
              <a:ea typeface="Times"/>
              <a:cs typeface="Times"/>
              <a:sym typeface="Times"/>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57"/>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và ban cho những người đói khát được no nê.</a:t>
            </a:r>
            <a:endParaRPr b="1" sz="8800">
              <a:latin typeface="Times"/>
              <a:ea typeface="Times"/>
              <a:cs typeface="Times"/>
              <a:sym typeface="Times"/>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158"/>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Ngài cứu gỡ những ai trong tù tội.</a:t>
            </a:r>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159"/>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800"/>
              <a:buFont typeface="Times"/>
              <a:buNone/>
            </a:pPr>
            <a:r>
              <a:rPr b="1" lang="en-US" sz="8800">
                <a:solidFill>
                  <a:srgbClr val="FF0000"/>
                </a:solidFill>
                <a:latin typeface="Times"/>
                <a:ea typeface="Times"/>
                <a:cs typeface="Times"/>
                <a:sym typeface="Times"/>
              </a:rPr>
              <a:t>ĐK: </a:t>
            </a:r>
            <a:r>
              <a:rPr b="1" lang="en-US" sz="8800">
                <a:latin typeface="Times"/>
                <a:ea typeface="Times"/>
                <a:cs typeface="Times"/>
                <a:sym typeface="Times"/>
              </a:rPr>
              <a:t>Linh hồn tôi ơi vui mừng lên trong Chúa</a:t>
            </a:r>
            <a:endParaRPr b="1" sz="8800">
              <a:latin typeface="Times"/>
              <a:ea typeface="Times"/>
              <a:cs typeface="Times"/>
              <a:sym typeface="Times"/>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60"/>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Thần trí tôi hân hoan ngợi khen Ngài.</a:t>
            </a:r>
            <a:endParaRPr b="1" sz="8800">
              <a:latin typeface="Times"/>
              <a:ea typeface="Times"/>
              <a:cs typeface="Times"/>
              <a:sym typeface="Times"/>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161"/>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800"/>
              <a:buFont typeface="Times"/>
              <a:buNone/>
            </a:pPr>
            <a:r>
              <a:rPr b="1" lang="en-US" sz="8800">
                <a:solidFill>
                  <a:srgbClr val="FF0000"/>
                </a:solidFill>
                <a:latin typeface="Times"/>
                <a:ea typeface="Times"/>
                <a:cs typeface="Times"/>
                <a:sym typeface="Times"/>
              </a:rPr>
              <a:t>2/3. </a:t>
            </a:r>
            <a:r>
              <a:rPr b="1" lang="en-US" sz="8800">
                <a:latin typeface="Times"/>
                <a:ea typeface="Times"/>
                <a:cs typeface="Times"/>
                <a:sym typeface="Times"/>
              </a:rPr>
              <a:t>Chúa mở mắt những người mù loà, cứu người </a:t>
            </a:r>
            <a:br>
              <a:rPr b="1" lang="en-US" sz="8800">
                <a:latin typeface="Times"/>
                <a:ea typeface="Times"/>
                <a:cs typeface="Times"/>
                <a:sym typeface="Times"/>
              </a:rPr>
            </a:br>
            <a:r>
              <a:rPr b="1" lang="en-US" sz="8800">
                <a:latin typeface="Times"/>
                <a:ea typeface="Times"/>
                <a:cs typeface="Times"/>
                <a:sym typeface="Times"/>
              </a:rPr>
              <a:t>khốn khó.</a:t>
            </a:r>
            <a:endParaRPr b="1" sz="8800">
              <a:latin typeface="Times"/>
              <a:ea typeface="Times"/>
              <a:cs typeface="Times"/>
              <a:sym typeface="Times"/>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62"/>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Ngài yêu thương những người hiền đức lòng khiêm nhu.</a:t>
            </a:r>
            <a:endParaRPr b="1" sz="8800">
              <a:latin typeface="Times"/>
              <a:ea typeface="Times"/>
              <a:cs typeface="Times"/>
              <a:sym typeface="Times"/>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163"/>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Ngài che chở những ai khách dặm đường.</a:t>
            </a:r>
            <a:endParaRPr b="1" sz="8800">
              <a:latin typeface="Times"/>
              <a:ea typeface="Times"/>
              <a:cs typeface="Times"/>
              <a:sym typeface="Times"/>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164"/>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800"/>
              <a:buFont typeface="Times"/>
              <a:buNone/>
            </a:pPr>
            <a:r>
              <a:rPr b="1" lang="en-US" sz="8800">
                <a:solidFill>
                  <a:srgbClr val="FF0000"/>
                </a:solidFill>
                <a:latin typeface="Times"/>
                <a:ea typeface="Times"/>
                <a:cs typeface="Times"/>
                <a:sym typeface="Times"/>
              </a:rPr>
              <a:t>ĐK: </a:t>
            </a:r>
            <a:r>
              <a:rPr b="1" lang="en-US" sz="8800">
                <a:latin typeface="Times"/>
                <a:ea typeface="Times"/>
                <a:cs typeface="Times"/>
                <a:sym typeface="Times"/>
              </a:rPr>
              <a:t>Linh hồn tôi ơi vui mừng lên trong Chúa</a:t>
            </a:r>
            <a:endParaRPr b="1" sz="8800">
              <a:latin typeface="Times"/>
              <a:ea typeface="Times"/>
              <a:cs typeface="Times"/>
              <a:sym typeface="Time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65"/>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Thần trí tôi hân hoan ngợi khen Ngài.</a:t>
            </a:r>
            <a:endParaRPr b="1" sz="8800">
              <a:latin typeface="Times"/>
              <a:ea typeface="Times"/>
              <a:cs typeface="Times"/>
              <a:sym typeface="Times"/>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166"/>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800"/>
              <a:buFont typeface="Times"/>
              <a:buNone/>
            </a:pPr>
            <a:r>
              <a:rPr b="1" lang="en-US" sz="8800">
                <a:solidFill>
                  <a:srgbClr val="FF0000"/>
                </a:solidFill>
                <a:latin typeface="Times"/>
                <a:ea typeface="Times"/>
                <a:cs typeface="Times"/>
                <a:sym typeface="Times"/>
              </a:rPr>
              <a:t>3/3. </a:t>
            </a:r>
            <a:r>
              <a:rPr b="1" lang="en-US" sz="8800">
                <a:latin typeface="Times"/>
                <a:ea typeface="Times"/>
                <a:cs typeface="Times"/>
                <a:sym typeface="Times"/>
              </a:rPr>
              <a:t>Chúa nâng đỡ những người lạc loài trên đường dương thế.</a:t>
            </a:r>
            <a:endParaRPr b="1" sz="8800">
              <a:latin typeface="Times"/>
              <a:ea typeface="Times"/>
              <a:cs typeface="Times"/>
              <a:sym typeface="Time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67"/>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Ngài xua tan nẻo đường u tối của </a:t>
            </a:r>
            <a:br>
              <a:rPr b="1" lang="en-US" sz="8800">
                <a:latin typeface="Times"/>
                <a:ea typeface="Times"/>
                <a:cs typeface="Times"/>
                <a:sym typeface="Times"/>
              </a:rPr>
            </a:br>
            <a:r>
              <a:rPr b="1" lang="en-US" sz="8800">
                <a:latin typeface="Times"/>
                <a:ea typeface="Times"/>
                <a:cs typeface="Times"/>
                <a:sym typeface="Times"/>
              </a:rPr>
              <a:t>ác nhân.</a:t>
            </a:r>
            <a:endParaRPr b="1" sz="8800">
              <a:latin typeface="Times"/>
              <a:ea typeface="Times"/>
              <a:cs typeface="Times"/>
              <a:sym typeface="Time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168"/>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Ngài làm vua đến muôn muôn </a:t>
            </a:r>
            <a:br>
              <a:rPr b="1" lang="en-US" sz="8800">
                <a:latin typeface="Times"/>
                <a:ea typeface="Times"/>
                <a:cs typeface="Times"/>
                <a:sym typeface="Times"/>
              </a:rPr>
            </a:br>
            <a:r>
              <a:rPr b="1" lang="en-US" sz="8800">
                <a:latin typeface="Times"/>
                <a:ea typeface="Times"/>
                <a:cs typeface="Times"/>
                <a:sym typeface="Times"/>
              </a:rPr>
              <a:t>ngàn đời.</a:t>
            </a:r>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169"/>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800"/>
              <a:buFont typeface="Times"/>
              <a:buNone/>
            </a:pPr>
            <a:r>
              <a:rPr b="1" lang="en-US" sz="8800">
                <a:solidFill>
                  <a:srgbClr val="FF0000"/>
                </a:solidFill>
                <a:latin typeface="Times"/>
                <a:ea typeface="Times"/>
                <a:cs typeface="Times"/>
                <a:sym typeface="Times"/>
              </a:rPr>
              <a:t>ĐK: </a:t>
            </a:r>
            <a:r>
              <a:rPr b="1" lang="en-US" sz="8800">
                <a:latin typeface="Times"/>
                <a:ea typeface="Times"/>
                <a:cs typeface="Times"/>
                <a:sym typeface="Times"/>
              </a:rPr>
              <a:t>Linh hồn tôi ơi vui mừng lên trong Chúa</a:t>
            </a:r>
            <a:endParaRPr b="1" sz="8800">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170"/>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Thần trí tôi hân hoan ngợi khen Ngài.</a:t>
            </a:r>
            <a:endParaRPr b="1" sz="8800">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pic>
        <p:nvPicPr>
          <p:cNvPr descr="Có thể là hình ảnh về 1 người và văn bản cho biết 'BÀI ĐỌC 2- CN χι TN C Bài trích thư thứ nhất của Thanh Phaolo Tông ĐÕ GÚI ÔNG TIMÔTHÊU __ &quot;Con hãy gin huẫn lệnh đo cho tinh tuyền và không thể trách được, cho tới ngãy Chữa chững ta lã ĐứC Giêsu Kitô lại đễn.&quot; (1 (1m6,11-16) (1Tm 6, 11-16)'" id="985" name="Google Shape;985;p171"/>
          <p:cNvPicPr preferRelativeResize="0"/>
          <p:nvPr/>
        </p:nvPicPr>
        <p:blipFill rotWithShape="1">
          <a:blip r:embed="rId3">
            <a:alphaModFix/>
          </a:blip>
          <a:srcRect b="0" l="0" r="0" t="0"/>
          <a:stretch/>
        </p:blipFill>
        <p:spPr>
          <a:xfrm>
            <a:off x="0" y="1"/>
            <a:ext cx="9144000" cy="5138738"/>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pic>
        <p:nvPicPr>
          <p:cNvPr descr="Có thể là hình ảnh về 2 người và văn bản cho biết 'NĂM C CHÚA NHẬT XI THƯỜNG NIÊN Dụ ngôn S NGƯỜI PHÚ HỘ LADARÔ NGHÈO KHỔ &quot;Hỗi con, suốt đời con, con được toãn șự lành, còn Ladarô gặp toàn sự khỗn khổ. Vậy bây giỡ Ladaro được an ủi ở chồn nãy, còn con thì chịu khỗn khổ.&quot; (Lc 16, 19-31)'" id="990" name="Google Shape;990;p172"/>
          <p:cNvPicPr preferRelativeResize="0"/>
          <p:nvPr/>
        </p:nvPicPr>
        <p:blipFill rotWithShape="1">
          <a:blip r:embed="rId3">
            <a:alphaModFix/>
          </a:blip>
          <a:srcRect b="0" l="0" r="0" t="0"/>
          <a:stretch/>
        </p:blipFill>
        <p:spPr>
          <a:xfrm>
            <a:off x="0" y="-2921"/>
            <a:ext cx="9144000" cy="5146421"/>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173"/>
          <p:cNvSpPr txBox="1"/>
          <p:nvPr>
            <p:ph type="ctrTitle"/>
          </p:nvPr>
        </p:nvSpPr>
        <p:spPr>
          <a:xfrm>
            <a:off x="0" y="330199"/>
            <a:ext cx="9144000" cy="4813301"/>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000"/>
              <a:buFont typeface="Times"/>
              <a:buNone/>
            </a:pPr>
            <a:r>
              <a:rPr b="1" i="1" lang="en-US" sz="8000">
                <a:solidFill>
                  <a:srgbClr val="EE0000"/>
                </a:solidFill>
                <a:latin typeface="Times"/>
                <a:ea typeface="Times"/>
                <a:cs typeface="Times"/>
                <a:sym typeface="Times"/>
              </a:rPr>
              <a:t>All… All...</a:t>
            </a:r>
            <a:r>
              <a:rPr b="1" lang="en-US" sz="8000">
                <a:solidFill>
                  <a:srgbClr val="EE0000"/>
                </a:solidFill>
                <a:latin typeface="Times"/>
                <a:ea typeface="Times"/>
                <a:cs typeface="Times"/>
                <a:sym typeface="Times"/>
              </a:rPr>
              <a:t> </a:t>
            </a:r>
            <a:br>
              <a:rPr b="1" lang="en-US" sz="8000">
                <a:latin typeface="Times"/>
                <a:ea typeface="Times"/>
                <a:cs typeface="Times"/>
                <a:sym typeface="Times"/>
              </a:rPr>
            </a:br>
            <a:r>
              <a:rPr b="1" lang="en-US" sz="8000">
                <a:latin typeface="Times"/>
                <a:ea typeface="Times"/>
                <a:cs typeface="Times"/>
                <a:sym typeface="Times"/>
              </a:rPr>
              <a:t> Lạy Chúa, xin hãy phán vì tôi tớ Chúa đang lắng tai nghe;</a:t>
            </a:r>
            <a:endParaRPr b="1" i="1" sz="8000">
              <a:latin typeface="Times"/>
              <a:ea typeface="Times"/>
              <a:cs typeface="Times"/>
              <a:sym typeface="Times"/>
            </a:endParaRPr>
          </a:p>
        </p:txBody>
      </p:sp>
      <p:sp>
        <p:nvSpPr>
          <p:cNvPr id="996" name="Google Shape;996;p173"/>
          <p:cNvSpPr txBox="1"/>
          <p:nvPr/>
        </p:nvSpPr>
        <p:spPr>
          <a:xfrm>
            <a:off x="0" y="-50800"/>
            <a:ext cx="9144000" cy="63500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rgbClr val="FF0000"/>
              </a:buClr>
              <a:buSzPts val="3200"/>
              <a:buFont typeface="Times New Roman"/>
              <a:buNone/>
            </a:pPr>
            <a:r>
              <a:rPr b="1" i="0" lang="en-US" sz="3200" u="none" cap="none" strike="noStrike">
                <a:solidFill>
                  <a:srgbClr val="FF0000"/>
                </a:solidFill>
                <a:latin typeface="Times New Roman"/>
                <a:ea typeface="Times New Roman"/>
                <a:cs typeface="Times New Roman"/>
                <a:sym typeface="Times New Roman"/>
              </a:rPr>
              <a:t>TUNG HÔ TIN MỪNG</a:t>
            </a:r>
            <a:endParaRPr b="1" i="0" sz="3200" u="none" cap="none" strike="noStrike">
              <a:solidFill>
                <a:srgbClr val="00B050"/>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17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 Chúa có lời ban sự sống muôn đời.</a:t>
            </a:r>
            <a:br>
              <a:rPr b="1" lang="en-US" sz="8000">
                <a:latin typeface="Times"/>
                <a:ea typeface="Times"/>
                <a:cs typeface="Times"/>
                <a:sym typeface="Times"/>
              </a:rPr>
            </a:br>
            <a:r>
              <a:rPr b="1" i="1" lang="en-US" sz="8000">
                <a:solidFill>
                  <a:srgbClr val="EE0000"/>
                </a:solidFill>
                <a:latin typeface="Times"/>
                <a:ea typeface="Times"/>
                <a:cs typeface="Times"/>
                <a:sym typeface="Times"/>
              </a:rPr>
              <a:t>All…All…</a:t>
            </a:r>
            <a:endParaRPr b="1" sz="8000">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pic>
        <p:nvPicPr>
          <p:cNvPr descr="Có thể là hình ảnh về 2 người và văn bản cho biết 'NĂM C CHÚA NHẬT XI THƯỜNG NIÊN Dụ ngôn S NGƯỜI PHÚ HỘ LADARÔ NGHÈO KHỔ &quot;Hỗi con, suốt đời con, con được toãn șự lành, còn Ladarô gặp toàn sự khỗn khổ. Vậy bây giỡ Ladaro được an ủi ở chồn nãy, còn con thì chịu khỗn khổ.&quot; (Lc 16, 19-31)'" id="1006" name="Google Shape;1006;p175"/>
          <p:cNvPicPr preferRelativeResize="0"/>
          <p:nvPr/>
        </p:nvPicPr>
        <p:blipFill rotWithShape="1">
          <a:blip r:embed="rId3">
            <a:alphaModFix/>
          </a:blip>
          <a:srcRect b="0" l="0" r="0" t="0"/>
          <a:stretch/>
        </p:blipFill>
        <p:spPr>
          <a:xfrm>
            <a:off x="0" y="-2921"/>
            <a:ext cx="9144000" cy="5146421"/>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176"/>
          <p:cNvSpPr txBox="1"/>
          <p:nvPr>
            <p:ph type="ctrTitle"/>
          </p:nvPr>
        </p:nvSpPr>
        <p:spPr>
          <a:xfrm>
            <a:off x="0" y="514351"/>
            <a:ext cx="9144000" cy="4629148"/>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800"/>
              <a:buFont typeface="Times"/>
              <a:buNone/>
            </a:pPr>
            <a:r>
              <a:rPr b="1" lang="en-US" sz="8800">
                <a:solidFill>
                  <a:srgbClr val="EE0000"/>
                </a:solidFill>
                <a:latin typeface="Times"/>
                <a:ea typeface="Times"/>
                <a:cs typeface="Times"/>
                <a:sym typeface="Times"/>
              </a:rPr>
              <a:t>CT: </a:t>
            </a:r>
            <a:r>
              <a:rPr b="1" lang="en-US" sz="8800">
                <a:latin typeface="Times"/>
                <a:ea typeface="Times"/>
                <a:cs typeface="Times"/>
                <a:sym typeface="Times"/>
              </a:rPr>
              <a:t>Tôi tin kính một Thiên Chúa là Cha toàn năng.</a:t>
            </a:r>
            <a:endParaRPr/>
          </a:p>
        </p:txBody>
      </p:sp>
      <p:sp>
        <p:nvSpPr>
          <p:cNvPr id="1012" name="Google Shape;1012;p176"/>
          <p:cNvSpPr txBox="1"/>
          <p:nvPr/>
        </p:nvSpPr>
        <p:spPr>
          <a:xfrm>
            <a:off x="0" y="73600"/>
            <a:ext cx="9144000" cy="5143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0000"/>
              </a:buClr>
              <a:buSzPts val="3600"/>
              <a:buFont typeface="Times New Roman"/>
              <a:buNone/>
            </a:pPr>
            <a:r>
              <a:rPr b="1" i="0" lang="en-US" sz="3600" u="none" cap="none" strike="noStrike">
                <a:solidFill>
                  <a:srgbClr val="FF0000"/>
                </a:solidFill>
                <a:latin typeface="Times New Roman"/>
                <a:ea typeface="Times New Roman"/>
                <a:cs typeface="Times New Roman"/>
                <a:sym typeface="Times New Roman"/>
              </a:rPr>
              <a:t>KINH TIN KÍNH</a:t>
            </a:r>
            <a:endParaRPr b="1" i="0" sz="3600" u="none" cap="none" strike="noStrike">
              <a:solidFill>
                <a:srgbClr val="00B050"/>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177"/>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Đấng tạo thành trời đất muôn vật hữu hình và vô hình.</a:t>
            </a:r>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178"/>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Tôi tin kính một Chúa Giê-su Ki-tô Con Một Thiên Chúa,</a:t>
            </a:r>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179"/>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sinh bởi Đức Chúa Cha từ trước muôn đời.</a:t>
            </a:r>
            <a:endParaRPr b="1" sz="8800">
              <a:latin typeface="Times"/>
              <a:ea typeface="Times"/>
              <a:cs typeface="Times"/>
              <a:sym typeface="Times"/>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180"/>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là Thiên Chúa bởi Thiên Chúa, Ánh Sáng bởi Ánh Sáng,</a:t>
            </a:r>
            <a:endParaRPr b="1" sz="8000">
              <a:latin typeface="Times"/>
              <a:ea typeface="Times"/>
              <a:cs typeface="Times"/>
              <a:sym typeface="Times"/>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181"/>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Thiên Chúa thật bởi Thiên Chúa thật.</a:t>
            </a:r>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182"/>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Được sinh ra mà không phải được tạo thành đồng bản thể với Đức Chúa Cha:</a:t>
            </a:r>
            <a:endParaRPr b="1" sz="8000">
              <a:latin typeface="Times"/>
              <a:ea typeface="Times"/>
              <a:cs typeface="Times"/>
              <a:sym typeface="Times"/>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183"/>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nhờ Người mà muôn vật được tạo thành.</a:t>
            </a:r>
            <a:endParaRPr b="1" sz="8800">
              <a:latin typeface="Times"/>
              <a:ea typeface="Times"/>
              <a:cs typeface="Times"/>
              <a:sym typeface="Times"/>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184"/>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Vì loài người chúng ta và để cứu độ chúng ta, Người đã từ trời xuống thế.</a:t>
            </a:r>
            <a:endParaRPr b="1" sz="8000">
              <a:latin typeface="Times"/>
              <a:ea typeface="Times"/>
              <a:cs typeface="Times"/>
              <a:sym typeface="Times"/>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185"/>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000"/>
              <a:buFont typeface="Times"/>
              <a:buNone/>
            </a:pPr>
            <a:r>
              <a:rPr b="1" lang="en-US" sz="7000">
                <a:latin typeface="Times"/>
                <a:ea typeface="Times"/>
                <a:cs typeface="Times"/>
                <a:sym typeface="Times"/>
              </a:rPr>
              <a:t>Bởi phép Đức Chúa Thánh Thần, Người đã nhập thể trong lòng Trinh Nữ Ma-ri-a, và đã làm người.</a:t>
            </a:r>
            <a:endParaRPr b="1" sz="7000">
              <a:latin typeface="Times"/>
              <a:ea typeface="Times"/>
              <a:cs typeface="Times"/>
              <a:sym typeface="Times"/>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186"/>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Người chịu đóng đinh vào thập giá vì chúng ta,</a:t>
            </a:r>
            <a:endParaRPr b="1" sz="8800">
              <a:latin typeface="Times"/>
              <a:ea typeface="Times"/>
              <a:cs typeface="Times"/>
              <a:sym typeface="Times"/>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187"/>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thời quan </a:t>
            </a:r>
            <a:r>
              <a:rPr b="1" lang="en-US" sz="7200">
                <a:latin typeface="Times"/>
                <a:ea typeface="Times"/>
                <a:cs typeface="Times"/>
                <a:sym typeface="Times"/>
              </a:rPr>
              <a:t>Phong-xi-ô</a:t>
            </a:r>
            <a:r>
              <a:rPr b="1" lang="en-US" sz="8000">
                <a:latin typeface="Times"/>
                <a:ea typeface="Times"/>
                <a:cs typeface="Times"/>
                <a:sym typeface="Times"/>
              </a:rPr>
              <a:t> </a:t>
            </a:r>
            <a:r>
              <a:rPr b="1" lang="en-US" sz="7200">
                <a:latin typeface="Times"/>
                <a:ea typeface="Times"/>
                <a:cs typeface="Times"/>
                <a:sym typeface="Times"/>
              </a:rPr>
              <a:t>Phi-la-tô</a:t>
            </a:r>
            <a:r>
              <a:rPr b="1" lang="en-US" sz="8000">
                <a:latin typeface="Times"/>
                <a:ea typeface="Times"/>
                <a:cs typeface="Times"/>
                <a:sym typeface="Times"/>
              </a:rPr>
              <a:t>;</a:t>
            </a:r>
            <a:r>
              <a:rPr b="1" lang="en-US" sz="1050">
                <a:latin typeface="Times"/>
                <a:ea typeface="Times"/>
                <a:cs typeface="Times"/>
                <a:sym typeface="Times"/>
              </a:rPr>
              <a:t> </a:t>
            </a:r>
            <a:r>
              <a:rPr b="1" lang="en-US" sz="8000">
                <a:latin typeface="Times"/>
                <a:ea typeface="Times"/>
                <a:cs typeface="Times"/>
                <a:sym typeface="Times"/>
              </a:rPr>
              <a:t>Người chịu khổ hình và mai táng.</a:t>
            </a:r>
            <a:endParaRPr b="1" sz="8000">
              <a:latin typeface="Times"/>
              <a:ea typeface="Times"/>
              <a:cs typeface="Times"/>
              <a:sym typeface="Times"/>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188"/>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Ngày thứ ba Người sống lại như lời </a:t>
            </a:r>
            <a:br>
              <a:rPr b="1" lang="en-US" sz="8000">
                <a:latin typeface="Times"/>
                <a:ea typeface="Times"/>
                <a:cs typeface="Times"/>
                <a:sym typeface="Times"/>
              </a:rPr>
            </a:br>
            <a:r>
              <a:rPr b="1" lang="en-US" sz="8000">
                <a:latin typeface="Times"/>
                <a:ea typeface="Times"/>
                <a:cs typeface="Times"/>
                <a:sym typeface="Times"/>
              </a:rPr>
              <a:t>Thánh kinh.</a:t>
            </a:r>
            <a:endParaRPr b="1" sz="8000">
              <a:latin typeface="Times"/>
              <a:ea typeface="Times"/>
              <a:cs typeface="Times"/>
              <a:sym typeface="Times"/>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189"/>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Người lên trời, ngự bên hữu Đức Chúa Cha.</a:t>
            </a:r>
            <a:endParaRPr b="1" sz="8800">
              <a:latin typeface="Times"/>
              <a:ea typeface="Times"/>
              <a:cs typeface="Times"/>
              <a:sym typeface="Times"/>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190"/>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Và Người sẽ lại đến trong vinh quang để phán xét kẻ sống và kẻ chết,</a:t>
            </a:r>
            <a:endParaRPr b="1" sz="8000">
              <a:latin typeface="Times"/>
              <a:ea typeface="Times"/>
              <a:cs typeface="Times"/>
              <a:sym typeface="Times"/>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91"/>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Nước Người sẽ không bao giờ cùng.</a:t>
            </a:r>
            <a:endParaRPr b="1" sz="8000">
              <a:latin typeface="Times"/>
              <a:ea typeface="Times"/>
              <a:cs typeface="Times"/>
              <a:sym typeface="Times"/>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192"/>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Tôi tinh kính Đức Chúa Thánh Thần là Thiên Chúa, và là Đấng ban sự sống,</a:t>
            </a:r>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193"/>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bởi Đức Chúa Cha và Đức Chúa Con mà ra.</a:t>
            </a:r>
            <a:endParaRPr b="1" sz="8000">
              <a:latin typeface="Times"/>
              <a:ea typeface="Times"/>
              <a:cs typeface="Times"/>
              <a:sym typeface="Times"/>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194"/>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Người được phụng thờ và tôn vinh cùng với Đức Chúa Cha và Đức Chúa Con</a:t>
            </a:r>
            <a:endParaRPr b="1" sz="7200">
              <a:latin typeface="Times"/>
              <a:ea typeface="Times"/>
              <a:cs typeface="Times"/>
              <a:sym typeface="Times"/>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195"/>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Người đã dùng các Tiên tri mà phán dạy.</a:t>
            </a:r>
            <a:endParaRPr b="1" sz="8000">
              <a:latin typeface="Times"/>
              <a:ea typeface="Times"/>
              <a:cs typeface="Times"/>
              <a:sym typeface="Times"/>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196"/>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tin Hội Thánh duy nhất, thánh thiện, công giáo và tông truyền.</a:t>
            </a:r>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197"/>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tuyên xưng có một Phép Rửa </a:t>
            </a:r>
            <a:br>
              <a:rPr b="1" lang="en-US" sz="8000">
                <a:latin typeface="Times"/>
                <a:ea typeface="Times"/>
                <a:cs typeface="Times"/>
                <a:sym typeface="Times"/>
              </a:rPr>
            </a:br>
            <a:r>
              <a:rPr b="1" lang="en-US" sz="8000">
                <a:latin typeface="Times"/>
                <a:ea typeface="Times"/>
                <a:cs typeface="Times"/>
                <a:sym typeface="Times"/>
              </a:rPr>
              <a:t>để tha tội.</a:t>
            </a:r>
            <a:endParaRPr b="1" sz="8000">
              <a:latin typeface="Times"/>
              <a:ea typeface="Times"/>
              <a:cs typeface="Times"/>
              <a:sym typeface="Times"/>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p198"/>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Tôi trông đợi kẻ chết sống lại và sự sống đời sau. </a:t>
            </a:r>
            <a:r>
              <a:rPr b="1" lang="en-US" sz="8000">
                <a:solidFill>
                  <a:srgbClr val="FF0000"/>
                </a:solidFill>
                <a:latin typeface="Times"/>
                <a:ea typeface="Times"/>
                <a:cs typeface="Times"/>
                <a:sym typeface="Times"/>
              </a:rPr>
              <a:t>Amen</a:t>
            </a:r>
            <a:r>
              <a:rPr b="1" lang="en-US" sz="8000">
                <a:latin typeface="Times"/>
                <a:ea typeface="Times"/>
                <a:cs typeface="Times"/>
                <a:sym typeface="Times"/>
              </a:rPr>
              <a:t>.</a:t>
            </a:r>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pic>
        <p:nvPicPr>
          <p:cNvPr descr="Có thể là hình ảnh về 2 người và văn bản cho biết 'NĂM C CHÚA NHẬT XI THƯỜNG NIÊN Dụ ngôn S NGƯỜI PHÚ HỘ LADARÔ NGHÈO KHỔ &quot;Hỗi con, suốt đời con, con được toãn șự lành, còn Ladarô gặp toàn sự khỗn khổ. Vậy bây giỡ Ladaro được an ủi ở chồn nãy, còn con thì chịu khỗn khổ.&quot; (Lc 16, 19-31)'" id="1127" name="Google Shape;1127;p199"/>
          <p:cNvPicPr preferRelativeResize="0"/>
          <p:nvPr/>
        </p:nvPicPr>
        <p:blipFill rotWithShape="1">
          <a:blip r:embed="rId3">
            <a:alphaModFix/>
          </a:blip>
          <a:srcRect b="0" l="0" r="0" t="0"/>
          <a:stretch/>
        </p:blipFill>
        <p:spPr>
          <a:xfrm>
            <a:off x="0" y="-2921"/>
            <a:ext cx="9144000" cy="5146421"/>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200"/>
          <p:cNvSpPr txBox="1"/>
          <p:nvPr>
            <p:ph type="ctrTitle"/>
          </p:nvPr>
        </p:nvSpPr>
        <p:spPr>
          <a:xfrm>
            <a:off x="0" y="0"/>
            <a:ext cx="9144000" cy="5143500"/>
          </a:xfrm>
          <a:prstGeom prst="rect">
            <a:avLst/>
          </a:prstGeom>
          <a:no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DÂNG LỄ (4)</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20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ÐK: </a:t>
            </a:r>
            <a:r>
              <a:rPr b="1" lang="en-US" sz="8000">
                <a:latin typeface="Times"/>
                <a:ea typeface="Times"/>
                <a:cs typeface="Times"/>
                <a:sym typeface="Times"/>
              </a:rPr>
              <a:t>Tựa trầm hương thơm bay nghi ngút nơi thiên cung nhiệm mầu,</a:t>
            </a:r>
            <a:endParaRPr b="1" sz="8000">
              <a:latin typeface="Times"/>
              <a:ea typeface="Times"/>
              <a:cs typeface="Times"/>
              <a:sym typeface="Times"/>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20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xin cho lời con nguyện cầu, tỏa bay lên trước thiên nhan.</a:t>
            </a:r>
            <a:endParaRPr b="1" sz="8000">
              <a:latin typeface="Times"/>
              <a:ea typeface="Times"/>
              <a:cs typeface="Times"/>
              <a:sym typeface="Times"/>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20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Ðây lễ dâng con dâng trọn đời là tình yêu trong trái tim hồng.</a:t>
            </a:r>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20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1. </a:t>
            </a:r>
            <a:r>
              <a:rPr b="1" lang="en-US" sz="8000">
                <a:latin typeface="Times"/>
                <a:ea typeface="Times"/>
                <a:cs typeface="Times"/>
                <a:sym typeface="Times"/>
              </a:rPr>
              <a:t>Ðây ly rượu ươm tình nồng và bánh thơm do công </a:t>
            </a:r>
            <a:br>
              <a:rPr b="1" lang="en-US" sz="8000">
                <a:latin typeface="Times"/>
                <a:ea typeface="Times"/>
                <a:cs typeface="Times"/>
                <a:sym typeface="Times"/>
              </a:rPr>
            </a:br>
            <a:r>
              <a:rPr b="1" lang="en-US" sz="8000">
                <a:latin typeface="Times"/>
                <a:ea typeface="Times"/>
                <a:cs typeface="Times"/>
                <a:sym typeface="Times"/>
              </a:rPr>
              <a:t>người người,</a:t>
            </a:r>
            <a:endParaRPr b="1" sz="8000">
              <a:latin typeface="Times"/>
              <a:ea typeface="Times"/>
              <a:cs typeface="Times"/>
              <a:sym typeface="Times"/>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20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Ngài dủ thương ban xuống muôn ơn.</a:t>
            </a:r>
            <a:endParaRPr b="1" sz="8000">
              <a:latin typeface="Times"/>
              <a:ea typeface="Times"/>
              <a:cs typeface="Times"/>
              <a:sym typeface="Times"/>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20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Xin cho người luôn tìm người, cùng nắm tay</a:t>
            </a:r>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3" name="Shape 1173"/>
        <p:cNvGrpSpPr/>
        <p:nvPr/>
      </p:nvGrpSpPr>
      <p:grpSpPr>
        <a:xfrm>
          <a:off x="0" y="0"/>
          <a:ext cx="0" cy="0"/>
          <a:chOff x="0" y="0"/>
          <a:chExt cx="0" cy="0"/>
        </a:xfrm>
      </p:grpSpPr>
      <p:sp>
        <p:nvSpPr>
          <p:cNvPr id="1174" name="Google Shape;1174;p20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chung xây cuộc đời, tình nở hoa, sống thái hòa.</a:t>
            </a:r>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20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ÐK: </a:t>
            </a:r>
            <a:r>
              <a:rPr b="1" lang="en-US" sz="8000">
                <a:latin typeface="Times"/>
                <a:ea typeface="Times"/>
                <a:cs typeface="Times"/>
                <a:sym typeface="Times"/>
              </a:rPr>
              <a:t>Tựa trầm hương thơm bay nghi ngút nơi thiên cung nhiệm mầu,</a:t>
            </a:r>
            <a:endParaRPr b="1" sz="8000">
              <a:latin typeface="Times"/>
              <a:ea typeface="Times"/>
              <a:cs typeface="Times"/>
              <a:sym typeface="Times"/>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20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xin cho lời con nguyện cầu, tỏa bay lên trước thiên nhan.</a:t>
            </a:r>
            <a:endParaRPr b="1" sz="8000">
              <a:latin typeface="Times"/>
              <a:ea typeface="Times"/>
              <a:cs typeface="Times"/>
              <a:sym typeface="Times"/>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21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Ðây lễ dâng con dâng trọn đời là tình yêu trong trái tim hồng.</a:t>
            </a:r>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21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2. </a:t>
            </a:r>
            <a:r>
              <a:rPr b="1" lang="en-US" sz="8000">
                <a:latin typeface="Times"/>
                <a:ea typeface="Times"/>
                <a:cs typeface="Times"/>
                <a:sym typeface="Times"/>
              </a:rPr>
              <a:t>Đây hoa đèn chiếu rạng ngời niềm sướng vui lo âu muộn phiền,</a:t>
            </a:r>
            <a:endParaRPr b="1" sz="8000">
              <a:latin typeface="Times"/>
              <a:ea typeface="Times"/>
              <a:cs typeface="Times"/>
              <a:sym typeface="Times"/>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p21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đời bình yên hay </a:t>
            </a:r>
            <a:br>
              <a:rPr b="1" lang="en-US" sz="8000">
                <a:latin typeface="Times"/>
                <a:ea typeface="Times"/>
                <a:cs typeface="Times"/>
                <a:sym typeface="Times"/>
              </a:rPr>
            </a:br>
            <a:r>
              <a:rPr b="1" lang="en-US" sz="8000">
                <a:latin typeface="Times"/>
                <a:ea typeface="Times"/>
                <a:cs typeface="Times"/>
                <a:sym typeface="Times"/>
              </a:rPr>
              <a:t>lúc gian truân.</a:t>
            </a:r>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p21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Xin cho đời con ngày ngày là nến hoa dâng trên bàn thờ,</a:t>
            </a:r>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21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dù đời con xót </a:t>
            </a:r>
            <a:br>
              <a:rPr b="1" lang="en-US" sz="8000">
                <a:latin typeface="Times"/>
                <a:ea typeface="Times"/>
                <a:cs typeface="Times"/>
                <a:sym typeface="Times"/>
              </a:rPr>
            </a:br>
            <a:r>
              <a:rPr b="1" lang="en-US" sz="8000">
                <a:latin typeface="Times"/>
                <a:ea typeface="Times"/>
                <a:cs typeface="Times"/>
                <a:sym typeface="Times"/>
              </a:rPr>
              <a:t>xa nhiều.</a:t>
            </a:r>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1" name="Shape 1221"/>
        <p:cNvGrpSpPr/>
        <p:nvPr/>
      </p:nvGrpSpPr>
      <p:grpSpPr>
        <a:xfrm>
          <a:off x="0" y="0"/>
          <a:ext cx="0" cy="0"/>
          <a:chOff x="0" y="0"/>
          <a:chExt cx="0" cy="0"/>
        </a:xfrm>
      </p:grpSpPr>
      <p:sp>
        <p:nvSpPr>
          <p:cNvPr id="1222" name="Google Shape;1222;p21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ÐK: </a:t>
            </a:r>
            <a:r>
              <a:rPr b="1" lang="en-US" sz="8000">
                <a:latin typeface="Times"/>
                <a:ea typeface="Times"/>
                <a:cs typeface="Times"/>
                <a:sym typeface="Times"/>
              </a:rPr>
              <a:t>Tựa trầm hương thơm bay nghi ngút nơi thiên cung nhiệm mầu,</a:t>
            </a:r>
            <a:endParaRPr b="1" sz="8000">
              <a:latin typeface="Times"/>
              <a:ea typeface="Times"/>
              <a:cs typeface="Times"/>
              <a:sym typeface="Times"/>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21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xin cho lời con nguyện cầu, tỏa bay lên trước thiên nhan.</a:t>
            </a:r>
            <a:endParaRPr b="1" sz="8000">
              <a:latin typeface="Times"/>
              <a:ea typeface="Times"/>
              <a:cs typeface="Times"/>
              <a:sym typeface="Times"/>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3" name="Shape 1233"/>
        <p:cNvGrpSpPr/>
        <p:nvPr/>
      </p:nvGrpSpPr>
      <p:grpSpPr>
        <a:xfrm>
          <a:off x="0" y="0"/>
          <a:ext cx="0" cy="0"/>
          <a:chOff x="0" y="0"/>
          <a:chExt cx="0" cy="0"/>
        </a:xfrm>
      </p:grpSpPr>
      <p:sp>
        <p:nvSpPr>
          <p:cNvPr id="1234" name="Google Shape;1234;p21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Ðây lễ dâng con dâng trọn đời là tình yêu trong trái tim hồng.</a:t>
            </a:r>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sp>
        <p:nvSpPr>
          <p:cNvPr id="1240" name="Google Shape;1240;p21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3. </a:t>
            </a:r>
            <a:r>
              <a:rPr b="1" lang="en-US" sz="8000">
                <a:latin typeface="Times"/>
                <a:ea typeface="Times"/>
                <a:cs typeface="Times"/>
                <a:sym typeface="Times"/>
              </a:rPr>
              <a:t>Con xin hiệp dâng về Ngài này lễ vật lao công cuộc đời,</a:t>
            </a:r>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p21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đời nương rẫy hay lúc thảnh thơi.</a:t>
            </a:r>
            <a:endParaRPr b="1" sz="8000">
              <a:latin typeface="Times"/>
              <a:ea typeface="Times"/>
              <a:cs typeface="Times"/>
              <a:sym typeface="Times"/>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1" name="Shape 1251"/>
        <p:cNvGrpSpPr/>
        <p:nvPr/>
      </p:nvGrpSpPr>
      <p:grpSpPr>
        <a:xfrm>
          <a:off x="0" y="0"/>
          <a:ext cx="0" cy="0"/>
          <a:chOff x="0" y="0"/>
          <a:chExt cx="0" cy="0"/>
        </a:xfrm>
      </p:grpSpPr>
      <p:sp>
        <p:nvSpPr>
          <p:cNvPr id="1252" name="Google Shape;1252;p22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Xin dâng về Chúa từng ngày mồ hôi nhỏ trên nương đồng dài,</a:t>
            </a:r>
            <a:endParaRPr b="1" sz="8000">
              <a:latin typeface="Times"/>
              <a:ea typeface="Times"/>
              <a:cs typeface="Times"/>
              <a:sym typeface="Times"/>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22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và bàn tay </a:t>
            </a:r>
            <a:br>
              <a:rPr b="1" lang="en-US" sz="8000">
                <a:latin typeface="Times"/>
                <a:ea typeface="Times"/>
                <a:cs typeface="Times"/>
                <a:sym typeface="Times"/>
              </a:rPr>
            </a:br>
            <a:r>
              <a:rPr b="1" lang="en-US" sz="8000">
                <a:latin typeface="Times"/>
                <a:ea typeface="Times"/>
                <a:cs typeface="Times"/>
                <a:sym typeface="Times"/>
              </a:rPr>
              <a:t>hóa chai nhiều.</a:t>
            </a:r>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sp>
        <p:nvSpPr>
          <p:cNvPr id="1264" name="Google Shape;1264;p22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ÐK: </a:t>
            </a:r>
            <a:r>
              <a:rPr b="1" lang="en-US" sz="8000">
                <a:latin typeface="Times"/>
                <a:ea typeface="Times"/>
                <a:cs typeface="Times"/>
                <a:sym typeface="Times"/>
              </a:rPr>
              <a:t>Tựa trầm hương thơm bay nghi ngút nơi thiên cung nhiệm mầu,</a:t>
            </a:r>
            <a:endParaRPr b="1" sz="8000">
              <a:latin typeface="Times"/>
              <a:ea typeface="Times"/>
              <a:cs typeface="Times"/>
              <a:sym typeface="Times"/>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id="1270" name="Google Shape;1270;p22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xin cho lời con nguyện cầu, tỏa bay lên trước thiên nhan.</a:t>
            </a:r>
            <a:endParaRPr b="1" sz="8000">
              <a:latin typeface="Times"/>
              <a:ea typeface="Times"/>
              <a:cs typeface="Times"/>
              <a:sym typeface="Times"/>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22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Ðây lễ dâng con dâng trọn đời là tình yêu trong trái tim hồng.</a:t>
            </a:r>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pic>
        <p:nvPicPr>
          <p:cNvPr descr="A golden chalice and a cross next to a book&#10;&#10;AI-generated content may be incorrect." id="1281" name="Google Shape;1281;p22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sp>
        <p:nvSpPr>
          <p:cNvPr id="1286" name="Google Shape;1286;p226"/>
          <p:cNvSpPr txBox="1"/>
          <p:nvPr/>
        </p:nvSpPr>
        <p:spPr>
          <a:xfrm>
            <a:off x="0" y="470461"/>
            <a:ext cx="9144000" cy="4673039"/>
          </a:xfrm>
          <a:prstGeom prst="rect">
            <a:avLst/>
          </a:prstGeom>
          <a:solidFill>
            <a:schemeClr val="lt1"/>
          </a:solidFill>
          <a:ln>
            <a:noFill/>
          </a:ln>
        </p:spPr>
        <p:txBody>
          <a:bodyPr anchorCtr="0" anchor="ctr" bIns="0" lIns="91425" spcFirstLastPara="1" rIns="91425" wrap="square" tIns="0">
            <a:noAutofit/>
          </a:bodyPr>
          <a:lstStyle/>
          <a:p>
            <a:pPr indent="0" lvl="0" marL="0" marR="0" rtl="0" algn="ctr">
              <a:spcBef>
                <a:spcPts val="0"/>
              </a:spcBef>
              <a:spcAft>
                <a:spcPts val="0"/>
              </a:spcAft>
              <a:buClr>
                <a:schemeClr val="dk1"/>
              </a:buClr>
              <a:buSzPts val="8000"/>
              <a:buFont typeface="Times"/>
              <a:buNone/>
            </a:pPr>
            <a:r>
              <a:rPr b="1" i="0" lang="en-US" sz="8000" u="none" cap="none" strike="noStrike">
                <a:solidFill>
                  <a:schemeClr val="dk1"/>
                </a:solidFill>
                <a:latin typeface="Times"/>
                <a:ea typeface="Times"/>
                <a:cs typeface="Times"/>
                <a:sym typeface="Times"/>
              </a:rPr>
              <a:t>Do điều này mà chúng ta đã biết tình yêu của </a:t>
            </a:r>
            <a:br>
              <a:rPr b="1" i="0" lang="en-US" sz="8000" u="none" cap="none" strike="noStrike">
                <a:solidFill>
                  <a:schemeClr val="dk1"/>
                </a:solidFill>
                <a:latin typeface="Times"/>
                <a:ea typeface="Times"/>
                <a:cs typeface="Times"/>
                <a:sym typeface="Times"/>
              </a:rPr>
            </a:br>
            <a:r>
              <a:rPr b="1" i="0" lang="en-US" sz="8000" u="none" cap="none" strike="noStrike">
                <a:solidFill>
                  <a:schemeClr val="dk1"/>
                </a:solidFill>
                <a:latin typeface="Times"/>
                <a:ea typeface="Times"/>
                <a:cs typeface="Times"/>
                <a:sym typeface="Times"/>
              </a:rPr>
              <a:t>Thiên Chúa,</a:t>
            </a:r>
            <a:endParaRPr/>
          </a:p>
        </p:txBody>
      </p:sp>
      <p:sp>
        <p:nvSpPr>
          <p:cNvPr id="1287" name="Google Shape;1287;p226"/>
          <p:cNvSpPr txBox="1"/>
          <p:nvPr/>
        </p:nvSpPr>
        <p:spPr>
          <a:xfrm>
            <a:off x="736600" y="0"/>
            <a:ext cx="7670800" cy="508000"/>
          </a:xfrm>
          <a:prstGeom prst="rect">
            <a:avLst/>
          </a:prstGeom>
          <a:noFill/>
          <a:ln>
            <a:noFill/>
          </a:ln>
        </p:spPr>
        <p:txBody>
          <a:bodyPr anchorCtr="0" anchor="b" bIns="0" lIns="91425" spcFirstLastPara="1" rIns="91425" wrap="square" tIns="0">
            <a:normAutofit/>
          </a:bodyPr>
          <a:lstStyle/>
          <a:p>
            <a:pPr indent="0" lvl="0" marL="0" marR="0" rtl="0" algn="ctr">
              <a:lnSpc>
                <a:spcPct val="90000"/>
              </a:lnSpc>
              <a:spcBef>
                <a:spcPts val="0"/>
              </a:spcBef>
              <a:spcAft>
                <a:spcPts val="0"/>
              </a:spcAft>
              <a:buClr>
                <a:srgbClr val="FF0000"/>
              </a:buClr>
              <a:buSzPts val="3200"/>
              <a:buFont typeface="Times New Roman"/>
              <a:buNone/>
            </a:pPr>
            <a:r>
              <a:rPr b="1" i="0" lang="en-US" sz="3200" u="none" cap="none" strike="noStrike">
                <a:solidFill>
                  <a:srgbClr val="FF0000"/>
                </a:solidFill>
                <a:latin typeface="Times New Roman"/>
                <a:ea typeface="Times New Roman"/>
                <a:cs typeface="Times New Roman"/>
                <a:sym typeface="Times New Roman"/>
              </a:rPr>
              <a:t>CA HIỆP LỄ</a:t>
            </a:r>
            <a:endParaRPr b="1" i="0" sz="1800" u="none" cap="none" strike="noStrike">
              <a:solidFill>
                <a:srgbClr val="7F7F7F"/>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p227"/>
          <p:cNvSpPr txBox="1"/>
          <p:nvPr/>
        </p:nvSpPr>
        <p:spPr>
          <a:xfrm>
            <a:off x="0" y="1"/>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marR="0" rtl="0" algn="ctr">
              <a:spcBef>
                <a:spcPts val="0"/>
              </a:spcBef>
              <a:spcAft>
                <a:spcPts val="0"/>
              </a:spcAft>
              <a:buClr>
                <a:schemeClr val="dk1"/>
              </a:buClr>
              <a:buSzPts val="8800"/>
              <a:buFont typeface="Times"/>
              <a:buNone/>
            </a:pPr>
            <a:r>
              <a:rPr b="1" i="0" lang="en-US" sz="8800" u="none" cap="none" strike="noStrike">
                <a:solidFill>
                  <a:schemeClr val="dk1"/>
                </a:solidFill>
                <a:latin typeface="Times"/>
                <a:ea typeface="Times"/>
                <a:cs typeface="Times"/>
                <a:sym typeface="Times"/>
              </a:rPr>
              <a:t>là chính Người đã thí mạng sống mình vì chúng ta,</a:t>
            </a:r>
            <a:endParaRPr b="1" i="0" sz="8800" u="none" cap="none" strike="noStrike">
              <a:solidFill>
                <a:schemeClr val="dk1"/>
              </a:solidFill>
              <a:latin typeface="Times"/>
              <a:ea typeface="Times"/>
              <a:cs typeface="Times"/>
              <a:sym typeface="Times"/>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6" name="Shape 1296"/>
        <p:cNvGrpSpPr/>
        <p:nvPr/>
      </p:nvGrpSpPr>
      <p:grpSpPr>
        <a:xfrm>
          <a:off x="0" y="0"/>
          <a:ext cx="0" cy="0"/>
          <a:chOff x="0" y="0"/>
          <a:chExt cx="0" cy="0"/>
        </a:xfrm>
      </p:grpSpPr>
      <p:sp>
        <p:nvSpPr>
          <p:cNvPr id="1297" name="Google Shape;1297;p228"/>
          <p:cNvSpPr txBox="1"/>
          <p:nvPr/>
        </p:nvSpPr>
        <p:spPr>
          <a:xfrm>
            <a:off x="0" y="1"/>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marR="0" rtl="0" algn="ctr">
              <a:spcBef>
                <a:spcPts val="0"/>
              </a:spcBef>
              <a:spcAft>
                <a:spcPts val="0"/>
              </a:spcAft>
              <a:buClr>
                <a:schemeClr val="dk1"/>
              </a:buClr>
              <a:buSzPts val="8800"/>
              <a:buFont typeface="Times"/>
              <a:buNone/>
            </a:pPr>
            <a:r>
              <a:rPr b="1" i="0" lang="en-US" sz="8800" u="none" cap="none" strike="noStrike">
                <a:solidFill>
                  <a:schemeClr val="dk1"/>
                </a:solidFill>
                <a:latin typeface="Times"/>
                <a:ea typeface="Times"/>
                <a:cs typeface="Times"/>
                <a:sym typeface="Times"/>
              </a:rPr>
              <a:t>nên chúng ta </a:t>
            </a:r>
            <a:br>
              <a:rPr b="1" i="0" lang="en-US" sz="8800" u="none" cap="none" strike="noStrike">
                <a:solidFill>
                  <a:schemeClr val="dk1"/>
                </a:solidFill>
                <a:latin typeface="Times"/>
                <a:ea typeface="Times"/>
                <a:cs typeface="Times"/>
                <a:sym typeface="Times"/>
              </a:rPr>
            </a:br>
            <a:r>
              <a:rPr b="1" i="0" lang="en-US" sz="8800" u="none" cap="none" strike="noStrike">
                <a:solidFill>
                  <a:schemeClr val="dk1"/>
                </a:solidFill>
                <a:latin typeface="Times"/>
                <a:ea typeface="Times"/>
                <a:cs typeface="Times"/>
                <a:sym typeface="Times"/>
              </a:rPr>
              <a:t>cũng phải thí mạng sống mình vì anh em. </a:t>
            </a:r>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Google Shape;1302;p229"/>
          <p:cNvSpPr txBox="1"/>
          <p:nvPr>
            <p:ph type="ctrTitle"/>
          </p:nvPr>
        </p:nvSpPr>
        <p:spPr>
          <a:xfrm>
            <a:off x="-1" y="0"/>
            <a:ext cx="9144001" cy="5143500"/>
          </a:xfrm>
          <a:prstGeom prst="rect">
            <a:avLst/>
          </a:prstGeom>
          <a:no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TÂM TÌNH</a:t>
            </a:r>
            <a:br>
              <a:rPr b="1" lang="en-US" sz="6700">
                <a:solidFill>
                  <a:srgbClr val="FF0000"/>
                </a:solidFill>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YÊU MẾN</a:t>
            </a:r>
            <a:br>
              <a:rPr b="1" lang="en-US" sz="6700">
                <a:solidFill>
                  <a:srgbClr val="FF0000"/>
                </a:solidFill>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(Lm. Thái Nguyên)</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p23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1. </a:t>
            </a:r>
            <a:r>
              <a:rPr b="1" lang="en-US" sz="8000">
                <a:latin typeface="Times"/>
                <a:ea typeface="Times"/>
                <a:cs typeface="Times"/>
                <a:sym typeface="Times"/>
              </a:rPr>
              <a:t>Xin cho con trở nên bé nhỏ để con dễ nghe tiếng Chúa,</a:t>
            </a:r>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sp>
        <p:nvSpPr>
          <p:cNvPr id="1314" name="Google Shape;1314;p23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để con thấy Chúa hiện diện trong hết mọi biến cố đời con.</a:t>
            </a:r>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9" name="Shape 1319"/>
        <p:cNvGrpSpPr/>
        <p:nvPr/>
      </p:nvGrpSpPr>
      <p:grpSpPr>
        <a:xfrm>
          <a:off x="0" y="0"/>
          <a:ext cx="0" cy="0"/>
          <a:chOff x="0" y="0"/>
          <a:chExt cx="0" cy="0"/>
        </a:xfrm>
      </p:grpSpPr>
      <p:sp>
        <p:nvSpPr>
          <p:cNvPr id="1320" name="Google Shape;1320;p23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Xin cho con tình yêu thắm nồng để con sống trong niềm </a:t>
            </a:r>
            <a:br>
              <a:rPr b="1" lang="en-US" sz="8000">
                <a:latin typeface="Times"/>
                <a:ea typeface="Times"/>
                <a:cs typeface="Times"/>
                <a:sym typeface="Times"/>
              </a:rPr>
            </a:br>
            <a:r>
              <a:rPr b="1" lang="en-US" sz="8000">
                <a:latin typeface="Times"/>
                <a:ea typeface="Times"/>
                <a:cs typeface="Times"/>
                <a:sym typeface="Times"/>
              </a:rPr>
              <a:t>hy vọng,</a:t>
            </a:r>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5" name="Shape 1325"/>
        <p:cNvGrpSpPr/>
        <p:nvPr/>
      </p:nvGrpSpPr>
      <p:grpSpPr>
        <a:xfrm>
          <a:off x="0" y="0"/>
          <a:ext cx="0" cy="0"/>
          <a:chOff x="0" y="0"/>
          <a:chExt cx="0" cy="0"/>
        </a:xfrm>
      </p:grpSpPr>
      <p:sp>
        <p:nvSpPr>
          <p:cNvPr id="1326" name="Google Shape;1326;p23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biết âm thầm lặng lẽ hy sinh, phụng sự Chúa với lòng </a:t>
            </a:r>
            <a:br>
              <a:rPr b="1" lang="en-US" sz="8000">
                <a:latin typeface="Times"/>
                <a:ea typeface="Times"/>
                <a:cs typeface="Times"/>
                <a:sym typeface="Times"/>
              </a:rPr>
            </a:br>
            <a:r>
              <a:rPr b="1" lang="en-US" sz="8000">
                <a:latin typeface="Times"/>
                <a:ea typeface="Times"/>
                <a:cs typeface="Times"/>
                <a:sym typeface="Times"/>
              </a:rPr>
              <a:t>trung trinh.</a:t>
            </a:r>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p23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ĐK: </a:t>
            </a:r>
            <a:r>
              <a:rPr b="1" lang="en-US" sz="8000">
                <a:latin typeface="Times"/>
                <a:ea typeface="Times"/>
                <a:cs typeface="Times"/>
                <a:sym typeface="Times"/>
              </a:rPr>
              <a:t>Con an vui sống khiêm nhường dấn thân,</a:t>
            </a:r>
            <a:endParaRPr b="1" sz="8000">
              <a:latin typeface="Times"/>
              <a:ea typeface="Times"/>
              <a:cs typeface="Times"/>
              <a:sym typeface="Times"/>
            </a:endParaRPr>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7" name="Shape 1337"/>
        <p:cNvGrpSpPr/>
        <p:nvPr/>
      </p:nvGrpSpPr>
      <p:grpSpPr>
        <a:xfrm>
          <a:off x="0" y="0"/>
          <a:ext cx="0" cy="0"/>
          <a:chOff x="0" y="0"/>
          <a:chExt cx="0" cy="0"/>
        </a:xfrm>
      </p:grpSpPr>
      <p:sp>
        <p:nvSpPr>
          <p:cNvPr id="1338" name="Google Shape;1338;p23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trong hân hoan Chúa chính là lẽ sống con suốt đời.</a:t>
            </a:r>
            <a:endParaRPr/>
          </a:p>
        </p:txBody>
      </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3" name="Shape 1343"/>
        <p:cNvGrpSpPr/>
        <p:nvPr/>
      </p:nvGrpSpPr>
      <p:grpSpPr>
        <a:xfrm>
          <a:off x="0" y="0"/>
          <a:ext cx="0" cy="0"/>
          <a:chOff x="0" y="0"/>
          <a:chExt cx="0" cy="0"/>
        </a:xfrm>
      </p:grpSpPr>
      <p:sp>
        <p:nvSpPr>
          <p:cNvPr id="1344" name="Google Shape;1344;p23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Cho con vui theo bước đường Chúa đi con đường </a:t>
            </a:r>
            <a:br>
              <a:rPr b="1" lang="en-US" sz="8000">
                <a:latin typeface="Times"/>
                <a:ea typeface="Times"/>
                <a:cs typeface="Times"/>
                <a:sym typeface="Times"/>
              </a:rPr>
            </a:br>
            <a:r>
              <a:rPr b="1" lang="en-US" sz="8000">
                <a:latin typeface="Times"/>
                <a:ea typeface="Times"/>
                <a:cs typeface="Times"/>
                <a:sym typeface="Times"/>
              </a:rPr>
              <a:t>thập giá,</a:t>
            </a:r>
            <a:endParaRPr b="1" sz="8000">
              <a:latin typeface="Times"/>
              <a:ea typeface="Times"/>
              <a:cs typeface="Times"/>
              <a:sym typeface="Times"/>
            </a:endParaRPr>
          </a:p>
        </p:txBody>
      </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9" name="Shape 1349"/>
        <p:cNvGrpSpPr/>
        <p:nvPr/>
      </p:nvGrpSpPr>
      <p:grpSpPr>
        <a:xfrm>
          <a:off x="0" y="0"/>
          <a:ext cx="0" cy="0"/>
          <a:chOff x="0" y="0"/>
          <a:chExt cx="0" cy="0"/>
        </a:xfrm>
      </p:grpSpPr>
      <p:sp>
        <p:nvSpPr>
          <p:cNvPr id="1350" name="Google Shape;1350;p23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dù gian nguy con đâu nề sá chi. </a:t>
            </a:r>
            <a:endParaRPr/>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5" name="Shape 1355"/>
        <p:cNvGrpSpPr/>
        <p:nvPr/>
      </p:nvGrpSpPr>
      <p:grpSpPr>
        <a:xfrm>
          <a:off x="0" y="0"/>
          <a:ext cx="0" cy="0"/>
          <a:chOff x="0" y="0"/>
          <a:chExt cx="0" cy="0"/>
        </a:xfrm>
      </p:grpSpPr>
      <p:sp>
        <p:nvSpPr>
          <p:cNvPr id="1356" name="Google Shape;1356;p23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2. </a:t>
            </a:r>
            <a:r>
              <a:rPr b="1" lang="en-US" sz="8000">
                <a:latin typeface="Times"/>
                <a:ea typeface="Times"/>
                <a:cs typeface="Times"/>
                <a:sym typeface="Times"/>
              </a:rPr>
              <a:t>Cho con vui vì bao thống khổ để chia sớt cùng với Chúa</a:t>
            </a:r>
            <a:endParaRPr/>
          </a:p>
        </p:txBody>
      </p:sp>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sp>
        <p:nvSpPr>
          <p:cNvPr id="1362" name="Google Shape;1362;p23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cảm thông với những đau buồn đang trĩu nặng trong cõi lòng ai.</a:t>
            </a:r>
            <a:endParaRPr/>
          </a:p>
        </p:txBody>
      </p:sp>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7" name="Shape 1367"/>
        <p:cNvGrpSpPr/>
        <p:nvPr/>
      </p:nvGrpSpPr>
      <p:grpSpPr>
        <a:xfrm>
          <a:off x="0" y="0"/>
          <a:ext cx="0" cy="0"/>
          <a:chOff x="0" y="0"/>
          <a:chExt cx="0" cy="0"/>
        </a:xfrm>
      </p:grpSpPr>
      <p:sp>
        <p:nvSpPr>
          <p:cNvPr id="1368" name="Google Shape;1368;p24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Xin cho con hiệp thông với Ngài bao khốn khó trong đời nhân loại</a:t>
            </a:r>
            <a:endParaRPr b="1" sz="8000">
              <a:latin typeface="Times"/>
              <a:ea typeface="Times"/>
              <a:cs typeface="Times"/>
              <a:sym typeface="Times"/>
            </a:endParaRPr>
          </a:p>
        </p:txBody>
      </p:sp>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3" name="Shape 1373"/>
        <p:cNvGrpSpPr/>
        <p:nvPr/>
      </p:nvGrpSpPr>
      <p:grpSpPr>
        <a:xfrm>
          <a:off x="0" y="0"/>
          <a:ext cx="0" cy="0"/>
          <a:chOff x="0" y="0"/>
          <a:chExt cx="0" cy="0"/>
        </a:xfrm>
      </p:grpSpPr>
      <p:sp>
        <p:nvSpPr>
          <p:cNvPr id="1374" name="Google Shape;1374;p24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bao u hoài thổn thức khôn vơi để tình yêu sáng đẹp muôn nơi. </a:t>
            </a:r>
            <a:endParaRPr b="1" sz="8000">
              <a:latin typeface="Times"/>
              <a:ea typeface="Times"/>
              <a:cs typeface="Times"/>
              <a:sym typeface="Times"/>
            </a:endParaRPr>
          </a:p>
        </p:txBody>
      </p:sp>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9" name="Shape 1379"/>
        <p:cNvGrpSpPr/>
        <p:nvPr/>
      </p:nvGrpSpPr>
      <p:grpSpPr>
        <a:xfrm>
          <a:off x="0" y="0"/>
          <a:ext cx="0" cy="0"/>
          <a:chOff x="0" y="0"/>
          <a:chExt cx="0" cy="0"/>
        </a:xfrm>
      </p:grpSpPr>
      <p:sp>
        <p:nvSpPr>
          <p:cNvPr id="1380" name="Google Shape;1380;p24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ĐK: </a:t>
            </a:r>
            <a:r>
              <a:rPr b="1" lang="en-US" sz="8000">
                <a:latin typeface="Times"/>
                <a:ea typeface="Times"/>
                <a:cs typeface="Times"/>
                <a:sym typeface="Times"/>
              </a:rPr>
              <a:t>Con an vui sống khiêm nhường dấn thân,</a:t>
            </a:r>
            <a:endParaRPr b="1" sz="8000">
              <a:latin typeface="Times"/>
              <a:ea typeface="Times"/>
              <a:cs typeface="Times"/>
              <a:sym typeface="Times"/>
            </a:endParaRPr>
          </a:p>
        </p:txBody>
      </p:sp>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5" name="Shape 1385"/>
        <p:cNvGrpSpPr/>
        <p:nvPr/>
      </p:nvGrpSpPr>
      <p:grpSpPr>
        <a:xfrm>
          <a:off x="0" y="0"/>
          <a:ext cx="0" cy="0"/>
          <a:chOff x="0" y="0"/>
          <a:chExt cx="0" cy="0"/>
        </a:xfrm>
      </p:grpSpPr>
      <p:sp>
        <p:nvSpPr>
          <p:cNvPr id="1386" name="Google Shape;1386;p24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trong hân hoan Chúa chính là lẽ sống con suốt đời.</a:t>
            </a:r>
            <a:endParaRPr/>
          </a:p>
        </p:txBody>
      </p:sp>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1" name="Shape 1391"/>
        <p:cNvGrpSpPr/>
        <p:nvPr/>
      </p:nvGrpSpPr>
      <p:grpSpPr>
        <a:xfrm>
          <a:off x="0" y="0"/>
          <a:ext cx="0" cy="0"/>
          <a:chOff x="0" y="0"/>
          <a:chExt cx="0" cy="0"/>
        </a:xfrm>
      </p:grpSpPr>
      <p:sp>
        <p:nvSpPr>
          <p:cNvPr id="1392" name="Google Shape;1392;p24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Cho con vui theo bước đường Chúa đi con đường </a:t>
            </a:r>
            <a:br>
              <a:rPr b="1" lang="en-US" sz="8000">
                <a:latin typeface="Times"/>
                <a:ea typeface="Times"/>
                <a:cs typeface="Times"/>
                <a:sym typeface="Times"/>
              </a:rPr>
            </a:br>
            <a:r>
              <a:rPr b="1" lang="en-US" sz="8000">
                <a:latin typeface="Times"/>
                <a:ea typeface="Times"/>
                <a:cs typeface="Times"/>
                <a:sym typeface="Times"/>
              </a:rPr>
              <a:t>thập giá,</a:t>
            </a:r>
            <a:endParaRPr b="1" sz="8000">
              <a:latin typeface="Times"/>
              <a:ea typeface="Times"/>
              <a:cs typeface="Times"/>
              <a:sym typeface="Times"/>
            </a:endParaRPr>
          </a:p>
        </p:txBody>
      </p:sp>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7" name="Shape 1397"/>
        <p:cNvGrpSpPr/>
        <p:nvPr/>
      </p:nvGrpSpPr>
      <p:grpSpPr>
        <a:xfrm>
          <a:off x="0" y="0"/>
          <a:ext cx="0" cy="0"/>
          <a:chOff x="0" y="0"/>
          <a:chExt cx="0" cy="0"/>
        </a:xfrm>
      </p:grpSpPr>
      <p:sp>
        <p:nvSpPr>
          <p:cNvPr id="1398" name="Google Shape;1398;p24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dù gian nguy con đâu nề sá chi. </a:t>
            </a:r>
            <a:endParaRPr/>
          </a:p>
        </p:txBody>
      </p:sp>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pic>
        <p:nvPicPr>
          <p:cNvPr descr="Có thể là hình ảnh về 2 người và văn bản cho biết 'NĂM C CHÚA NHẬT XI THƯỜNG NIÊN Dụ ngôn S NGƯỜI PHÚ HỘ LADARÔ NGHÈO KHỔ &quot;Hỗi con, suốt đời con, con được toãn șự lành, còn Ladarô gặp toàn sự khỗn khổ. Vậy bây giỡ Ladaro được an ủi ở chồn nãy, còn con thì chịu khỗn khổ.&quot; (Lc 16, 19-31)'" id="1403" name="Google Shape;1403;p246"/>
          <p:cNvPicPr preferRelativeResize="0"/>
          <p:nvPr/>
        </p:nvPicPr>
        <p:blipFill rotWithShape="1">
          <a:blip r:embed="rId3">
            <a:alphaModFix/>
          </a:blip>
          <a:srcRect b="0" l="0" r="0" t="0"/>
          <a:stretch/>
        </p:blipFill>
        <p:spPr>
          <a:xfrm>
            <a:off x="0" y="-2921"/>
            <a:ext cx="9144000" cy="5146421"/>
          </a:xfrm>
          <a:prstGeom prst="rect">
            <a:avLst/>
          </a:prstGeom>
          <a:noFill/>
          <a:ln>
            <a:noFill/>
          </a:ln>
        </p:spPr>
      </p:pic>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247"/>
          <p:cNvSpPr txBox="1"/>
          <p:nvPr>
            <p:ph type="ctrTitle"/>
          </p:nvPr>
        </p:nvSpPr>
        <p:spPr>
          <a:xfrm>
            <a:off x="0" y="0"/>
            <a:ext cx="9144000" cy="5143499"/>
          </a:xfrm>
          <a:prstGeom prst="rect">
            <a:avLst/>
          </a:prstGeom>
          <a:no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KẾT LỄ</a:t>
            </a:r>
            <a:br>
              <a:rPr b="1" lang="en-US" sz="6700">
                <a:solidFill>
                  <a:srgbClr val="FF0000"/>
                </a:solidFill>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MẸ ĐẸP TƯƠI </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(Lm. Kim Long)</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3" name="Shape 1413"/>
        <p:cNvGrpSpPr/>
        <p:nvPr/>
      </p:nvGrpSpPr>
      <p:grpSpPr>
        <a:xfrm>
          <a:off x="0" y="0"/>
          <a:ext cx="0" cy="0"/>
          <a:chOff x="0" y="0"/>
          <a:chExt cx="0" cy="0"/>
        </a:xfrm>
      </p:grpSpPr>
      <p:sp>
        <p:nvSpPr>
          <p:cNvPr id="1414" name="Google Shape;1414;p24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1. </a:t>
            </a:r>
            <a:r>
              <a:rPr b="1" lang="en-US" sz="8000">
                <a:latin typeface="Times"/>
                <a:ea typeface="Times"/>
                <a:cs typeface="Times"/>
                <a:sym typeface="Times"/>
              </a:rPr>
              <a:t>Mẹ Ma-ri-a đẹp tươi như bình minh chiếu rạng ngời.</a:t>
            </a:r>
            <a:endParaRPr b="1" sz="8000">
              <a:latin typeface="Times"/>
              <a:ea typeface="Times"/>
              <a:cs typeface="Times"/>
              <a:sym typeface="Times"/>
            </a:endParaRPr>
          </a:p>
        </p:txBody>
      </p:sp>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sp>
        <p:nvSpPr>
          <p:cNvPr id="1420" name="Google Shape;1420;p24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Vầng trăng lung linh trời đêm, so với Mẹ còn kém xa.</a:t>
            </a:r>
            <a:endParaRPr/>
          </a:p>
        </p:txBody>
      </p:sp>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25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0000"/>
              </a:buClr>
              <a:buSzPts val="8000"/>
              <a:buFont typeface="Times"/>
              <a:buNone/>
            </a:pPr>
            <a:r>
              <a:rPr b="1" lang="en-US" sz="8000">
                <a:solidFill>
                  <a:srgbClr val="FF0000"/>
                </a:solidFill>
                <a:latin typeface="Times"/>
                <a:ea typeface="Times"/>
                <a:cs typeface="Times"/>
                <a:sym typeface="Times"/>
              </a:rPr>
              <a:t>ĐK. </a:t>
            </a:r>
            <a:r>
              <a:rPr b="1" lang="en-US" sz="8000">
                <a:latin typeface="Times"/>
                <a:ea typeface="Times"/>
                <a:cs typeface="Times"/>
                <a:sym typeface="Times"/>
              </a:rPr>
              <a:t>Con thành tâm kính mừng Mẹ, mừng Mẹ đầy ơn phúc. </a:t>
            </a:r>
            <a:endParaRPr b="1" sz="8000">
              <a:latin typeface="Times"/>
              <a:ea typeface="Times"/>
              <a:cs typeface="Times"/>
              <a:sym typeface="Times"/>
            </a:endParaRPr>
          </a:p>
        </p:txBody>
      </p:sp>
    </p:spTree>
  </p:cSld>
  <p:clrMapOvr>
    <a:masterClrMapping/>
  </p:clrMapOvr>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1" name="Shape 1431"/>
        <p:cNvGrpSpPr/>
        <p:nvPr/>
      </p:nvGrpSpPr>
      <p:grpSpPr>
        <a:xfrm>
          <a:off x="0" y="0"/>
          <a:ext cx="0" cy="0"/>
          <a:chOff x="0" y="0"/>
          <a:chExt cx="0" cy="0"/>
        </a:xfrm>
      </p:grpSpPr>
      <p:sp>
        <p:nvSpPr>
          <p:cNvPr id="1432" name="Google Shape;1432;p25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New Roman"/>
              <a:buNone/>
            </a:pPr>
            <a:r>
              <a:rPr b="1" lang="en-US" sz="8000">
                <a:latin typeface="Times New Roman"/>
                <a:ea typeface="Times New Roman"/>
                <a:cs typeface="Times New Roman"/>
                <a:sym typeface="Times New Roman"/>
              </a:rPr>
              <a:t>Lòng khiết trinh như huệ thắm xinh muôn đời hiển vinh.</a:t>
            </a:r>
            <a:endParaRPr b="1" sz="8000">
              <a:latin typeface="Times New Roman"/>
              <a:ea typeface="Times New Roman"/>
              <a:cs typeface="Times New Roman"/>
              <a:sym typeface="Times New Roman"/>
            </a:endParaRPr>
          </a:p>
        </p:txBody>
      </p:sp>
    </p:spTree>
  </p:cSld>
  <p:clrMapOvr>
    <a:masterClrMapping/>
  </p:clrMapOvr>
</p:sld>
</file>

<file path=ppt/slides/slide2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6" name="Shape 1436"/>
        <p:cNvGrpSpPr/>
        <p:nvPr/>
      </p:nvGrpSpPr>
      <p:grpSpPr>
        <a:xfrm>
          <a:off x="0" y="0"/>
          <a:ext cx="0" cy="0"/>
          <a:chOff x="0" y="0"/>
          <a:chExt cx="0" cy="0"/>
        </a:xfrm>
      </p:grpSpPr>
      <p:pic>
        <p:nvPicPr>
          <p:cNvPr descr="Có thể là hình ảnh về 2 người và văn bản cho biết 'NĂM C CHÚA NHẬT XI THƯỜNG NIÊN Dụ ngôn S NGƯỜI PHÚ HỘ LADARÔ NGHÈO KHỔ &quot;Hỗi con, suốt đời con, con được toãn șự lành, còn Ladarô gặp toàn sự khỗn khổ. Vậy bây giỡ Ladaro được an ủi ở chồn nãy, còn con thì chịu khỗn khổ.&quot; (Lc 16, 19-31)'" id="1437" name="Google Shape;1437;p252"/>
          <p:cNvPicPr preferRelativeResize="0"/>
          <p:nvPr/>
        </p:nvPicPr>
        <p:blipFill rotWithShape="1">
          <a:blip r:embed="rId3">
            <a:alphaModFix/>
          </a:blip>
          <a:srcRect b="0" l="0" r="0" t="0"/>
          <a:stretch/>
        </p:blipFill>
        <p:spPr>
          <a:xfrm>
            <a:off x="0" y="-2921"/>
            <a:ext cx="9144000" cy="514642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dc:creator>Hung Nam</dc:creator>
</cp:coreProperties>
</file>