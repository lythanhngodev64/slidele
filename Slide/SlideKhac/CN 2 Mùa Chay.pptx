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207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0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212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09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11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210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20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211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205.xml"/>
  <Override ContentType="application/vnd.openxmlformats-officedocument.presentationml.slide+xml" PartName="/ppt/slides/slide160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209.xml"/>
  <Override ContentType="application/vnd.openxmlformats-officedocument.presentationml.slide+xml" PartName="/ppt/slides/slide200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33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212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208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207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58.xml"/>
  <Override ContentType="application/vnd.openxmlformats-officedocument.presentationml.slide+xml" PartName="/ppt/slides/slide15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  <p:sldId id="455" r:id="rId205"/>
    <p:sldId id="456" r:id="rId206"/>
    <p:sldId id="457" r:id="rId207"/>
    <p:sldId id="458" r:id="rId208"/>
    <p:sldId id="459" r:id="rId209"/>
    <p:sldId id="460" r:id="rId210"/>
    <p:sldId id="461" r:id="rId211"/>
    <p:sldId id="462" r:id="rId212"/>
    <p:sldId id="463" r:id="rId213"/>
    <p:sldId id="464" r:id="rId214"/>
    <p:sldId id="465" r:id="rId215"/>
    <p:sldId id="466" r:id="rId216"/>
    <p:sldId id="467" r:id="rId217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8" roundtripDataSignature="AMtx7mgDXkMGF+luEl7TQTaFzKrquo69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90" Type="http://schemas.openxmlformats.org/officeDocument/2006/relationships/slide" Target="slides/slide18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194" Type="http://schemas.openxmlformats.org/officeDocument/2006/relationships/slide" Target="slides/slide189.xml"/><Relationship Id="rId43" Type="http://schemas.openxmlformats.org/officeDocument/2006/relationships/slide" Target="slides/slide38.xml"/><Relationship Id="rId193" Type="http://schemas.openxmlformats.org/officeDocument/2006/relationships/slide" Target="slides/slide188.xml"/><Relationship Id="rId46" Type="http://schemas.openxmlformats.org/officeDocument/2006/relationships/slide" Target="slides/slide41.xml"/><Relationship Id="rId192" Type="http://schemas.openxmlformats.org/officeDocument/2006/relationships/slide" Target="slides/slide187.xml"/><Relationship Id="rId45" Type="http://schemas.openxmlformats.org/officeDocument/2006/relationships/slide" Target="slides/slide40.xml"/><Relationship Id="rId191" Type="http://schemas.openxmlformats.org/officeDocument/2006/relationships/slide" Target="slides/slide186.xml"/><Relationship Id="rId48" Type="http://schemas.openxmlformats.org/officeDocument/2006/relationships/slide" Target="slides/slide43.xml"/><Relationship Id="rId187" Type="http://schemas.openxmlformats.org/officeDocument/2006/relationships/slide" Target="slides/slide182.xml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98" Type="http://schemas.openxmlformats.org/officeDocument/2006/relationships/slide" Target="slides/slide193.xml"/><Relationship Id="rId14" Type="http://schemas.openxmlformats.org/officeDocument/2006/relationships/slide" Target="slides/slide9.xml"/><Relationship Id="rId197" Type="http://schemas.openxmlformats.org/officeDocument/2006/relationships/slide" Target="slides/slide192.xml"/><Relationship Id="rId17" Type="http://schemas.openxmlformats.org/officeDocument/2006/relationships/slide" Target="slides/slide12.xml"/><Relationship Id="rId196" Type="http://schemas.openxmlformats.org/officeDocument/2006/relationships/slide" Target="slides/slide191.xml"/><Relationship Id="rId16" Type="http://schemas.openxmlformats.org/officeDocument/2006/relationships/slide" Target="slides/slide11.xml"/><Relationship Id="rId195" Type="http://schemas.openxmlformats.org/officeDocument/2006/relationships/slide" Target="slides/slide190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99" Type="http://schemas.openxmlformats.org/officeDocument/2006/relationships/slide" Target="slides/slide194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217" Type="http://schemas.openxmlformats.org/officeDocument/2006/relationships/slide" Target="slides/slide212.xml"/><Relationship Id="rId216" Type="http://schemas.openxmlformats.org/officeDocument/2006/relationships/slide" Target="slides/slide211.xml"/><Relationship Id="rId215" Type="http://schemas.openxmlformats.org/officeDocument/2006/relationships/slide" Target="slides/slide210.xml"/><Relationship Id="rId214" Type="http://schemas.openxmlformats.org/officeDocument/2006/relationships/slide" Target="slides/slide209.xml"/><Relationship Id="rId218" Type="http://customschemas.google.com/relationships/presentationmetadata" Target="metadata"/><Relationship Id="rId213" Type="http://schemas.openxmlformats.org/officeDocument/2006/relationships/slide" Target="slides/slide208.xml"/><Relationship Id="rId212" Type="http://schemas.openxmlformats.org/officeDocument/2006/relationships/slide" Target="slides/slide207.xml"/><Relationship Id="rId211" Type="http://schemas.openxmlformats.org/officeDocument/2006/relationships/slide" Target="slides/slide206.xml"/><Relationship Id="rId210" Type="http://schemas.openxmlformats.org/officeDocument/2006/relationships/slide" Target="slides/slide205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121" Type="http://schemas.openxmlformats.org/officeDocument/2006/relationships/slide" Target="slides/slide116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10" Type="http://schemas.openxmlformats.org/officeDocument/2006/relationships/slide" Target="slides/slide105.xml"/><Relationship Id="rId114" Type="http://schemas.openxmlformats.org/officeDocument/2006/relationships/slide" Target="slides/slide109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206" Type="http://schemas.openxmlformats.org/officeDocument/2006/relationships/slide" Target="slides/slide201.xml"/><Relationship Id="rId205" Type="http://schemas.openxmlformats.org/officeDocument/2006/relationships/slide" Target="slides/slide200.xml"/><Relationship Id="rId204" Type="http://schemas.openxmlformats.org/officeDocument/2006/relationships/slide" Target="slides/slide199.xml"/><Relationship Id="rId203" Type="http://schemas.openxmlformats.org/officeDocument/2006/relationships/slide" Target="slides/slide198.xml"/><Relationship Id="rId209" Type="http://schemas.openxmlformats.org/officeDocument/2006/relationships/slide" Target="slides/slide204.xml"/><Relationship Id="rId208" Type="http://schemas.openxmlformats.org/officeDocument/2006/relationships/slide" Target="slides/slide203.xml"/><Relationship Id="rId207" Type="http://schemas.openxmlformats.org/officeDocument/2006/relationships/slide" Target="slides/slide202.xml"/><Relationship Id="rId202" Type="http://schemas.openxmlformats.org/officeDocument/2006/relationships/slide" Target="slides/slide197.xml"/><Relationship Id="rId201" Type="http://schemas.openxmlformats.org/officeDocument/2006/relationships/slide" Target="slides/slide196.xml"/><Relationship Id="rId200" Type="http://schemas.openxmlformats.org/officeDocument/2006/relationships/slide" Target="slides/slide19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a6357486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baa6357486_0_1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2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3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3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3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3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3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3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3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4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4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4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4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4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4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4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4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4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5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f2e8d6b56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bf2e8d6b56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f2e8d6b56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bf2e8d6b56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f2e8d6b56_0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bf2e8d6b56_0_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f2e8d6b56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bf2e8d6b56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f2e8d6b56_0_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3bf2e8d6b56_0_1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f2e8d6b56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bf2e8d6b56_0_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f2e8d6b56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bf2e8d6b56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f2e8d6b56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g3bf2e8d6b56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f2e8d6b56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bf2e8d6b56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f2e8d6b56_0_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bf2e8d6b56_0_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f2e8d6b56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bf2e8d6b56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f2e8d6b56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bf2e8d6b56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f2e8d6b56_0_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g3bf2e8d6b56_0_4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f2e8d6b56_0_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bf2e8d6b56_0_5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f2e8d6b56_0_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bf2e8d6b56_0_5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f2e8d6b56_0_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3bf2e8d6b56_0_6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f2e8d6b56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3bf2e8d6b56_0_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f2e8d6b56_0_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g3bf2e8d6b56_0_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f2e8d6b56_0_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bf2e8d6b56_0_7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f2e8d6b56_0_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g3bf2e8d6b56_0_7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f2e8d6b56_0_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bf2e8d6b56_0_8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f2e8d6b56_0_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g3bf2e8d6b56_0_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f2e8d6b56_0_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g3bf2e8d6b56_0_8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bf2e8d6b56_0_9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g3bf2e8d6b56_0_9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f2e8d6b56_0_9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g3bf2e8d6b56_0_9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bf2e8d6b56_0_10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3bf2e8d6b56_0_10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f2e8d6b56_0_1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g3bf2e8d6b56_0_10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f2e8d6b56_0_1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g3bf2e8d6b56_0_10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f2e8d6b56_0_1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g3bf2e8d6b56_0_1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bf2e8d6b56_0_1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g3bf2e8d6b56_0_1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f2e8d6b56_0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g3bf2e8d6b56_0_1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f2e8d6b56_0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g3bf2e8d6b56_0_1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bf2e8d6b56_0_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g3bf2e8d6b56_0_2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bf2e8d6b56_0_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g3bf2e8d6b56_0_2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f2e8d6b56_0_2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g3bf2e8d6b56_0_2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bf2e8d6b56_0_2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g3bf2e8d6b56_0_2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bf2e8d6b56_0_2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g3bf2e8d6b56_0_2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f2e8d6b56_0_2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g3bf2e8d6b56_0_2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bf2e8d6b56_0_2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g3bf2e8d6b56_0_22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bf2e8d6b56_0_2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g3bf2e8d6b56_0_2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bf2e8d6b56_0_2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g3bf2e8d6b56_0_2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bf2e8d6b56_0_2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g3bf2e8d6b56_0_2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bf2e8d6b56_0_2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g3bf2e8d6b56_0_24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bf2e8d6b56_0_2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g3bf2e8d6b56_0_2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bf2e8d6b56_0_2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g3bf2e8d6b56_0_2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bf2e8d6b56_0_2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g3bf2e8d6b56_0_2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f2e8d6b56_0_2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g3bf2e8d6b56_0_25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bf2e8d6b56_0_2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g3bf2e8d6b56_0_26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bf2e8d6b56_0_2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g3bf2e8d6b56_0_26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bf2e8d6b56_0_2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g3bf2e8d6b56_0_27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bf2e8d6b56_0_2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g3bf2e8d6b56_0_27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bf2e8d6b56_0_2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g3bf2e8d6b56_0_2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bf2e8d6b56_0_2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g3bf2e8d6b56_0_2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bf2e8d6b56_0_2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g3bf2e8d6b56_0_2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bf2e8d6b56_0_2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g3bf2e8d6b56_0_2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bf2e8d6b56_0_2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3bf2e8d6b56_0_2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bf2e8d6b56_0_2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g3bf2e8d6b56_0_2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bf2e8d6b56_0_3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g3bf2e8d6b56_0_3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bf2e8d6b56_0_3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g3bf2e8d6b56_0_3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bf2e8d6b56_0_3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g3bf2e8d6b56_0_3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bf2e8d6b56_0_3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g3bf2e8d6b56_0_3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bf2e8d6b56_0_3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g3bf2e8d6b56_0_3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bf2e8d6b56_0_3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g3bf2e8d6b56_0_3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cb7c2c030f_0_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1" name="Google Shape;651;g3cb7c2c030f_0_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b26357b4a1_0_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6" name="Google Shape;656;g3b26357b4a1_0_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bf2e8d6b56_0_5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g3bf2e8d6b56_0_5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bf2e8d6b56_0_5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g3bf2e8d6b56_0_5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bf2e8d6b56_0_5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1" name="Google Shape;671;g3bf2e8d6b56_0_5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bf2e8d6b56_0_5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6" name="Google Shape;676;g3bf2e8d6b56_0_5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cb7c2c030f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1" name="Google Shape;681;g3cb7c2c030f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cb7c2c030f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6" name="Google Shape;686;g3cb7c2c030f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cb7c2c030f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g3cb7c2c030f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6" name="Google Shape;696;p1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bf2e8d6b56_0_4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g3bf2e8d6b56_0_4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bf2e8d6b56_0_4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6" name="Google Shape;706;g3bf2e8d6b56_0_4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cb7c2c030f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1" name="Google Shape;711;g3cb7c2c030f_0_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bf2e8d6b56_0_4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6" name="Google Shape;716;g3bf2e8d6b56_0_4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cb7c2c030f_0_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1" name="Google Shape;721;g3cb7c2c030f_0_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bf2e8d6b56_0_4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6" name="Google Shape;726;g3bf2e8d6b56_0_4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cb7c2c030f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1" name="Google Shape;731;g3cb7c2c030f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bf2e8d6b56_0_4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6" name="Google Shape;736;g3bf2e8d6b56_0_4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cb7c2c030f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1" name="Google Shape;741;g3cb7c2c030f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bf2e8d6b56_0_4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6" name="Google Shape;746;g3bf2e8d6b56_0_4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bf2e8d6b56_0_4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1" name="Google Shape;751;g3bf2e8d6b56_0_43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cb7c2c030f_0_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g3cb7c2c030f_0_5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cb7c2c030f_0_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1" name="Google Shape;761;g3cb7c2c030f_0_6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bf2e8d6b56_0_4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6" name="Google Shape;766;g3bf2e8d6b56_0_44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bf2e8d6b56_0_4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1" name="Google Shape;771;g3bf2e8d6b56_0_4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bf2e8d6b56_0_4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6" name="Google Shape;776;g3bf2e8d6b56_0_45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bf2e8d6b56_0_4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1" name="Google Shape;781;g3bf2e8d6b56_0_45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bf2e8d6b56_0_46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6" name="Google Shape;786;g3bf2e8d6b56_0_46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cb7c2c030f_0_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1" name="Google Shape;791;g3cb7c2c030f_0_5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6" name="Google Shape;796;p15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5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2" name="Google Shape;802;p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3" name="Google Shape;803;p15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b224b7d20a_0_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9" name="Google Shape;809;g3b224b7d20a_0_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baa6357486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4" name="Google Shape;814;g3baa6357486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cb7c2c030f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9" name="Google Shape;819;g3cb7c2c030f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ca14f709a1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4" name="Google Shape;824;g3ca14f709a1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ca14f709a1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0" name="Google Shape;830;g3ca14f709a1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ca14f709a1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5" name="Google Shape;835;g3ca14f709a1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ca14f709a1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0" name="Google Shape;840;g3ca14f709a1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ca14f709a1_0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5" name="Google Shape;845;g3ca14f709a1_0_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ca14f709a1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0" name="Google Shape;850;g3ca14f709a1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ca14f709a1_0_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5" name="Google Shape;855;g3ca14f709a1_0_2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ca14f709a1_0_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0" name="Google Shape;860;g3ca14f709a1_0_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ca14f709a1_0_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5" name="Google Shape;865;g3ca14f709a1_0_3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ca14f709a1_0_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0" name="Google Shape;870;g3ca14f709a1_0_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ca14f709a1_0_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5" name="Google Shape;875;g3ca14f709a1_0_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ca14f709a1_0_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0" name="Google Shape;880;g3ca14f709a1_0_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ca14f709a1_0_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5" name="Google Shape;885;g3ca14f709a1_0_4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ca14f709a1_0_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0" name="Google Shape;890;g3ca14f709a1_0_5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ca14f709a1_0_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5" name="Google Shape;895;g3ca14f709a1_0_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ca14f709a1_0_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0" name="Google Shape;900;g3ca14f709a1_0_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ca14f709a1_0_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5" name="Google Shape;905;g3ca14f709a1_0_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ca14f709a1_0_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0" name="Google Shape;910;g3ca14f709a1_0_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ca14f709a1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5" name="Google Shape;915;g3ca14f709a1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ca14f709a1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0" name="Google Shape;920;g3ca14f709a1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cb7c2c030f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5" name="Google Shape;925;g3cb7c2c030f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a42a8b53c1_2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0" name="Google Shape;930;g3a42a8b53c1_2_19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a42a8b53c1_2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5" name="Google Shape;935;g3a42a8b53c1_2_19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c84d2f338d_0_1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0" name="Google Shape;940;g3c84d2f338d_0_1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a42a8b53c1_2_2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5" name="Google Shape;945;g3a42a8b53c1_2_20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cb7c2c030f_0_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0" name="Google Shape;950;g3cb7c2c030f_0_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86abb9ea5c_0_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5" name="Google Shape;955;g386abb9ea5c_0_7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86abb9ea5c_0_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0" name="Google Shape;960;g386abb9ea5c_0_8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86abb9ea5c_0_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5" name="Google Shape;965;g386abb9ea5c_0_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86abb9ea5c_0_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0" name="Google Shape;970;g386abb9ea5c_0_8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5" name="Google Shape;975;p2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2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0" name="Google Shape;980;p2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5" name="Google Shape;985;p20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2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0" name="Google Shape;990;p20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cb7c2c030f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5" name="Google Shape;995;g3cb7c2c030f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3a42a8b53c1_2_2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0" name="Google Shape;1000;g3a42a8b53c1_2_2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5" name="Google Shape;1005;p20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2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0" name="Google Shape;1010;p2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cb7c2c030f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5" name="Google Shape;1015;g3cb7c2c030f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c80dc9c1fd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0" name="Google Shape;1020;g3c80dc9c1fd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3cb7c2c030f_0_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6" name="Google Shape;1026;g3cb7c2c030f_0_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bf2e8d6b56_0_6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1" name="Google Shape;1031;g3bf2e8d6b56_0_6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3bf2e8d6b56_0_6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6" name="Google Shape;1036;g3bf2e8d6b56_0_6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bf2e8d6b56_0_6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1" name="Google Shape;1041;g3bf2e8d6b56_0_6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3bf2e8d6b56_0_6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6" name="Google Shape;1046;g3bf2e8d6b56_0_6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bf2e8d6b56_0_6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1" name="Google Shape;1051;g3bf2e8d6b56_0_6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bf2e8d6b56_0_6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6" name="Google Shape;1056;g3bf2e8d6b56_0_6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bf2e8d6b56_0_6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1" name="Google Shape;1061;g3bf2e8d6b56_0_6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bf2e8d6b56_0_69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6" name="Google Shape;1066;g3bf2e8d6b56_0_69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cb7c2c030f_0_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1" name="Google Shape;1071;g3cb7c2c030f_0_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cb7c2c030f_0_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6" name="Google Shape;1076;g3cb7c2c030f_0_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cb7c2c030f_0_9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1" name="Google Shape;1081;g3cb7c2c030f_0_9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cb7c2c030f_0_1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6" name="Google Shape;1086;g3cb7c2c030f_0_10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cb7c2c030f_0_1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1" name="Google Shape;1091;g3cb7c2c030f_0_10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cb7c2c030f_0_10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6" name="Google Shape;1096;g3cb7c2c030f_0_10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cb7c2c030f_0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1" name="Google Shape;1101;g3cb7c2c030f_0_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b26357b4a1_0_1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6" name="Google Shape;1106;g3b26357b4a1_0_1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3b26357b4a1_0_1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1" name="Google Shape;1111;g3b26357b4a1_0_1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b26357b4a1_0_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6" name="Google Shape;1116;g3b26357b4a1_0_1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3b26357b4a1_0_1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1" name="Google Shape;1121;g3b26357b4a1_0_1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bd41fd8710_0_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6" name="Google Shape;1126;g3bd41fd8710_0_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bd41fd8710_0_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1" name="Google Shape;1131;g3bd41fd8710_0_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386abb9ea5c_0_1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6" name="Google Shape;1136;g386abb9ea5c_0_1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bf2e8d6b56_0_8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1" name="Google Shape;1141;g3bf2e8d6b56_0_8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cb7c2c030f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6" name="Google Shape;1146;g3cb7c2c030f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4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/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/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9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9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0"/>
          <p:cNvSpPr txBox="1"/>
          <p:nvPr>
            <p:ph idx="3" type="body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0"/>
          <p:cNvSpPr txBox="1"/>
          <p:nvPr>
            <p:ph idx="4" type="body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/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3"/>
          <p:cNvSpPr txBox="1"/>
          <p:nvPr>
            <p:ph idx="1" type="body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3"/>
          <p:cNvSpPr txBox="1"/>
          <p:nvPr>
            <p:ph idx="2" type="body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/>
          <p:nvPr>
            <p:ph idx="1" type="body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6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1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1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2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3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4.pn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1.pn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1.png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5.jpg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5.jpg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5.jpg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Relationship Id="rId3" Type="http://schemas.openxmlformats.org/officeDocument/2006/relationships/image" Target="../media/image5.jpg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1.png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baa6357486_0_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THẦN</a:t>
            </a:r>
            <a:endParaRPr b="1" sz="4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lạy ơn Đức Chúa Thánh Thần, thiêng liêng sáng láng vô cùng. 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công nghiệp vô cùng Đức Chúa Giêsu Kitô là Chúa chúng con. Amen.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17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i="1" lang="en-US" sz="192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26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Trời sai Thánh Thiên Thần truyền tin cho Rất Thánh Đức Bà Maria.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6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6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i="1" sz="72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b="1" i="1" lang="en-US" sz="48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r>
              <a:t/>
            </a:r>
            <a:endParaRPr b="1" i="1" sz="40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b="1" i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1" type="subTitle"/>
          </p:nvPr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0" y="-9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idx="1" type="subTitle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là Đấng phép tắc và lòng lành vô cùng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phán hứa sự ấy chẳng có lẽ nào sai đặng.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3715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Chúa là Đấng trọn tốt trọn lành vô cùng,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SẤP MÌNH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sấp mình xuống trước mặt Chúa con. Con tin thật Chúa ở khắp mọi nơi,</a:t>
            </a:r>
            <a:endParaRPr b="1"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biết mọi sự, hằng xem thấy con, hằng nghe lời con cầu nguyện.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rất nhân từ  hãy đoái xem sự nghèo ngặt con và nhậm lời con nguyện.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xin hãy mở miệng lưỡi con ra, thì con sẽ cao rao những lời ngợi khen Chúa.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chúng con! Vì dấu † Thánh giá, xin chữa † chúng con, cho khỏi † kẻ thù.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idx="1" type="subTitle"/>
          </p:nvPr>
        </p:nvSpPr>
        <p:spPr>
          <a:xfrm>
            <a:off x="0" y="1"/>
            <a:ext cx="9030984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4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LẠY NỮ VƯƠNG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Nữ Vương, Mẹ nhân lành làm cho chúng con đặng sống, đặng vui, đặng cậy.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Mẹ! chúng con, con cháu Evà ở chốn khách đày kêu đến cùng Bà,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ở nơi khóc lóc than thở kêu khẩn Bà thương. Hỡi Ôi! Bà là chủ bầu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ghé mắt thương xem chúng con. Đến sau khỏi đày,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cho chúng con được thấy Đức Chúa Giêsu con lòng Bà gồm phúc lạ.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khoan thay! nhân thay! dịu thay! Thánh Maria trọn đời đồng trinh. 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f2e8d6b56_0_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NGHĨA ĐỨC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ts val="78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Chúa Nhật hôm nay, chúng con hợp nhau kính lạy thờ phượng Chúa, 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f2e8d6b56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khong khen cảm tạ ơn Chúa về mọi ơn lành Chúa đã ban cho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f2e8d6b56_0_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phạt tạ Chúa vì những tội lỗi chúng con đã phạm mất lòng Chúa: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f2e8d6b56_0_12"/>
          <p:cNvSpPr txBox="1"/>
          <p:nvPr>
            <p:ph idx="1" type="subTitle"/>
          </p:nvPr>
        </p:nvSpPr>
        <p:spPr>
          <a:xfrm>
            <a:off x="92467" y="-205483"/>
            <a:ext cx="9051600" cy="5349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chúng con dám xin Chúa hãy khứng ban những ơn cần kíp cho chúng con được rỗi linh hồn. 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f2e8d6b56_0_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</a:pPr>
            <a:r>
              <a:rPr b="1" lang="en-US" sz="7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Nên chúng con cả lòng tin vững vàng mọi điều đạo thánh Chúa dạy, </a:t>
            </a:r>
            <a:endParaRPr b="1" sz="7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f2e8d6b56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 là những điều cần kíp này là có một Đức Chúa Trời phép tắc vô cùng dựng nên trời đất, 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f2e8d6b56_0_24"/>
          <p:cNvSpPr txBox="1"/>
          <p:nvPr>
            <p:ph idx="1" type="subTitle"/>
          </p:nvPr>
        </p:nvSpPr>
        <p:spPr>
          <a:xfrm>
            <a:off x="0" y="-308225"/>
            <a:ext cx="9144000" cy="545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Người có Ba Ngôi. Ngôi Thứ Nhất là Cha, Ngôi Thứ Hai là Con, Ngôi Thứ Ba là Thánh Thần;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f2e8d6b56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 Ngôi cũng một tính một phép, cho nên Ba Ngôi cũng một Chúa mà thôi.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f2e8d6b56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tin Ngôi Thứ Hai ra đời làm người, sinh bởi Bà Maria Đồng Trinh,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f2e8d6b56_0_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đặt tên là Giêsu, ở thế gian ba mươi ba năm, đoạn chịu chết trên cây Thánh giá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bf2e8d6b56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chuộc tội cho thiên hạ, đến ngày thứ ba Người sống lại; 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f2e8d6b56_0_44"/>
          <p:cNvSpPr txBox="1"/>
          <p:nvPr>
            <p:ph idx="1" type="subTitle"/>
          </p:nvPr>
        </p:nvSpPr>
        <p:spPr>
          <a:xfrm>
            <a:off x="0" y="-164387"/>
            <a:ext cx="9144000" cy="5307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khỏi bốn mươi ngày lên trời; đủ mười ngày lại cho Đức Chúa Thánh Thần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f2e8d6b56_0_48"/>
          <p:cNvSpPr txBox="1"/>
          <p:nvPr>
            <p:ph idx="1" type="subTitle"/>
          </p:nvPr>
        </p:nvSpPr>
        <p:spPr>
          <a:xfrm>
            <a:off x="0" y="0"/>
            <a:ext cx="92262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xuống trên các thánh Tông đồ và Hội Thánh mới lập;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f2e8d6b56_0_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chẳng thông công cùng Hội Thánh ấy thì chẳng đặng rỗi linh hồn;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f2e8d6b56_0_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linh hồn là giống thiêng liêng chẳng hề chết đặng; và đến ngày tận thế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f2e8d6b56_0_6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xác loài người ta sẽ sống lại mà chịu phán xét;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f2e8d6b56_0_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kẻ lành lên thiên đàng hưởng phước đời đời; kẻ dữ sa hỏa ngục chịu phạt vô cùng.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f2e8d6b56_0_6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chúng con tin các sự ấy mà thôi thì chưa đủ cho đặng lên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 đàng;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f2e8d6b56_0_7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song phải giữ Mười điều răn Đức Chúa Trời cùng Năm luật điều Hội Thánh,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f2e8d6b56_0_7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làm những việc lành phước đức.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vì sự ấy, chúng con hằng phải sợ hãi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f2e8d6b56_0_8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trốn tránh các tội lỗi, nhất là bảy mối tội đầu, là căn nguyên mọi tội lỗi khác.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bf2e8d6b56_0_84"/>
          <p:cNvSpPr txBox="1"/>
          <p:nvPr>
            <p:ph idx="1" type="subTitle"/>
          </p:nvPr>
        </p:nvSpPr>
        <p:spPr>
          <a:xfrm>
            <a:off x="0" y="-246580"/>
            <a:ext cx="9144000" cy="5390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Vậy chúng con phải ân cần lo lắng mà năng chịu các phép bí tích Đức</a:t>
            </a:r>
            <a:r>
              <a:rPr b="1" lang="en-US" sz="6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</a:t>
            </a:r>
            <a:r>
              <a:rPr b="1" lang="en-US" sz="6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Giêsu đã truyền,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f2e8d6b56_0_8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những phương linh nghiệm cho chúng con đặng nên thánh.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f2e8d6b56_0_9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bảy phép bí tích mà thôi, song phép Rửa tội, phép Mình Thánh Chúa,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f2e8d6b56_0_9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phép Giải tội, là ba phép cần kíp hơn cho chúng con đặng rỗi. 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f2e8d6b56_0_10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Ấy vậy chúng con hằng phải ra sức lo lắng thể nào mà chịu các phép trọng ấy cho nên, 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bf2e8d6b56_0_10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tin thật vững vàng mà giữ cẩn thận các điều trước này,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f2e8d6b56_0_10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mới đặng hưởng  phúc thanh nhàn đời đời kiếp kiếp. Amen.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f2e8d6b56_0_187"/>
          <p:cNvSpPr txBox="1"/>
          <p:nvPr>
            <p:ph idx="1" type="subTitle"/>
          </p:nvPr>
        </p:nvSpPr>
        <p:spPr>
          <a:xfrm>
            <a:off x="0" y="-143838"/>
            <a:ext cx="9144000" cy="528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Đức Chúa Trời có 10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 phượng một Đức Chúa Trời và kính mến người trên hết mọi sự.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f2e8d6b56_0_1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kêu tên Đức Chúa Trời vô cớ.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ngày Chúa Nhật.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bf2e8d6b56_0_1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Thảo kính cha mẹ.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giết người.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f2e8d6b56_0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sự dâm dục.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lấy của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f2e8d6b56_0_2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chứng dối.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chín: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Chớ muốn vợ chồng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f2e8d6b56_0_2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mười: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tham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của người.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Mười điều răn ấy tóm về hai này mà chớ:</a:t>
            </a:r>
            <a:endParaRPr b="1" i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bf2e8d6b56_0_211"/>
          <p:cNvSpPr txBox="1"/>
          <p:nvPr>
            <p:ph idx="1" type="subTitle"/>
          </p:nvPr>
        </p:nvSpPr>
        <p:spPr>
          <a:xfrm>
            <a:off x="0" y="-226031"/>
            <a:ext cx="9144000" cy="5369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trước kính mến một Đức Chúa Trời trên hết mọi sự; sau lại yêu người như mình ta vậy. </a:t>
            </a:r>
            <a:r>
              <a:rPr b="1" i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i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bf2e8d6b56_0_2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None/>
            </a:pPr>
            <a:r>
              <a:rPr b="1" lang="en-US" sz="4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 Thánh có 5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lễ và kiêng việc xác ngày Chúa Nhật cùng các ngày lễ buộc;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bf2e8d6b56_0_219"/>
          <p:cNvSpPr txBox="1"/>
          <p:nvPr>
            <p:ph idx="1" type="subTitle"/>
          </p:nvPr>
        </p:nvSpPr>
        <p:spPr>
          <a:xfrm>
            <a:off x="0" y="-236306"/>
            <a:ext cx="9144000" cy="5379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xưng tội trong một năm ít là một lần;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rước Mình Thánh Chúa trong mùa Phục Sinh;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f2e8d6b56_0_2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chay và kiêng thịt những ngày Hội Thánh buộc;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bf2e8d6b56_0_2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góp công góp của xây dựng Hội Thánh, tùy theo khả năng của mình.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bf2e8d6b56_0_2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Đức Chúa Trời có 7 phép Bí tích: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Rửa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Thêm sức.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bf2e8d6b56_0_2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Mình Thánh Chúa.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Giải tội.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f2e8d6b56_0_2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Xức dầu thánh.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sáu: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Truyền chức thánh.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bf2e8d6b56_0_2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Hôn phối.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f2e8d6b56_0_2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người có mười bốn mối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i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xác bảy mối:</a:t>
            </a:r>
            <a:endParaRPr b="1" i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đói ăn.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bf2e8d6b56_0_2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khát uống.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rách rưới ăn mặc.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bf2e8d6b56_0_2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Viếng kẻ liệt cùng kẻ tù rạc.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khách đỗ nhà.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f2e8d6b56_0_25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Chuộc kẻ làm tôi.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Chôn xác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bf2e8d6b56_0_26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25"/>
              <a:buNone/>
            </a:pPr>
            <a:r>
              <a:t/>
            </a:r>
            <a:endParaRPr b="1" sz="82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4"/>
              </a:buClr>
              <a:buSzPts val="5400"/>
              <a:buNone/>
            </a:pPr>
            <a:r>
              <a:rPr b="1" i="1" lang="en-US" sz="5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Thương linh hồn bảy mối:</a:t>
            </a:r>
            <a:endParaRPr b="1" i="1" sz="5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Lấy lời lành khuyên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bf2e8d6b56_0_26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dạy kẻ mê muội.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ủi kẻ âu lo.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f2e8d6b56_0_27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Răn bảo kẻ có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 kẻ dể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bf2e8d6b56_0_27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Nhịn kẻ mất lòng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 cho kẻ sống và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bf2e8d6b56_0_2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 TỘI BẢY MỐI CÓ BẢY ĐỨC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Khiêm nhượng, chớ kiêu ngạo.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bf2e8d6b56_0_2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rãi, chớ hà tiện.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mình sạch sẽ, chớ mê dâm dục.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bf2e8d6b56_0_28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 nhịn, Chớ hờn giận.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Kiêng bớt, chớ mê ăn uống.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bf2e8d6b56_0_2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người, chớ ghen ghét.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Siêng năng việc Đức Chúa Trời, chớ làm biếng.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bf2e8d6b56_0_2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PHƯỚC THẬT TÁM MỐI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có lòng khó khăn, ấy là phước thật, vì chưng nước Đức Chúa Trời là của mình vậy.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bf2e8d6b56_0_2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hiền lành, ấy là phước thật, vì chưng sẽ được đất Đức Chúa Trời làm của mình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bf2e8d6b56_0_3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khóc lóc, ấy là phước thật, vì chưng sẽ được an ủi vậy.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bf2e8d6b56_0_3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khao khát nhân đức trọn lành, ấy là phước thật, vì chưng sẽ được no đủ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bf2e8d6b56_0_3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0"/>
              <a:buNone/>
            </a:pPr>
            <a:r>
              <a:rPr b="1" lang="en-US" sz="8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thương xót người, ấy là phước thật, vì chưng mình sẽ được thương xót vậy.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bf2e8d6b56_0_3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giữ lòng sạch sẽ, ấy là phước thật, vì chưng sẽ được thấy mặt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bf2e8d6b56_0_3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làm cho người hòa thuận, ấy là phước thật, vì chưng sẽ được gọi là con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bf2e8d6b56_0_3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chịu khốn nạn vì đạo ngay, ấy là phước thật, vì chưng nước Đức Chúa Trời là của mình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g3cb7c2c030f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b26357b4a1_0_5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CHÍ ÁI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3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Kim Long)</a:t>
            </a:r>
            <a:endParaRPr b="1" sz="33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bf2e8d6b56_0_55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Chúa chí ái hãy lắng nghe lời chúng con.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bf2e8d6b56_0_56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Dủ tình thương xem vì chúng con phạm đến Người.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bf2e8d6b56_0_5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Dòng suối lệ tuôn mãi, đoàn chúng con hướng lên Người.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bf2e8d6b56_0_5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Trời vinh quang, nguyện thương đến lời van nài.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cb7c2c030f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Nguyện Chúa chí ái hãy lắng nghe lời chúng con.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cb7c2c030f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Dủ tình thương xem vì chúng con phạm đến Người.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g3cb7c2c030f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bf2e8d6b56_0_4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 CA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VỊNH 32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b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(03 câu)</a:t>
            </a:r>
            <a:endParaRPr b="1" sz="47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bf2e8d6b56_0_4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lời Chúa đó là lời luôn chân chính.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cb7c2c030f_0_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việc Ngài đã làm đều đáng cậy tin.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bf2e8d6b56_0_4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yêu thích đức chính trực và công minh.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cb7c2c030f_0_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Khắp trên địa cầu ơn lành của Chúa tràn lan.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bf2e8d6b56_0_4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xin hãy tỏ lòng từ bi Chúa ơi,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cb7c2c030f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 chúng con đây luôn vẫn tin cậy nơi Chúa.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bf2e8d6b56_0_4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Kìa Chúa đã dõi theo người sợ kính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cb7c2c030f_0_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Xem những ai cậy vào ơn Chúa dủ thương.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bf2e8d6b56_0_43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cứu gỡ kẻ trong vòng tay thần chết.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bf2e8d6b56_0_43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dưỡng nuôi họ trong đời khốn khó lầm than.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cb7c2c030f_0_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xin hãy tỏ lòng từ bi Chúa ơi,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cb7c2c030f_0_6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 chúng con đây luôn vẫn tin cậy nơi Chúa.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bf2e8d6b56_0_4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con đây vẫn luôn cậy trông nơi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bf2e8d6b56_0_4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Chính Chúa luôn phù trợ che chở đời con.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bf2e8d6b56_0_45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xin Chúa đổ tràn lòng từ bi Chúa,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bf2e8d6b56_0_45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cũng như chúng con trông cậy nơi Chúa mà thôi.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bf2e8d6b56_0_46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xin hãy tỏ lòng từ bi Chúa ơi,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cb7c2c030f_0_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 chúng con đây luôn vẫn tin cậy nơi Chúa.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5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9" name="Google Shape;799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56"/>
          <p:cNvSpPr txBox="1"/>
          <p:nvPr>
            <p:ph type="ctrTitle"/>
          </p:nvPr>
        </p:nvSpPr>
        <p:spPr>
          <a:xfrm>
            <a:off x="0" y="497175"/>
            <a:ext cx="9144000" cy="4646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Từ trong </a:t>
            </a:r>
            <a:b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đám mây sáng chói, </a:t>
            </a:r>
            <a:b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có tiếng Chúa Cha tuyên phán rằng:</a:t>
            </a:r>
            <a:endParaRPr b="1" sz="75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6" name="Google Shape;806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b="1" i="0" sz="3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b224b7d20a_0_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“Đây là Con Ta yêu dấu các ngươi hãy nghe lời Ngài”.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6" name="Google Shape;816;g3baa6357486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g3cb7c2c030f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ca14f709a1_0_0"/>
          <p:cNvSpPr txBox="1"/>
          <p:nvPr>
            <p:ph type="ctrTitle"/>
          </p:nvPr>
        </p:nvSpPr>
        <p:spPr>
          <a:xfrm>
            <a:off x="0" y="514351"/>
            <a:ext cx="9144000" cy="4629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Ct: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Thiên Chúa là Cha toàn năng.</a:t>
            </a:r>
            <a:endParaRPr/>
          </a:p>
        </p:txBody>
      </p:sp>
      <p:sp>
        <p:nvSpPr>
          <p:cNvPr id="827" name="Google Shape;827;g3ca14f709a1_0_0"/>
          <p:cNvSpPr txBox="1"/>
          <p:nvPr/>
        </p:nvSpPr>
        <p:spPr>
          <a:xfrm>
            <a:off x="0" y="0"/>
            <a:ext cx="9144000" cy="73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 KÍNH</a:t>
            </a:r>
            <a:endParaRPr b="1" i="0" sz="36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ca14f709a1_0_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Cđ</a:t>
            </a: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Đấng tạo thành trời đất muôn vật hữu hình và vô hình.</a:t>
            </a:r>
            <a:endParaRPr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ca14f709a1_0_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Chúa Giê-su Ki-tô Con Một Thiên Chúa,</a:t>
            </a:r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ca14f709a1_0_1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sinh bởi Đức Chúa Cha từ trước muôn đời.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ca14f709a1_0_1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là Thiên Chúa bởi Thiên Chúa, Ánh Sáng bởi Ánh Sáng,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ca14f709a1_0_2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Thiên Chúa thật bởi Thiên Chúa Thật Được sinh ra mà không phải được tạo thành,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ca14f709a1_0_2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đồng bản thể với Đức Chúa Cha:nhờ Người mà muôn vật được tạo thành.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ca14f709a1_0_2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Vì loài người chúng ta và để cứu độ chúng ta, Người đã từ trời xuống thế.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ca14f709a1_0_3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6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Bởi phép Đức Chúa Thánh Thần Người đã nhập thể trong long Trinh Nữ Maria, và đã làm người.</a:t>
            </a:r>
            <a:endParaRPr b="1" sz="6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ca14f709a1_0_3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đóng đinh vào thập giá vì chúng ta, Thời quan Phong-xi-ô Phi-la-tô;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ca14f709a1_0_4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khổ hình và mai táng, ngày thứ ba Người sống lại như lời Thánh Kinh.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ca14f709a1_0_4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lên trời, ngự bên hữu Đức Chúa Cha, và Người sẽ lại đến trong vinh quang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ca14f709a1_0_4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phán xét kẻ sống và kẻ chết, Nước Người sẽ không bao giờ cùng.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ca14f709a1_0_5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tinh kính Đức Chúa Thánh Thần là Thiên Chúa, và là Đấng ban sự sống,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ca14f709a1_0_5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bởi Đức Chúa Cha và Đức Chúa Con mà ra.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ca14f709a1_0_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được phụng thờ và tôn vinh cùng với Đức Chúa Cha và Đức Chúa Con.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ca14f709a1_0_6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đã dùng các Tiên tri mà phán dạy.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ca14f709a1_0_6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Hội Thánh duy nhất, thánh thiện, công giáo và tông truyền.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ca14f709a1_0_7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tuyên xưng có một Phép Rửa để tha tội.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ca14f709a1_0_7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trông đợi kẻ chết sống lại và sự sống đời sau. Amen.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" name="Google Shape;927;g3cb7c2c030f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a42a8b53c1_2_1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2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(Ân Đức)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a42a8b53c1_2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cho lòng thương xót Chúa dĩ vãng đời con là biết bao lỗi lầm.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c84d2f338d_0_1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cho tình Cha ưu ái tương lai đời con xin an bài đỡ nâng.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a42a8b53c1_2_2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i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lên Cha giây phút này một niềm yêu mến là yêu mến mà thôi.</a:t>
            </a:r>
            <a:endParaRPr b="1" i="1" sz="7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cb7c2c030f_0_6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i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lên Cha trót cuộc đời để nên của lễ và nên khúc ngợi ca.</a:t>
            </a:r>
            <a:endParaRPr b="1" i="1" sz="7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86abb9ea5c_0_7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bao niềm vui nỗi khó cuộc sống trần gian là chết đi mỗi ngày.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86abb9ea5c_0_8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muôn khổ đau Thánh Giá trong con nguyện thánh hiến trong lễ tình yêu.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86abb9ea5c_0_8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i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lên Cha của lễ này là hoa thơm trái lành chan chứa hồng ân.</a:t>
            </a:r>
            <a:endParaRPr b="1" i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86abb9ea5c_0_8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i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lên Cha mỗi cuộc đời hiệp thông trong mối tình duy nhất của Cha.</a:t>
            </a:r>
            <a:endParaRPr b="1" i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7" name="Google Shape;977;p201" title="Gemini_Generated_Image_kq0fxwkq0fxwkq0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2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KINH THÁNH, THÁNH</a:t>
            </a: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Thánh, Thánh, Thánh. Chúa là Thiên Chúa các đạo binh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20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20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7" name="Google Shape;997;g3cb7c2c030f_0_73" title="Gemini_Generated_Image_kq0fxwkq0fxwkq0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a42a8b53c1_2_268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b="1" sz="40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6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gian, xin thương xót chúng con.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20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thương xót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20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ban bình an cho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7" name="Google Shape;1017;g3cb7c2c030f_0_77" title="Gemini_Generated_Image_kq0fxwkq0fxwkq0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c80dc9c1fd_0_0"/>
          <p:cNvSpPr txBox="1"/>
          <p:nvPr>
            <p:ph type="ctrTitle"/>
          </p:nvPr>
        </p:nvSpPr>
        <p:spPr>
          <a:xfrm>
            <a:off x="0" y="680400"/>
            <a:ext cx="9144000" cy="446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là con Ta yêu dấu, đẹp lòng Ta mọi đàng, các ngươi hãy nghe lời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3" name="Google Shape;1023;g3c80dc9c1fd_0_0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CA HIỆP LỄ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Google Shape;1028;g3cb7c2c030f_0_81" title="Gemini_Generated_Image_kq0fxwkq0fxwkq0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bf2e8d6b56_0_6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TÂM TÌNH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SÁM HỐI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bf2e8d6b56_0_6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yêu thương mọi loài.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bf2e8d6b56_0_6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đã dựng nên Ngài không chê ghét điều chi đã tạo thành.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bf2e8d6b56_0_6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khoan dung và rộng lượng hải hà. Ngài làm ngơ trước bao tội đời ta.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bf2e8d6b56_0_6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con ăn năn thống hối tội lỗi mình,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bf2e8d6b56_0_6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đời con đã bao lần phụ tình yêu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bf2e8d6b56_0_6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ân thương tha tội lỗi con.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bf2e8d6b56_0_69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xót thương dân Ngài Chúa ơi, đang dâng lời cầu khẩn thiết tha.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cb7c2c030f_0_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Tấm thân con mọn hèn có từ bụi tro, Ngài đã cứu vớt từ trong nơi tội lệ.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cb7c2c030f_0_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Dù qua bao lần đã nhiều phản bội, Ngài từ tâm vẫn đón nhận đời con.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cb7c2c030f_0_9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con ăn năn thống hối tội lỗi mình,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cb7c2c030f_0_10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đời con đã bao lần phụ tình yêu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cb7c2c030f_0_1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ân thương tha tội lỗi con.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cb7c2c030f_0_10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xót thương dân Ngài Chúa ơi, đang dâng lời cầu khẩn thiết tha.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g3cb7c2c030f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3b26357b4a1_0_14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MẸ CÙNG ĐI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(Trần Hòa Yên)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3b26357b4a1_0_1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Mẹ ơi đoàn con đến trước nhan Mẹ nguyện xin Mẹ thương an ủi chở che.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b26357b4a1_0_1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đau thương giữa đời dương thế, bao âu lo tình người dâu bể.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b26357b4a1_0_1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Mẹ ơi chớ để đoàn con đơn côi.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bd41fd8710_0_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Mẹ ơi, nơi Mẹ hạnh phúc tuyệt vời.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bd41fd8710_0_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Đoàn con hân hoan sống trong tình Mẹ an vui.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86abb9ea5c_0_18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Dù ngày qua đau thương có Mẹ sợ chi,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3bf2e8d6b56_0_8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dù ngày mai gian nguy có Mẹ lo gì.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8" name="Google Shape;1148;g3cb7c2c030f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2023-01-29T22:00:16Z</dcterms:created>
</cp:coreProperties>
</file>