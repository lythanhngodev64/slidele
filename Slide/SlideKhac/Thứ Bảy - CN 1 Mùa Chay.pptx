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3" roundtripDataSignature="AMtx7mghH4tlaDhVbkhrFcjTDMaxV6O9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customschemas.google.com/relationships/presentationmetadata" Target="metadata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95016f427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c95016f427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26357b4a1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b26357b4a1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2e8d6b56_0_5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f2e8d6b56_0_5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2e8d6b56_0_5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f2e8d6b56_0_5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f2e8d6b56_0_5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bf2e8d6b56_0_5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f2e8d6b56_0_5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bf2e8d6b56_0_5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f2e8d6b56_0_5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bf2e8d6b56_0_5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f2e8d6b56_0_5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bf2e8d6b56_0_5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c95016f427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c95016f427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f2e8d6b56_0_4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f2e8d6b56_0_4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f2e8d6b56_0_4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bf2e8d6b56_0_4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f2e8d6b56_0_4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bf2e8d6b56_0_4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f2e8d6b56_0_4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f2e8d6b56_0_4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f2e8d6b56_0_4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bf2e8d6b56_0_44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f2e8d6b56_0_4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f2e8d6b56_0_4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f2e8d6b56_0_4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bf2e8d6b56_0_4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f2e8d6b56_0_4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bf2e8d6b56_0_4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b224b7d20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g3b224b7d20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c95016f427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4" name="Google Shape;664;g3c95016f427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9" name="Google Shape;679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42a8b53c1_2_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g3a42a8b53c1_2_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42a8b53c1_2_2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9" name="Google Shape;689;g3a42a8b53c1_2_2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b224b7d20a_0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4" name="Google Shape;694;g3b224b7d20a_0_1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bf2e8d6b56_0_5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g3bf2e8d6b56_0_5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86abb9ea5c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4" name="Google Shape;704;g386abb9ea5c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86abb9ea5c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g386abb9ea5c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86abb9ea5c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4" name="Google Shape;714;g386abb9ea5c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86abb9ea5c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9" name="Google Shape;719;g386abb9ea5c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bf2e8d6b56_0_5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4" name="Google Shape;724;g3bf2e8d6b56_0_5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bf2e8d6b56_0_5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g3bf2e8d6b56_0_5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bf2e8d6b56_0_5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4" name="Google Shape;734;g3bf2e8d6b56_0_5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9" name="Google Shape;749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9" name="Google Shape;759;p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4" name="Google Shape;764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9" name="Google Shape;769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4" name="Google Shape;774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9" name="Google Shape;779;p20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p2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bf2e8d6b56_0_6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bf2e8d6b56_0_6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bf2e8d6b56_0_6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bf2e8d6b56_0_6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bf2e8d6b56_0_6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bf2e8d6b56_0_69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bf2e8d6b56_0_7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bf2e8d6b56_0_70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bf2e8d6b56_0_7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bf2e8d6b56_0_7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bf2e8d6b56_0_7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g3bf2e8d6b56_0_70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bf2e8d6b56_0_7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bf2e8d6b56_0_7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bf2e8d6b56_0_7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g3bf2e8d6b56_0_7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bf2e8d6b56_0_7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bf2e8d6b56_0_7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bf2e8d6b56_0_7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bf2e8d6b56_0_7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bf2e8d6b56_0_7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bf2e8d6b56_0_7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bf2e8d6b56_0_7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g3bf2e8d6b56_0_7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bf2e8d6b56_0_7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g3bf2e8d6b56_0_7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bf2e8d6b56_0_7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g3bf2e8d6b56_0_7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bf2e8d6b56_0_7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0" name="Google Shape;900;g3bf2e8d6b56_0_7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bf2e8d6b56_0_7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g3bf2e8d6b56_0_7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bf2e8d6b56_0_7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g3bf2e8d6b56_0_7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bf2e8d6b56_0_7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5" name="Google Shape;915;g3bf2e8d6b56_0_7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c95016f427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3c95016f427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5" name="Google Shape;925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0" name="Google Shape;930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5" name="Google Shape;935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0" name="Google Shape;940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bf2e8d6b56_0_8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g3bf2e8d6b56_0_8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0" name="Google Shape;950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86abb9ea5c_0_1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0" name="Google Shape;960;g386abb9ea5c_0_1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bf2e8d6b56_0_8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g3bf2e8d6b56_0_8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c95016f427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0" name="Google Shape;970;g3c95016f427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6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5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5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.jp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8.pn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3c95016f427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26357b4a1_0_5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f2e8d6b56_0_5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2e8d6b56_0_5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f2e8d6b56_0_5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Về đây, hỡi người, nào về đây! Tình thương Chúa Trời luôn nối kết.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f2e8d6b56_0_5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 đây Thiên Chúa Ðấng từ bi, Người xóa hết tội ta, Người dẫn lối đời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f2e8d6b56_0_5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bf2e8d6b56_0_5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g3c95016f427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50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xót thương con theo lòng nhân hậu của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xoá tội con theo lượng cả đức từ bi Ngài.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2e8d6b56_0_4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rửa hồn con tuyệt gốc hết những lỗi lầm,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2e8d6b56_0_4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thanh tẩy con sạch lâng muôn vàn tội ác.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chí tôn, xin dủ tình xót thương con theo lượng từ ái của Ngài. 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thương ban lại tấm lòng sạch trong,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hãy đổi thay tinh thần mới cho con vững vàng.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f2e8d6b56_0_4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chớ loại con ra khỏi thánh nhan Chúa Trời,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2e8d6b56_0_4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chớ rút lại Thần Linh tuôn tràn sức sống.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f2e8d6b56_0_4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chí tôn, xin dủ tình xót thương con theo lượng từ ái của Ngài. 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thương ban niềm vui đời cứu rỗi,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hãy đỡ nâng theo cùng với tinh thần quảng đại.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f2e8d6b56_0_4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từ nhân mở môi con ca tụng Ngài,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f2e8d6b56_0_4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 đời hát ca đẹp thay ôi lòng nhân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f2e8d6b56_0_4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chí tôn, xin dủ tình xót thương con theo lượng từ ái của Ngài. 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ta sống </a:t>
            </a:r>
            <a:b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không nguyên chỉ bằng cơm bánh,</a:t>
            </a:r>
            <a:endParaRPr b="1" sz="7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51" name="Google Shape;651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b224b7d20a_0_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nhưng bởi mọi lời do miệng Thiên Chúa phán ra.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g3baa6357486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g3c95016f427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HIẾN LỄ ĐỜI CON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dâng Cha đây hiến lễ đời con, bánh thơm ngon tình chung ly rượu nồng,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 tấm lòng dệt bài thơ ước mong. Ước mong sao được nên như lòng Cha,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a42a8b53c1_2_2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giữa phong ba tình yêu không nhạt nhòa, </a:t>
            </a:r>
            <a:b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con là cánh hoa ươm hương tình Cha.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42a8b53c1_2_2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hòa lên khúc yêu thương ngày mới,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b224b7d20a_0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ngời sáng trong ân tình Chúa ngàn nơi. Nguyện kết liên cuộc đời khối tình này,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bf2e8d6b56_0_5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con nên lễ dâng trong từng ngày.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86abb9ea5c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dâng Cha đây tiếng hát lời ca, với hương hoa tỏa lan trên bàn thờ,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86abb9ea5c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gói trọn lòng con trong tiếng thơ. Khấn xin Cha tỏa ánh sáng trời mơ,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86abb9ea5c_0_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 con thơ vượt qua trên nẻo về,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86abb9ea5c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vẹn câu thề sáng trong tấm lòng thủy chung.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bf2e8d6b56_0_5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hòa lên khúc yêu thương ngày mới,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bf2e8d6b56_0_5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ngời sáng trong ân tình Chúa ngàn nơi. Nguyện kết liên cuộc đời khối tình này,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bf2e8d6b56_0_55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con nên lễ dâng trong từng ngày.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741" name="Google Shape;741;p201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761" name="Google Shape;761;p205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781" name="Google Shape;781;p209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ta không sống nguyên bởi bánh, nhưng bởi mọi lời do miệng Thiên Chúa phán ra.</a:t>
            </a:r>
            <a:endParaRPr b="1" sz="6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 chalice and two round objects on a plate&#10;&#10;AI-generated content may be incorrect." id="792" name="Google Shape;792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1"/>
            <a:ext cx="9143998" cy="5141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TRONG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(Ngọc Linh)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xin bạc tiền làm hoen ố đôi tay,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cầu danh vọng, làm hư mất lương tri.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gian nan khốn cùng gửi đến trong thường ngày,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bf2e8d6b56_0_6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lấy máu hồng dâng hiến tế hôm nay.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dẫn trong đời, con còn có lo gì.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cơn giông tố, vững niềm tin ra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đôi môi rạng ngời, tim con mãi rung động.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bf2e8d6b56_0_6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 trong tay Chúa, có Ngài đâu lẻ loi.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bf2e8d6b56_0_6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xin cuộc đời, làm hạnh phúc mong manh.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bf2e8d6b56_0_7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cầu mối tình vùi thân chốn điêu linh.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bf2e8d6b56_0_7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giam nơi hãi hùng để thấy con kiên cường.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bf2e8d6b56_0_7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giông tố bão bùng con vững bước ung dung.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bf2e8d6b56_0_7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dẫn trong đời, con còn có lo gì.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bf2e8d6b56_0_7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cơn giông tố, vững niềm tin ra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bf2e8d6b56_0_7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đôi môi rạng ngời, tim con mãi rung động.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bf2e8d6b56_0_7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 trong tay Chúa, có Ngài đâu lẻ loi.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bf2e8d6b56_0_7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xin ngọt bùi tìm quên lãng chua cay,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bf2e8d6b56_0_7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cầu yên hàn vùi sâu những thương đau.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bf2e8d6b56_0_7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giam nơi hãi hùng để thấy con kiên cường.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bf2e8d6b56_0_7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giông tố bão bùng con vững bước ung dung.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bf2e8d6b56_0_7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dẫn trong đời, con còn có lo gì.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bf2e8d6b56_0_7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cơn giông tố, vững niềm tin ra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bf2e8d6b56_0_75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đôi môi rạng ngời, tim con mãi rung động.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bf2e8d6b56_0_7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 trong tay Chúa, có Ngài đâu lẻ loi.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g3c95016f427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 XƯA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CÂY SỒI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(Lê Huy)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Năm xưa trên cây sồi, làng Fatima xa xôi. 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Mẹ Chúa Trời hiện ra uy linh sáng láng.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nhắn nhủ người đời: “Hãy mau ăn năn đền tội,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bf2e8d6b56_0_8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tôn sùng Mẫu Tâm, hãy siêng năng lần hạt Mân Côi.”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Mẹ Maria ơi, Mẹ Maria ơi, con vâng nghe Mẹ rồi, 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sớm chiều từ nay thống hối.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86abb9ea5c_0_1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Maria ơi! Xin Mẹ đoái thương nhận lời: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bf2e8d6b56_0_8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nước Việt xinh tươi Ðức Tin sáng ngời.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g3c95016f427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