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11" roundtripDataSignature="AMtx7mi/EhZlHCvY/3o4Ysot5Gtv3joo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211" Type="http://customschemas.google.com/relationships/presentationmetadata" Target="metadata"/><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af5860435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faf5860435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fb3359abd2_0_2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fb3359abd2_0_2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f69acae76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f69acae76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f69acae76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f69acae76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f69acae76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f69acae76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f7156d7ccb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f7156d7ccb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faf5860435_0_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faf5860435_0_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faf5860435_0_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faf5860435_0_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fb3359abd2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fb3359abd2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fb3359abd2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fb3359abd2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fb3359abd2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fb3359abd2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fb3359abd2_0_2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fb3359abd2_0_2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73" name="Google Shape;573;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79" name="Google Shape;579;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5" name="Google Shape;585;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1" name="Google Shape;591;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7" name="Google Shape;597;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3" name="Google Shape;603;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9" name="Google Shape;609;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5" name="Google Shape;615;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1" name="Google Shape;621;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7" name="Google Shape;627;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2" name="Google Shape;632;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3" name="Google Shape;633;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9" name="Google Shape;639;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5" name="Google Shape;645;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fb3359abd2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fb3359abd2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5" name="Google Shape;655;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faf5860435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faf5860435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f282feffb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f282feffb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f282feffb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f282feffb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fb3359abd2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fb3359abd2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fb2dc0a37c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fb2dc0a37c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fb2dc0a37c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fb2dc0a37c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fb3359abd2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fb3359abd2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fb3359abd2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fb3359abd2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fb3359abd2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fb3359abd2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fb3359abd2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fb3359abd2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3" name="Google Shape;73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9" name="Google Shape;73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4" name="Google Shape;74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fb3359abd2_0_2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fb3359abd2_0_2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0" name="Google Shape;76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5" name="Google Shape;76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g3fb3359abd2_0_2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g3fb3359abd2_0_2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f95afb83fa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f95afb83fa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f69acae76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f69acae76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f69acae76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f69acae76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fac4c6c2fc_0_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fac4c6c2fc_0_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fb3359abd2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fb3359abd2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fb3359abd2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fb3359abd2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fb3359abd2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fb3359abd2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fb3359abd2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fb3359abd2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fb3359abd2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fb3359abd2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fb3359abd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fb3359abd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fb3359abd2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fb3359abd2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fb3359abd2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fb3359abd2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fb3359abd2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fb3359abd2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2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g3fac4c6c2fc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g3fac4c6c2fc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f491e64396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f491e64396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f491e64396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f491e64396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f491e64396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f491e64396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fb3359abd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fb3359abd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fb3359abd2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fb3359abd2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f95afb83fa_0_1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f95afb83fa_0_14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f54ad4d3bd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f54ad4d3bd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fb3359abd2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fb3359abd2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fb3359abd2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fb3359abd2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fb3359abd2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fb3359abd2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fb3359abd2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fb3359abd2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fb3359abd2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fb3359abd2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fb3359abd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fb3359abd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fb3359abd2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fb3359abd2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fb3359abd2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fb3359abd2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fb3359abd2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fb3359abd2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fb3359abd2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fb3359abd2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fb3359abd2_0_1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fb3359abd2_0_1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fb3359abd2_0_1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fb3359abd2_0_1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fb3359abd2_0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fb3359abd2_0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fb3359abd2_0_1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fb3359abd2_0_1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fb3359abd2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fb3359abd2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fb3359abd2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fb3359abd2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fb3359abd2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fb3359abd2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fb3359abd2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fb3359abd2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3fb3359abd2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1" name="Google Shape;1111;g3fb3359abd2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b3359abd2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6" name="Google Shape;1116;g3fb3359abd2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g3fb3359abd2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1" name="Google Shape;1121;g3fb3359abd2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3fb2dc0a37c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6" name="Google Shape;1126;g3fb2dc0a37c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3.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2.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4.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6.jp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6.jp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6.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6.jp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faf5860435_0_26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fb3359abd2_0_24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f69acae762_0_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TIẾN VỀ NHÀ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(Viết Chung)</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f69acae76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Tiến về Nhà Chúa, lòng ngây ngất bao niềm sướng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f69acae76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ta luôn sớm hôm trông đợi, nơi Cha ta vẫn đang kêu mời.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f7156d7ccb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về Nhà Chúa là chốn tâm hồn được nghỉ ngơi.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faf5860435_0_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Cùng tụ họp về đây, để chia sớt bao chuyện buồn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faf5860435_0_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thử thách bao phủ trên kiếp người. Khiến ta chẳng lẻ loi.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fb3359abd2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Tiến về Nhà Chúa, lòng ngây ngất bao niềm sướng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fb3359abd2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Nơi ta luôn sớm hôm trông đợi, nơi Cha ta vẫn đang kêu mời.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g3fb3359abd2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Tiến về Nhà Chúa là chốn tâm hồn được nghỉ ngơi.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g3fb3359abd2_0_252"/>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69" name="Google Shape;569;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0" name="Shape 580"/>
        <p:cNvGrpSpPr/>
        <p:nvPr/>
      </p:nvGrpSpPr>
      <p:grpSpPr>
        <a:xfrm>
          <a:off x="0" y="0"/>
          <a:ext cx="0" cy="0"/>
          <a:chOff x="0" y="0"/>
          <a:chExt cx="0" cy="0"/>
        </a:xfrm>
      </p:grpSpPr>
      <p:sp>
        <p:nvSpPr>
          <p:cNvPr id="581" name="Google Shape;581;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pic>
        <p:nvPicPr>
          <p:cNvPr id="652" name="Google Shape;652;g3fb3359abd2_0_256"/>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6" name="Shape 656"/>
        <p:cNvGrpSpPr/>
        <p:nvPr/>
      </p:nvGrpSpPr>
      <p:grpSpPr>
        <a:xfrm>
          <a:off x="0" y="0"/>
          <a:ext cx="0" cy="0"/>
          <a:chOff x="0" y="0"/>
          <a:chExt cx="0" cy="0"/>
        </a:xfrm>
      </p:grpSpPr>
      <p:sp>
        <p:nvSpPr>
          <p:cNvPr id="657" name="Google Shape;657;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8" name="Google Shape;658;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102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(04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1. </a:t>
            </a:r>
            <a:r>
              <a:rPr b="1" lang="en-US" sz="7100">
                <a:solidFill>
                  <a:schemeClr val="lt1"/>
                </a:solidFill>
                <a:latin typeface="Times New Roman"/>
                <a:ea typeface="Times New Roman"/>
                <a:cs typeface="Times New Roman"/>
                <a:sym typeface="Times New Roman"/>
              </a:rPr>
              <a:t>Linh hồn tôi ơi, hãy ngợi khen Thiên Chúa, toàn thân tôi hãy chúc tụng danh Ngài.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faf5860435_0_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Linh hồn tôi ơi, hãy ngợi khen Thiên Chúa, đừng lãng quên bao ơn lành Ngài ban.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f282feffb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2. </a:t>
            </a:r>
            <a:r>
              <a:rPr b="1" lang="en-US" sz="7100">
                <a:solidFill>
                  <a:schemeClr val="lt1"/>
                </a:solidFill>
                <a:latin typeface="Times New Roman"/>
                <a:ea typeface="Times New Roman"/>
                <a:cs typeface="Times New Roman"/>
                <a:sym typeface="Times New Roman"/>
              </a:rPr>
              <a:t>Chúa đã tha cho hết mọi điều sai lỗi. Ngài cho ngươi khỏi hết mọi tật nguyền.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f282feffb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Chúa chuộc mạng ngươi ra khỏi nơi vong thân, rộng nghĩa ân Chúa rất mực từ nhân.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fb3359abd2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fb2dc0a37c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3. </a:t>
            </a:r>
            <a:r>
              <a:rPr b="1" lang="en-US" sz="7100">
                <a:solidFill>
                  <a:schemeClr val="lt1"/>
                </a:solidFill>
                <a:latin typeface="Times New Roman"/>
                <a:ea typeface="Times New Roman"/>
                <a:cs typeface="Times New Roman"/>
                <a:sym typeface="Times New Roman"/>
              </a:rPr>
              <a:t>Chúa hằng thương xót luôn từ bi nhân ái, tình yêu thương Chúa cao vời muôn đời.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fb2dc0a37c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Chúa chẳng trả oán những điều ta sai lỗi, chẳng xử phân theo như tội của ta.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fb3359abd2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fb3359abd2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rgbClr val="FFFF00"/>
                </a:solidFill>
                <a:latin typeface="Times New Roman"/>
                <a:ea typeface="Times New Roman"/>
                <a:cs typeface="Times New Roman"/>
                <a:sym typeface="Times New Roman"/>
              </a:rPr>
              <a:t>4. </a:t>
            </a:r>
            <a:r>
              <a:rPr b="1" lang="en-US" sz="7100">
                <a:solidFill>
                  <a:schemeClr val="lt1"/>
                </a:solidFill>
                <a:latin typeface="Times New Roman"/>
                <a:ea typeface="Times New Roman"/>
                <a:cs typeface="Times New Roman"/>
                <a:sym typeface="Times New Roman"/>
              </a:rPr>
              <a:t>Như là người cha luôn hằng thương con cái, Ngài yêu thương những ai sợ kính Ngài.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fb3359abd2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100">
                <a:solidFill>
                  <a:schemeClr val="lt1"/>
                </a:solidFill>
                <a:latin typeface="Times New Roman"/>
                <a:ea typeface="Times New Roman"/>
                <a:cs typeface="Times New Roman"/>
                <a:sym typeface="Times New Roman"/>
              </a:rPr>
              <a:t>Ví tựa trời đông xa trời tây bao nhiêu, Ngài ném xa bao tội tình của ta. </a:t>
            </a:r>
            <a:endParaRPr b="1" sz="71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fb3359abd2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là Đấng từ bi nhân ái, chậm bất bình và rất mực khoan nhân.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7" name="Shape 727"/>
        <p:cNvGrpSpPr/>
        <p:nvPr/>
      </p:nvGrpSpPr>
      <p:grpSpPr>
        <a:xfrm>
          <a:off x="0" y="0"/>
          <a:ext cx="0" cy="0"/>
          <a:chOff x="0" y="0"/>
          <a:chExt cx="0" cy="0"/>
        </a:xfrm>
      </p:grpSpPr>
      <p:sp>
        <p:nvSpPr>
          <p:cNvPr id="728" name="Google Shape;72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29" name="Google Shape;72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5700">
                <a:solidFill>
                  <a:srgbClr val="FFFF00"/>
                </a:solidFill>
                <a:latin typeface="Times New Roman"/>
                <a:ea typeface="Times New Roman"/>
                <a:cs typeface="Times New Roman"/>
                <a:sym typeface="Times New Roman"/>
              </a:rPr>
              <a:t>All… All…</a:t>
            </a:r>
            <a:r>
              <a:rPr b="1" i="1" lang="en-US" sz="7200">
                <a:solidFill>
                  <a:srgbClr val="EE0000"/>
                </a:solidFill>
                <a:latin typeface="Times New Roman"/>
                <a:ea typeface="Times New Roman"/>
                <a:cs typeface="Times New Roman"/>
                <a:sym typeface="Times New Roman"/>
              </a:rPr>
              <a:t> </a:t>
            </a:r>
            <a:br>
              <a:rPr b="1" i="1" lang="en-US" sz="7400">
                <a:solidFill>
                  <a:srgbClr val="EE0000"/>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Lạy Chúa, Lời của Chúa là thần trí và là sự sống; </a:t>
            </a:r>
            <a:endParaRPr b="1" i="1" sz="7200">
              <a:solidFill>
                <a:schemeClr val="lt1"/>
              </a:solidFill>
              <a:latin typeface="Times New Roman"/>
              <a:ea typeface="Times New Roman"/>
              <a:cs typeface="Times New Roman"/>
              <a:sym typeface="Times New Roman"/>
            </a:endParaRPr>
          </a:p>
        </p:txBody>
      </p:sp>
      <p:sp>
        <p:nvSpPr>
          <p:cNvPr id="736" name="Google Shape;73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6800">
                <a:solidFill>
                  <a:schemeClr val="lt1"/>
                </a:solidFill>
                <a:latin typeface="Times New Roman"/>
                <a:ea typeface="Times New Roman"/>
                <a:cs typeface="Times New Roman"/>
                <a:sym typeface="Times New Roman"/>
              </a:rPr>
              <a:t>Chúa có Lời ban sự sống ngàn thu. </a:t>
            </a:r>
            <a:r>
              <a:rPr b="1" i="1" lang="en-US" sz="6800">
                <a:solidFill>
                  <a:srgbClr val="FFFF00"/>
                </a:solidFill>
                <a:latin typeface="Times New Roman"/>
                <a:ea typeface="Times New Roman"/>
                <a:cs typeface="Times New Roman"/>
                <a:sym typeface="Times New Roman"/>
              </a:rPr>
              <a:t>All..</a:t>
            </a:r>
            <a:endParaRPr b="1" sz="6800">
              <a:solidFill>
                <a:srgbClr val="FFFF00"/>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pic>
        <p:nvPicPr>
          <p:cNvPr id="746" name="Google Shape;74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g3fb3359abd2_0_260"/>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57" name="Google Shape;75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pic>
        <p:nvPicPr>
          <p:cNvPr id="857" name="Google Shape;857;g3fb3359abd2_0_264"/>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g3f95afb83fa_0_24"/>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CÙNG TIẾN DÂNG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(Phanxicô)</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g3f69acae76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Cùng tiến dâng lên bánh rượu này. Dâng tình yêu phút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f69acae76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 xác con như lễ toàn thiêu. Dâng Chúa Trời, nguyện dâng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fac4c6c2fc_0_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fb3359abd2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Cùng tiến dâng năm tháng miệt mài. Dâng ngày sau biết về đâu.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fb3359abd2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tiến dâng năm tháng bể dâu. Dâng kiếp người, buồn vui giữa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fb3359abd2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fb3359abd2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Cùng tiến dâng mơ ước cuộc đời. Đem dấn qua cây nở hoa.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fb3359abd2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Cùng tiến dâng câu hát lời ca. Mong tiếng cười, rộn vang cõi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fb3359abd2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fb3359abd2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Cùng tiến dâng lên bánh rượu này. Dâng tình yêu phút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fb3359abd2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Hồn xác con như lễ toàn thiêu. Dâng Chúa Trời, nguyện dâng Chúa Trời.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fb3359abd2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dâng lên Chúa Trời. Xin ơn thiêng xuống cho người.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pic>
        <p:nvPicPr>
          <p:cNvPr id="947" name="Google Shape;94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20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pic>
        <p:nvPicPr>
          <p:cNvPr id="967" name="Google Shape;96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e9ce9eb37a_0_183"/>
          <p:cNvSpPr txBox="1"/>
          <p:nvPr>
            <p:ph type="ctrTitle"/>
          </p:nvPr>
        </p:nvSpPr>
        <p:spPr>
          <a:xfrm>
            <a:off x="0" y="680400"/>
            <a:ext cx="9144000" cy="44631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Ôi Thiên Chúa, cao quý thay ân sủng của Ngài. </a:t>
            </a:r>
            <a:endParaRPr b="1" sz="8000">
              <a:solidFill>
                <a:schemeClr val="lt1"/>
              </a:solidFill>
              <a:latin typeface="Times New Roman"/>
              <a:ea typeface="Times New Roman"/>
              <a:cs typeface="Times New Roman"/>
              <a:sym typeface="Times New Roman"/>
            </a:endParaRPr>
          </a:p>
        </p:txBody>
      </p:sp>
      <p:sp>
        <p:nvSpPr>
          <p:cNvPr id="973" name="Google Shape;97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g3fac4c6c2fc_0_97"/>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8000">
                <a:solidFill>
                  <a:schemeClr val="lt1"/>
                </a:solidFill>
                <a:latin typeface="Times New Roman"/>
                <a:ea typeface="Times New Roman"/>
                <a:cs typeface="Times New Roman"/>
                <a:sym typeface="Times New Roman"/>
              </a:rPr>
              <a:t>Con người ta tìm nương tựa trong bóng cánh của Ngài.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pic>
        <p:nvPicPr>
          <p:cNvPr id="983" name="Google Shape;983;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g3f491e64396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XIN DẠY CON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BIẾT YÊU</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Nguyễn Duy)</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f491e64396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dạy con yêu Chúa và yêu mọi người. Yêu mọi Người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f491e64396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biết rằng Chúa là nguồn tình yêu,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fb3359abd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hằng mơ ước tình yêu muôn đời kiên vững,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fb3359abd2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đã một lần Ngài chết, chết vì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f95afb83fa_0_1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Vì Chúa là tình yêu, tình yêu cho con tôn thờ, tình yêu cho con nhung nhớ.</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f54ad4d3bd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Vì Chúa là tình yêu đã một lần dâng hiến mình, để trọn vẹn yêu hết tình.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fb3359abd2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dạy con yêu Chúa và yêu mọi người. Yêu mọi Người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fb3359abd2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biết rằng Chúa là nguồn tình yêu,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fb3359abd2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hằng mơ ước tình yêu muôn đời kiên vững,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fb3359abd2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đã một lần Ngài chết, chết vì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fb3359abd2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 </a:t>
            </a:r>
            <a:r>
              <a:rPr b="1" lang="en-US" sz="8000">
                <a:solidFill>
                  <a:schemeClr val="lt1"/>
                </a:solidFill>
                <a:latin typeface="Times New Roman"/>
                <a:ea typeface="Times New Roman"/>
                <a:cs typeface="Times New Roman"/>
                <a:sym typeface="Times New Roman"/>
              </a:rPr>
              <a:t>Vì Chúa là tình yêu, Ngài yêu thương hết mọi người,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fb3359abd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tình yêu thương không biên giới.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fb3359abd2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Ngày nắng cùng ngày mưa Chúa mời gọi con sớm trưa,</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g3fb3359abd2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700">
                <a:solidFill>
                  <a:schemeClr val="lt1"/>
                </a:solidFill>
                <a:latin typeface="Times New Roman"/>
                <a:ea typeface="Times New Roman"/>
                <a:cs typeface="Times New Roman"/>
                <a:sym typeface="Times New Roman"/>
              </a:rPr>
              <a:t>mến Ngài đẹp quá bốn mùa.</a:t>
            </a:r>
            <a:endParaRPr b="1" sz="77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fb3359abd2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Xin dạy con yêu Chúa và yêu mọi người. Yêu mọi Người Chúa 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fb3359abd2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biết rằng Chúa là nguồn tình yêu,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fb3359abd2_0_1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con hằng mơ ước tình yêu muôn đời kiên vững,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fb3359abd2_0_1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đã một lần Ngài chết, chết vì tình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pic>
        <p:nvPicPr>
          <p:cNvPr id="1083" name="Google Shape;1083;g3fb3359abd2_0_268"/>
          <p:cNvPicPr preferRelativeResize="0"/>
          <p:nvPr/>
        </p:nvPicPr>
        <p:blipFill rotWithShape="1">
          <a:blip r:embed="rId3">
            <a:alphaModFix/>
          </a:blip>
          <a:srcRect b="0" l="0" r="0" t="0"/>
          <a:stretch/>
        </p:blipFill>
        <p:spPr>
          <a:xfrm>
            <a:off x="0" y="0"/>
            <a:ext cx="9144003" cy="5143490"/>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fb3359abd2_0_14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MẸ NHÂN LOẠI</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(Nguyễn Đình Diễn)</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fb3359abd2_0_1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Mari- a ngày xa xưa ấy. Đồi hoang liêu bóng mây nhạt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fb3359abd2_0_1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Đứng tiêu điều xót xa nhiều. Thánh giá chiều treo xác con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fb3359abd2_0_1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Mẹ đứng nhìn nhân loại. Ôi bao người đang hấp hối giữa tội nhơ.</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3fb3359abd2_0_1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Mẹ nhìn lên bàn tay thánh giá. Chung tâm hồn chung đau buồn.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g3fb3359abd2_0_1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Bên con mình cứu rỗi cho cuộc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7" name="Shape 1117"/>
        <p:cNvGrpSpPr/>
        <p:nvPr/>
      </p:nvGrpSpPr>
      <p:grpSpPr>
        <a:xfrm>
          <a:off x="0" y="0"/>
          <a:ext cx="0" cy="0"/>
          <a:chOff x="0" y="0"/>
          <a:chExt cx="0" cy="0"/>
        </a:xfrm>
      </p:grpSpPr>
      <p:sp>
        <p:nvSpPr>
          <p:cNvPr id="1118" name="Google Shape;1118;g3fb3359abd2_0_1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Mari- a ngày xa xưa ấy. Đồi hoang liêu bóng mây nhạt chiều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2" name="Shape 1122"/>
        <p:cNvGrpSpPr/>
        <p:nvPr/>
      </p:nvGrpSpPr>
      <p:grpSpPr>
        <a:xfrm>
          <a:off x="0" y="0"/>
          <a:ext cx="0" cy="0"/>
          <a:chOff x="0" y="0"/>
          <a:chExt cx="0" cy="0"/>
        </a:xfrm>
      </p:grpSpPr>
      <p:sp>
        <p:nvSpPr>
          <p:cNvPr id="1123" name="Google Shape;1123;g3fb3359abd2_0_1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Đứng tiêu điều xót xa nhiều. Thánh giá chiều treo xác con yêu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pic>
        <p:nvPicPr>
          <p:cNvPr id="1128" name="Google Shape;1128;g3fb2dc0a37c_0_109"/>
          <p:cNvPicPr preferRelativeResize="0"/>
          <p:nvPr/>
        </p:nvPicPr>
        <p:blipFill rotWithShape="1">
          <a:blip r:embed="rId3">
            <a:alphaModFix/>
          </a:blip>
          <a:srcRect b="0" l="0" r="0" t="0"/>
          <a:stretch/>
        </p:blipFill>
        <p:spPr>
          <a:xfrm>
            <a:off x="0" y="0"/>
            <a:ext cx="9192401" cy="51434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