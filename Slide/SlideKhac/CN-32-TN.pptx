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27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81.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70.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85.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268.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280.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8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284.xml"/>
  <Override ContentType="application/vnd.openxmlformats-officedocument.presentationml.notesSlide+xml" PartName="/ppt/notesSlides/notesSlide128.xml"/>
  <Override ContentType="application/vnd.openxmlformats-officedocument.presentationml.notesSlide+xml" PartName="/ppt/notesSlides/notesSlide267.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28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263.xml"/>
  <Override ContentType="application/vnd.openxmlformats-officedocument.presentationml.notesSlide+xml" PartName="/ppt/notesSlides/notesSlide25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287.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79.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72.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28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25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276.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264.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260.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286.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28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281.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57.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272.xml"/>
  <Override ContentType="application/vnd.openxmlformats-officedocument.presentationml.slide+xml" PartName="/ppt/slides/slide59.xml"/>
  <Override ContentType="application/vnd.openxmlformats-officedocument.presentationml.slide+xml" PartName="/ppt/slides/slide285.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87.xml"/>
  <Override ContentType="application/vnd.openxmlformats-officedocument.presentationml.slide+xml" PartName="/ppt/slides/slide270.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79.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282.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275.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269.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286.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28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280.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284.xml"/>
  <Override ContentType="application/vnd.openxmlformats-officedocument.presentationml.slide+xml" PartName="/ppt/slides/slide47.xml"/>
  <Override ContentType="application/vnd.openxmlformats-officedocument.presentationml.slide+xml" PartName="/ppt/slides/slide26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256.xml"/>
  <Override ContentType="application/vnd.openxmlformats-officedocument.presentationml.slide+xml" PartName="/ppt/slides/slide128.xml"/>
  <Override ContentType="application/vnd.openxmlformats-officedocument.presentationml.slide+xml" PartName="/ppt/slides/slide273.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54"/>
    <p:sldId id="505" r:id="rId255"/>
    <p:sldId id="506" r:id="rId256"/>
    <p:sldId id="507" r:id="rId257"/>
    <p:sldId id="508" r:id="rId258"/>
    <p:sldId id="509" r:id="rId259"/>
    <p:sldId id="510" r:id="rId260"/>
    <p:sldId id="511" r:id="rId261"/>
    <p:sldId id="512" r:id="rId262"/>
    <p:sldId id="513" r:id="rId263"/>
    <p:sldId id="514" r:id="rId264"/>
    <p:sldId id="515" r:id="rId265"/>
    <p:sldId id="516" r:id="rId266"/>
    <p:sldId id="517" r:id="rId267"/>
    <p:sldId id="518" r:id="rId268"/>
    <p:sldId id="519" r:id="rId269"/>
    <p:sldId id="520" r:id="rId270"/>
    <p:sldId id="521" r:id="rId271"/>
    <p:sldId id="522" r:id="rId272"/>
    <p:sldId id="523" r:id="rId273"/>
    <p:sldId id="524" r:id="rId274"/>
    <p:sldId id="525" r:id="rId275"/>
    <p:sldId id="526" r:id="rId276"/>
    <p:sldId id="527" r:id="rId277"/>
    <p:sldId id="528" r:id="rId278"/>
    <p:sldId id="529" r:id="rId279"/>
    <p:sldId id="530" r:id="rId280"/>
    <p:sldId id="531" r:id="rId281"/>
    <p:sldId id="532" r:id="rId282"/>
    <p:sldId id="533" r:id="rId283"/>
    <p:sldId id="534" r:id="rId284"/>
    <p:sldId id="535" r:id="rId285"/>
    <p:sldId id="536" r:id="rId286"/>
    <p:sldId id="537" r:id="rId287"/>
    <p:sldId id="538" r:id="rId288"/>
    <p:sldId id="539" r:id="rId289"/>
    <p:sldId id="540" r:id="rId290"/>
    <p:sldId id="541" r:id="rId291"/>
    <p:sldId id="542" r:id="rId292"/>
    <p:sldId id="543" r:id="rId293"/>
  </p:sldIdLst>
  <p:sldSz cy="5143500" cx="9144000"/>
  <p:notesSz cx="9144000" cy="6858000"/>
  <p:embeddedFontLst>
    <p:embeddedFont>
      <p:font typeface="Oswald"/>
      <p:regular r:id="rId294"/>
      <p:bold r:id="rId2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6" roundtripDataSignature="AMtx7mhoLP6sUHDR+sAtsj1Ea+pHf9dd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296" Type="http://customschemas.google.com/relationships/presentationmetadata" Target="metadata"/><Relationship Id="rId39" Type="http://schemas.openxmlformats.org/officeDocument/2006/relationships/slide" Target="slides/slide34.xml"/><Relationship Id="rId174" Type="http://schemas.openxmlformats.org/officeDocument/2006/relationships/slide" Target="slides/slide169.xml"/><Relationship Id="rId295" Type="http://schemas.openxmlformats.org/officeDocument/2006/relationships/font" Target="fonts/Oswald-bold.fntdata"/><Relationship Id="rId38" Type="http://schemas.openxmlformats.org/officeDocument/2006/relationships/slide" Target="slides/slide33.xml"/><Relationship Id="rId173" Type="http://schemas.openxmlformats.org/officeDocument/2006/relationships/slide" Target="slides/slide168.xml"/><Relationship Id="rId294" Type="http://schemas.openxmlformats.org/officeDocument/2006/relationships/font" Target="fonts/Oswald-regular.fntdata"/><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271" Type="http://schemas.openxmlformats.org/officeDocument/2006/relationships/slide" Target="slides/slide266.xml"/><Relationship Id="rId87" Type="http://schemas.openxmlformats.org/officeDocument/2006/relationships/slide" Target="slides/slide82.xml"/><Relationship Id="rId270" Type="http://schemas.openxmlformats.org/officeDocument/2006/relationships/slide" Target="slides/slide265.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269" Type="http://schemas.openxmlformats.org/officeDocument/2006/relationships/slide" Target="slides/slide264.xml"/><Relationship Id="rId9" Type="http://schemas.openxmlformats.org/officeDocument/2006/relationships/slide" Target="slides/slide4.xml"/><Relationship Id="rId143" Type="http://schemas.openxmlformats.org/officeDocument/2006/relationships/slide" Target="slides/slide138.xml"/><Relationship Id="rId264" Type="http://schemas.openxmlformats.org/officeDocument/2006/relationships/slide" Target="slides/slide259.xml"/><Relationship Id="rId142" Type="http://schemas.openxmlformats.org/officeDocument/2006/relationships/slide" Target="slides/slide137.xml"/><Relationship Id="rId263" Type="http://schemas.openxmlformats.org/officeDocument/2006/relationships/slide" Target="slides/slide258.xml"/><Relationship Id="rId141" Type="http://schemas.openxmlformats.org/officeDocument/2006/relationships/slide" Target="slides/slide136.xml"/><Relationship Id="rId262" Type="http://schemas.openxmlformats.org/officeDocument/2006/relationships/slide" Target="slides/slide257.xml"/><Relationship Id="rId140" Type="http://schemas.openxmlformats.org/officeDocument/2006/relationships/slide" Target="slides/slide135.xml"/><Relationship Id="rId261" Type="http://schemas.openxmlformats.org/officeDocument/2006/relationships/slide" Target="slides/slide256.xml"/><Relationship Id="rId5" Type="http://schemas.openxmlformats.org/officeDocument/2006/relationships/notesMaster" Target="notesMasters/notesMaster1.xml"/><Relationship Id="rId147" Type="http://schemas.openxmlformats.org/officeDocument/2006/relationships/slide" Target="slides/slide142.xml"/><Relationship Id="rId268" Type="http://schemas.openxmlformats.org/officeDocument/2006/relationships/slide" Target="slides/slide263.xml"/><Relationship Id="rId6" Type="http://schemas.openxmlformats.org/officeDocument/2006/relationships/slide" Target="slides/slide1.xml"/><Relationship Id="rId146" Type="http://schemas.openxmlformats.org/officeDocument/2006/relationships/slide" Target="slides/slide141.xml"/><Relationship Id="rId267" Type="http://schemas.openxmlformats.org/officeDocument/2006/relationships/slide" Target="slides/slide262.xml"/><Relationship Id="rId7" Type="http://schemas.openxmlformats.org/officeDocument/2006/relationships/slide" Target="slides/slide2.xml"/><Relationship Id="rId145" Type="http://schemas.openxmlformats.org/officeDocument/2006/relationships/slide" Target="slides/slide140.xml"/><Relationship Id="rId266" Type="http://schemas.openxmlformats.org/officeDocument/2006/relationships/slide" Target="slides/slide261.xml"/><Relationship Id="rId8" Type="http://schemas.openxmlformats.org/officeDocument/2006/relationships/slide" Target="slides/slide3.xml"/><Relationship Id="rId144" Type="http://schemas.openxmlformats.org/officeDocument/2006/relationships/slide" Target="slides/slide139.xml"/><Relationship Id="rId265" Type="http://schemas.openxmlformats.org/officeDocument/2006/relationships/slide" Target="slides/slide260.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260" Type="http://schemas.openxmlformats.org/officeDocument/2006/relationships/slide" Target="slides/slide255.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259" Type="http://schemas.openxmlformats.org/officeDocument/2006/relationships/slide" Target="slides/slide254.xml"/><Relationship Id="rId137" Type="http://schemas.openxmlformats.org/officeDocument/2006/relationships/slide" Target="slides/slide132.xml"/><Relationship Id="rId258" Type="http://schemas.openxmlformats.org/officeDocument/2006/relationships/slide" Target="slides/slide253.xml"/><Relationship Id="rId132" Type="http://schemas.openxmlformats.org/officeDocument/2006/relationships/slide" Target="slides/slide127.xml"/><Relationship Id="rId253" Type="http://schemas.openxmlformats.org/officeDocument/2006/relationships/slide" Target="slides/slide248.xml"/><Relationship Id="rId131" Type="http://schemas.openxmlformats.org/officeDocument/2006/relationships/slide" Target="slides/slide126.xml"/><Relationship Id="rId252" Type="http://schemas.openxmlformats.org/officeDocument/2006/relationships/slide" Target="slides/slide247.xml"/><Relationship Id="rId130" Type="http://schemas.openxmlformats.org/officeDocument/2006/relationships/slide" Target="slides/slide125.xml"/><Relationship Id="rId251" Type="http://schemas.openxmlformats.org/officeDocument/2006/relationships/slide" Target="slides/slide246.xml"/><Relationship Id="rId250" Type="http://schemas.openxmlformats.org/officeDocument/2006/relationships/slide" Target="slides/slide245.xml"/><Relationship Id="rId136" Type="http://schemas.openxmlformats.org/officeDocument/2006/relationships/slide" Target="slides/slide131.xml"/><Relationship Id="rId257" Type="http://schemas.openxmlformats.org/officeDocument/2006/relationships/slide" Target="slides/slide252.xml"/><Relationship Id="rId135" Type="http://schemas.openxmlformats.org/officeDocument/2006/relationships/slide" Target="slides/slide130.xml"/><Relationship Id="rId256" Type="http://schemas.openxmlformats.org/officeDocument/2006/relationships/slide" Target="slides/slide251.xml"/><Relationship Id="rId134" Type="http://schemas.openxmlformats.org/officeDocument/2006/relationships/slide" Target="slides/slide129.xml"/><Relationship Id="rId255" Type="http://schemas.openxmlformats.org/officeDocument/2006/relationships/slide" Target="slides/slide250.xml"/><Relationship Id="rId133" Type="http://schemas.openxmlformats.org/officeDocument/2006/relationships/slide" Target="slides/slide128.xml"/><Relationship Id="rId254" Type="http://schemas.openxmlformats.org/officeDocument/2006/relationships/slide" Target="slides/slide249.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293" Type="http://schemas.openxmlformats.org/officeDocument/2006/relationships/slide" Target="slides/slide288.xml"/><Relationship Id="rId65" Type="http://schemas.openxmlformats.org/officeDocument/2006/relationships/slide" Target="slides/slide60.xml"/><Relationship Id="rId171" Type="http://schemas.openxmlformats.org/officeDocument/2006/relationships/slide" Target="slides/slide166.xml"/><Relationship Id="rId292" Type="http://schemas.openxmlformats.org/officeDocument/2006/relationships/slide" Target="slides/slide287.xml"/><Relationship Id="rId68" Type="http://schemas.openxmlformats.org/officeDocument/2006/relationships/slide" Target="slides/slide63.xml"/><Relationship Id="rId170" Type="http://schemas.openxmlformats.org/officeDocument/2006/relationships/slide" Target="slides/slide165.xml"/><Relationship Id="rId291" Type="http://schemas.openxmlformats.org/officeDocument/2006/relationships/slide" Target="slides/slide286.xml"/><Relationship Id="rId67" Type="http://schemas.openxmlformats.org/officeDocument/2006/relationships/slide" Target="slides/slide62.xml"/><Relationship Id="rId290" Type="http://schemas.openxmlformats.org/officeDocument/2006/relationships/slide" Target="slides/slide285.xml"/><Relationship Id="rId60" Type="http://schemas.openxmlformats.org/officeDocument/2006/relationships/slide" Target="slides/slide55.xml"/><Relationship Id="rId165" Type="http://schemas.openxmlformats.org/officeDocument/2006/relationships/slide" Target="slides/slide160.xml"/><Relationship Id="rId286" Type="http://schemas.openxmlformats.org/officeDocument/2006/relationships/slide" Target="slides/slide281.xml"/><Relationship Id="rId69" Type="http://schemas.openxmlformats.org/officeDocument/2006/relationships/slide" Target="slides/slide64.xml"/><Relationship Id="rId164" Type="http://schemas.openxmlformats.org/officeDocument/2006/relationships/slide" Target="slides/slide159.xml"/><Relationship Id="rId285" Type="http://schemas.openxmlformats.org/officeDocument/2006/relationships/slide" Target="slides/slide280.xml"/><Relationship Id="rId163" Type="http://schemas.openxmlformats.org/officeDocument/2006/relationships/slide" Target="slides/slide158.xml"/><Relationship Id="rId284" Type="http://schemas.openxmlformats.org/officeDocument/2006/relationships/slide" Target="slides/slide279.xml"/><Relationship Id="rId162" Type="http://schemas.openxmlformats.org/officeDocument/2006/relationships/slide" Target="slides/slide157.xml"/><Relationship Id="rId283" Type="http://schemas.openxmlformats.org/officeDocument/2006/relationships/slide" Target="slides/slide278.xml"/><Relationship Id="rId169" Type="http://schemas.openxmlformats.org/officeDocument/2006/relationships/slide" Target="slides/slide164.xml"/><Relationship Id="rId168" Type="http://schemas.openxmlformats.org/officeDocument/2006/relationships/slide" Target="slides/slide163.xml"/><Relationship Id="rId289" Type="http://schemas.openxmlformats.org/officeDocument/2006/relationships/slide" Target="slides/slide284.xml"/><Relationship Id="rId167" Type="http://schemas.openxmlformats.org/officeDocument/2006/relationships/slide" Target="slides/slide162.xml"/><Relationship Id="rId288" Type="http://schemas.openxmlformats.org/officeDocument/2006/relationships/slide" Target="slides/slide283.xml"/><Relationship Id="rId166" Type="http://schemas.openxmlformats.org/officeDocument/2006/relationships/slide" Target="slides/slide161.xml"/><Relationship Id="rId287" Type="http://schemas.openxmlformats.org/officeDocument/2006/relationships/slide" Target="slides/slide282.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282" Type="http://schemas.openxmlformats.org/officeDocument/2006/relationships/slide" Target="slides/slide277.xml"/><Relationship Id="rId54" Type="http://schemas.openxmlformats.org/officeDocument/2006/relationships/slide" Target="slides/slide49.xml"/><Relationship Id="rId160" Type="http://schemas.openxmlformats.org/officeDocument/2006/relationships/slide" Target="slides/slide155.xml"/><Relationship Id="rId281" Type="http://schemas.openxmlformats.org/officeDocument/2006/relationships/slide" Target="slides/slide276.xml"/><Relationship Id="rId57" Type="http://schemas.openxmlformats.org/officeDocument/2006/relationships/slide" Target="slides/slide52.xml"/><Relationship Id="rId280" Type="http://schemas.openxmlformats.org/officeDocument/2006/relationships/slide" Target="slides/slide275.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275" Type="http://schemas.openxmlformats.org/officeDocument/2006/relationships/slide" Target="slides/slide270.xml"/><Relationship Id="rId58" Type="http://schemas.openxmlformats.org/officeDocument/2006/relationships/slide" Target="slides/slide53.xml"/><Relationship Id="rId153" Type="http://schemas.openxmlformats.org/officeDocument/2006/relationships/slide" Target="slides/slide148.xml"/><Relationship Id="rId274" Type="http://schemas.openxmlformats.org/officeDocument/2006/relationships/slide" Target="slides/slide269.xml"/><Relationship Id="rId152" Type="http://schemas.openxmlformats.org/officeDocument/2006/relationships/slide" Target="slides/slide147.xml"/><Relationship Id="rId273" Type="http://schemas.openxmlformats.org/officeDocument/2006/relationships/slide" Target="slides/slide268.xml"/><Relationship Id="rId151" Type="http://schemas.openxmlformats.org/officeDocument/2006/relationships/slide" Target="slides/slide146.xml"/><Relationship Id="rId272" Type="http://schemas.openxmlformats.org/officeDocument/2006/relationships/slide" Target="slides/slide267.xml"/><Relationship Id="rId158" Type="http://schemas.openxmlformats.org/officeDocument/2006/relationships/slide" Target="slides/slide153.xml"/><Relationship Id="rId279" Type="http://schemas.openxmlformats.org/officeDocument/2006/relationships/slide" Target="slides/slide274.xml"/><Relationship Id="rId157" Type="http://schemas.openxmlformats.org/officeDocument/2006/relationships/slide" Target="slides/slide152.xml"/><Relationship Id="rId278" Type="http://schemas.openxmlformats.org/officeDocument/2006/relationships/slide" Target="slides/slide273.xml"/><Relationship Id="rId156" Type="http://schemas.openxmlformats.org/officeDocument/2006/relationships/slide" Target="slides/slide151.xml"/><Relationship Id="rId277" Type="http://schemas.openxmlformats.org/officeDocument/2006/relationships/slide" Target="slides/slide272.xml"/><Relationship Id="rId155" Type="http://schemas.openxmlformats.org/officeDocument/2006/relationships/slide" Target="slides/slide150.xml"/><Relationship Id="rId276" Type="http://schemas.openxmlformats.org/officeDocument/2006/relationships/slide" Target="slides/slide271.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249" Type="http://schemas.openxmlformats.org/officeDocument/2006/relationships/slide" Target="slides/slide244.xml"/><Relationship Id="rId127" Type="http://schemas.openxmlformats.org/officeDocument/2006/relationships/slide" Target="slides/slide122.xml"/><Relationship Id="rId248" Type="http://schemas.openxmlformats.org/officeDocument/2006/relationships/slide" Target="slides/slide243.xml"/><Relationship Id="rId126" Type="http://schemas.openxmlformats.org/officeDocument/2006/relationships/slide" Target="slides/slide121.xml"/><Relationship Id="rId247" Type="http://schemas.openxmlformats.org/officeDocument/2006/relationships/slide" Target="slides/slide242.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schemas.openxmlformats.org/officeDocument/2006/relationships/slide" Target="slides/slide241.xml"/><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1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1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1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1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11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1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11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1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1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1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1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1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12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1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12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6" name="Google Shape;686;p1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2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1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2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p1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12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1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12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1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2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1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12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1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2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1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12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p1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13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1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13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1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3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1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13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3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1" name="Google Shape;751;p1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13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1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13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1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13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1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3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p1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13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p1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14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1" name="Google Shape;781;p1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14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6" name="Google Shape;786;p1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14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1" name="Google Shape;791;p1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14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6" name="Google Shape;796;p1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14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1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14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p1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14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p1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14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p1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14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1" name="Google Shape;821;p1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1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p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27" name="Google Shape;827;p14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1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 name="Google Shape;832;p1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33" name="Google Shape;833;p1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8" name="Google Shape;838;p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39" name="Google Shape;839;p15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1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45" name="Google Shape;845;p15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0" name="Google Shape;850;p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51" name="Google Shape;851;p15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1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6" name="Google Shape;856;p1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57" name="Google Shape;857;p15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15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15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 name="Google Shape;867;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1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74" name="Google Shape;874;p15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1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1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880" name="Google Shape;880;p15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5" name="Google Shape;885;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86" name="Google Shape;886;p15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1" name="Google Shape;891;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92" name="Google Shape;892;p16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98" name="Google Shape;898;p16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04" name="Google Shape;904;p16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9" name="Google Shape;90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10" name="Google Shape;910;p16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5" name="Google Shape;915;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16" name="Google Shape;916;p16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1" name="Google Shape;921;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22" name="Google Shape;922;p16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7" name="Google Shape;927;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28" name="Google Shape;928;p16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 name="Google Shape;933;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34" name="Google Shape;934;p16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40" name="Google Shape;940;p16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5" name="Google Shape;945;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46" name="Google Shape;946;p16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17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1" name="Google Shape;951;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17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6" name="Google Shape;956;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5" name="Google Shape;96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0" name="Google Shape;970;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71" name="Google Shape;971;p17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77" name="Google Shape;977;p17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 name="Google Shape;982;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83" name="Google Shape;983;p17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8" name="Google Shape;988;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89" name="Google Shape;989;p17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95" name="Google Shape;995;p17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0" name="Google Shape;1000;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01" name="Google Shape;1001;p17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1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6" name="Google Shape;1006;p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07" name="Google Shape;1007;p17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1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2" name="Google Shape;1012;p1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13" name="Google Shape;1013;p18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1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8" name="Google Shape;1018;p1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19" name="Google Shape;1019;p18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1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p1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25" name="Google Shape;1025;p18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1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0" name="Google Shape;1030;p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31" name="Google Shape;1031;p18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1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p1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37" name="Google Shape;1037;p18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1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2" name="Google Shape;1042;p1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43" name="Google Shape;1043;p18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1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8" name="Google Shape;1048;p1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49" name="Google Shape;1049;p18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1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p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55" name="Google Shape;1055;p18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1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0" name="Google Shape;1060;p1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61" name="Google Shape;1061;p18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1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p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67" name="Google Shape;1067;p18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1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2" name="Google Shape;1072;p1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73" name="Google Shape;1073;p19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1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8" name="Google Shape;1078;p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79" name="Google Shape;1079;p19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1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p1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85" name="Google Shape;1085;p19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19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0" name="Google Shape;1090;p1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19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p1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1" name="Google Shape;1101;p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2" name="Google Shape;1102;p1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19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8" name="Google Shape;1108;p1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19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3" name="Google Shape;1113;p1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19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8" name="Google Shape;1118;p1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19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4" name="Google Shape;1124;p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20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9" name="Google Shape;1129;p2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20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4" name="Google Shape;1134;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20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9" name="Google Shape;1139;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20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4" name="Google Shape;1144;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20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9" name="Google Shape;1149;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20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4" name="Google Shape;1154;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20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9" name="Google Shape;1159;p2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20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4" name="Google Shape;1164;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20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9" name="Google Shape;1169;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20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4" name="Google Shape;1174;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p21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9" name="Google Shape;1179;p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2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4" name="Google Shape;1184;p2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21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9" name="Google Shape;118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21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4" name="Google Shape;1194;p2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21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9" name="Google Shape;1199;p2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21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4" name="Google Shape;1204;p2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p21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9" name="Google Shape;1209;p2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p21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4" name="Google Shape;1214;p2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21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9" name="Google Shape;1219;p2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21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4" name="Google Shape;1224;p2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22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9" name="Google Shape;1229;p2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22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4" name="Google Shape;1234;p2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p22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9" name="Google Shape;1239;p2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2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4" name="Google Shape;1244;p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45" name="Google Shape;1245;p22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p2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0" name="Google Shape;1250;p2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51" name="Google Shape;1251;p22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2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6" name="Google Shape;1256;p2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57" name="Google Shape;1257;p2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2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2" name="Google Shape;1262;p2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63" name="Google Shape;1263;p22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2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8" name="Google Shape;1268;p2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69" name="Google Shape;1269;p22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2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4" name="Google Shape;1274;p2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75" name="Google Shape;1275;p22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p2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0" name="Google Shape;1280;p2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81" name="Google Shape;1281;p22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p2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6" name="Google Shape;1286;p2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87" name="Google Shape;1287;p2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p2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2" name="Google Shape;1292;p2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93" name="Google Shape;1293;p23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2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8" name="Google Shape;1298;p2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99" name="Google Shape;1299;p23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p2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4" name="Google Shape;1304;p2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05" name="Google Shape;1305;p23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2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0" name="Google Shape;1310;p2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11" name="Google Shape;1311;p23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p2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6" name="Google Shape;1316;p2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17" name="Google Shape;1317;p2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2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2" name="Google Shape;1322;p2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23" name="Google Shape;1323;p23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2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p2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29" name="Google Shape;1329;p23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2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4" name="Google Shape;1334;p2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35" name="Google Shape;1335;p23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p2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0" name="Google Shape;1340;p2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41" name="Google Shape;1341;p23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2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6" name="Google Shape;1346;p2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47" name="Google Shape;1347;p2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2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p2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53" name="Google Shape;1353;p24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24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8" name="Google Shape;1358;p2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p2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3" name="Google Shape;1363;p2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64" name="Google Shape;1364;p24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p2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0" name="Google Shape;1370;p2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71" name="Google Shape;1371;p24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2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6" name="Google Shape;1376;p2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77" name="Google Shape;1377;p2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2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2" name="Google Shape;1382;p2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83" name="Google Shape;1383;p24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p2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8" name="Google Shape;1388;p2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89" name="Google Shape;1389;p24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p2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4" name="Google Shape;1394;p2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95" name="Google Shape;1395;p24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24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0" name="Google Shape;1400;p2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2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5" name="Google Shape;1405;p2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06" name="Google Shape;1406;p2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p2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2" name="Google Shape;1412;p2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13" name="Google Shape;1413;p25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2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8" name="Google Shape;1418;p2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19" name="Google Shape;1419;p25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p2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4" name="Google Shape;1424;p2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25" name="Google Shape;1425;p25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2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0" name="Google Shape;1430;p2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31" name="Google Shape;1431;p25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p2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6" name="Google Shape;1436;p2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37" name="Google Shape;1437;p2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p25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2" name="Google Shape;1442;p2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p2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7" name="Google Shape;1447;p2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48" name="Google Shape;1448;p25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p2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4" name="Google Shape;1454;p2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55" name="Google Shape;1455;p25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p25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0" name="Google Shape;1460;p2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p26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5" name="Google Shape;1465;p2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p2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0" name="Google Shape;1470;p2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71" name="Google Shape;1471;p26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p2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6" name="Google Shape;1476;p2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77" name="Google Shape;1477;p26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p2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2" name="Google Shape;1482;p2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83" name="Google Shape;1483;p26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p2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8" name="Google Shape;1488;p2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89" name="Google Shape;1489;p26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p2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4" name="Google Shape;1494;p2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495" name="Google Shape;1495;p26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p2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0" name="Google Shape;1500;p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01" name="Google Shape;1501;p26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p2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6" name="Google Shape;1506;p2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07" name="Google Shape;1507;p26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p2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2" name="Google Shape;1512;p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13" name="Google Shape;1513;p26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p2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8" name="Google Shape;1518;p2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19" name="Google Shape;1519;p26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p2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4" name="Google Shape;1524;p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25" name="Google Shape;1525;p27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p2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0" name="Google Shape;1530;p2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31" name="Google Shape;1531;p27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p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6" name="Google Shape;1536;p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37" name="Google Shape;1537;p27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p2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2" name="Google Shape;1542;p2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43" name="Google Shape;1543;p27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p2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8" name="Google Shape;1548;p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49" name="Google Shape;1549;p27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p2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4" name="Google Shape;1554;p2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55" name="Google Shape;1555;p27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p2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0" name="Google Shape;1560;p2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61" name="Google Shape;1561;p27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p2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6" name="Google Shape;1566;p2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567" name="Google Shape;1567;p27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p27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2" name="Google Shape;1572;p2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p27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7" name="Google Shape;1577;p2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p2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2" name="Google Shape;1582;p2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583" name="Google Shape;1583;p28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p2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8" name="Google Shape;1588;p2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589" name="Google Shape;1589;p28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p2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4" name="Google Shape;1594;p2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595" name="Google Shape;1595;p28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p2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0" name="Google Shape;1600;p2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601" name="Google Shape;1601;p28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4" name="Shape 1604"/>
        <p:cNvGrpSpPr/>
        <p:nvPr/>
      </p:nvGrpSpPr>
      <p:grpSpPr>
        <a:xfrm>
          <a:off x="0" y="0"/>
          <a:ext cx="0" cy="0"/>
          <a:chOff x="0" y="0"/>
          <a:chExt cx="0" cy="0"/>
        </a:xfrm>
      </p:grpSpPr>
      <p:sp>
        <p:nvSpPr>
          <p:cNvPr id="1605" name="Google Shape;1605;p2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6" name="Google Shape;1606;p2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607" name="Google Shape;1607;p28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0" name="Shape 1610"/>
        <p:cNvGrpSpPr/>
        <p:nvPr/>
      </p:nvGrpSpPr>
      <p:grpSpPr>
        <a:xfrm>
          <a:off x="0" y="0"/>
          <a:ext cx="0" cy="0"/>
          <a:chOff x="0" y="0"/>
          <a:chExt cx="0" cy="0"/>
        </a:xfrm>
      </p:grpSpPr>
      <p:sp>
        <p:nvSpPr>
          <p:cNvPr id="1611" name="Google Shape;1611;p2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2" name="Google Shape;1612;p2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613" name="Google Shape;1613;p28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p2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8" name="Google Shape;1618;p2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619" name="Google Shape;1619;p28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p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4" name="Google Shape;1624;p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625" name="Google Shape;1625;p28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p28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0" name="Google Shape;1630;p2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9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0"/>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9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91"/>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1"/>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29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2"/>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2"/>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9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3"/>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93"/>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9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4"/>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94"/>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94"/>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94"/>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9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9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9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9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9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9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7"/>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97"/>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97"/>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9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8"/>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98"/>
          <p:cNvSpPr/>
          <p:nvPr>
            <p:ph idx="2" type="pic"/>
          </p:nvPr>
        </p:nvSpPr>
        <p:spPr>
          <a:xfrm>
            <a:off x="1792288" y="459581"/>
            <a:ext cx="5486400" cy="3086100"/>
          </a:xfrm>
          <a:prstGeom prst="rect">
            <a:avLst/>
          </a:prstGeom>
          <a:noFill/>
          <a:ln>
            <a:noFill/>
          </a:ln>
        </p:spPr>
      </p:sp>
      <p:sp>
        <p:nvSpPr>
          <p:cNvPr id="68" name="Google Shape;68;p298"/>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9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9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9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99"/>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9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00"/>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00"/>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0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0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0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9"/>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8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8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8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1.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1.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 Id="rId3" Type="http://schemas.openxmlformats.org/officeDocument/2006/relationships/image" Target="../media/image3.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 Id="rId3" Type="http://schemas.openxmlformats.org/officeDocument/2006/relationships/image" Target="../media/image5.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4.jp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jp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1.jp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 Id="rId3" Type="http://schemas.openxmlformats.org/officeDocument/2006/relationships/image" Target="../media/image7.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 Id="rId3" Type="http://schemas.openxmlformats.org/officeDocument/2006/relationships/image" Target="../media/image7.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 Id="rId3" Type="http://schemas.openxmlformats.org/officeDocument/2006/relationships/image" Target="../media/image7.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 Id="rId3" Type="http://schemas.openxmlformats.org/officeDocument/2006/relationships/image" Target="../media/image6.jp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 Id="rId3" Type="http://schemas.openxmlformats.org/officeDocument/2006/relationships/image" Target="../media/image1.jp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8.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Có thể là hình ảnh về Đài phun nước Trevi, Quảng trường Piazza di Spagna và văn bản cho biết 'O1 09 11 มนม ่ปหปด CLEMENS-XIT-PON Cung Hiến Thánh Đường M BAPT-ET-EVANG LATÊRANO &quot;Đển Thờ ĐỨC Giesu muỗn nôi Ở đây lã chình thân thể Người.&quot; (Ga2 (Ga2,1322] Ga 2, 1322 ศวเดรือ'" id="88" name="Google Shape;88;p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Nhân danh Cha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Con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và Thánh Thần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4000"/>
              <a:buNone/>
            </a:pPr>
            <a:r>
              <a:rPr b="1" lang="en-US" sz="4000">
                <a:solidFill>
                  <a:srgbClr val="FF0000"/>
                </a:solidFill>
                <a:latin typeface="Times New Roman"/>
                <a:ea typeface="Times New Roman"/>
                <a:cs typeface="Times New Roman"/>
                <a:sym typeface="Times New Roman"/>
              </a:rPr>
              <a:t>KINH CHÚA THÁNH THẦN</a:t>
            </a:r>
            <a:endParaRPr b="1" sz="4000">
              <a:solidFill>
                <a:srgbClr val="FF0000"/>
              </a:solidFill>
              <a:latin typeface="Times New Roman"/>
              <a:ea typeface="Times New Roman"/>
              <a:cs typeface="Times New Roman"/>
              <a:sym typeface="Times New Roman"/>
            </a:endParaRPr>
          </a:p>
          <a:p>
            <a:pPr indent="0" lvl="0" marL="0" rtl="0" algn="just">
              <a:spcBef>
                <a:spcPts val="60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lạy ơn Đức Chúa Thánh Thần, thiêng liêng sáng láng vô cùng, </a:t>
            </a:r>
            <a:endParaRPr sz="7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182875">
            <a:norm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đốt lửa kính mến Đức Chúa Trời trong lòng chúng con;</a:t>
            </a:r>
            <a:endParaRPr sz="72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chúng con xin Đức Chúa Trời cho Đức Chúa Thánh Thần xuống.</a:t>
            </a:r>
            <a:endParaRPr sz="8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Sửa lại mọi sự trong ngoài chúng con. Chúng con cầu cùng Đức Chúa Trời,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xưa đã cho Đức Chúa Thánh Thần xuống soi lòng dạy dỗ các Thánh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Tông Đồ thì rày chúng con cũng xin Đức Chúa Trời cho Đức Chúa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Thánh Thần lại xuống 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TIN</a:t>
            </a:r>
            <a:endParaRPr b="1" sz="4950">
              <a:solidFill>
                <a:schemeClr val="dk1"/>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chịu nạn chịu chết mà chuộc tội cho thiên hạ.</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Bấy nhiêu điều ấy cùng các điều Hội Thánh dạy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thì con tin vững vàng, vì Chúa là</a:t>
            </a:r>
            <a:br>
              <a:rPr b="1" lang="en-US" sz="8000">
                <a:solidFill>
                  <a:schemeClr val="dk1"/>
                </a:solidFill>
                <a:latin typeface="Times New Roman"/>
                <a:ea typeface="Times New Roman"/>
                <a:cs typeface="Times New Roman"/>
                <a:sym typeface="Times New Roman"/>
              </a:rPr>
            </a:br>
            <a:r>
              <a:rPr b="1" lang="en-US" sz="8000">
                <a:solidFill>
                  <a:schemeClr val="dk1"/>
                </a:solidFill>
                <a:latin typeface="Times New Roman"/>
                <a:ea typeface="Times New Roman"/>
                <a:cs typeface="Times New Roman"/>
                <a:sym typeface="Times New Roman"/>
              </a:rPr>
              <a:t>Đấng thông minh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chân thật vô cùng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đã</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phán truyền cho</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Hội</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Thánh.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CẬY</a:t>
            </a:r>
            <a:endParaRPr b="1" sz="4400">
              <a:solidFill>
                <a:srgbClr val="FF0000"/>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con trông cậy vững vàng, vì công nghiệp Đức Chúa Giêsu</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thì Chúa sẽ ban ơn cho con giữ đạo nên ở đời này,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vì Chúa là Đấng phép tắc và lòng lành vô cùng đã phán hứa sự ấy chẳng có lẽ nào sai đặng.  </a:t>
            </a:r>
            <a:r>
              <a:rPr b="1" lang="en-US" sz="6800">
                <a:solidFill>
                  <a:srgbClr val="FF0000"/>
                </a:solidFill>
                <a:latin typeface="Times New Roman"/>
                <a:ea typeface="Times New Roman"/>
                <a:cs typeface="Times New Roman"/>
                <a:sym typeface="Times New Roman"/>
              </a:rPr>
              <a:t>Amen</a:t>
            </a:r>
            <a:r>
              <a:rPr b="1" lang="en-US" sz="6800">
                <a:solidFill>
                  <a:schemeClr val="dk1"/>
                </a:solidFill>
                <a:latin typeface="Times New Roman"/>
                <a:ea typeface="Times New Roman"/>
                <a:cs typeface="Times New Roman"/>
                <a:sym typeface="Times New Roman"/>
              </a:rPr>
              <a:t>.</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37150">
            <a:normAutofit fontScale="85000" lnSpcReduction="2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MẾN</a:t>
            </a:r>
            <a:endParaRPr b="1" sz="4400">
              <a:solidFill>
                <a:srgbClr val="FF0000"/>
              </a:solidFill>
              <a:latin typeface="Times New Roman"/>
              <a:ea typeface="Times New Roman"/>
              <a:cs typeface="Times New Roman"/>
              <a:sym typeface="Times New Roman"/>
            </a:endParaRPr>
          </a:p>
          <a:p>
            <a:pPr indent="0" lvl="0" marL="0" rtl="0" algn="just">
              <a:spcBef>
                <a:spcPts val="1615"/>
              </a:spcBef>
              <a:spcAft>
                <a:spcPts val="0"/>
              </a:spcAft>
              <a:buClr>
                <a:schemeClr val="dk1"/>
              </a:buClr>
              <a:buSzPct val="100000"/>
              <a:buNone/>
            </a:pPr>
            <a:r>
              <a:rPr b="1" lang="en-US" sz="9500">
                <a:solidFill>
                  <a:schemeClr val="dk1"/>
                </a:solidFill>
                <a:latin typeface="Times New Roman"/>
                <a:ea typeface="Times New Roman"/>
                <a:cs typeface="Times New Roman"/>
                <a:sym typeface="Times New Roman"/>
              </a:rPr>
              <a:t>Lạy Chúa con, con kính mến Chúa hết lòng hết sức trên hết mọi sự,</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lại vì Chúa, thì con thương yêu người ta như mình con vậy.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ctr">
              <a:spcBef>
                <a:spcPts val="0"/>
              </a:spcBef>
              <a:spcAft>
                <a:spcPts val="0"/>
              </a:spcAft>
              <a:buClr>
                <a:srgbClr val="FF0000"/>
              </a:buClr>
              <a:buSzPts val="4400"/>
              <a:buNone/>
            </a:pPr>
            <a:r>
              <a:rPr b="1" lang="en-US" sz="4400">
                <a:solidFill>
                  <a:srgbClr val="FF0000"/>
                </a:solidFill>
                <a:latin typeface="Times New Roman"/>
                <a:ea typeface="Times New Roman"/>
                <a:cs typeface="Times New Roman"/>
                <a:sym typeface="Times New Roman"/>
              </a:rPr>
              <a:t>KINH SẤP MÌNH</a:t>
            </a:r>
            <a:endParaRPr b="1" sz="4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Chúa chúng con! Vì dấu Thánh giá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 xin chữa chúng con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cho khỏi kẻ thù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Nhân danh Cha  </a:t>
            </a:r>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Con  và Thánh Thần .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300">
                <a:solidFill>
                  <a:srgbClr val="FF0000"/>
                </a:solidFill>
                <a:latin typeface="Times New Roman"/>
                <a:ea typeface="Times New Roman"/>
                <a:cs typeface="Times New Roman"/>
                <a:sym typeface="Times New Roman"/>
              </a:rPr>
              <a:t>PHÉP LẦN HỘT NĂM DẤU THÁNH</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Anh em nam nữ chúng con hiệp một ý một lòng mà dâng lễ này,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cậy vì công nghiệp năm dấu Thánh Đức Chúa Giêsu,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xin Đức Chúa Cha thứ tha phần phạt cho linh hồn </a:t>
            </a:r>
            <a:r>
              <a:rPr b="1" i="1" lang="en-US" sz="8000">
                <a:solidFill>
                  <a:schemeClr val="dk1"/>
                </a:solidFill>
                <a:latin typeface="Times New Roman"/>
                <a:ea typeface="Times New Roman"/>
                <a:cs typeface="Times New Roman"/>
                <a:sym typeface="Times New Roman"/>
              </a:rPr>
              <a:t>tổ tiên</a:t>
            </a:r>
            <a:r>
              <a:rPr b="1" lang="en-US" sz="8000">
                <a:solidFill>
                  <a:schemeClr val="dk1"/>
                </a:solidFill>
                <a:latin typeface="Times New Roman"/>
                <a:ea typeface="Times New Roman"/>
                <a:cs typeface="Times New Roman"/>
                <a:sym typeface="Times New Roman"/>
              </a:rPr>
              <a:t>, </a:t>
            </a:r>
            <a:r>
              <a:rPr b="1" i="1" lang="en-US" sz="8000">
                <a:solidFill>
                  <a:schemeClr val="dk1"/>
                </a:solidFill>
                <a:latin typeface="Times New Roman"/>
                <a:ea typeface="Times New Roman"/>
                <a:cs typeface="Times New Roman"/>
                <a:sym typeface="Times New Roman"/>
              </a:rPr>
              <a:t>ông bà, cha mẹ</a:t>
            </a:r>
            <a:endParaRPr b="1" i="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i="1" lang="en-US" sz="8000">
                <a:solidFill>
                  <a:schemeClr val="dk1"/>
                </a:solidFill>
                <a:latin typeface="Times New Roman"/>
                <a:ea typeface="Times New Roman"/>
                <a:cs typeface="Times New Roman"/>
                <a:sym typeface="Times New Roman"/>
              </a:rPr>
              <a:t>cùng các Đẳng linh hồn</a:t>
            </a:r>
            <a:r>
              <a:rPr b="1" lang="en-US" sz="8000">
                <a:solidFill>
                  <a:schemeClr val="dk1"/>
                </a:solidFill>
                <a:latin typeface="Times New Roman"/>
                <a:ea typeface="Times New Roman"/>
                <a:cs typeface="Times New Roman"/>
                <a:sym typeface="Times New Roman"/>
              </a:rPr>
              <a:t>, khỏi nơi khốn khó đặng về chầu Chúa</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trên nước thiên đàng đời đời chẳng cùng.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a:p>
            <a:pPr indent="0" lvl="0" marL="0" rtl="0" algn="just">
              <a:spcBef>
                <a:spcPts val="0"/>
              </a:spcBef>
              <a:spcAft>
                <a:spcPts val="0"/>
              </a:spcAft>
              <a:buClr>
                <a:schemeClr val="dk1"/>
              </a:buClr>
              <a:buSzPts val="8000"/>
              <a:buNone/>
            </a:pPr>
            <a:br>
              <a:rPr b="1" lang="en-US" sz="8000">
                <a:solidFill>
                  <a:schemeClr val="dk1"/>
                </a:solidFill>
                <a:latin typeface="Times New Roman"/>
                <a:ea typeface="Times New Roman"/>
                <a:cs typeface="Times New Roman"/>
                <a:sym typeface="Times New Roman"/>
              </a:rPr>
            </a:b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Kinh ăn năn tội</a:t>
            </a:r>
            <a:endParaRPr b="1" sz="7200">
              <a:solidFill>
                <a:srgbClr val="FF0000"/>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Chúa con, Chúa là Đấng trọn tốt trọn lành vô cùng,</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Chúa đã dựng nên con, và cho Con Chúa ra đời chịu nạn chịu chết vì con,</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mà con đã cả lòng phản nghịch lỗi nghĩa cùng Chúa, thì con lo buồn đau đớn,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chê ghét mọi tội con trên hết mọi sự, con dốc lòng chừa cải,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nhờ ơn Chúa, thì con sẽ lánh xa dịp tội, cùng làm việc đền tội cho xứng. </a:t>
            </a:r>
            <a:r>
              <a:rPr b="1" lang="en-US" sz="7200">
                <a:solidFill>
                  <a:srgbClr val="FF0000"/>
                </a:solidFill>
                <a:latin typeface="Times New Roman"/>
                <a:ea typeface="Times New Roman"/>
                <a:cs typeface="Times New Roman"/>
                <a:sym typeface="Times New Roman"/>
              </a:rPr>
              <a:t>Amen</a:t>
            </a:r>
            <a:r>
              <a:rPr b="1" lang="en-US" sz="7200">
                <a:solidFill>
                  <a:schemeClr val="dk1"/>
                </a:solidFill>
                <a:latin typeface="Times New Roman"/>
                <a:ea typeface="Times New Roman"/>
                <a:cs typeface="Times New Roman"/>
                <a:sym typeface="Times New Roman"/>
              </a:rPr>
              <a:t>.</a:t>
            </a:r>
            <a:br>
              <a:rPr b="1" lang="en-US" sz="7200">
                <a:solidFill>
                  <a:schemeClr val="dk1"/>
                </a:solidFill>
                <a:latin typeface="Times New Roman"/>
                <a:ea typeface="Times New Roman"/>
                <a:cs typeface="Times New Roman"/>
                <a:sym typeface="Times New Roman"/>
              </a:rPr>
            </a:b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Phép lần hột năm Dấu Thánh Mình Đức Chúa Giêsu ba mươi kinh Đức Chúa Trời,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cùng năm kinh Đức Bà chia ra làm sáu phần:</a:t>
            </a: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i="1" lang="en-US" sz="7200" u="sng">
                <a:solidFill>
                  <a:schemeClr val="dk1"/>
                </a:solidFill>
                <a:latin typeface="Times New Roman"/>
                <a:ea typeface="Times New Roman"/>
                <a:cs typeface="Times New Roman"/>
                <a:sym typeface="Times New Roman"/>
              </a:rPr>
              <a:t>Thứ nhất thì gẫm:</a:t>
            </a:r>
            <a:r>
              <a:rPr b="1" lang="en-US" sz="7200">
                <a:solidFill>
                  <a:schemeClr val="dk1"/>
                </a:solidFill>
                <a:latin typeface="Times New Roman"/>
                <a:ea typeface="Times New Roman"/>
                <a:cs typeface="Times New Roman"/>
                <a:sym typeface="Times New Roman"/>
              </a:rPr>
              <a:t> Khi quân dữ bắt chơn tả Đức Chúa Giêsu vào Thánh giá,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mà đóng đinh sắt nên đau lắm, máu chảy xuống ròng ròng. Khi gẫm sự ấy,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thì nguyện một kinh Đức Chúa Trời. Lạy ơn Đức Chúa Giêsu chịu đóng đinh chân tả</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vì chúng con đi đàng trái, cùng nguyện một kinh Đức Bà.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Thương Đức Mẹ đau đớn trong lòng như phải đóng đinh vậy; lại xin cho chúng con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chừa đi đàng trái, là chớ làm sự tội lỗi. Amen.</a:t>
            </a:r>
            <a:br>
              <a:rPr b="1" lang="en-US" sz="7200">
                <a:solidFill>
                  <a:schemeClr val="dk1"/>
                </a:solidFill>
                <a:latin typeface="Times New Roman"/>
                <a:ea typeface="Times New Roman"/>
                <a:cs typeface="Times New Roman"/>
                <a:sym typeface="Times New Roman"/>
              </a:rPr>
            </a:b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Lạy Cha…</a:t>
            </a:r>
            <a:endParaRPr/>
          </a:p>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Kính mừng…</a:t>
            </a:r>
            <a:endParaRPr/>
          </a:p>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Chúng con cậy vì danh Chúa nhân từ cho linh hồn tổ tiên, ông bà, cha mẹ</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cùng các đẳng linh hồn đặng lên chốn nghỉ ngơi. Hằng xem thấy mặt Đức Chúa Trời sáng láng vui vẻ vô cùng. Amen.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i="1" lang="en-US" sz="7200" u="sng">
                <a:solidFill>
                  <a:schemeClr val="dk1"/>
                </a:solidFill>
                <a:latin typeface="Times New Roman"/>
                <a:ea typeface="Times New Roman"/>
                <a:cs typeface="Times New Roman"/>
                <a:sym typeface="Times New Roman"/>
              </a:rPr>
              <a:t>Thứ hai thì gẫm:</a:t>
            </a:r>
            <a:r>
              <a:rPr b="1" lang="en-US" sz="7200">
                <a:solidFill>
                  <a:schemeClr val="dk1"/>
                </a:solidFill>
                <a:latin typeface="Times New Roman"/>
                <a:ea typeface="Times New Roman"/>
                <a:cs typeface="Times New Roman"/>
                <a:sym typeface="Times New Roman"/>
              </a:rPr>
              <a:t> Khi quân dữ bắt chân hữu Đức Chúa Giêsu vào thánh giá,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mà đóng đinh nơi có gân cùng mạch máu nhiều, cho nên cả và mình Đức Chúa Giêsu phải khốn. </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Khi gẫm sự ấy, thì nguyện một kinh Đức Chúa Trời. Lạy ơn Đức Chúa Giêsu</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xưa ở thế gian ba mươi ba năm, mỏi chơn những đi dạy dỗ chúng con,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mà chúng con lấy đinh sắt đóng chơn cho làm vậy; cùng nguyện một kinh Đức Bà.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Thương Đức Mẹ phải khốn cùng Con. Xin cho chúng con hằng đi đàng ngay thật,</a:t>
            </a: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là đẹp lòng Đức Chúa Trời luôn. Amen.</a:t>
            </a: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Lạy Cha…</a:t>
            </a:r>
            <a:endParaRPr/>
          </a:p>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Kính mừng…</a:t>
            </a:r>
            <a:endParaRPr/>
          </a:p>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Chúng con cậy vì danh Chúa nhân từ cho linh hồn tổ tiên, ông bà, cha mẹ</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cùng các đẳng linh hồn đặng lên chốn nghỉ ngơi. Hằng xem thấy mặt Đức Chúa Trời sáng láng vui vẻ vô cùng. Amen.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i="1" lang="en-US" sz="7200" u="sng">
                <a:solidFill>
                  <a:schemeClr val="dk1"/>
                </a:solidFill>
                <a:latin typeface="Times New Roman"/>
                <a:ea typeface="Times New Roman"/>
                <a:cs typeface="Times New Roman"/>
                <a:sym typeface="Times New Roman"/>
              </a:rPr>
              <a:t>Thứ ba thì gẫm:</a:t>
            </a:r>
            <a:r>
              <a:rPr b="1" lang="en-US" sz="7200">
                <a:solidFill>
                  <a:schemeClr val="dk1"/>
                </a:solidFill>
                <a:latin typeface="Times New Roman"/>
                <a:ea typeface="Times New Roman"/>
                <a:cs typeface="Times New Roman"/>
                <a:sym typeface="Times New Roman"/>
              </a:rPr>
              <a:t> Khi quân dữ bắt tay tả Đức Chúa Giêsu vào thánh giá,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mà lấy búa sắt đóng đinh nên đau lắm, bởi cả và mình Đức Chúa Giêsu nặng,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thì lỗ tay xé ra càng đau hơn nữa. Khi gẫm sự ấy, thì nguyện một kinh Đức Chúa Trời.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Lạy ơn Cha Cả chẳng tiếc mình vì con dữ, là chúng con; cùng nguyện một kinh Đức Bà.</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Thương Đức Mẹ phải đau đớn cùng Con. Xin cho chúng con chừa sự chẳng nên,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cho ngày sau khỏi ở bên tay tả Đức Chúa Giêsu, là bên kẻ dữ phải sa hoả ngục. Amen.</a:t>
            </a:r>
            <a:endParaRPr/>
          </a:p>
          <a:p>
            <a:pPr indent="0" lvl="0" marL="0" rtl="0" algn="just">
              <a:spcBef>
                <a:spcPts val="0"/>
              </a:spcBef>
              <a:spcAft>
                <a:spcPts val="0"/>
              </a:spcAft>
              <a:buClr>
                <a:schemeClr val="dk1"/>
              </a:buClr>
              <a:buSzPts val="6600"/>
              <a:buNone/>
            </a:pPr>
            <a:br>
              <a:rPr b="1" lang="en-US" sz="6600">
                <a:solidFill>
                  <a:schemeClr val="dk1"/>
                </a:solidFill>
                <a:latin typeface="Times New Roman"/>
                <a:ea typeface="Times New Roman"/>
                <a:cs typeface="Times New Roman"/>
                <a:sym typeface="Times New Roman"/>
              </a:rPr>
            </a:br>
            <a:br>
              <a:rPr b="1" lang="en-US" sz="6600">
                <a:solidFill>
                  <a:schemeClr val="dk1"/>
                </a:solidFill>
                <a:latin typeface="Times New Roman"/>
                <a:ea typeface="Times New Roman"/>
                <a:cs typeface="Times New Roman"/>
                <a:sym typeface="Times New Roman"/>
              </a:rPr>
            </a:b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Lạy Cha…</a:t>
            </a:r>
            <a:endParaRPr/>
          </a:p>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Kính mừng…</a:t>
            </a:r>
            <a:endParaRPr/>
          </a:p>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Chúng con cậy vì danh Chúa nhân từ cho linh hồn tổ tiên, ông bà, cha mẹ</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cùng các đẳng linh hồn đặng lên chốn nghỉ ngơi. Hằng xem thấy mặt Đức Chúa Trời sáng láng vui vẻ vô cùng. Amen.</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i="1" lang="en-US" sz="7200" u="sng">
                <a:solidFill>
                  <a:schemeClr val="dk1"/>
                </a:solidFill>
                <a:latin typeface="Times New Roman"/>
                <a:ea typeface="Times New Roman"/>
                <a:cs typeface="Times New Roman"/>
                <a:sym typeface="Times New Roman"/>
              </a:rPr>
              <a:t>Thứ bốn thì gẫm</a:t>
            </a:r>
            <a:r>
              <a:rPr b="1" lang="en-US" sz="7200">
                <a:solidFill>
                  <a:schemeClr val="dk1"/>
                </a:solidFill>
                <a:latin typeface="Times New Roman"/>
                <a:ea typeface="Times New Roman"/>
                <a:cs typeface="Times New Roman"/>
                <a:sym typeface="Times New Roman"/>
              </a:rPr>
              <a:t>: Khi quân dữ bắt tay hữu Đức Chúa Giêsu vào thánh giá,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mà bởi chẳng đến lỗ sẵn, thì nó buộc cánh tay Đức Chúa Giêsu mà kéo ra cho vừa lỗ,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liền giãn những xương ngực Đức Chúa Giêsu ra, cho nên đau lắm thì mới đóng đinh đặng.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Khi gẫm sự ấy, thì nguyện một kinh Đức Chúa Trời. Thương Đức Chúa Giêsu</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lấy tay làm những sự lành cho thiên hạ, mà người ta lại trả công cho làm vậy;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cùng nguyện một kinh Đức Bà. Thương Đức Mẹ bởi yêu Con hơn mình, thì thương xót Con lắm.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Xin cho chúng con làm việc phước đức, cho ngày sau đặng ở bên tay hữu Đức Chúa Giêsu,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là bên kẻ lành, đáng lên thiên đàng. Amen.</a:t>
            </a:r>
            <a:br>
              <a:rPr b="1" lang="en-US" sz="7200">
                <a:solidFill>
                  <a:schemeClr val="dk1"/>
                </a:solidFill>
                <a:latin typeface="Times New Roman"/>
                <a:ea typeface="Times New Roman"/>
                <a:cs typeface="Times New Roman"/>
                <a:sym typeface="Times New Roman"/>
              </a:rPr>
            </a:b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Lạy Cha…</a:t>
            </a:r>
            <a:endParaRPr/>
          </a:p>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Kính mừng…</a:t>
            </a:r>
            <a:endParaRPr/>
          </a:p>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Chúng con cậy vì danh Chúa nhân từ cho linh hồn tổ tiên, ông bà, cha mẹ</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cùng các đẳng linh hồn đặng lên chốn nghỉ ngơi. Hằng xem thấy mặt Đức Chúa Trời sáng láng vui vẻ vô cùng. Amen.</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i="1" lang="en-US" sz="7200" u="sng">
                <a:solidFill>
                  <a:schemeClr val="dk1"/>
                </a:solidFill>
                <a:latin typeface="Times New Roman"/>
                <a:ea typeface="Times New Roman"/>
                <a:cs typeface="Times New Roman"/>
                <a:sym typeface="Times New Roman"/>
              </a:rPr>
              <a:t>Thứ năm thì gẫm:</a:t>
            </a:r>
            <a:r>
              <a:rPr b="1" lang="en-US" sz="7200">
                <a:solidFill>
                  <a:schemeClr val="dk1"/>
                </a:solidFill>
                <a:latin typeface="Times New Roman"/>
                <a:ea typeface="Times New Roman"/>
                <a:cs typeface="Times New Roman"/>
                <a:sym typeface="Times New Roman"/>
              </a:rPr>
              <a:t> Khi Đức Chúa Giêsu đã sinh thì, có một người quân lính lấy đòng</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mà đâm cạnh nương long Đức Chúa Giêsu phải trái tim, máu cùng nước chảy xuống.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Song le Đức Chúa Giêsu chẳng đau gì, vì đã sinh thì, mà Đức Mẹ đau đớn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như phải dấu ấy thâu qua trái tim Đức Mẹ vậy. Khi gẫm sự ấy, thì nguyện một kinh Đức Chúa Trời.</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Đội ơn Đức Chúa Giêsu lấy hết máu trong sạch đổ ra cho chúng con;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cùng nguyện một kinh Đức Bà. Thương Đức Mẹ phải đau đớn như dao sắt thâu qua lòng vậy.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Xin cho chúng con chớ có lòng yêu sự thế gian, mà bỏ nghĩa Đức Chúa Giêsu yêu dấu chúng con,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nên chịu chết vì chúng con. Amen.</a:t>
            </a: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Lạy Cha…</a:t>
            </a:r>
            <a:endParaRPr/>
          </a:p>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Kính mừng…</a:t>
            </a:r>
            <a:endParaRPr/>
          </a:p>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Chúng con cậy vì danh Chúa nhân từ cho linh hồn tổ tiên, ông bà, cha mẹ</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cùng các đẳng linh hồn đặng lên chốn nghỉ ngơi. Hằng xem thấy mặt Đức Chúa Trời sáng láng vui vẻ vô cùng. Amen.</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i="1" lang="en-US" sz="6600" u="sng">
                <a:solidFill>
                  <a:schemeClr val="dk1"/>
                </a:solidFill>
                <a:latin typeface="Times New Roman"/>
                <a:ea typeface="Times New Roman"/>
                <a:cs typeface="Times New Roman"/>
                <a:sym typeface="Times New Roman"/>
              </a:rPr>
              <a:t>Thứ sáu,</a:t>
            </a:r>
            <a:r>
              <a:rPr b="1" lang="en-US" sz="6600">
                <a:solidFill>
                  <a:schemeClr val="dk1"/>
                </a:solidFill>
                <a:latin typeface="Times New Roman"/>
                <a:ea typeface="Times New Roman"/>
                <a:cs typeface="Times New Roman"/>
                <a:sym typeface="Times New Roman"/>
              </a:rPr>
              <a:t> thì nguyện ba kinh Đức Chúa Trời. Kính lạy những cái đinh thâu qua chơn tay Đức Chúa Giêsu,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cùng nguyện một kinh Đức Chúa Trời. Kính lạy lưỡi đòng thâu qua cạnh nương long Đức Chúa Giêsu</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cùng nguyện một kinh Đức Chúa Trời. Kính lạy thánh giá, là giường Cha cả</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trên hết mọi sự nằm khi sinh thì. Chúng con lạy ơn Đức Chúa Giêsu,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xin Chúa lấy thánh giá, đinh sắt, lưỡi đòng, như chìa khoá mở cửa thiên đàng,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chúng con đặng vào. Amen.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i="1" lang="en-US" sz="6000">
                <a:solidFill>
                  <a:schemeClr val="dk1"/>
                </a:solidFill>
                <a:latin typeface="Times New Roman"/>
                <a:ea typeface="Times New Roman"/>
                <a:cs typeface="Times New Roman"/>
                <a:sym typeface="Times New Roman"/>
              </a:rPr>
              <a:t>3 kinh Lạy Cha…</a:t>
            </a:r>
            <a:endParaRPr/>
          </a:p>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Chúng con cậy vì danh Chúa nhân từ cho linh hồn tổ tiên, ông bà, cha mẹ</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cùng các đẳng linh hồn đặng lên chốn nghỉ ngơi. Hằng xem thấy mặt Đức Chúa Trời sáng láng vui vẻ vô cùng. Amen.</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Chúng con lạy ơn Đức Chúa Giêsu cùng rất thánh Đức Bà, chúng con dâng bấy nhiêu kinh nguyện này,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nhớ đến những sự thương khó Đức Chúa Giêsu đã chịu vì chúng con: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Chớ chi chúng con có ngày nào đặng chịu sự gì khó vì Đức Chúa Giêsu,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làm chứng có lòng kính mến Cha cả trên hết mọi sự! Song le chúng con là kẻ yếu sức,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cậy nhờ rất thánh Đức Bà cầu thêm sức cả, cho chúng con đặng bền lòng giữ Đạo cho trọn,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cùng xưng tên Đức Chúa Giêsu ra trước mặt thiên hạ. Amen.</a:t>
            </a:r>
            <a:br>
              <a:rPr b="1" lang="en-US" sz="7200">
                <a:solidFill>
                  <a:schemeClr val="dk1"/>
                </a:solidFill>
                <a:latin typeface="Times New Roman"/>
                <a:ea typeface="Times New Roman"/>
                <a:cs typeface="Times New Roman"/>
                <a:sym typeface="Times New Roman"/>
              </a:rPr>
            </a:b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4000"/>
              <a:buNone/>
            </a:pPr>
            <a:r>
              <a:rPr b="1" lang="en-US" sz="4000">
                <a:solidFill>
                  <a:srgbClr val="FF0000"/>
                </a:solidFill>
                <a:latin typeface="Times New Roman"/>
                <a:ea typeface="Times New Roman"/>
                <a:cs typeface="Times New Roman"/>
                <a:sym typeface="Times New Roman"/>
              </a:rPr>
              <a:t>KINH VẬT MỌN</a:t>
            </a:r>
            <a:endParaRPr/>
          </a:p>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Chúng con là vật mọn phàm hèn, mà cả lòng lạy Đức Chúa Giêsu chí tôn chí đại</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là Chúa chúng con. Chúng con nhớ đến những sự thương khó Đức Chúa Giêsu</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xưa chịu ba mươi ba năm vì chúng con, thì trong lòng chúng con thảm thiết, kinh khủng, nhuốc nha;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mà chúng con có ngày nào đặng trả nghĩa Đức Chúa Giêsu cho nên.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Thuở xưa khi Đức Chúa Giêsu chuộc tội chịu chết, thì trời đất u ám động địa,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sầu não núi non, là đá vỡ ra tan tác, còn thương Chúa sanh nên muôn vật;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huống là chúng con mà chẳng thương Cha cả thì sao? Ấy Máu thánh Cha cả đã chảy ra hết</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vì tội con dữ là chúng con. Mà chúng con thấy Cha thương con dường ấy chẳng có khi đừng,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nước mắt chảy ra ăn năn tội lỗi đã phạm cùng Đức Chúa Trời.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Ấy thật bởi tội chúng con, cho nên Đức Chúa Giêsu xuống thế liều mình,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chịu đóng đinh chịu chết làm vậy. Chúng con xin hằng kính mến Đức Chúa Giêsu,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hằng theo chân Đức Chúa Giêsu, mà tích năm dấu thánh mình Đức Chúa Giêsu vào ở trong lòng chúng con.</a:t>
            </a:r>
            <a:endParaRPr/>
          </a:p>
          <a:p>
            <a:pPr indent="0" lvl="0" marL="0" rtl="0" algn="just">
              <a:spcBef>
                <a:spcPts val="0"/>
              </a:spcBef>
              <a:spcAft>
                <a:spcPts val="0"/>
              </a:spcAft>
              <a:buClr>
                <a:schemeClr val="dk1"/>
              </a:buClr>
              <a:buSzPts val="6600"/>
              <a:buNone/>
            </a:pPr>
            <a:br>
              <a:rPr b="1" lang="en-US" sz="6600">
                <a:solidFill>
                  <a:schemeClr val="dk1"/>
                </a:solidFill>
                <a:latin typeface="Times New Roman"/>
                <a:ea typeface="Times New Roman"/>
                <a:cs typeface="Times New Roman"/>
                <a:sym typeface="Times New Roman"/>
              </a:rPr>
            </a:b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i="1" lang="en-US" sz="7200" u="sng">
                <a:solidFill>
                  <a:schemeClr val="dk1"/>
                </a:solidFill>
                <a:latin typeface="Times New Roman"/>
                <a:ea typeface="Times New Roman"/>
                <a:cs typeface="Times New Roman"/>
                <a:sym typeface="Times New Roman"/>
              </a:rPr>
              <a:t>HD:</a:t>
            </a:r>
            <a:r>
              <a:rPr b="1" lang="en-US" sz="7200">
                <a:solidFill>
                  <a:schemeClr val="dk1"/>
                </a:solidFill>
                <a:latin typeface="Times New Roman"/>
                <a:ea typeface="Times New Roman"/>
                <a:cs typeface="Times New Roman"/>
                <a:sym typeface="Times New Roman"/>
              </a:rPr>
              <a:t> Chúng con lạy ơn dấu thánh chân tả Đức Chúa Giêsu.</a:t>
            </a:r>
            <a:endParaRPr/>
          </a:p>
          <a:p>
            <a:pPr indent="0" lvl="0" marL="0" rtl="0" algn="just">
              <a:spcBef>
                <a:spcPts val="0"/>
              </a:spcBef>
              <a:spcAft>
                <a:spcPts val="0"/>
              </a:spcAft>
              <a:buClr>
                <a:srgbClr val="FF0000"/>
              </a:buClr>
              <a:buSzPts val="7200"/>
              <a:buNone/>
            </a:pPr>
            <a:r>
              <a:rPr b="1" i="1" lang="en-US" sz="7200" u="sng">
                <a:solidFill>
                  <a:srgbClr val="FF0000"/>
                </a:solidFill>
                <a:latin typeface="Times New Roman"/>
                <a:ea typeface="Times New Roman"/>
                <a:cs typeface="Times New Roman"/>
                <a:sym typeface="Times New Roman"/>
              </a:rPr>
              <a:t>CĐ:</a:t>
            </a:r>
            <a:r>
              <a:rPr b="1" lang="en-US" sz="7200">
                <a:solidFill>
                  <a:srgbClr val="FF0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Vì tội chúng con.</a:t>
            </a:r>
            <a:br>
              <a:rPr b="1" lang="en-US" sz="7200">
                <a:solidFill>
                  <a:schemeClr val="dk1"/>
                </a:solidFill>
                <a:latin typeface="Times New Roman"/>
                <a:ea typeface="Times New Roman"/>
                <a:cs typeface="Times New Roman"/>
                <a:sym typeface="Times New Roman"/>
              </a:rPr>
            </a:b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i="1" lang="en-US" sz="7200" u="sng">
                <a:solidFill>
                  <a:schemeClr val="dk1"/>
                </a:solidFill>
                <a:latin typeface="Times New Roman"/>
                <a:ea typeface="Times New Roman"/>
                <a:cs typeface="Times New Roman"/>
                <a:sym typeface="Times New Roman"/>
              </a:rPr>
              <a:t>HD:</a:t>
            </a:r>
            <a:r>
              <a:rPr b="1" lang="en-US" sz="7200">
                <a:solidFill>
                  <a:schemeClr val="dk1"/>
                </a:solidFill>
                <a:latin typeface="Times New Roman"/>
                <a:ea typeface="Times New Roman"/>
                <a:cs typeface="Times New Roman"/>
                <a:sym typeface="Times New Roman"/>
              </a:rPr>
              <a:t> Chúng con lạy ơn dấu thánh chân hữu Đức Chúa Giêsu.</a:t>
            </a:r>
            <a:br>
              <a:rPr b="1" lang="en-US" sz="7200">
                <a:solidFill>
                  <a:schemeClr val="dk1"/>
                </a:solidFill>
                <a:latin typeface="Times New Roman"/>
                <a:ea typeface="Times New Roman"/>
                <a:cs typeface="Times New Roman"/>
                <a:sym typeface="Times New Roman"/>
              </a:rPr>
            </a:br>
            <a:r>
              <a:rPr b="1" i="1" lang="en-US" sz="7200" u="sng">
                <a:solidFill>
                  <a:srgbClr val="FF0000"/>
                </a:solidFill>
                <a:latin typeface="Times New Roman"/>
                <a:ea typeface="Times New Roman"/>
                <a:cs typeface="Times New Roman"/>
                <a:sym typeface="Times New Roman"/>
              </a:rPr>
              <a:t>CĐ:</a:t>
            </a:r>
            <a:r>
              <a:rPr b="1" lang="en-US" sz="7200">
                <a:solidFill>
                  <a:srgbClr val="FF0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Vì tội chúng con.</a:t>
            </a:r>
            <a:br>
              <a:rPr b="1" lang="en-US" sz="7200">
                <a:solidFill>
                  <a:schemeClr val="dk1"/>
                </a:solidFill>
                <a:latin typeface="Times New Roman"/>
                <a:ea typeface="Times New Roman"/>
                <a:cs typeface="Times New Roman"/>
                <a:sym typeface="Times New Roman"/>
              </a:rPr>
            </a:b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i="1" lang="en-US" sz="7200" u="sng">
                <a:solidFill>
                  <a:schemeClr val="dk1"/>
                </a:solidFill>
                <a:latin typeface="Times New Roman"/>
                <a:ea typeface="Times New Roman"/>
                <a:cs typeface="Times New Roman"/>
                <a:sym typeface="Times New Roman"/>
              </a:rPr>
              <a:t>HD:</a:t>
            </a:r>
            <a:r>
              <a:rPr b="1" lang="en-US" sz="7200">
                <a:solidFill>
                  <a:schemeClr val="dk1"/>
                </a:solidFill>
                <a:latin typeface="Times New Roman"/>
                <a:ea typeface="Times New Roman"/>
                <a:cs typeface="Times New Roman"/>
                <a:sym typeface="Times New Roman"/>
              </a:rPr>
              <a:t> Chúng con lạy ơn dấu thánh tay tả Đức Chúa Giêsu.</a:t>
            </a:r>
            <a:endParaRPr/>
          </a:p>
          <a:p>
            <a:pPr indent="0" lvl="0" marL="0" rtl="0" algn="just">
              <a:spcBef>
                <a:spcPts val="0"/>
              </a:spcBef>
              <a:spcAft>
                <a:spcPts val="0"/>
              </a:spcAft>
              <a:buClr>
                <a:srgbClr val="FF0000"/>
              </a:buClr>
              <a:buSzPts val="7200"/>
              <a:buNone/>
            </a:pPr>
            <a:r>
              <a:rPr b="1" i="1" lang="en-US" sz="7200" u="sng">
                <a:solidFill>
                  <a:srgbClr val="FF0000"/>
                </a:solidFill>
                <a:latin typeface="Times New Roman"/>
                <a:ea typeface="Times New Roman"/>
                <a:cs typeface="Times New Roman"/>
                <a:sym typeface="Times New Roman"/>
              </a:rPr>
              <a:t>CĐ:</a:t>
            </a:r>
            <a:r>
              <a:rPr b="1" lang="en-US" sz="7200">
                <a:solidFill>
                  <a:srgbClr val="FF0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Vì tội chúng con.</a:t>
            </a:r>
            <a:br>
              <a:rPr b="1" lang="en-US" sz="7200">
                <a:solidFill>
                  <a:schemeClr val="dk1"/>
                </a:solidFill>
                <a:latin typeface="Times New Roman"/>
                <a:ea typeface="Times New Roman"/>
                <a:cs typeface="Times New Roman"/>
                <a:sym typeface="Times New Roman"/>
              </a:rPr>
            </a:b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i="1" lang="en-US" sz="7200">
                <a:solidFill>
                  <a:schemeClr val="dk1"/>
                </a:solidFill>
                <a:latin typeface="Times New Roman"/>
                <a:ea typeface="Times New Roman"/>
                <a:cs typeface="Times New Roman"/>
                <a:sym typeface="Times New Roman"/>
              </a:rPr>
              <a:t>HD:</a:t>
            </a:r>
            <a:r>
              <a:rPr b="1" lang="en-US" sz="7200">
                <a:solidFill>
                  <a:schemeClr val="dk1"/>
                </a:solidFill>
                <a:latin typeface="Times New Roman"/>
                <a:ea typeface="Times New Roman"/>
                <a:cs typeface="Times New Roman"/>
                <a:sym typeface="Times New Roman"/>
              </a:rPr>
              <a:t>Chúng con lạy ơn dấu thánh tay hữu Đức Chúa Giêsu.</a:t>
            </a:r>
            <a:endParaRPr/>
          </a:p>
          <a:p>
            <a:pPr indent="0" lvl="0" marL="0" rtl="0" algn="just">
              <a:spcBef>
                <a:spcPts val="0"/>
              </a:spcBef>
              <a:spcAft>
                <a:spcPts val="0"/>
              </a:spcAft>
              <a:buClr>
                <a:srgbClr val="FF0000"/>
              </a:buClr>
              <a:buSzPts val="7200"/>
              <a:buNone/>
            </a:pPr>
            <a:r>
              <a:rPr b="1" i="1" lang="en-US" sz="7200" u="sng">
                <a:solidFill>
                  <a:srgbClr val="FF0000"/>
                </a:solidFill>
                <a:latin typeface="Times New Roman"/>
                <a:ea typeface="Times New Roman"/>
                <a:cs typeface="Times New Roman"/>
                <a:sym typeface="Times New Roman"/>
              </a:rPr>
              <a:t>CĐ:</a:t>
            </a:r>
            <a:r>
              <a:rPr b="1" lang="en-US" sz="7200">
                <a:solidFill>
                  <a:srgbClr val="FF0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Vì tội chúng con.</a:t>
            </a:r>
            <a:br>
              <a:rPr b="1" lang="en-US" sz="7200">
                <a:solidFill>
                  <a:schemeClr val="dk1"/>
                </a:solidFill>
                <a:latin typeface="Times New Roman"/>
                <a:ea typeface="Times New Roman"/>
                <a:cs typeface="Times New Roman"/>
                <a:sym typeface="Times New Roman"/>
              </a:rPr>
            </a:b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1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i="1" lang="en-US" sz="7200" u="sng">
                <a:solidFill>
                  <a:schemeClr val="dk1"/>
                </a:solidFill>
                <a:latin typeface="Times New Roman"/>
                <a:ea typeface="Times New Roman"/>
                <a:cs typeface="Times New Roman"/>
                <a:sym typeface="Times New Roman"/>
              </a:rPr>
              <a:t>HD:</a:t>
            </a:r>
            <a:r>
              <a:rPr b="1" lang="en-US" sz="7200">
                <a:solidFill>
                  <a:schemeClr val="dk1"/>
                </a:solidFill>
                <a:latin typeface="Times New Roman"/>
                <a:ea typeface="Times New Roman"/>
                <a:cs typeface="Times New Roman"/>
                <a:sym typeface="Times New Roman"/>
              </a:rPr>
              <a:t> Chúng con lạy ơn dấu thánh cạnh nương long Đức Chúa Giêsu.</a:t>
            </a:r>
            <a:br>
              <a:rPr b="1" lang="en-US" sz="7200">
                <a:solidFill>
                  <a:schemeClr val="dk1"/>
                </a:solidFill>
                <a:latin typeface="Times New Roman"/>
                <a:ea typeface="Times New Roman"/>
                <a:cs typeface="Times New Roman"/>
                <a:sym typeface="Times New Roman"/>
              </a:rPr>
            </a:br>
            <a:r>
              <a:rPr b="1" i="1" lang="en-US" sz="7200" u="sng">
                <a:solidFill>
                  <a:srgbClr val="FF0000"/>
                </a:solidFill>
                <a:latin typeface="Times New Roman"/>
                <a:ea typeface="Times New Roman"/>
                <a:cs typeface="Times New Roman"/>
                <a:sym typeface="Times New Roman"/>
              </a:rPr>
              <a:t>CĐ:</a:t>
            </a:r>
            <a:r>
              <a:rPr b="1" lang="en-US" sz="7200">
                <a:solidFill>
                  <a:srgbClr val="FF0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Vì tội chúng con.</a:t>
            </a:r>
            <a:br>
              <a:rPr b="1" lang="en-US" sz="7200">
                <a:solidFill>
                  <a:schemeClr val="dk1"/>
                </a:solidFill>
                <a:latin typeface="Times New Roman"/>
                <a:ea typeface="Times New Roman"/>
                <a:cs typeface="Times New Roman"/>
                <a:sym typeface="Times New Roman"/>
              </a:rPr>
            </a:b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1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4000"/>
              <a:buNone/>
            </a:pPr>
            <a:r>
              <a:rPr b="1" lang="en-US" sz="4000">
                <a:solidFill>
                  <a:srgbClr val="FF0000"/>
                </a:solidFill>
                <a:latin typeface="Times New Roman"/>
                <a:ea typeface="Times New Roman"/>
                <a:cs typeface="Times New Roman"/>
                <a:sym typeface="Times New Roman"/>
              </a:rPr>
              <a:t>KINH A RẤT THÁNH GIÁ</a:t>
            </a:r>
            <a:endParaRPr/>
          </a:p>
          <a:p>
            <a:pPr indent="0" lvl="0" marL="0" rtl="0" algn="just">
              <a:spcBef>
                <a:spcPts val="0"/>
              </a:spcBef>
              <a:spcAft>
                <a:spcPts val="0"/>
              </a:spcAft>
              <a:buClr>
                <a:schemeClr val="dk1"/>
              </a:buClr>
              <a:buSzPts val="6000"/>
              <a:buNone/>
            </a:pPr>
            <a:r>
              <a:rPr b="1" lang="en-US" sz="6000">
                <a:solidFill>
                  <a:schemeClr val="dk1"/>
                </a:solidFill>
                <a:latin typeface="Times New Roman"/>
                <a:ea typeface="Times New Roman"/>
                <a:cs typeface="Times New Roman"/>
                <a:sym typeface="Times New Roman"/>
              </a:rPr>
              <a:t>A rất Thánh Giá, chúng con kính mừng cây rất Thánh Giá, là cây đã chuộc muôn dân đặng rỗi;</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12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kẻ có phước đặng phần vui mừng, cho kẻ có tội đặng lòng trông cậy,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12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kẻ yếu đuối đặng nhờ sức mạnh,  cho kẻ khốn nạn đặng sự an lành.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2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Khen cây Thánh Giá ở giữa rừng phàm, nên giống báu lành nên cây sang trọng,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2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nên đơn linh nghiệm, nên tàu vượt khỏi biển hiểm thế này.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2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Cây rất Thánh Giá thật là gươm giáo dẹp giặc linh hồn, khử trừ đánh diệt tam cừu oan gia,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2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sát phạt tà ma thịt mình thế tục. Vì rất Thánh Giá là như chìa khoá mở cửa thiên đàng</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2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cho chúng con đặng vào đến nơi quê thật. Cây rất Thánh Giá tốt lành rất mực, diềm dà im mát,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2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bóng che thiên hạ khỏi chốn hoả hình. Cội rễ nhành lá, búp bông hoa quả, từ xưa nhẫn nay,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2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cây nào dám ví bằng cây Thánh Giá, từ cây Thánh Giá chở mình Chúa cả đóng đinh chịu chết trên cây Thánh Giá.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2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Vậy cây Thánh Giá nên giống báu lành, vô lượng vô biên lưỡi khen chẳng xiết, bút ngợi khôn cùng.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13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Tài rất Thánh Giá ai dám ví bằng? Sức rất Thánh Giá vô số chẳng cùng.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3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Rày con trông cậy rất Thánh Giá này. Con nhớ Chúa con là Chúa Giêsu cực cao cực cả,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13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đã dùng Thánh Giá mà chuộc tội con. Vậy nên con phải hết lòng khiêm nhượng, cám ơn thờ phượng.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3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Con kính, con lạy, con mừng Thánh Giá, ngửa nhìn Thánh Giá thật giống chữa con,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3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chuộc con đặng rỗi tha hết tội con. Con cầu đã phỉ, con nguyện đã đáng. Con đặng cậy nhờ, đau thì liền đã, </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3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nghèo xảy lại an. Vậy con trông cậy rất Thánh Giá này, xin đưa chúng con qua khỏi gian nan,</a:t>
            </a:r>
            <a:endParaRPr b="1" sz="6600">
              <a:solidFill>
                <a:schemeClr val="dk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3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tới nước thiên đàng, đặng ở chốn an chẳng còn khốn khó. Amen.</a:t>
            </a:r>
            <a:endParaRPr/>
          </a:p>
          <a:p>
            <a:pPr indent="0" lvl="0" marL="0" rtl="0" algn="just">
              <a:spcBef>
                <a:spcPts val="0"/>
              </a:spcBef>
              <a:spcAft>
                <a:spcPts val="0"/>
              </a:spcAft>
              <a:buClr>
                <a:srgbClr val="888888"/>
              </a:buClr>
              <a:buSzPts val="7200"/>
              <a:buNone/>
            </a:pPr>
            <a:r>
              <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3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500">
                <a:solidFill>
                  <a:srgbClr val="FF0000"/>
                </a:solidFill>
                <a:latin typeface="Times New Roman"/>
                <a:ea typeface="Times New Roman"/>
                <a:cs typeface="Times New Roman"/>
                <a:sym typeface="Times New Roman"/>
              </a:rPr>
              <a:t>KINH NĂM THÁNH 2025</a:t>
            </a:r>
            <a:endParaRPr b="1" sz="1650">
              <a:solidFill>
                <a:srgbClr val="FFC000"/>
              </a:solidFill>
              <a:latin typeface="Times New Roman"/>
              <a:ea typeface="Times New Roman"/>
              <a:cs typeface="Times New Roman"/>
              <a:sym typeface="Times New Roman"/>
            </a:endParaRPr>
          </a:p>
          <a:p>
            <a:pPr indent="0" lvl="0" marL="0" rtl="0" algn="l">
              <a:spcBef>
                <a:spcPts val="1406"/>
              </a:spcBef>
              <a:spcAft>
                <a:spcPts val="0"/>
              </a:spcAft>
              <a:buClr>
                <a:schemeClr val="dk1"/>
              </a:buClr>
              <a:buSzPct val="100000"/>
              <a:buNone/>
            </a:pPr>
            <a:r>
              <a:rPr b="1" lang="en-US" sz="7600">
                <a:solidFill>
                  <a:schemeClr val="dk1"/>
                </a:solidFill>
                <a:latin typeface="Times New Roman"/>
                <a:ea typeface="Times New Roman"/>
                <a:cs typeface="Times New Roman"/>
                <a:sym typeface="Times New Roman"/>
              </a:rPr>
              <a:t>Lạy Cha trên trời, Xin cho ơn đức tin mà Cha ban tặng chúng con/ trong Chúa Giêsu Kitô,</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3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Con Cha và Anh của chúng con, cùng ngọn lửa đức ái được thắp lên trong tâm hồn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3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bởi Chúa Thánh Thần, khơi dậy trong chúng con/ niềm hy vọng hồng phúc hướng về Nước Cha trị đến.</a:t>
            </a:r>
            <a:endParaRPr b="1" sz="7000">
              <a:solidFill>
                <a:schemeClr val="dk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14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Xin ân sủng Cha biến đổi chúng con/ thành những người miệt mài vun trồng hạt giống Tin Mừng.</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41"/>
          <p:cNvSpPr txBox="1"/>
          <p:nvPr>
            <p:ph idx="1" type="subTitle"/>
          </p:nvPr>
        </p:nvSpPr>
        <p:spPr>
          <a:xfrm>
            <a:off x="0" y="246742"/>
            <a:ext cx="9144000" cy="4896757"/>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300"/>
              <a:buNone/>
            </a:pPr>
            <a:r>
              <a:rPr b="1" lang="en-US" sz="7300">
                <a:solidFill>
                  <a:schemeClr val="dk1"/>
                </a:solidFill>
                <a:latin typeface="Times New Roman"/>
                <a:ea typeface="Times New Roman"/>
                <a:cs typeface="Times New Roman"/>
                <a:sym typeface="Times New Roman"/>
              </a:rPr>
              <a:t>Ước gì những hạt giống ấy/ biến đổi từ bên trong nhân loại và toàn thể vũ trụ này,</a:t>
            </a:r>
            <a:endParaRPr b="1" sz="7300">
              <a:solidFill>
                <a:schemeClr val="dk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14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trong khi vững lòng mong đợi trời mới đất mới, lúc mà quyền lực Sự Dữ sẽ bị đánh bại,</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4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vinh quang Cha sẽ chiếu sáng muôn đời. Xin cho ân sủng của Năm Thánh này/ khơi dậy trong chúng con,</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4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là </a:t>
            </a:r>
            <a:r>
              <a:rPr b="1" lang="en-US" sz="7500">
                <a:solidFill>
                  <a:srgbClr val="FF0000"/>
                </a:solidFill>
                <a:latin typeface="Times New Roman"/>
                <a:ea typeface="Times New Roman"/>
                <a:cs typeface="Times New Roman"/>
                <a:sym typeface="Times New Roman"/>
              </a:rPr>
              <a:t>Những Người Lữ Hành Hy Vọng</a:t>
            </a:r>
            <a:r>
              <a:rPr b="1" lang="en-US" sz="7500">
                <a:solidFill>
                  <a:schemeClr val="dk1"/>
                </a:solidFill>
                <a:latin typeface="Times New Roman"/>
                <a:ea typeface="Times New Roman"/>
                <a:cs typeface="Times New Roman"/>
                <a:sym typeface="Times New Roman"/>
              </a:rPr>
              <a:t>, niềm khao khát kho tàng ở trên trời.</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4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Đồng thời cũng làm lan tỏa trên khắp thế giới/ niềm vui và sự bình an của Đấng Cứu Chuộc chúng con.</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4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Xin tôn vinh và ngợi khen Cha là Thiên Chúa chúng con, Cha đáng chúc tụng mãi muôn đời. </a:t>
            </a:r>
            <a:r>
              <a:rPr b="1" i="1" lang="en-US" sz="6600">
                <a:solidFill>
                  <a:srgbClr val="FF0000"/>
                </a:solidFill>
                <a:latin typeface="Times New Roman"/>
                <a:ea typeface="Times New Roman"/>
                <a:cs typeface="Times New Roman"/>
                <a:sym typeface="Times New Roman"/>
              </a:rPr>
              <a:t>Amen</a:t>
            </a:r>
            <a:r>
              <a:rPr b="1" i="1" lang="en-US" sz="6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pic>
        <p:nvPicPr>
          <p:cNvPr descr="Có thể là hình ảnh về Đài phun nước Trevi, Quảng trường Piazza di Spagna và văn bản cho biết 'O1 09 11 มนม ่ปหปด CLEMENS-XIT-PON Cung Hiến Thánh Đường M BAPT-ET-EVANG LATÊRANO &quot;Đển Thờ ĐỨC Giesu muỗn nôi Ở đây lã chình thân thể Người.&quot; (Ga2 (Ga2,1322] Ga 2, 1322 ศวเดรือ'" id="818" name="Google Shape;818;p147"/>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148"/>
          <p:cNvSpPr txBox="1"/>
          <p:nvPr>
            <p:ph type="ctrTitle"/>
          </p:nvPr>
        </p:nvSpPr>
        <p:spPr>
          <a:xfrm>
            <a:off x="0" y="0"/>
            <a:ext cx="9144000" cy="5143500"/>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LÊN ĐỀN NGÀI</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14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New Roman"/>
              <a:buNone/>
            </a:pPr>
            <a:r>
              <a:rPr b="1" lang="en-US" sz="8800">
                <a:latin typeface="Times New Roman"/>
                <a:ea typeface="Times New Roman"/>
                <a:cs typeface="Times New Roman"/>
                <a:sym typeface="Times New Roman"/>
              </a:rPr>
              <a:t>1. Nhịp nhàng vui bước đi lên đền thánh Ngài.</a:t>
            </a:r>
            <a:endParaRPr b="1" sz="8800">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5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Dâng câu ca ngợi tình thương Chúa chan hoà.</a:t>
            </a:r>
            <a:endParaRPr b="1" sz="8800">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5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Đây con dâng Ngài niềm tin mến thiết tha.</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5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Thu qua Đông tàn lòng thành quyết không phai nhoà.</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5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ĐK. Về nhà Chúa ôi lòng đầy rộn rã. </a:t>
            </a:r>
            <a:br>
              <a:rPr b="1" lang="en-US" sz="8000">
                <a:latin typeface="Times"/>
                <a:ea typeface="Times"/>
                <a:cs typeface="Times"/>
                <a:sym typeface="Times"/>
              </a:rPr>
            </a:br>
            <a:r>
              <a:rPr b="1" lang="en-US" sz="8000">
                <a:latin typeface="Times"/>
                <a:ea typeface="Times"/>
                <a:cs typeface="Times"/>
                <a:sym typeface="Times"/>
              </a:rPr>
              <a:t>Cất câu ca con thấy lòng an hoà.</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5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New Roman"/>
              <a:buNone/>
            </a:pPr>
            <a:r>
              <a:rPr b="1" lang="en-US" sz="8000">
                <a:latin typeface="Times New Roman"/>
                <a:ea typeface="Times New Roman"/>
                <a:cs typeface="Times New Roman"/>
                <a:sym typeface="Times New Roman"/>
              </a:rPr>
              <a:t>Trong tình yêu của Thiên Chúa là Cha, con cảm tạ ôi tình Cha muôn vàn.</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pic>
        <p:nvPicPr>
          <p:cNvPr descr="Có thể là hình ảnh về Đài phun nước Trevi, Quảng trường Piazza di Spagna và văn bản cho biết 'O1 09 11 มนม ่ปหปด CLEMENS-XIT-PON Cung Hiến Thánh Đường M BAPT-ET-EVANG LATÊRANO &quot;Đển Thờ ĐỨC Giesu muỗn nôi Ở đây lã chình thân thể Người.&quot; (Ga2 (Ga2,1322] Ga 2, 1322 ศวเดรือ'" id="864" name="Google Shape;864;p155"/>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56"/>
          <p:cNvSpPr txBox="1"/>
          <p:nvPr>
            <p:ph type="ctrTitle"/>
          </p:nvPr>
        </p:nvSpPr>
        <p:spPr>
          <a:xfrm>
            <a:off x="647700" y="0"/>
            <a:ext cx="7848600" cy="595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rgbClr val="FF0000"/>
              </a:buClr>
              <a:buSzPct val="137500"/>
              <a:buFont typeface="Times New Roman"/>
              <a:buNone/>
            </a:pPr>
            <a:r>
              <a:rPr b="1" lang="en-US">
                <a:solidFill>
                  <a:srgbClr val="FF0000"/>
                </a:solidFill>
                <a:latin typeface="Times New Roman"/>
                <a:ea typeface="Times New Roman"/>
                <a:cs typeface="Times New Roman"/>
                <a:sym typeface="Times New Roman"/>
              </a:rPr>
              <a:t>KINH VINH DANH</a:t>
            </a:r>
            <a:endParaRPr b="1" sz="3200">
              <a:solidFill>
                <a:srgbClr val="7F7F7F"/>
              </a:solidFill>
              <a:latin typeface="Times New Roman"/>
              <a:ea typeface="Times New Roman"/>
              <a:cs typeface="Times New Roman"/>
              <a:sym typeface="Times New Roman"/>
            </a:endParaRPr>
          </a:p>
        </p:txBody>
      </p:sp>
      <p:sp>
        <p:nvSpPr>
          <p:cNvPr id="870" name="Google Shape;870;p156"/>
          <p:cNvSpPr txBox="1"/>
          <p:nvPr/>
        </p:nvSpPr>
        <p:spPr>
          <a:xfrm>
            <a:off x="0" y="514350"/>
            <a:ext cx="9144000" cy="4629150"/>
          </a:xfrm>
          <a:prstGeom prst="rect">
            <a:avLst/>
          </a:prstGeom>
          <a:solidFill>
            <a:schemeClr val="lt1"/>
          </a:solidFill>
          <a:ln>
            <a:noFill/>
          </a:ln>
        </p:spPr>
        <p:txBody>
          <a:bodyPr anchorCtr="0" anchor="ctr" bIns="0" lIns="91425" spcFirstLastPara="1" rIns="91425" wrap="square" tIns="0">
            <a:noAutofit/>
          </a:bodyPr>
          <a:lstStyle/>
          <a:p>
            <a:pPr indent="0" lvl="0" marL="0" marR="0" rtl="0" algn="ctr">
              <a:spcBef>
                <a:spcPts val="0"/>
              </a:spcBef>
              <a:spcAft>
                <a:spcPts val="0"/>
              </a:spcAft>
              <a:buClr>
                <a:srgbClr val="EE0000"/>
              </a:buClr>
              <a:buSzPts val="9600"/>
              <a:buFont typeface="Times"/>
              <a:buNone/>
            </a:pPr>
            <a:r>
              <a:rPr b="1" i="0" lang="en-US" sz="9600" u="none" cap="none" strike="noStrike">
                <a:solidFill>
                  <a:srgbClr val="EE0000"/>
                </a:solidFill>
                <a:latin typeface="Times"/>
                <a:ea typeface="Times"/>
                <a:cs typeface="Times"/>
                <a:sym typeface="Times"/>
              </a:rPr>
              <a:t>CT:</a:t>
            </a:r>
            <a:r>
              <a:rPr b="1" i="1" lang="en-US" sz="9600" u="none" cap="none" strike="noStrike">
                <a:solidFill>
                  <a:srgbClr val="C00000"/>
                </a:solidFill>
                <a:latin typeface="Times"/>
                <a:ea typeface="Times"/>
                <a:cs typeface="Times"/>
                <a:sym typeface="Times"/>
              </a:rPr>
              <a:t> </a:t>
            </a:r>
            <a:r>
              <a:rPr b="1" i="0" lang="en-US" sz="9600" u="none" cap="none" strike="noStrike">
                <a:solidFill>
                  <a:schemeClr val="dk1"/>
                </a:solidFill>
                <a:latin typeface="Times"/>
                <a:ea typeface="Times"/>
                <a:cs typeface="Times"/>
                <a:sym typeface="Times"/>
              </a:rPr>
              <a:t>Vinh danh Thiên Chúa trên các tầng trời</a:t>
            </a:r>
            <a:endParaRPr b="1" i="0" sz="9600" u="none" cap="none" strike="noStrike">
              <a:solidFill>
                <a:schemeClr val="dk1"/>
              </a:solidFill>
              <a:latin typeface="Times"/>
              <a:ea typeface="Times"/>
              <a:cs typeface="Times"/>
              <a:sym typeface="Time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57"/>
          <p:cNvSpPr txBox="1"/>
          <p:nvPr>
            <p:ph type="ctrTitle"/>
          </p:nvPr>
        </p:nvSpPr>
        <p:spPr>
          <a:xfrm>
            <a:off x="0" y="0"/>
            <a:ext cx="9144000" cy="5143500"/>
          </a:xfrm>
          <a:prstGeom prst="rect">
            <a:avLst/>
          </a:prstGeom>
          <a:solidFill>
            <a:schemeClr val="lt1"/>
          </a:solidFill>
          <a:ln>
            <a:noFill/>
          </a:ln>
        </p:spPr>
        <p:txBody>
          <a:bodyPr anchorCtr="0" anchor="t" bIns="0" lIns="91425" spcFirstLastPara="1" rIns="91425" wrap="square" tIns="0">
            <a:noAutofit/>
          </a:bodyPr>
          <a:lstStyle/>
          <a:p>
            <a:pPr indent="0" lvl="0" marL="0" rtl="0" algn="ctr">
              <a:spcBef>
                <a:spcPts val="0"/>
              </a:spcBef>
              <a:spcAft>
                <a:spcPts val="0"/>
              </a:spcAft>
              <a:buClr>
                <a:srgbClr val="FF3399"/>
              </a:buClr>
              <a:buSzPts val="9600"/>
              <a:buFont typeface="Times"/>
              <a:buNone/>
            </a:pPr>
            <a:r>
              <a:rPr b="1" lang="en-US" sz="9600">
                <a:solidFill>
                  <a:srgbClr val="FF3399"/>
                </a:solidFill>
                <a:latin typeface="Times"/>
                <a:ea typeface="Times"/>
                <a:cs typeface="Times"/>
                <a:sym typeface="Times"/>
              </a:rPr>
              <a:t>A</a:t>
            </a:r>
            <a:r>
              <a:rPr b="1" lang="en-US" sz="8800">
                <a:solidFill>
                  <a:srgbClr val="FF3399"/>
                </a:solidFill>
                <a:latin typeface="Times"/>
                <a:ea typeface="Times"/>
                <a:cs typeface="Times"/>
                <a:sym typeface="Times"/>
              </a:rPr>
              <a:t>+</a:t>
            </a:r>
            <a:r>
              <a:rPr b="1" lang="en-US" sz="9600">
                <a:solidFill>
                  <a:srgbClr val="FF3399"/>
                </a:solidFill>
                <a:latin typeface="Times"/>
                <a:ea typeface="Times"/>
                <a:cs typeface="Times"/>
                <a:sym typeface="Times"/>
              </a:rPr>
              <a:t>B: </a:t>
            </a:r>
            <a:r>
              <a:rPr b="1" lang="en-US" sz="9600">
                <a:latin typeface="Times"/>
                <a:ea typeface="Times"/>
                <a:cs typeface="Times"/>
                <a:sym typeface="Times"/>
              </a:rPr>
              <a:t>và bình an dưới thế cho người thiện tâm.</a:t>
            </a:r>
            <a:endParaRPr b="1" sz="9600">
              <a:latin typeface="Times"/>
              <a:ea typeface="Times"/>
              <a:cs typeface="Times"/>
              <a:sym typeface="Times"/>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5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 </a:t>
            </a:r>
            <a:r>
              <a:rPr b="1" lang="en-US" sz="8800">
                <a:latin typeface="Times"/>
                <a:ea typeface="Times"/>
                <a:cs typeface="Times"/>
                <a:sym typeface="Times"/>
              </a:rPr>
              <a:t>Chúng con ca ngợi Chúa,</a:t>
            </a:r>
            <a:br>
              <a:rPr b="1" lang="en-US" sz="8800">
                <a:latin typeface="Times"/>
                <a:ea typeface="Times"/>
                <a:cs typeface="Times"/>
                <a:sym typeface="Times"/>
              </a:rPr>
            </a:br>
            <a:r>
              <a:rPr b="1" lang="en-US" sz="8800">
                <a:solidFill>
                  <a:schemeClr val="accent1"/>
                </a:solidFill>
                <a:latin typeface="Times"/>
                <a:ea typeface="Times"/>
                <a:cs typeface="Times"/>
                <a:sym typeface="Times"/>
              </a:rPr>
              <a:t>B:</a:t>
            </a:r>
            <a:r>
              <a:rPr b="1" lang="en-US" sz="8800">
                <a:latin typeface="Times"/>
                <a:ea typeface="Times"/>
                <a:cs typeface="Times"/>
                <a:sym typeface="Times"/>
              </a:rPr>
              <a:t> chúng con chúc tụng Chúa,</a:t>
            </a:r>
            <a:endParaRPr b="1" sz="8800">
              <a:latin typeface="Times"/>
              <a:ea typeface="Times"/>
              <a:cs typeface="Times"/>
              <a:sym typeface="Time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5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a:t>
            </a:r>
            <a:r>
              <a:rPr b="1" lang="en-US" sz="8800">
                <a:latin typeface="Times"/>
                <a:ea typeface="Times"/>
                <a:cs typeface="Times"/>
                <a:sym typeface="Times"/>
              </a:rPr>
              <a:t> chúng   con </a:t>
            </a:r>
            <a:br>
              <a:rPr b="1" lang="en-US" sz="8800">
                <a:latin typeface="Times"/>
                <a:ea typeface="Times"/>
                <a:cs typeface="Times"/>
                <a:sym typeface="Times"/>
              </a:rPr>
            </a:br>
            <a:r>
              <a:rPr b="1" lang="en-US" sz="8800">
                <a:latin typeface="Times"/>
                <a:ea typeface="Times"/>
                <a:cs typeface="Times"/>
                <a:sym typeface="Times"/>
              </a:rPr>
              <a:t>thờ lạy Chúa,</a:t>
            </a:r>
            <a:br>
              <a:rPr b="1" lang="en-US" sz="8800">
                <a:latin typeface="Times"/>
                <a:ea typeface="Times"/>
                <a:cs typeface="Times"/>
                <a:sym typeface="Times"/>
              </a:rPr>
            </a:br>
            <a:r>
              <a:rPr b="1" lang="en-US" sz="8800">
                <a:solidFill>
                  <a:schemeClr val="accent1"/>
                </a:solidFill>
                <a:latin typeface="Times"/>
                <a:ea typeface="Times"/>
                <a:cs typeface="Times"/>
                <a:sym typeface="Times"/>
              </a:rPr>
              <a:t>B: </a:t>
            </a:r>
            <a:r>
              <a:rPr b="1" lang="en-US" sz="8800">
                <a:latin typeface="Times"/>
                <a:ea typeface="Times"/>
                <a:cs typeface="Times"/>
                <a:sym typeface="Times"/>
              </a:rPr>
              <a:t>chúng con tôn vinh Chúa,</a:t>
            </a:r>
            <a:endParaRPr b="1" sz="8800">
              <a:latin typeface="Times"/>
              <a:ea typeface="Times"/>
              <a:cs typeface="Times"/>
              <a:sym typeface="Time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60"/>
          <p:cNvSpPr txBox="1"/>
          <p:nvPr>
            <p:ph type="ctrTitle"/>
          </p:nvPr>
        </p:nvSpPr>
        <p:spPr>
          <a:xfrm>
            <a:off x="0" y="0"/>
            <a:ext cx="95504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a:t>
            </a:r>
            <a:r>
              <a:rPr b="1" lang="en-US" sz="8800">
                <a:latin typeface="Times"/>
                <a:ea typeface="Times"/>
                <a:cs typeface="Times"/>
                <a:sym typeface="Times"/>
              </a:rPr>
              <a:t> chúng con cảm tạ Chúa vì vinh quang</a:t>
            </a:r>
            <a:r>
              <a:rPr b="1" lang="en-US" sz="6600">
                <a:latin typeface="Times"/>
                <a:ea typeface="Times"/>
                <a:cs typeface="Times"/>
                <a:sym typeface="Times"/>
              </a:rPr>
              <a:t> </a:t>
            </a:r>
            <a:r>
              <a:rPr b="1" lang="en-US" sz="8800">
                <a:latin typeface="Times"/>
                <a:ea typeface="Times"/>
                <a:cs typeface="Times"/>
                <a:sym typeface="Times"/>
              </a:rPr>
              <a:t>cao</a:t>
            </a:r>
            <a:r>
              <a:rPr b="1" lang="en-US" sz="6600">
                <a:latin typeface="Times"/>
                <a:ea typeface="Times"/>
                <a:cs typeface="Times"/>
                <a:sym typeface="Times"/>
              </a:rPr>
              <a:t> </a:t>
            </a:r>
            <a:r>
              <a:rPr b="1" lang="en-US" sz="8800">
                <a:latin typeface="Times"/>
                <a:ea typeface="Times"/>
                <a:cs typeface="Times"/>
                <a:sym typeface="Times"/>
              </a:rPr>
              <a:t>cả</a:t>
            </a:r>
            <a:r>
              <a:rPr b="1" lang="en-US">
                <a:latin typeface="Times"/>
                <a:ea typeface="Times"/>
                <a:cs typeface="Times"/>
                <a:sym typeface="Times"/>
              </a:rPr>
              <a:t> </a:t>
            </a:r>
            <a:r>
              <a:rPr b="1" lang="en-US" sz="8800">
                <a:latin typeface="Times"/>
                <a:ea typeface="Times"/>
                <a:cs typeface="Times"/>
                <a:sym typeface="Times"/>
              </a:rPr>
              <a:t>Chúa.</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16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200"/>
              <a:buFont typeface="Times"/>
              <a:buNone/>
            </a:pPr>
            <a:r>
              <a:rPr b="1" lang="en-US" sz="8200">
                <a:solidFill>
                  <a:schemeClr val="accent1"/>
                </a:solidFill>
                <a:latin typeface="Times"/>
                <a:ea typeface="Times"/>
                <a:cs typeface="Times"/>
                <a:sym typeface="Times"/>
              </a:rPr>
              <a:t>B:</a:t>
            </a:r>
            <a:r>
              <a:rPr b="1" lang="en-US" sz="8200">
                <a:latin typeface="Times"/>
                <a:ea typeface="Times"/>
                <a:cs typeface="Times"/>
                <a:sym typeface="Times"/>
              </a:rPr>
              <a:t> Lạy Chúa là Thiên Chúa, là Vua trên trời, là Chúa Cha toàn năng.</a:t>
            </a:r>
            <a:endParaRPr b="1" sz="8200">
              <a:latin typeface="Times"/>
              <a:ea typeface="Times"/>
              <a:cs typeface="Times"/>
              <a:sym typeface="Time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6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8000">
                <a:latin typeface="Times"/>
                <a:ea typeface="Times"/>
                <a:cs typeface="Times"/>
                <a:sym typeface="Times"/>
              </a:rPr>
              <a:t>Lạy Con một Thiên Chúa, Chúa Giêsu Kitô.</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7200"/>
              <a:buFont typeface="Times"/>
              <a:buNone/>
            </a:pPr>
            <a:r>
              <a:rPr b="1" lang="en-US" sz="7200">
                <a:solidFill>
                  <a:schemeClr val="accent1"/>
                </a:solidFill>
                <a:latin typeface="Times"/>
                <a:ea typeface="Times"/>
                <a:cs typeface="Times"/>
                <a:sym typeface="Times"/>
              </a:rPr>
              <a:t>B: </a:t>
            </a:r>
            <a:r>
              <a:rPr b="1" lang="en-US" sz="7200">
                <a:latin typeface="Times"/>
                <a:ea typeface="Times"/>
                <a:cs typeface="Times"/>
                <a:sym typeface="Times"/>
              </a:rPr>
              <a:t>Lạy Chúa là Thiên Chúa, là Chiên Thiên Chúa, là Con Ðức Chúa Cha,</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16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8000">
                <a:latin typeface="Times"/>
                <a:ea typeface="Times"/>
                <a:cs typeface="Times"/>
                <a:sym typeface="Times"/>
              </a:rPr>
              <a:t>Chúa xóa tội trần gian, </a:t>
            </a:r>
            <a:br>
              <a:rPr b="1" lang="en-US" sz="8000">
                <a:latin typeface="Times"/>
                <a:ea typeface="Times"/>
                <a:cs typeface="Times"/>
                <a:sym typeface="Times"/>
              </a:rPr>
            </a:br>
            <a:r>
              <a:rPr b="1" lang="en-US" sz="8000">
                <a:latin typeface="Times"/>
                <a:ea typeface="Times"/>
                <a:cs typeface="Times"/>
                <a:sym typeface="Times"/>
              </a:rPr>
              <a:t>xin thương xót chúng con,</a:t>
            </a:r>
            <a:endParaRPr b="1" sz="8000">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16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000"/>
              <a:buFont typeface="Times"/>
              <a:buNone/>
            </a:pPr>
            <a:r>
              <a:rPr b="1" lang="en-US" sz="8000">
                <a:solidFill>
                  <a:schemeClr val="accent1"/>
                </a:solidFill>
                <a:latin typeface="Times"/>
                <a:ea typeface="Times"/>
                <a:cs typeface="Times"/>
                <a:sym typeface="Times"/>
              </a:rPr>
              <a:t>B: </a:t>
            </a:r>
            <a:r>
              <a:rPr b="1" lang="en-US" sz="8000">
                <a:latin typeface="Times"/>
                <a:ea typeface="Times"/>
                <a:cs typeface="Times"/>
                <a:sym typeface="Times"/>
              </a:rPr>
              <a:t>Chúa xóa tội trần gian, xin nhậm lời chúng con cầu khẩn.</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6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8000">
                <a:latin typeface="Times"/>
                <a:ea typeface="Times"/>
                <a:cs typeface="Times"/>
                <a:sym typeface="Times"/>
              </a:rPr>
              <a:t>Chúa ngự bên hữu Ðức Chúa Cha, xin thương xót chúng con.</a:t>
            </a:r>
            <a:endParaRPr b="1" sz="8000">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6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800"/>
              <a:buFont typeface="Times"/>
              <a:buNone/>
            </a:pPr>
            <a:r>
              <a:rPr b="1" lang="en-US" sz="8800">
                <a:solidFill>
                  <a:schemeClr val="accent1"/>
                </a:solidFill>
                <a:latin typeface="Times"/>
                <a:ea typeface="Times"/>
                <a:cs typeface="Times"/>
                <a:sym typeface="Times"/>
              </a:rPr>
              <a:t>B: </a:t>
            </a:r>
            <a:r>
              <a:rPr b="1" lang="en-US" sz="8800">
                <a:latin typeface="Times"/>
                <a:ea typeface="Times"/>
                <a:cs typeface="Times"/>
                <a:sym typeface="Times"/>
              </a:rPr>
              <a:t>Vì lạy Chúa Giêsu Kitô, chỉ có Chúa là Ðấng Thánh,</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chỉ có Chúa là Chúa, chỉ có Chúa là Ðấng Tối Cao,</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16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latin typeface="Times"/>
                <a:ea typeface="Times"/>
                <a:cs typeface="Times"/>
                <a:sym typeface="Times"/>
              </a:rPr>
              <a:t>Cùng Ðức Chúa Thánh Thần trong vinh quang Ðức Chúa Cha. </a:t>
            </a:r>
            <a:r>
              <a:rPr b="1" lang="en-US" sz="7200">
                <a:solidFill>
                  <a:srgbClr val="FF0000"/>
                </a:solidFill>
                <a:latin typeface="Times"/>
                <a:ea typeface="Times"/>
                <a:cs typeface="Times"/>
                <a:sym typeface="Times"/>
              </a:rPr>
              <a:t>Amen</a:t>
            </a:r>
            <a:r>
              <a:rPr b="1" lang="en-US" sz="7200">
                <a:latin typeface="Times"/>
                <a:ea typeface="Times"/>
                <a:cs typeface="Times"/>
                <a:sym typeface="Times"/>
              </a:rPr>
              <a:t>.</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pic>
        <p:nvPicPr>
          <p:cNvPr descr="Có thể là hình ảnh về Đài phun nước Trevi, Quảng trường Piazza di Spagna và văn bản cho biết 'O1 09 11 มนม ่ปหปด CLEMENS-XIT-PON Cung Hiến Thánh Đường M BAPT-ET-EVANG LATÊRANO &quot;Đển Thờ ĐỨC Giesu muỗn nôi Ở đây lã chình thân thể Người.&quot; (Ga2 (Ga2,1322] Ga 2, 1322 ศวเดรือ'" id="953" name="Google Shape;953;p170"/>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7" name="Shape 957"/>
        <p:cNvGrpSpPr/>
        <p:nvPr/>
      </p:nvGrpSpPr>
      <p:grpSpPr>
        <a:xfrm>
          <a:off x="0" y="0"/>
          <a:ext cx="0" cy="0"/>
          <a:chOff x="0" y="0"/>
          <a:chExt cx="0" cy="0"/>
        </a:xfrm>
      </p:grpSpPr>
      <p:sp>
        <p:nvSpPr>
          <p:cNvPr id="958" name="Google Shape;958;p171"/>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59" name="Google Shape;959;p171"/>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60" name="Google Shape;960;p171"/>
          <p:cNvSpPr/>
          <p:nvPr/>
        </p:nvSpPr>
        <p:spPr>
          <a:xfrm flipH="1" rot="10800000">
            <a:off x="-1733" y="0"/>
            <a:ext cx="6803134" cy="5143179"/>
          </a:xfrm>
          <a:prstGeom prst="rect">
            <a:avLst/>
          </a:prstGeom>
          <a:gradFill>
            <a:gsLst>
              <a:gs pos="0">
                <a:srgbClr val="000000">
                  <a:alpha val="51764"/>
                </a:srgbClr>
              </a:gs>
              <a:gs pos="8000">
                <a:srgbClr val="000000">
                  <a:alpha val="51764"/>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61" name="Google Shape;961;p171"/>
          <p:cNvSpPr/>
          <p:nvPr/>
        </p:nvSpPr>
        <p:spPr>
          <a:xfrm flipH="1" rot="-5400000">
            <a:off x="2737118" y="-1264380"/>
            <a:ext cx="3670923" cy="9145160"/>
          </a:xfrm>
          <a:prstGeom prst="rect">
            <a:avLst/>
          </a:prstGeom>
          <a:gradFill>
            <a:gsLst>
              <a:gs pos="0">
                <a:srgbClr val="9CC2E5">
                  <a:alpha val="0"/>
                </a:srgbClr>
              </a:gs>
              <a:gs pos="100000">
                <a:srgbClr val="000000">
                  <a:alpha val="45882"/>
                </a:srgbClr>
              </a:gs>
            </a:gsLst>
            <a:lin ang="1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Có thể là hình ảnh về văn bản cho biết 'BÀI ĐỌC 1 nrremm Bàitrichsách sách Bài trích NGÔN SỮ ÉDÊKIEN &quot;Tôi da thãy dòng nưỡc từ cửa đông Đền Thờ tuôn ra, và tất cả những ai được nước ấy thanh tẩy đều hưởng ơn cứu độ.&quot; (Ed 2.89.12)'" id="962" name="Google Shape;962;p171"/>
          <p:cNvPicPr preferRelativeResize="0"/>
          <p:nvPr/>
        </p:nvPicPr>
        <p:blipFill rotWithShape="1">
          <a:blip r:embed="rId3">
            <a:alphaModFix/>
          </a:blip>
          <a:srcRect b="0" l="0" r="0" t="0"/>
          <a:stretch/>
        </p:blipFill>
        <p:spPr>
          <a:xfrm>
            <a:off x="-1734" y="0"/>
            <a:ext cx="91440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2"/>
          <p:cNvSpPr txBox="1"/>
          <p:nvPr>
            <p:ph type="ctrTitle"/>
          </p:nvPr>
        </p:nvSpPr>
        <p:spPr>
          <a:xfrm>
            <a:off x="0" y="0"/>
            <a:ext cx="9144000" cy="5143499"/>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THÁNH VỊNH 121</a:t>
            </a:r>
            <a:br>
              <a:rPr b="1" i="0" lang="en-US" sz="4700">
                <a:latin typeface="Times New Roman"/>
                <a:ea typeface="Times New Roman"/>
                <a:cs typeface="Times New Roman"/>
                <a:sym typeface="Times New Roman"/>
              </a:rPr>
            </a:br>
            <a:r>
              <a:rPr b="1" i="1" lang="en-US" sz="5400">
                <a:solidFill>
                  <a:srgbClr val="7F7F7F"/>
                </a:solidFill>
                <a:latin typeface="Times New Roman"/>
                <a:ea typeface="Times New Roman"/>
                <a:cs typeface="Times New Roman"/>
                <a:sym typeface="Times New Roman"/>
              </a:rPr>
              <a:t>(Lm. Thái Nguyên)</a:t>
            </a:r>
            <a:br>
              <a:rPr b="1" i="1" lang="en-US" sz="5400">
                <a:latin typeface="Times New Roman"/>
                <a:ea typeface="Times New Roman"/>
                <a:cs typeface="Times New Roman"/>
                <a:sym typeface="Times New Roman"/>
              </a:rPr>
            </a:br>
            <a:br>
              <a:rPr b="1" i="1" lang="en-US" sz="1050">
                <a:latin typeface="Times New Roman"/>
                <a:ea typeface="Times New Roman"/>
                <a:cs typeface="Times New Roman"/>
                <a:sym typeface="Times New Roman"/>
              </a:rPr>
            </a:br>
            <a:r>
              <a:rPr b="1" lang="en-US" sz="5400">
                <a:latin typeface="Times New Roman"/>
                <a:ea typeface="Times New Roman"/>
                <a:cs typeface="Times New Roman"/>
                <a:sym typeface="Times New Roman"/>
              </a:rPr>
              <a:t>(04 câu)</a:t>
            </a:r>
            <a:endParaRPr b="1" sz="8000">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73"/>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1/4. </a:t>
            </a:r>
            <a:r>
              <a:rPr b="1" lang="en-US" sz="8000">
                <a:latin typeface="Times"/>
                <a:ea typeface="Times"/>
                <a:cs typeface="Times"/>
                <a:sym typeface="Times"/>
              </a:rPr>
              <a:t>Vui thay khi thiên hạ bảo tôi: chúng ta hãy lên đền thờ Chúa.</a:t>
            </a:r>
            <a:endParaRPr b="1" sz="8000">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174"/>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Chính đây hỡi Giê-ru-sa-lem, chân chúng tôi đứng nơi cửa thành rồi.</a:t>
            </a:r>
            <a:endParaRPr b="1" sz="8000">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75"/>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ĐK: </a:t>
            </a:r>
            <a:r>
              <a:rPr b="1" lang="en-US" sz="8800">
                <a:latin typeface="Times"/>
                <a:ea typeface="Times"/>
                <a:cs typeface="Times"/>
                <a:sym typeface="Times"/>
              </a:rPr>
              <a:t> Vui thay! Khi người ta đến nói với tôi rằng:</a:t>
            </a:r>
            <a:endParaRPr b="1" sz="8800">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76"/>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Chúng ta, hãy cùng nhau lên đền thánh Chúa nào</a:t>
            </a:r>
            <a:endParaRPr b="1" sz="8800">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7"/>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chúng ta hãy </a:t>
            </a:r>
            <a:br>
              <a:rPr b="1" lang="en-US" sz="8800">
                <a:latin typeface="Times"/>
                <a:ea typeface="Times"/>
                <a:cs typeface="Times"/>
                <a:sym typeface="Times"/>
              </a:rPr>
            </a:br>
            <a:r>
              <a:rPr b="1" lang="en-US" sz="8800">
                <a:latin typeface="Times"/>
                <a:ea typeface="Times"/>
                <a:cs typeface="Times"/>
                <a:sym typeface="Times"/>
              </a:rPr>
              <a:t>cùng nhau lên đền thánh Ngài.</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178"/>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2/4. </a:t>
            </a:r>
            <a:r>
              <a:rPr b="1" lang="en-US" sz="8800">
                <a:latin typeface="Times"/>
                <a:ea typeface="Times"/>
                <a:cs typeface="Times"/>
                <a:sym typeface="Times"/>
              </a:rPr>
              <a:t>Giê-ru-sa-lem được dựng xây khác chi những đô thành kiên cố.</a:t>
            </a:r>
            <a:endParaRPr b="1" sz="8800">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79"/>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Biết bao nhiêu </a:t>
            </a:r>
            <a:br>
              <a:rPr b="1" lang="en-US" sz="8800">
                <a:latin typeface="Times"/>
                <a:ea typeface="Times"/>
                <a:cs typeface="Times"/>
                <a:sym typeface="Times"/>
              </a:rPr>
            </a:br>
            <a:r>
              <a:rPr b="1" lang="en-US" sz="8800">
                <a:latin typeface="Times"/>
                <a:ea typeface="Times"/>
                <a:cs typeface="Times"/>
                <a:sym typeface="Times"/>
              </a:rPr>
              <a:t>con dân của Chúa đang tiến lên đến nơi cửa đền thờ.</a:t>
            </a:r>
            <a:endParaRPr b="1" sz="8800">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80"/>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ĐK: </a:t>
            </a:r>
            <a:r>
              <a:rPr b="1" lang="en-US" sz="8800">
                <a:latin typeface="Times"/>
                <a:ea typeface="Times"/>
                <a:cs typeface="Times"/>
                <a:sym typeface="Times"/>
              </a:rPr>
              <a:t> Vui thay! Khi người ta đến nói với tôi rằng:</a:t>
            </a:r>
            <a:endParaRPr b="1" sz="8800">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181"/>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Chúng ta, hãy cùng nhau lên đền thánh Chúa nào</a:t>
            </a:r>
            <a:endParaRPr b="1" sz="8800">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82"/>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chúng ta hãy </a:t>
            </a:r>
            <a:br>
              <a:rPr b="1" lang="en-US" sz="8800">
                <a:latin typeface="Times"/>
                <a:ea typeface="Times"/>
                <a:cs typeface="Times"/>
                <a:sym typeface="Times"/>
              </a:rPr>
            </a:br>
            <a:r>
              <a:rPr b="1" lang="en-US" sz="8800">
                <a:latin typeface="Times"/>
                <a:ea typeface="Times"/>
                <a:cs typeface="Times"/>
                <a:sym typeface="Times"/>
              </a:rPr>
              <a:t>cùng nhau lên đền thánh Ngài.</a:t>
            </a:r>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83"/>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3/4. </a:t>
            </a:r>
            <a:r>
              <a:rPr b="1" lang="en-US" sz="8000">
                <a:latin typeface="Times"/>
                <a:ea typeface="Times"/>
                <a:cs typeface="Times"/>
                <a:sym typeface="Times"/>
              </a:rPr>
              <a:t>Con dân theo như luật truyền xưa, tiến lên để ca ngợi danh Chúa.</a:t>
            </a:r>
            <a:endParaRPr b="1" sz="8000">
              <a:latin typeface="Times"/>
              <a:ea typeface="Times"/>
              <a:cs typeface="Times"/>
              <a:sym typeface="Times"/>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184"/>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Chính đây là ngai toà Đa-vít, được đắp xây để xét xử toàn dân.</a:t>
            </a:r>
            <a:endParaRPr b="1" sz="8800">
              <a:latin typeface="Times"/>
              <a:ea typeface="Times"/>
              <a:cs typeface="Times"/>
              <a:sym typeface="Times"/>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185"/>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ĐK: </a:t>
            </a:r>
            <a:r>
              <a:rPr b="1" lang="en-US" sz="8800">
                <a:latin typeface="Times"/>
                <a:ea typeface="Times"/>
                <a:cs typeface="Times"/>
                <a:sym typeface="Times"/>
              </a:rPr>
              <a:t> Vui thay! Khi người ta đến nói với tôi rằng:</a:t>
            </a:r>
            <a:endParaRPr b="1" sz="8800">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186"/>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Chúng ta, hãy cùng nhau lên đền thánh Chúa nào</a:t>
            </a:r>
            <a:endParaRPr b="1" sz="8800">
              <a:latin typeface="Times"/>
              <a:ea typeface="Times"/>
              <a:cs typeface="Times"/>
              <a:sym typeface="Times"/>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87"/>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chúng ta hãy </a:t>
            </a:r>
            <a:br>
              <a:rPr b="1" lang="en-US" sz="8800">
                <a:latin typeface="Times"/>
                <a:ea typeface="Times"/>
                <a:cs typeface="Times"/>
                <a:sym typeface="Times"/>
              </a:rPr>
            </a:br>
            <a:r>
              <a:rPr b="1" lang="en-US" sz="8800">
                <a:latin typeface="Times"/>
                <a:ea typeface="Times"/>
                <a:cs typeface="Times"/>
                <a:sym typeface="Times"/>
              </a:rPr>
              <a:t>cùng nhau lên đền thánh Ngài.</a:t>
            </a:r>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88"/>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4/4. </a:t>
            </a:r>
            <a:r>
              <a:rPr b="1" lang="en-US" sz="8000">
                <a:latin typeface="Times"/>
                <a:ea typeface="Times"/>
                <a:cs typeface="Times"/>
                <a:sym typeface="Times"/>
              </a:rPr>
              <a:t>Xin cho Gia-liêm được bình an, chúc cho dân luôn được hưng thái.</a:t>
            </a:r>
            <a:endParaRPr b="1" sz="8000">
              <a:latin typeface="Times"/>
              <a:ea typeface="Times"/>
              <a:cs typeface="Times"/>
              <a:sym typeface="Times"/>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89"/>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Những mong cho dinh cơ bình an, và đó đây vẫn luôn hằng đẹp tươi.</a:t>
            </a:r>
            <a:endParaRPr b="1" sz="8000">
              <a:latin typeface="Times"/>
              <a:ea typeface="Times"/>
              <a:cs typeface="Times"/>
              <a:sym typeface="Times"/>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190"/>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ĐK: </a:t>
            </a:r>
            <a:r>
              <a:rPr b="1" lang="en-US" sz="8800">
                <a:latin typeface="Times"/>
                <a:ea typeface="Times"/>
                <a:cs typeface="Times"/>
                <a:sym typeface="Times"/>
              </a:rPr>
              <a:t> Vui thay! Khi người ta đến nói với tôi rằng:</a:t>
            </a:r>
            <a:endParaRPr b="1" sz="8800">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91"/>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Chúng ta, hãy cùng nhau lên đền thánh Chúa nào</a:t>
            </a:r>
            <a:endParaRPr b="1" sz="8800">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92"/>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chúng ta hãy </a:t>
            </a:r>
            <a:br>
              <a:rPr b="1" lang="en-US" sz="8800">
                <a:latin typeface="Times"/>
                <a:ea typeface="Times"/>
                <a:cs typeface="Times"/>
                <a:sym typeface="Times"/>
              </a:rPr>
            </a:br>
            <a:r>
              <a:rPr b="1" lang="en-US" sz="8800">
                <a:latin typeface="Times"/>
                <a:ea typeface="Times"/>
                <a:cs typeface="Times"/>
                <a:sym typeface="Times"/>
              </a:rPr>
              <a:t>cùng nhau lên đền thánh Ngài.</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1" name="Shape 1091"/>
        <p:cNvGrpSpPr/>
        <p:nvPr/>
      </p:nvGrpSpPr>
      <p:grpSpPr>
        <a:xfrm>
          <a:off x="0" y="0"/>
          <a:ext cx="0" cy="0"/>
          <a:chOff x="0" y="0"/>
          <a:chExt cx="0" cy="0"/>
        </a:xfrm>
      </p:grpSpPr>
      <p:sp>
        <p:nvSpPr>
          <p:cNvPr id="1092" name="Google Shape;1092;p193"/>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Có thể là hình ảnh về văn bản cho biết 'BÀI ĐỌC 2 Bài trích thư thứ nhất của thanh Phaolo tông đồ gửi tín hữu Corintô &quot;Não anh em chẳng biết rằng anh em là Đền Thờ của Thiên Chúa, và Thanh Thần Thiên Chúa ngự trong anh em sao?&quot; (1Cr3,9c11.1617) 9C'" id="1093" name="Google Shape;1093;p19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pic>
        <p:nvPicPr>
          <p:cNvPr descr="Có thể là hình ảnh về văn bản cho biết 'TIN MỪNG CHÚA GIESU KITÔ Theo Thánh Gioan &quot;Đền Thờ ĐỨC Giesu muốn nói Ở đây là chính thần thể Người.&quot; (Ga2,13-22] 13-22] (Ga 2,'" id="1098" name="Google Shape;1098;p19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195"/>
          <p:cNvSpPr txBox="1"/>
          <p:nvPr>
            <p:ph type="ctrTitle"/>
          </p:nvPr>
        </p:nvSpPr>
        <p:spPr>
          <a:xfrm>
            <a:off x="0" y="330199"/>
            <a:ext cx="9144000" cy="4813301"/>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i="1" lang="en-US" sz="8000">
                <a:solidFill>
                  <a:srgbClr val="EE0000"/>
                </a:solidFill>
                <a:latin typeface="Times"/>
                <a:ea typeface="Times"/>
                <a:cs typeface="Times"/>
                <a:sym typeface="Times"/>
              </a:rPr>
              <a:t>Alleluia Alleluia</a:t>
            </a:r>
            <a:br>
              <a:rPr b="1" i="1" lang="en-US" sz="8000">
                <a:solidFill>
                  <a:srgbClr val="EE0000"/>
                </a:solidFill>
                <a:latin typeface="Times"/>
                <a:ea typeface="Times"/>
                <a:cs typeface="Times"/>
                <a:sym typeface="Times"/>
              </a:rPr>
            </a:br>
            <a:r>
              <a:rPr b="1" lang="en-US" sz="8000">
                <a:latin typeface="Times"/>
                <a:ea typeface="Times"/>
                <a:cs typeface="Times"/>
                <a:sym typeface="Times"/>
              </a:rPr>
              <a:t>Chúa phán: </a:t>
            </a:r>
            <a:r>
              <a:rPr b="1" i="1" lang="en-US" sz="8000">
                <a:latin typeface="Times"/>
                <a:ea typeface="Times"/>
                <a:cs typeface="Times"/>
                <a:sym typeface="Times"/>
              </a:rPr>
              <a:t>“ Ta đã tuyển chọn và thánh hóa nơi này,</a:t>
            </a:r>
            <a:endParaRPr b="1" i="1" sz="8000">
              <a:latin typeface="Times"/>
              <a:ea typeface="Times"/>
              <a:cs typeface="Times"/>
              <a:sym typeface="Times"/>
            </a:endParaRPr>
          </a:p>
        </p:txBody>
      </p:sp>
      <p:sp>
        <p:nvSpPr>
          <p:cNvPr id="1105" name="Google Shape;1105;p195"/>
          <p:cNvSpPr txBox="1"/>
          <p:nvPr/>
        </p:nvSpPr>
        <p:spPr>
          <a:xfrm>
            <a:off x="0" y="-50800"/>
            <a:ext cx="9144000" cy="6350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0000"/>
              </a:buClr>
              <a:buSzPts val="3200"/>
              <a:buFont typeface="Times New Roman"/>
              <a:buNone/>
            </a:pPr>
            <a:r>
              <a:rPr b="1" i="0" lang="en-US" sz="3200" u="none" cap="none" strike="noStrike">
                <a:solidFill>
                  <a:srgbClr val="FF0000"/>
                </a:solidFill>
                <a:latin typeface="Times New Roman"/>
                <a:ea typeface="Times New Roman"/>
                <a:cs typeface="Times New Roman"/>
                <a:sym typeface="Times New Roman"/>
              </a:rPr>
              <a:t>TUNG HÔ TIN MỪNG</a:t>
            </a:r>
            <a:endParaRPr b="1" i="0" sz="3200" u="none" cap="none" strike="noStrike">
              <a:solidFill>
                <a:srgbClr val="00B050"/>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19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i="1" lang="en-US" sz="8000">
                <a:latin typeface="Times"/>
                <a:ea typeface="Times"/>
                <a:cs typeface="Times"/>
                <a:sym typeface="Times"/>
              </a:rPr>
              <a:t>để danh Tạ ngự trị tại đó tới muôn đời”. </a:t>
            </a:r>
            <a:r>
              <a:rPr b="1" i="1" lang="en-US" sz="8000">
                <a:solidFill>
                  <a:srgbClr val="EE0000"/>
                </a:solidFill>
                <a:latin typeface="Times"/>
                <a:ea typeface="Times"/>
                <a:cs typeface="Times"/>
                <a:sym typeface="Times"/>
              </a:rPr>
              <a:t>Alleluia</a:t>
            </a:r>
            <a:endParaRPr b="1" sz="8000">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pic>
        <p:nvPicPr>
          <p:cNvPr descr="Có thể là hình ảnh về Đài phun nước Trevi, Quảng trường Piazza di Spagna và văn bản cho biết 'O1 09 11 มนม ่ปหปด CLEMENS-XIT-PON Cung Hiến Thánh Đường M BAPT-ET-EVANG LATÊRANO &quot;Đển Thờ ĐỨC Giesu muỗn nôi Ở đây lã chình thân thể Người.&quot; (Ga2 (Ga2,1322] Ga 2, 1322 ศวเดรือ'" id="1115" name="Google Shape;1115;p197"/>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98"/>
          <p:cNvSpPr txBox="1"/>
          <p:nvPr>
            <p:ph type="ctrTitle"/>
          </p:nvPr>
        </p:nvSpPr>
        <p:spPr>
          <a:xfrm>
            <a:off x="0" y="514351"/>
            <a:ext cx="9144000" cy="4629148"/>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CT: </a:t>
            </a:r>
            <a:r>
              <a:rPr b="1" lang="en-US" sz="8800">
                <a:latin typeface="Times"/>
                <a:ea typeface="Times"/>
                <a:cs typeface="Times"/>
                <a:sym typeface="Times"/>
              </a:rPr>
              <a:t>Tôi tin kính một Thiên Chúa là Cha toàn năng.</a:t>
            </a:r>
            <a:endParaRPr/>
          </a:p>
        </p:txBody>
      </p:sp>
      <p:sp>
        <p:nvSpPr>
          <p:cNvPr id="1121" name="Google Shape;1121;p198"/>
          <p:cNvSpPr txBox="1"/>
          <p:nvPr/>
        </p:nvSpPr>
        <p:spPr>
          <a:xfrm>
            <a:off x="0" y="73600"/>
            <a:ext cx="9144000" cy="5143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0000"/>
              </a:buClr>
              <a:buSzPts val="3600"/>
              <a:buFont typeface="Times New Roman"/>
              <a:buNone/>
            </a:pPr>
            <a:r>
              <a:rPr b="1" i="0" lang="en-US" sz="3600" u="none" cap="none" strike="noStrike">
                <a:solidFill>
                  <a:srgbClr val="FF0000"/>
                </a:solidFill>
                <a:latin typeface="Times New Roman"/>
                <a:ea typeface="Times New Roman"/>
                <a:cs typeface="Times New Roman"/>
                <a:sym typeface="Times New Roman"/>
              </a:rPr>
              <a:t>KINH TIN KÍNH</a:t>
            </a:r>
            <a:endParaRPr b="1" i="0" sz="3600" u="none" cap="none" strike="noStrike">
              <a:solidFill>
                <a:srgbClr val="00B050"/>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19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Đấng tạo thành trời đất muôn vật hữu hình và vô hình.</a:t>
            </a:r>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20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Tôi tin kính một Chúa Giê-su Ki-tô Con Một Thiên Chúa,</a:t>
            </a:r>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20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sinh bởi Đức Chúa Cha từ trước muôn đời.</a:t>
            </a:r>
            <a:endParaRPr b="1" sz="8800">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20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là Thiên Chúa bởi Thiên Chúa, Ánh Sáng bởi Ánh Sáng,</a:t>
            </a:r>
            <a:endParaRPr b="1" sz="8000">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20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Thiên Chúa thật bởi Thiên Chúa thật.</a:t>
            </a:r>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20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Được sinh ra mà không phải được tạo thành đồng bản thể với Đức Chúa Cha:</a:t>
            </a:r>
            <a:endParaRPr b="1" sz="8000">
              <a:latin typeface="Times"/>
              <a:ea typeface="Times"/>
              <a:cs typeface="Times"/>
              <a:sym typeface="Times"/>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20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nhờ Người mà muôn vật được tạo thành.</a:t>
            </a:r>
            <a:endParaRPr b="1" sz="8800">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20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Vì loài người chúng ta và để cứu độ chúng ta, Người đã từ trời xuống thế.</a:t>
            </a:r>
            <a:endParaRPr b="1" sz="8000">
              <a:latin typeface="Times"/>
              <a:ea typeface="Times"/>
              <a:cs typeface="Times"/>
              <a:sym typeface="Times"/>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20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Bởi phép Đức Chúa Thánh Thần, Người đã nhập thể trong lòng Trinh Nữ Ma-ri-a, </a:t>
            </a:r>
            <a:br>
              <a:rPr b="1" lang="en-US" sz="7000">
                <a:latin typeface="Times"/>
                <a:ea typeface="Times"/>
                <a:cs typeface="Times"/>
                <a:sym typeface="Times"/>
              </a:rPr>
            </a:br>
            <a:r>
              <a:rPr b="1" lang="en-US" sz="7000">
                <a:latin typeface="Times"/>
                <a:ea typeface="Times"/>
                <a:cs typeface="Times"/>
                <a:sym typeface="Times"/>
              </a:rPr>
              <a:t>và đã làm người.</a:t>
            </a:r>
            <a:endParaRPr b="1" sz="7000">
              <a:latin typeface="Times"/>
              <a:ea typeface="Times"/>
              <a:cs typeface="Times"/>
              <a:sym typeface="Times"/>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20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chịu đóng đinh vào thập giá vì chúng ta,</a:t>
            </a:r>
            <a:endParaRPr b="1" sz="8000">
              <a:latin typeface="Times"/>
              <a:ea typeface="Times"/>
              <a:cs typeface="Times"/>
              <a:sym typeface="Times"/>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20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thời quan </a:t>
            </a:r>
            <a:r>
              <a:rPr b="1" lang="en-US" sz="7200">
                <a:latin typeface="Times"/>
                <a:ea typeface="Times"/>
                <a:cs typeface="Times"/>
                <a:sym typeface="Times"/>
              </a:rPr>
              <a:t>Phong-xi-ô</a:t>
            </a:r>
            <a:r>
              <a:rPr b="1" lang="en-US" sz="8000">
                <a:latin typeface="Times"/>
                <a:ea typeface="Times"/>
                <a:cs typeface="Times"/>
                <a:sym typeface="Times"/>
              </a:rPr>
              <a:t> </a:t>
            </a:r>
            <a:r>
              <a:rPr b="1" lang="en-US" sz="7200">
                <a:latin typeface="Times"/>
                <a:ea typeface="Times"/>
                <a:cs typeface="Times"/>
                <a:sym typeface="Times"/>
              </a:rPr>
              <a:t>Phi-la-tô</a:t>
            </a:r>
            <a:r>
              <a:rPr b="1" lang="en-US" sz="8000">
                <a:latin typeface="Times"/>
                <a:ea typeface="Times"/>
                <a:cs typeface="Times"/>
                <a:sym typeface="Times"/>
              </a:rPr>
              <a:t>;</a:t>
            </a:r>
            <a:r>
              <a:rPr b="1" lang="en-US" sz="1050">
                <a:latin typeface="Times"/>
                <a:ea typeface="Times"/>
                <a:cs typeface="Times"/>
                <a:sym typeface="Times"/>
              </a:rPr>
              <a:t> </a:t>
            </a:r>
            <a:r>
              <a:rPr b="1" lang="en-US" sz="8000">
                <a:latin typeface="Times"/>
                <a:ea typeface="Times"/>
                <a:cs typeface="Times"/>
                <a:sym typeface="Times"/>
              </a:rPr>
              <a:t>Người chịu khổ hình và mai táng.</a:t>
            </a:r>
            <a:endParaRPr b="1" sz="8000">
              <a:latin typeface="Times"/>
              <a:ea typeface="Times"/>
              <a:cs typeface="Times"/>
              <a:sym typeface="Times"/>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21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Ngày thứ ba Người sống lại như lời </a:t>
            </a:r>
            <a:br>
              <a:rPr b="1" lang="en-US" sz="8000">
                <a:latin typeface="Times"/>
                <a:ea typeface="Times"/>
                <a:cs typeface="Times"/>
                <a:sym typeface="Times"/>
              </a:rPr>
            </a:br>
            <a:r>
              <a:rPr b="1" lang="en-US" sz="8000">
                <a:latin typeface="Times"/>
                <a:ea typeface="Times"/>
                <a:cs typeface="Times"/>
                <a:sym typeface="Times"/>
              </a:rPr>
              <a:t>Thánh kinh.</a:t>
            </a:r>
            <a:endParaRPr b="1" sz="8000">
              <a:latin typeface="Times"/>
              <a:ea typeface="Times"/>
              <a:cs typeface="Times"/>
              <a:sym typeface="Times"/>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21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Người lên trời, ngự bên hữu Đức Chúa Cha.</a:t>
            </a:r>
            <a:endParaRPr b="1" sz="8800">
              <a:latin typeface="Times"/>
              <a:ea typeface="Times"/>
              <a:cs typeface="Times"/>
              <a:sym typeface="Times"/>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21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Và Người sẽ lại đến trong vinh quang để phán xét kẻ sống và kẻ chết,</a:t>
            </a:r>
            <a:endParaRPr b="1" sz="8000">
              <a:latin typeface="Times"/>
              <a:ea typeface="Times"/>
              <a:cs typeface="Times"/>
              <a:sym typeface="Times"/>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21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Nước Người sẽ không bao giờ cùng.</a:t>
            </a:r>
            <a:endParaRPr b="1" sz="8000">
              <a:latin typeface="Times"/>
              <a:ea typeface="Times"/>
              <a:cs typeface="Times"/>
              <a:sym typeface="Times"/>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21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Tôi tin kính Đức Chúa Thánh Thần là Thiên Chúa, và là Đấng ban sự sống,</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21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bởi Đức Chúa Cha và Đức Chúa Con mà ra.</a:t>
            </a:r>
            <a:endParaRPr b="1" sz="8000">
              <a:latin typeface="Times"/>
              <a:ea typeface="Times"/>
              <a:cs typeface="Times"/>
              <a:sym typeface="Times"/>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21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Người được phụng thờ và tôn vinh cùng với Đức Chúa Cha và Đức Chúa Con</a:t>
            </a:r>
            <a:endParaRPr b="1" sz="7200">
              <a:latin typeface="Times"/>
              <a:ea typeface="Times"/>
              <a:cs typeface="Times"/>
              <a:sym typeface="Times"/>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21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đã dùng các Tiên tri mà phán dạy.</a:t>
            </a:r>
            <a:endParaRPr b="1" sz="8000">
              <a:latin typeface="Times"/>
              <a:ea typeface="Times"/>
              <a:cs typeface="Times"/>
              <a:sym typeface="Times"/>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21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 Hội Thánh duy nhất, thánh thiện, công giáo và tông truyền.</a:t>
            </a:r>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21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tuyên xưng có một Phép Rửa </a:t>
            </a:r>
            <a:br>
              <a:rPr b="1" lang="en-US" sz="8000">
                <a:latin typeface="Times"/>
                <a:ea typeface="Times"/>
                <a:cs typeface="Times"/>
                <a:sym typeface="Times"/>
              </a:rPr>
            </a:br>
            <a:r>
              <a:rPr b="1" lang="en-US" sz="8000">
                <a:latin typeface="Times"/>
                <a:ea typeface="Times"/>
                <a:cs typeface="Times"/>
                <a:sym typeface="Times"/>
              </a:rPr>
              <a:t>để tha tội.</a:t>
            </a:r>
            <a:endParaRPr b="1" sz="8000">
              <a:latin typeface="Times"/>
              <a:ea typeface="Times"/>
              <a:cs typeface="Times"/>
              <a:sym typeface="Times"/>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22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trông đợi kẻ chết sống lại và sự sống đời sau. </a:t>
            </a:r>
            <a:r>
              <a:rPr b="1" lang="en-US" sz="8000">
                <a:solidFill>
                  <a:srgbClr val="FF0000"/>
                </a:solidFill>
                <a:latin typeface="Times"/>
                <a:ea typeface="Times"/>
                <a:cs typeface="Times"/>
                <a:sym typeface="Times"/>
              </a:rPr>
              <a:t>Amen</a:t>
            </a:r>
            <a:r>
              <a:rPr b="1" lang="en-US" sz="8000">
                <a:latin typeface="Times"/>
                <a:ea typeface="Times"/>
                <a:cs typeface="Times"/>
                <a:sym typeface="Times"/>
              </a:rPr>
              <a:t>.</a:t>
            </a:r>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pic>
        <p:nvPicPr>
          <p:cNvPr descr="Có thể là hình ảnh về Đài phun nước Trevi, Quảng trường Piazza di Spagna và văn bản cho biết 'O1 09 11 มนม ่ปหปด CLEMENS-XIT-PON Cung Hiến Thánh Đường M BAPT-ET-EVANG LATÊRANO &quot;Đển Thờ ĐỨC Giesu muỗn nôi Ở đây lã chình thân thể Người.&quot; (Ga2 (Ga2,1322] Ga 2, 1322 ศวเดรือ'" id="1236" name="Google Shape;1236;p22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222"/>
          <p:cNvSpPr txBox="1"/>
          <p:nvPr>
            <p:ph type="ctrTitle"/>
          </p:nvPr>
        </p:nvSpPr>
        <p:spPr>
          <a:xfrm>
            <a:off x="0" y="0"/>
            <a:ext cx="9144000" cy="5143500"/>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THEO </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HƯƠNG</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TRẦM</a:t>
            </a:r>
            <a:br>
              <a:rPr b="1" lang="en-US" sz="6700">
                <a:solidFill>
                  <a:srgbClr val="FF0000"/>
                </a:solidFill>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(Đỗ Vy Hạ)</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22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1. </a:t>
            </a:r>
            <a:r>
              <a:rPr b="1" lang="en-US" sz="8000">
                <a:latin typeface="Times"/>
                <a:ea typeface="Times"/>
                <a:cs typeface="Times"/>
                <a:sym typeface="Times"/>
              </a:rPr>
              <a:t>Theo hương trầm tỏa bay lên cao con cung tiến bánh rượu thơm nồng.</a:t>
            </a:r>
            <a:endParaRPr b="1" sz="8000">
              <a:latin typeface="Times"/>
              <a:ea typeface="Times"/>
              <a:cs typeface="Times"/>
              <a:sym typeface="Times"/>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22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Do muôn bàn tay </a:t>
            </a:r>
            <a:br>
              <a:rPr b="1" lang="en-US" sz="8000">
                <a:latin typeface="Times"/>
                <a:ea typeface="Times"/>
                <a:cs typeface="Times"/>
                <a:sym typeface="Times"/>
              </a:rPr>
            </a:br>
            <a:r>
              <a:rPr b="1" lang="en-US" sz="8000">
                <a:latin typeface="Times"/>
                <a:ea typeface="Times"/>
                <a:cs typeface="Times"/>
                <a:sym typeface="Times"/>
              </a:rPr>
              <a:t>đã góp sức qua bao ngày gắng công </a:t>
            </a:r>
            <a:br>
              <a:rPr b="1" lang="en-US" sz="8000">
                <a:latin typeface="Times"/>
                <a:ea typeface="Times"/>
                <a:cs typeface="Times"/>
                <a:sym typeface="Times"/>
              </a:rPr>
            </a:br>
            <a:r>
              <a:rPr b="1" lang="en-US" sz="8000">
                <a:latin typeface="Times"/>
                <a:ea typeface="Times"/>
                <a:cs typeface="Times"/>
                <a:sym typeface="Times"/>
              </a:rPr>
              <a:t>vun trồng.</a:t>
            </a:r>
            <a:endParaRPr b="1" sz="8000">
              <a:latin typeface="Times"/>
              <a:ea typeface="Times"/>
              <a:cs typeface="Times"/>
              <a:sym typeface="Times"/>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22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Xin dâng Ngài tâm tư con đây, </a:t>
            </a:r>
            <a:br>
              <a:rPr b="1" lang="en-US" sz="8000">
                <a:latin typeface="Times"/>
                <a:ea typeface="Times"/>
                <a:cs typeface="Times"/>
                <a:sym typeface="Times"/>
              </a:rPr>
            </a:br>
            <a:r>
              <a:rPr b="1" lang="en-US" sz="8000">
                <a:latin typeface="Times"/>
                <a:ea typeface="Times"/>
                <a:cs typeface="Times"/>
                <a:sym typeface="Times"/>
              </a:rPr>
              <a:t>khi buồn vui hay khi đắng cay.</a:t>
            </a:r>
            <a:endParaRPr b="1" sz="8000">
              <a:latin typeface="Times"/>
              <a:ea typeface="Times"/>
              <a:cs typeface="Times"/>
              <a:sym typeface="Times"/>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22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ĐK: </a:t>
            </a:r>
            <a:r>
              <a:rPr b="1" lang="en-US" sz="8800">
                <a:latin typeface="Times"/>
                <a:ea typeface="Times"/>
                <a:cs typeface="Times"/>
                <a:sym typeface="Times"/>
              </a:rPr>
              <a:t>Xin Cha thương thánh hóa lễ vật đơn hèn.</a:t>
            </a:r>
            <a:endParaRPr b="1" sz="8800">
              <a:latin typeface="Times"/>
              <a:ea typeface="Times"/>
              <a:cs typeface="Times"/>
              <a:sym typeface="Times"/>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22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Trên đôi tay </a:t>
            </a:r>
            <a:br>
              <a:rPr b="1" lang="en-US" sz="8800">
                <a:latin typeface="Times"/>
                <a:ea typeface="Times"/>
                <a:cs typeface="Times"/>
                <a:sym typeface="Times"/>
              </a:rPr>
            </a:br>
            <a:r>
              <a:rPr b="1" lang="en-US" sz="8800">
                <a:latin typeface="Times"/>
                <a:ea typeface="Times"/>
                <a:cs typeface="Times"/>
                <a:sym typeface="Times"/>
              </a:rPr>
              <a:t>chứa chan tình thơ yêu mến.</a:t>
            </a:r>
            <a:endParaRPr b="1" sz="8800">
              <a:latin typeface="Times"/>
              <a:ea typeface="Times"/>
              <a:cs typeface="Times"/>
              <a:sym typeface="Times"/>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22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Con xin được liên kết với Con Một Cha tiến dâng lên</a:t>
            </a:r>
            <a:endParaRPr b="1" sz="8800">
              <a:latin typeface="Times"/>
              <a:ea typeface="Times"/>
              <a:cs typeface="Times"/>
              <a:sym typeface="Times"/>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22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xác thân con làm của lễ giao hòa.</a:t>
            </a:r>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23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2. </a:t>
            </a:r>
            <a:r>
              <a:rPr b="1" lang="en-US" sz="8000">
                <a:latin typeface="Times"/>
                <a:ea typeface="Times"/>
                <a:cs typeface="Times"/>
                <a:sym typeface="Times"/>
              </a:rPr>
              <a:t>Đây muôn vàn nụ hoa xinh tươi cùng với những vui buồn kiếp người.</a:t>
            </a:r>
            <a:endParaRPr b="1" sz="8000">
              <a:latin typeface="Times"/>
              <a:ea typeface="Times"/>
              <a:cs typeface="Times"/>
              <a:sym typeface="Times"/>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23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Con kết thành </a:t>
            </a:r>
            <a:br>
              <a:rPr b="1" lang="en-US" sz="8000">
                <a:latin typeface="Times"/>
                <a:ea typeface="Times"/>
                <a:cs typeface="Times"/>
                <a:sym typeface="Times"/>
              </a:rPr>
            </a:br>
            <a:r>
              <a:rPr b="1" lang="en-US" sz="8000">
                <a:latin typeface="Times"/>
                <a:ea typeface="Times"/>
                <a:cs typeface="Times"/>
                <a:sym typeface="Times"/>
              </a:rPr>
              <a:t>hy lễ dấu ái, xin dâng về trước tôn nhan Ngài.</a:t>
            </a:r>
            <a:endParaRPr b="1" sz="8000">
              <a:latin typeface="Times"/>
              <a:ea typeface="Times"/>
              <a:cs typeface="Times"/>
              <a:sym typeface="Times"/>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23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ĐK: </a:t>
            </a:r>
            <a:r>
              <a:rPr b="1" lang="en-US" sz="8800">
                <a:latin typeface="Times"/>
                <a:ea typeface="Times"/>
                <a:cs typeface="Times"/>
                <a:sym typeface="Times"/>
              </a:rPr>
              <a:t>Xin Cha thương thánh hóa lễ vật đơn hèn.</a:t>
            </a:r>
            <a:endParaRPr b="1" sz="8800">
              <a:latin typeface="Times"/>
              <a:ea typeface="Times"/>
              <a:cs typeface="Times"/>
              <a:sym typeface="Times"/>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23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Trên đôi tay </a:t>
            </a:r>
            <a:br>
              <a:rPr b="1" lang="en-US" sz="8800">
                <a:latin typeface="Times"/>
                <a:ea typeface="Times"/>
                <a:cs typeface="Times"/>
                <a:sym typeface="Times"/>
              </a:rPr>
            </a:br>
            <a:r>
              <a:rPr b="1" lang="en-US" sz="8800">
                <a:latin typeface="Times"/>
                <a:ea typeface="Times"/>
                <a:cs typeface="Times"/>
                <a:sym typeface="Times"/>
              </a:rPr>
              <a:t>chứa chan tình thơ yêu mến.</a:t>
            </a:r>
            <a:endParaRPr b="1" sz="8800">
              <a:latin typeface="Times"/>
              <a:ea typeface="Times"/>
              <a:cs typeface="Times"/>
              <a:sym typeface="Times"/>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23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Con xin được liên kết với Con Một Cha tiến dâng lên</a:t>
            </a:r>
            <a:endParaRPr b="1" sz="8800">
              <a:latin typeface="Times"/>
              <a:ea typeface="Times"/>
              <a:cs typeface="Times"/>
              <a:sym typeface="Times"/>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23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xác thân con làm của lễ giao hòa.</a:t>
            </a:r>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23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3. </a:t>
            </a:r>
            <a:r>
              <a:rPr b="1" lang="en-US" sz="8000">
                <a:latin typeface="Times"/>
                <a:ea typeface="Times"/>
                <a:cs typeface="Times"/>
                <a:sym typeface="Times"/>
              </a:rPr>
              <a:t>Bao lao nhọc </a:t>
            </a:r>
            <a:br>
              <a:rPr b="1" lang="en-US" sz="8000">
                <a:latin typeface="Times"/>
                <a:ea typeface="Times"/>
                <a:cs typeface="Times"/>
                <a:sym typeface="Times"/>
              </a:rPr>
            </a:br>
            <a:r>
              <a:rPr b="1" lang="en-US" sz="8000">
                <a:latin typeface="Times"/>
                <a:ea typeface="Times"/>
                <a:cs typeface="Times"/>
                <a:sym typeface="Times"/>
              </a:rPr>
              <a:t>đời con hôm nay và hết những ưu tư tháng ngày.</a:t>
            </a:r>
            <a:endParaRPr b="1" sz="8000">
              <a:latin typeface="Times"/>
              <a:ea typeface="Times"/>
              <a:cs typeface="Times"/>
              <a:sym typeface="Times"/>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23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Con dâng về nhan thánh chí ái với </a:t>
            </a:r>
            <a:br>
              <a:rPr b="1" lang="en-US" sz="8000">
                <a:latin typeface="Times"/>
                <a:ea typeface="Times"/>
                <a:cs typeface="Times"/>
                <a:sym typeface="Times"/>
              </a:rPr>
            </a:br>
            <a:r>
              <a:rPr b="1" lang="en-US" sz="8000">
                <a:latin typeface="Times"/>
                <a:ea typeface="Times"/>
                <a:cs typeface="Times"/>
                <a:sym typeface="Times"/>
              </a:rPr>
              <a:t>tấm lòng kính tôn danh Ngài.</a:t>
            </a:r>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23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ĐK: </a:t>
            </a:r>
            <a:r>
              <a:rPr b="1" lang="en-US" sz="8800">
                <a:latin typeface="Times"/>
                <a:ea typeface="Times"/>
                <a:cs typeface="Times"/>
                <a:sym typeface="Times"/>
              </a:rPr>
              <a:t>Xin Cha thương thánh hóa lễ vật đơn hèn.</a:t>
            </a:r>
            <a:endParaRPr b="1" sz="8800">
              <a:latin typeface="Times"/>
              <a:ea typeface="Times"/>
              <a:cs typeface="Times"/>
              <a:sym typeface="Times"/>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23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Trên đôi tay </a:t>
            </a:r>
            <a:br>
              <a:rPr b="1" lang="en-US" sz="8800">
                <a:latin typeface="Times"/>
                <a:ea typeface="Times"/>
                <a:cs typeface="Times"/>
                <a:sym typeface="Times"/>
              </a:rPr>
            </a:br>
            <a:r>
              <a:rPr b="1" lang="en-US" sz="8800">
                <a:latin typeface="Times"/>
                <a:ea typeface="Times"/>
                <a:cs typeface="Times"/>
                <a:sym typeface="Times"/>
              </a:rPr>
              <a:t>chứa chan tình thơ yêu mến.</a:t>
            </a:r>
            <a:endParaRPr b="1" sz="8800">
              <a:latin typeface="Times"/>
              <a:ea typeface="Times"/>
              <a:cs typeface="Times"/>
              <a:sym typeface="Times"/>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24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Con xin được liên kết với Con Một Cha tiến dâng lên</a:t>
            </a:r>
            <a:endParaRPr b="1" sz="8800">
              <a:latin typeface="Times"/>
              <a:ea typeface="Times"/>
              <a:cs typeface="Times"/>
              <a:sym typeface="Times"/>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24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xác thân con làm của lễ giao hòa.</a:t>
            </a:r>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pic>
        <p:nvPicPr>
          <p:cNvPr descr="A golden chalice and a cross next to a book&#10;&#10;AI-generated content may be incorrect." id="1360" name="Google Shape;1360;p242"/>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243"/>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Thánh! Thánh! Thánh!</a:t>
            </a:r>
            <a:endParaRPr/>
          </a:p>
        </p:txBody>
      </p:sp>
      <p:sp>
        <p:nvSpPr>
          <p:cNvPr id="1367" name="Google Shape;1367;p243"/>
          <p:cNvSpPr txBox="1"/>
          <p:nvPr/>
        </p:nvSpPr>
        <p:spPr>
          <a:xfrm>
            <a:off x="736600" y="0"/>
            <a:ext cx="7670800" cy="698500"/>
          </a:xfrm>
          <a:prstGeom prst="rect">
            <a:avLst/>
          </a:prstGeom>
          <a:noFill/>
          <a:ln>
            <a:noFill/>
          </a:ln>
        </p:spPr>
        <p:txBody>
          <a:bodyPr anchorCtr="0" anchor="b" bIns="0" lIns="91425" spcFirstLastPara="1" rIns="91425" wrap="square" tIns="0">
            <a:normAutofit/>
          </a:bodyPr>
          <a:lstStyle/>
          <a:p>
            <a:pPr indent="0" lvl="0" marL="0" marR="0" rtl="0" algn="ctr">
              <a:lnSpc>
                <a:spcPct val="90000"/>
              </a:lnSpc>
              <a:spcBef>
                <a:spcPts val="0"/>
              </a:spcBef>
              <a:spcAft>
                <a:spcPts val="0"/>
              </a:spcAft>
              <a:buClr>
                <a:srgbClr val="FF0000"/>
              </a:buClr>
              <a:buSzPts val="4400"/>
              <a:buFont typeface="Times New Roman"/>
              <a:buNone/>
            </a:pPr>
            <a:r>
              <a:rPr b="1" i="0" lang="en-US" sz="4400" u="none" cap="none" strike="noStrike">
                <a:solidFill>
                  <a:srgbClr val="FF0000"/>
                </a:solidFill>
                <a:latin typeface="Times New Roman"/>
                <a:ea typeface="Times New Roman"/>
                <a:cs typeface="Times New Roman"/>
                <a:sym typeface="Times New Roman"/>
              </a:rPr>
              <a:t>THÁNH, THÁNH, THÁNH</a:t>
            </a:r>
            <a:endParaRPr b="1" i="0" sz="2800" u="none" cap="none" strike="noStrike">
              <a:solidFill>
                <a:srgbClr val="7F7F7F"/>
              </a:solidFill>
              <a:latin typeface="Times New Roman"/>
              <a:ea typeface="Times New Roman"/>
              <a:cs typeface="Times New Roman"/>
              <a:sym typeface="Times New Roman"/>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244"/>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Chúa là </a:t>
            </a:r>
            <a:br>
              <a:rPr b="1" lang="en-US" sz="8800">
                <a:latin typeface="Times"/>
                <a:ea typeface="Times"/>
                <a:cs typeface="Times"/>
                <a:sym typeface="Times"/>
              </a:rPr>
            </a:br>
            <a:r>
              <a:rPr b="1" lang="en-US" sz="8800">
                <a:latin typeface="Times"/>
                <a:ea typeface="Times"/>
                <a:cs typeface="Times"/>
                <a:sym typeface="Times"/>
              </a:rPr>
              <a:t>Thiên Chúa </a:t>
            </a:r>
            <a:br>
              <a:rPr b="1" lang="en-US" sz="8800">
                <a:latin typeface="Times"/>
                <a:ea typeface="Times"/>
                <a:cs typeface="Times"/>
                <a:sym typeface="Times"/>
              </a:rPr>
            </a:br>
            <a:r>
              <a:rPr b="1" lang="en-US" sz="8800">
                <a:latin typeface="Times"/>
                <a:ea typeface="Times"/>
                <a:cs typeface="Times"/>
                <a:sym typeface="Times"/>
              </a:rPr>
              <a:t>các đạo binh.</a:t>
            </a:r>
            <a:endParaRPr b="1" sz="8800">
              <a:latin typeface="Times"/>
              <a:ea typeface="Times"/>
              <a:cs typeface="Times"/>
              <a:sym typeface="Times"/>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245"/>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Trời đất đầy vinh quang Chúa.</a:t>
            </a:r>
            <a:endParaRPr b="1" sz="8800">
              <a:latin typeface="Times"/>
              <a:ea typeface="Times"/>
              <a:cs typeface="Times"/>
              <a:sym typeface="Times"/>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246"/>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Hoan hô Chúa trên các tầng trời.</a:t>
            </a:r>
            <a:endParaRPr b="1" sz="8800">
              <a:latin typeface="Times"/>
              <a:ea typeface="Times"/>
              <a:cs typeface="Times"/>
              <a:sym typeface="Times"/>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247"/>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Chúc tụng Đấng ngự đến nhân </a:t>
            </a:r>
            <a:br>
              <a:rPr b="1" lang="en-US" sz="8800">
                <a:latin typeface="Times"/>
                <a:ea typeface="Times"/>
                <a:cs typeface="Times"/>
                <a:sym typeface="Times"/>
              </a:rPr>
            </a:br>
            <a:r>
              <a:rPr b="1" lang="en-US" sz="8800">
                <a:latin typeface="Times"/>
                <a:ea typeface="Times"/>
                <a:cs typeface="Times"/>
                <a:sym typeface="Times"/>
              </a:rPr>
              <a:t>danh Chúa.</a:t>
            </a:r>
            <a:endParaRPr b="1" sz="8800">
              <a:latin typeface="Times"/>
              <a:ea typeface="Times"/>
              <a:cs typeface="Times"/>
              <a:sym typeface="Times"/>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248"/>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Hoan hô Chúa trên các tầng trời.</a:t>
            </a:r>
            <a:endParaRPr b="1" sz="8800">
              <a:latin typeface="Times"/>
              <a:ea typeface="Times"/>
              <a:cs typeface="Times"/>
              <a:sym typeface="Times"/>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pic>
        <p:nvPicPr>
          <p:cNvPr descr="A golden chalice and a cross next to a book&#10;&#10;AI-generated content may be incorrect." id="1402" name="Google Shape;1402;p24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250"/>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4400"/>
              <a:buFont typeface="Times"/>
              <a:buNone/>
            </a:pPr>
            <a:br>
              <a:rPr b="1" lang="en-US">
                <a:latin typeface="Times"/>
                <a:ea typeface="Times"/>
                <a:cs typeface="Times"/>
                <a:sym typeface="Times"/>
              </a:rPr>
            </a:br>
            <a:r>
              <a:rPr b="1" lang="en-US" sz="8800">
                <a:latin typeface="Times"/>
                <a:ea typeface="Times"/>
                <a:cs typeface="Times"/>
                <a:sym typeface="Times"/>
              </a:rPr>
              <a:t>Lạy Chiên Thiên Chúa, Đấng xóa tội trần gian:</a:t>
            </a:r>
            <a:endParaRPr b="1" sz="8800">
              <a:latin typeface="Times"/>
              <a:ea typeface="Times"/>
              <a:cs typeface="Times"/>
              <a:sym typeface="Times"/>
            </a:endParaRPr>
          </a:p>
        </p:txBody>
      </p:sp>
      <p:sp>
        <p:nvSpPr>
          <p:cNvPr id="1409" name="Google Shape;1409;p250"/>
          <p:cNvSpPr txBox="1"/>
          <p:nvPr/>
        </p:nvSpPr>
        <p:spPr>
          <a:xfrm>
            <a:off x="736600" y="0"/>
            <a:ext cx="7670800" cy="698500"/>
          </a:xfrm>
          <a:prstGeom prst="rect">
            <a:avLst/>
          </a:prstGeom>
          <a:noFill/>
          <a:ln>
            <a:noFill/>
          </a:ln>
        </p:spPr>
        <p:txBody>
          <a:bodyPr anchorCtr="0" anchor="b" bIns="0" lIns="91425" spcFirstLastPara="1" rIns="91425" wrap="square" tIns="0">
            <a:normAutofit/>
          </a:bodyPr>
          <a:lstStyle/>
          <a:p>
            <a:pPr indent="0" lvl="0" marL="0" marR="0" rtl="0" algn="ctr">
              <a:lnSpc>
                <a:spcPct val="90000"/>
              </a:lnSpc>
              <a:spcBef>
                <a:spcPts val="0"/>
              </a:spcBef>
              <a:spcAft>
                <a:spcPts val="0"/>
              </a:spcAft>
              <a:buClr>
                <a:srgbClr val="FF0000"/>
              </a:buClr>
              <a:buSzPts val="4400"/>
              <a:buFont typeface="Times New Roman"/>
              <a:buNone/>
            </a:pPr>
            <a:r>
              <a:rPr b="1" i="0" lang="en-US" sz="4400" u="none" cap="none" strike="noStrike">
                <a:solidFill>
                  <a:srgbClr val="FF0000"/>
                </a:solidFill>
                <a:latin typeface="Times New Roman"/>
                <a:ea typeface="Times New Roman"/>
                <a:cs typeface="Times New Roman"/>
                <a:sym typeface="Times New Roman"/>
              </a:rPr>
              <a:t>LẠY CHIÊN THIÊN CHÚA</a:t>
            </a:r>
            <a:endParaRPr b="1" i="0" sz="2800" u="none" cap="none" strike="noStrike">
              <a:solidFill>
                <a:srgbClr val="7F7F7F"/>
              </a:solidFill>
              <a:latin typeface="Times New Roman"/>
              <a:ea typeface="Times New Roman"/>
              <a:cs typeface="Times New Roman"/>
              <a:sym typeface="Times New Roman"/>
            </a:endParaRPr>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251"/>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xin thương xót chúng con.</a:t>
            </a:r>
            <a:endParaRPr b="1" sz="8800">
              <a:latin typeface="Times"/>
              <a:ea typeface="Times"/>
              <a:cs typeface="Times"/>
              <a:sym typeface="Times"/>
            </a:endParaRPr>
          </a:p>
        </p:txBody>
      </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252"/>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Lạy Chiên Thiên Chúa, Đấng xóa tội trần gian:</a:t>
            </a:r>
            <a:endParaRPr b="1" sz="8800">
              <a:latin typeface="Times"/>
              <a:ea typeface="Times"/>
              <a:cs typeface="Times"/>
              <a:sym typeface="Times"/>
            </a:endParaRPr>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253"/>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xin thương xót chúng con.</a:t>
            </a:r>
            <a:endParaRPr b="1" sz="8800">
              <a:latin typeface="Times"/>
              <a:ea typeface="Times"/>
              <a:cs typeface="Times"/>
              <a:sym typeface="Times"/>
            </a:endParaRPr>
          </a:p>
        </p:txBody>
      </p: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254"/>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Lạy Chiên Thiên Chúa, Đấng xóa tội trần gian:</a:t>
            </a:r>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255"/>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xin ban bình an cho chúng con.</a:t>
            </a:r>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pic>
        <p:nvPicPr>
          <p:cNvPr descr="A golden chalice and a cross next to a book&#10;&#10;AI-generated content may be incorrect." id="1444" name="Google Shape;1444;p256"/>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sp>
        <p:nvSpPr>
          <p:cNvPr id="1450" name="Google Shape;1450;p257"/>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Anh em như những viên đá sống động,  hãy để Chúa xây</a:t>
            </a:r>
            <a:endParaRPr b="1" sz="8000">
              <a:latin typeface="Times"/>
              <a:ea typeface="Times"/>
              <a:cs typeface="Times"/>
              <a:sym typeface="Times"/>
            </a:endParaRPr>
          </a:p>
        </p:txBody>
      </p:sp>
      <p:sp>
        <p:nvSpPr>
          <p:cNvPr id="1451" name="Google Shape;1451;p257"/>
          <p:cNvSpPr txBox="1"/>
          <p:nvPr/>
        </p:nvSpPr>
        <p:spPr>
          <a:xfrm>
            <a:off x="736600" y="0"/>
            <a:ext cx="7670800" cy="698500"/>
          </a:xfrm>
          <a:prstGeom prst="rect">
            <a:avLst/>
          </a:prstGeom>
          <a:noFill/>
          <a:ln>
            <a:noFill/>
          </a:ln>
        </p:spPr>
        <p:txBody>
          <a:bodyPr anchorCtr="0" anchor="b" bIns="0" lIns="91425" spcFirstLastPara="1" rIns="91425" wrap="square" tIns="0">
            <a:normAutofit/>
          </a:bodyPr>
          <a:lstStyle/>
          <a:p>
            <a:pPr indent="0" lvl="0" marL="0" marR="0" rtl="0" algn="ctr">
              <a:lnSpc>
                <a:spcPct val="90000"/>
              </a:lnSpc>
              <a:spcBef>
                <a:spcPts val="0"/>
              </a:spcBef>
              <a:spcAft>
                <a:spcPts val="0"/>
              </a:spcAft>
              <a:buClr>
                <a:srgbClr val="FF0000"/>
              </a:buClr>
              <a:buSzPts val="4400"/>
              <a:buFont typeface="Times New Roman"/>
              <a:buNone/>
            </a:pPr>
            <a:r>
              <a:rPr b="1" i="0" lang="en-US" sz="4400" u="none" cap="none" strike="noStrike">
                <a:solidFill>
                  <a:srgbClr val="FF0000"/>
                </a:solidFill>
                <a:latin typeface="Times New Roman"/>
                <a:ea typeface="Times New Roman"/>
                <a:cs typeface="Times New Roman"/>
                <a:sym typeface="Times New Roman"/>
              </a:rPr>
              <a:t>CA HIỆP LỄ</a:t>
            </a:r>
            <a:endParaRPr b="1" i="0" sz="6000" u="none" cap="none" strike="noStrike">
              <a:solidFill>
                <a:srgbClr val="7F7F7F"/>
              </a:solidFill>
              <a:latin typeface="Times New Roman"/>
              <a:ea typeface="Times New Roman"/>
              <a:cs typeface="Times New Roman"/>
              <a:sym typeface="Times New Roman"/>
            </a:endParaRPr>
          </a:p>
        </p:txBody>
      </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258"/>
          <p:cNvSpPr txBox="1"/>
          <p:nvPr>
            <p:ph type="ctrTitle"/>
          </p:nvPr>
        </p:nvSpPr>
        <p:spPr>
          <a:xfrm>
            <a:off x="0" y="0"/>
            <a:ext cx="9144000" cy="5143500"/>
          </a:xfrm>
          <a:prstGeom prst="rect">
            <a:avLst/>
          </a:prstGeom>
          <a:solidFill>
            <a:srgbClr val="FF9999">
              <a:alpha val="9803"/>
            </a:srgbClr>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dựng anh em nên toà nhà thiêng liêng, nên hàng tư tế thánh.</a:t>
            </a:r>
            <a:endParaRPr b="1" sz="8800">
              <a:latin typeface="Times"/>
              <a:ea typeface="Times"/>
              <a:cs typeface="Times"/>
              <a:sym typeface="Times"/>
            </a:endParaRPr>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pic>
        <p:nvPicPr>
          <p:cNvPr descr="A gold chalice and two round objects on a plate&#10;&#10;AI-generated content may be incorrect." id="1462" name="Google Shape;1462;p259"/>
          <p:cNvPicPr preferRelativeResize="0"/>
          <p:nvPr/>
        </p:nvPicPr>
        <p:blipFill rotWithShape="1">
          <a:blip r:embed="rId3">
            <a:alphaModFix/>
          </a:blip>
          <a:srcRect b="0" l="0" r="0" t="0"/>
          <a:stretch/>
        </p:blipFill>
        <p:spPr>
          <a:xfrm>
            <a:off x="0" y="921"/>
            <a:ext cx="9144000" cy="5141658"/>
          </a:xfrm>
          <a:prstGeom prst="rect">
            <a:avLst/>
          </a:prstGeom>
          <a:noFill/>
          <a:ln>
            <a:noFill/>
          </a:ln>
        </p:spPr>
      </p:pic>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260"/>
          <p:cNvSpPr txBox="1"/>
          <p:nvPr>
            <p:ph type="ctrTitle"/>
          </p:nvPr>
        </p:nvSpPr>
        <p:spPr>
          <a:xfrm>
            <a:off x="-1" y="0"/>
            <a:ext cx="9144001" cy="5143500"/>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CÓ CŨNG</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NHƯ KHÔNG</a:t>
            </a:r>
            <a:br>
              <a:rPr b="1" lang="en-US" sz="6700">
                <a:solidFill>
                  <a:srgbClr val="FF0000"/>
                </a:solidFill>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26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1. </a:t>
            </a:r>
            <a:r>
              <a:rPr b="1" lang="en-US" sz="8000">
                <a:latin typeface="Times"/>
                <a:ea typeface="Times"/>
                <a:cs typeface="Times"/>
                <a:sym typeface="Times"/>
              </a:rPr>
              <a:t>Có cũng như không dù không hay là có, chớ để âu lo cho lòng thêm</a:t>
            </a:r>
            <a:endParaRPr b="1" sz="8000">
              <a:latin typeface="Times"/>
              <a:ea typeface="Times"/>
              <a:cs typeface="Times"/>
              <a:sym typeface="Times"/>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26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vấn vương. Cuộc đời buồn thương </a:t>
            </a:r>
            <a:br>
              <a:rPr b="1" lang="en-US" sz="8000">
                <a:latin typeface="Times"/>
                <a:ea typeface="Times"/>
                <a:cs typeface="Times"/>
                <a:sym typeface="Times"/>
              </a:rPr>
            </a:br>
            <a:r>
              <a:rPr b="1" lang="en-US" sz="8000">
                <a:latin typeface="Times"/>
                <a:ea typeface="Times"/>
                <a:cs typeface="Times"/>
                <a:sym typeface="Times"/>
              </a:rPr>
              <a:t>khi sống riêng cho mình.</a:t>
            </a:r>
            <a:endParaRPr b="1" sz="8000">
              <a:latin typeface="Times"/>
              <a:ea typeface="Times"/>
              <a:cs typeface="Times"/>
              <a:sym typeface="Times"/>
            </a:endParaRPr>
          </a:p>
        </p:txBody>
      </p:sp>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26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Những gì đang có như gió cuốn mây trời, như bọt bèo trôi lơ lửng mà thôi.</a:t>
            </a:r>
            <a:endParaRPr/>
          </a:p>
        </p:txBody>
      </p:sp>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26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ĐK: </a:t>
            </a:r>
            <a:r>
              <a:rPr b="1" lang="en-US" sz="8000">
                <a:latin typeface="Times"/>
                <a:ea typeface="Times"/>
                <a:cs typeface="Times"/>
                <a:sym typeface="Times"/>
              </a:rPr>
              <a:t>Đời dương thế Chúa ơi có gì đâu, một thoáng tươi màu để rồi</a:t>
            </a:r>
            <a:endParaRPr b="1" sz="8000">
              <a:latin typeface="Times"/>
              <a:ea typeface="Times"/>
              <a:cs typeface="Times"/>
              <a:sym typeface="Times"/>
            </a:endParaRPr>
          </a:p>
        </p:txBody>
      </p:sp>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6" name="Shape 1496"/>
        <p:cNvGrpSpPr/>
        <p:nvPr/>
      </p:nvGrpSpPr>
      <p:grpSpPr>
        <a:xfrm>
          <a:off x="0" y="0"/>
          <a:ext cx="0" cy="0"/>
          <a:chOff x="0" y="0"/>
          <a:chExt cx="0" cy="0"/>
        </a:xfrm>
      </p:grpSpPr>
      <p:sp>
        <p:nvSpPr>
          <p:cNvPr id="1497" name="Google Shape;1497;p26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qua mau. Một kiếp con người chỉ là hạt sương sớm, </a:t>
            </a:r>
            <a:endParaRPr b="1" sz="8800">
              <a:latin typeface="Times"/>
              <a:ea typeface="Times"/>
              <a:cs typeface="Times"/>
              <a:sym typeface="Times"/>
            </a:endParaRPr>
          </a:p>
        </p:txBody>
      </p:sp>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2" name="Shape 1502"/>
        <p:cNvGrpSpPr/>
        <p:nvPr/>
      </p:nvGrpSpPr>
      <p:grpSpPr>
        <a:xfrm>
          <a:off x="0" y="0"/>
          <a:ext cx="0" cy="0"/>
          <a:chOff x="0" y="0"/>
          <a:chExt cx="0" cy="0"/>
        </a:xfrm>
      </p:grpSpPr>
      <p:sp>
        <p:nvSpPr>
          <p:cNvPr id="1503" name="Google Shape;1503;p26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tan dưới nắng </a:t>
            </a:r>
            <a:br>
              <a:rPr b="1" lang="en-US" sz="8000">
                <a:latin typeface="Times"/>
                <a:ea typeface="Times"/>
                <a:cs typeface="Times"/>
                <a:sym typeface="Times"/>
              </a:rPr>
            </a:br>
            <a:r>
              <a:rPr b="1" lang="en-US" sz="8000">
                <a:latin typeface="Times"/>
                <a:ea typeface="Times"/>
                <a:cs typeface="Times"/>
                <a:sym typeface="Times"/>
              </a:rPr>
              <a:t>hồng chỉ còn lại hư không. Lòng cậy trông hy vọng</a:t>
            </a:r>
            <a:endParaRPr b="1" sz="8000">
              <a:latin typeface="Times"/>
              <a:ea typeface="Times"/>
              <a:cs typeface="Times"/>
              <a:sym typeface="Times"/>
            </a:endParaRPr>
          </a:p>
        </p:txBody>
      </p:sp>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26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vào nơi Chúa, không bám níu vào những hư vô trong đời. Lời Chúa gọi</a:t>
            </a:r>
            <a:endParaRPr b="1" sz="8000">
              <a:latin typeface="Times"/>
              <a:ea typeface="Times"/>
              <a:cs typeface="Times"/>
              <a:sym typeface="Times"/>
            </a:endParaRPr>
          </a:p>
        </p:txBody>
      </p: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26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mời này con hãy ngước lên, chính Chúa sẽ là hết mọi sự cho con.</a:t>
            </a:r>
            <a:endParaRPr b="1" sz="8000">
              <a:latin typeface="Times"/>
              <a:ea typeface="Times"/>
              <a:cs typeface="Times"/>
              <a:sym typeface="Times"/>
            </a:endParaRPr>
          </a:p>
        </p:txBody>
      </p:sp>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26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2. </a:t>
            </a:r>
            <a:r>
              <a:rPr b="1" lang="en-US" sz="7700">
                <a:latin typeface="Times"/>
                <a:ea typeface="Times"/>
                <a:cs typeface="Times"/>
                <a:sym typeface="Times"/>
              </a:rPr>
              <a:t>Có cũng như không là trong tinh thần Chúa, như thể hoa sen giữa bùn</a:t>
            </a:r>
            <a:endParaRPr b="1" sz="8000">
              <a:latin typeface="Times"/>
              <a:ea typeface="Times"/>
              <a:cs typeface="Times"/>
              <a:sym typeface="Times"/>
            </a:endParaRPr>
          </a:p>
        </p:txBody>
      </p:sp>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27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không nhuốm tanh. Lòng đừng đua tranh bao tính toan danh lợi. </a:t>
            </a:r>
            <a:endParaRPr/>
          </a:p>
        </p:txBody>
      </p:sp>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27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Cuộc đời phù hoa trong phút chốc phai nhòa,</a:t>
            </a:r>
            <a:endParaRPr b="1" sz="8800">
              <a:latin typeface="Times"/>
              <a:ea typeface="Times"/>
              <a:cs typeface="Times"/>
              <a:sym typeface="Times"/>
            </a:endParaRPr>
          </a:p>
        </p:txBody>
      </p:sp>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27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sẽ chẳng còn chi tất cả tàn suy.</a:t>
            </a:r>
            <a:endParaRPr/>
          </a:p>
        </p:txBody>
      </p:sp>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27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ĐK: </a:t>
            </a:r>
            <a:r>
              <a:rPr b="1" lang="en-US" sz="8000">
                <a:latin typeface="Times"/>
                <a:ea typeface="Times"/>
                <a:cs typeface="Times"/>
                <a:sym typeface="Times"/>
              </a:rPr>
              <a:t>Đời dương thế Chúa ơi có gì đâu, một thoáng tươi màu để rồi</a:t>
            </a:r>
            <a:endParaRPr b="1" sz="8000">
              <a:latin typeface="Times"/>
              <a:ea typeface="Times"/>
              <a:cs typeface="Times"/>
              <a:sym typeface="Times"/>
            </a:endParaRPr>
          </a:p>
        </p:txBody>
      </p:sp>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27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qua mau. Một kiếp con người chỉ là hạt sương sớm, </a:t>
            </a:r>
            <a:endParaRPr b="1" sz="8800">
              <a:latin typeface="Times"/>
              <a:ea typeface="Times"/>
              <a:cs typeface="Times"/>
              <a:sym typeface="Times"/>
            </a:endParaRPr>
          </a:p>
        </p:txBody>
      </p:sp>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p27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tan dưới nắng </a:t>
            </a:r>
            <a:br>
              <a:rPr b="1" lang="en-US" sz="8000">
                <a:latin typeface="Times"/>
                <a:ea typeface="Times"/>
                <a:cs typeface="Times"/>
                <a:sym typeface="Times"/>
              </a:rPr>
            </a:br>
            <a:r>
              <a:rPr b="1" lang="en-US" sz="8000">
                <a:latin typeface="Times"/>
                <a:ea typeface="Times"/>
                <a:cs typeface="Times"/>
                <a:sym typeface="Times"/>
              </a:rPr>
              <a:t>hồng chỉ còn lại hư không. Lòng cậy trông hy vọng</a:t>
            </a:r>
            <a:endParaRPr b="1" sz="8000">
              <a:latin typeface="Times"/>
              <a:ea typeface="Times"/>
              <a:cs typeface="Times"/>
              <a:sym typeface="Times"/>
            </a:endParaRPr>
          </a:p>
        </p:txBody>
      </p:sp>
    </p:spTree>
  </p:cSld>
  <p:clrMapOvr>
    <a:masterClrMapping/>
  </p:clrMapOvr>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27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vào nơi Chúa, không bám níu vào những hư vô trong đời. Lời Chúa gọi</a:t>
            </a:r>
            <a:endParaRPr b="1" sz="8000">
              <a:latin typeface="Times"/>
              <a:ea typeface="Times"/>
              <a:cs typeface="Times"/>
              <a:sym typeface="Times"/>
            </a:endParaRPr>
          </a:p>
        </p:txBody>
      </p:sp>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27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mời này con hãy ngước lên, chính Chúa sẽ là hết mọi sự cho con.</a:t>
            </a:r>
            <a:endParaRPr b="1" sz="8000">
              <a:latin typeface="Times"/>
              <a:ea typeface="Times"/>
              <a:cs typeface="Times"/>
              <a:sym typeface="Times"/>
            </a:endParaRPr>
          </a:p>
        </p:txBody>
      </p:sp>
    </p:spTree>
  </p:cSld>
  <p:clrMapOvr>
    <a:masterClrMapping/>
  </p:clrMapOvr>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3" name="Shape 1573"/>
        <p:cNvGrpSpPr/>
        <p:nvPr/>
      </p:nvGrpSpPr>
      <p:grpSpPr>
        <a:xfrm>
          <a:off x="0" y="0"/>
          <a:ext cx="0" cy="0"/>
          <a:chOff x="0" y="0"/>
          <a:chExt cx="0" cy="0"/>
        </a:xfrm>
      </p:grpSpPr>
      <p:pic>
        <p:nvPicPr>
          <p:cNvPr descr="Có thể là hình ảnh về Đài phun nước Trevi, Quảng trường Piazza di Spagna và văn bản cho biết 'O1 09 11 มนม ่ปหปด CLEMENS-XIT-PON Cung Hiến Thánh Đường M BAPT-ET-EVANG LATÊRANO &quot;Đển Thờ ĐỨC Giesu muỗn nôi Ở đây lã chình thân thể Người.&quot; (Ga2 (Ga2,1322] Ga 2, 1322 ศวเดรือ'" id="1574" name="Google Shape;1574;p278"/>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279"/>
          <p:cNvSpPr txBox="1"/>
          <p:nvPr>
            <p:ph type="ctrTitle"/>
          </p:nvPr>
        </p:nvSpPr>
        <p:spPr>
          <a:xfrm>
            <a:off x="0" y="0"/>
            <a:ext cx="9144000" cy="5143499"/>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KẾT LỄ</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MẸ CÓ THẤU</a:t>
            </a:r>
            <a:br>
              <a:rPr b="1" lang="en-US" sz="6700">
                <a:solidFill>
                  <a:srgbClr val="FF0000"/>
                </a:solidFill>
                <a:latin typeface="Times New Roman"/>
                <a:ea typeface="Times New Roman"/>
                <a:cs typeface="Times New Roman"/>
                <a:sym typeface="Times New Roman"/>
              </a:rPr>
            </a:br>
            <a:r>
              <a:rPr b="1" i="1" lang="en-US" sz="5400">
                <a:solidFill>
                  <a:srgbClr val="7F7F7F"/>
                </a:solidFill>
                <a:latin typeface="Times New Roman"/>
                <a:ea typeface="Times New Roman"/>
                <a:cs typeface="Times New Roman"/>
                <a:sym typeface="Times New Roman"/>
              </a:rPr>
              <a:t>(Sr.  Hương Đan)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id="1585" name="Google Shape;1585;p28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1.</a:t>
            </a:r>
            <a:r>
              <a:rPr b="1" lang="en-US" sz="8000">
                <a:latin typeface="Times"/>
                <a:ea typeface="Times"/>
                <a:cs typeface="Times"/>
                <a:sym typeface="Times"/>
              </a:rPr>
              <a:t> Mẹ ơi! Mẹ có thấu, tiếng khóc than của bao linh hồn trong nơi</a:t>
            </a:r>
            <a:endParaRPr b="1" sz="8000">
              <a:latin typeface="Times"/>
              <a:ea typeface="Times"/>
              <a:cs typeface="Times"/>
              <a:sym typeface="Times"/>
            </a:endParaRPr>
          </a:p>
        </p:txBody>
      </p:sp>
    </p:spTree>
  </p:cSld>
  <p:clrMapOvr>
    <a:masterClrMapping/>
  </p:clrMapOvr>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28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luyện hình. Từng ngày dài trông ngóng Mẹ hộ phù đỡ nâng  </a:t>
            </a:r>
            <a:endParaRPr/>
          </a:p>
        </p:txBody>
      </p:sp>
    </p:spTree>
  </p:cSld>
  <p:clrMapOvr>
    <a:masterClrMapping/>
  </p:clrMapOvr>
</p:sld>
</file>

<file path=ppt/slides/slide2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6" name="Shape 1596"/>
        <p:cNvGrpSpPr/>
        <p:nvPr/>
      </p:nvGrpSpPr>
      <p:grpSpPr>
        <a:xfrm>
          <a:off x="0" y="0"/>
          <a:ext cx="0" cy="0"/>
          <a:chOff x="0" y="0"/>
          <a:chExt cx="0" cy="0"/>
        </a:xfrm>
      </p:grpSpPr>
      <p:sp>
        <p:nvSpPr>
          <p:cNvPr id="1597" name="Google Shape;1597;p28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đem rời xa khỏi chốn tối tăm. Mẹ ơi! Mẹ có thấu tiếng khấn van</a:t>
            </a:r>
            <a:endParaRPr b="1" sz="8000">
              <a:latin typeface="Times"/>
              <a:ea typeface="Times"/>
              <a:cs typeface="Times"/>
              <a:sym typeface="Times"/>
            </a:endParaRPr>
          </a:p>
        </p:txBody>
      </p:sp>
    </p:spTree>
  </p:cSld>
  <p:clrMapOvr>
    <a:masterClrMapping/>
  </p:clrMapOvr>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p28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con đang khẩn cầu cho bao linh hồn. Dù một ngày </a:t>
            </a:r>
            <a:br>
              <a:rPr b="1" lang="en-US" sz="8000">
                <a:latin typeface="Times"/>
                <a:ea typeface="Times"/>
                <a:cs typeface="Times"/>
                <a:sym typeface="Times"/>
              </a:rPr>
            </a:br>
            <a:r>
              <a:rPr b="1" lang="en-US" sz="8000">
                <a:latin typeface="Times"/>
                <a:ea typeface="Times"/>
                <a:cs typeface="Times"/>
                <a:sym typeface="Times"/>
              </a:rPr>
              <a:t>phiêu lãng</a:t>
            </a:r>
            <a:endParaRPr b="1" sz="8000">
              <a:latin typeface="Times"/>
              <a:ea typeface="Times"/>
              <a:cs typeface="Times"/>
              <a:sym typeface="Times"/>
            </a:endParaRPr>
          </a:p>
        </p:txBody>
      </p:sp>
    </p:spTree>
  </p:cSld>
  <p:clrMapOvr>
    <a:masterClrMapping/>
  </p:clrMapOvr>
</p:sld>
</file>

<file path=ppt/slides/slide2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28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 và chiều về bỗng nghe tâm hồn thống hối bao lỗi lầm.</a:t>
            </a:r>
            <a:endParaRPr/>
          </a:p>
        </p:txBody>
      </p:sp>
    </p:spTree>
  </p:cSld>
  <p:clrMapOvr>
    <a:masterClrMapping/>
  </p:clrMapOvr>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28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ĐK: </a:t>
            </a:r>
            <a:r>
              <a:rPr b="1" lang="en-US" sz="8000">
                <a:latin typeface="Times"/>
                <a:ea typeface="Times"/>
                <a:cs typeface="Times"/>
                <a:sym typeface="Times"/>
              </a:rPr>
              <a:t>Hỡi Mẹ nhân lành! Nguyện xin thương đến lời con kêu khấn từ nơi</a:t>
            </a:r>
            <a:endParaRPr b="1" sz="8000">
              <a:latin typeface="Times"/>
              <a:ea typeface="Times"/>
              <a:cs typeface="Times"/>
              <a:sym typeface="Times"/>
            </a:endParaRPr>
          </a:p>
        </p:txBody>
      </p:sp>
    </p:spTree>
  </p:cSld>
  <p:clrMapOvr>
    <a:masterClrMapping/>
  </p:clrMapOvr>
</p:sld>
</file>

<file path=ppt/slides/slide2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0" name="Shape 1620"/>
        <p:cNvGrpSpPr/>
        <p:nvPr/>
      </p:nvGrpSpPr>
      <p:grpSpPr>
        <a:xfrm>
          <a:off x="0" y="0"/>
          <a:ext cx="0" cy="0"/>
          <a:chOff x="0" y="0"/>
          <a:chExt cx="0" cy="0"/>
        </a:xfrm>
      </p:grpSpPr>
      <p:sp>
        <p:nvSpPr>
          <p:cNvPr id="1621" name="Google Shape;1621;p28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thế gian bùn nhơ. Hỡi Mẹ nhân lành, nguyện xin thương đến lời con kêu</a:t>
            </a:r>
            <a:endParaRPr b="1" sz="8000">
              <a:latin typeface="Times"/>
              <a:ea typeface="Times"/>
              <a:cs typeface="Times"/>
              <a:sym typeface="Times"/>
            </a:endParaRPr>
          </a:p>
        </p:txBody>
      </p:sp>
    </p:spTree>
  </p:cSld>
  <p:clrMapOvr>
    <a:masterClrMapping/>
  </p:clrMapOvr>
</p:sld>
</file>

<file path=ppt/slides/slide2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p28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khấn vì bao tháng năm mong chờ.</a:t>
            </a:r>
            <a:endParaRPr/>
          </a:p>
        </p:txBody>
      </p:sp>
    </p:spTree>
  </p:cSld>
  <p:clrMapOvr>
    <a:masterClrMapping/>
  </p:clrMapOvr>
</p:sld>
</file>

<file path=ppt/slides/slide2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pic>
        <p:nvPicPr>
          <p:cNvPr descr="Có thể là hình ảnh về Đài phun nước Trevi, Quảng trường Piazza di Spagna và văn bản cho biết 'O1 09 11 มนม ่ปหปด CLEMENS-XIT-PON Cung Hiến Thánh Đường M BAPT-ET-EVANG LATÊRANO &quot;Đển Thờ ĐỨC Giesu muỗn nôi Ở đây lã chình thân thể Người.&quot; (Ga2 (Ga2,1322] Ga 2, 1322 ศวเดรือ'" id="1632" name="Google Shape;1632;p288"/>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