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7"/>
  </p:notesMasterIdLst>
  <p:sldIdLst>
    <p:sldId id="11058" r:id="rId2"/>
    <p:sldId id="321" r:id="rId3"/>
    <p:sldId id="371" r:id="rId4"/>
    <p:sldId id="322" r:id="rId5"/>
    <p:sldId id="372" r:id="rId6"/>
    <p:sldId id="323" r:id="rId7"/>
    <p:sldId id="9865" r:id="rId8"/>
    <p:sldId id="324" r:id="rId9"/>
    <p:sldId id="9866" r:id="rId10"/>
    <p:sldId id="9867" r:id="rId11"/>
    <p:sldId id="10719" r:id="rId12"/>
    <p:sldId id="10720" r:id="rId13"/>
    <p:sldId id="9869" r:id="rId14"/>
    <p:sldId id="9870" r:id="rId15"/>
    <p:sldId id="9871" r:id="rId16"/>
    <p:sldId id="9872" r:id="rId17"/>
    <p:sldId id="9873" r:id="rId18"/>
    <p:sldId id="9874" r:id="rId19"/>
    <p:sldId id="10721" r:id="rId20"/>
    <p:sldId id="10722" r:id="rId21"/>
    <p:sldId id="10723" r:id="rId22"/>
    <p:sldId id="10724" r:id="rId23"/>
    <p:sldId id="10725"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9907" r:id="rId50"/>
    <p:sldId id="9908" r:id="rId51"/>
    <p:sldId id="9909" r:id="rId52"/>
    <p:sldId id="9910" r:id="rId53"/>
    <p:sldId id="9911" r:id="rId54"/>
    <p:sldId id="9912" r:id="rId55"/>
    <p:sldId id="9913" r:id="rId56"/>
    <p:sldId id="9914" r:id="rId57"/>
    <p:sldId id="9915" r:id="rId58"/>
    <p:sldId id="9916" r:id="rId59"/>
    <p:sldId id="9917" r:id="rId60"/>
    <p:sldId id="9918" r:id="rId61"/>
    <p:sldId id="9919" r:id="rId62"/>
    <p:sldId id="9920" r:id="rId63"/>
    <p:sldId id="9921" r:id="rId64"/>
    <p:sldId id="9922" r:id="rId65"/>
    <p:sldId id="9923" r:id="rId66"/>
    <p:sldId id="9924" r:id="rId67"/>
    <p:sldId id="9925" r:id="rId68"/>
    <p:sldId id="9926" r:id="rId69"/>
    <p:sldId id="9927" r:id="rId70"/>
    <p:sldId id="9928" r:id="rId71"/>
    <p:sldId id="9929" r:id="rId72"/>
    <p:sldId id="9930" r:id="rId73"/>
    <p:sldId id="9931" r:id="rId74"/>
    <p:sldId id="9932" r:id="rId75"/>
    <p:sldId id="9933" r:id="rId76"/>
    <p:sldId id="9934" r:id="rId77"/>
    <p:sldId id="9935" r:id="rId78"/>
    <p:sldId id="341" r:id="rId79"/>
    <p:sldId id="409" r:id="rId80"/>
    <p:sldId id="342" r:id="rId81"/>
    <p:sldId id="417" r:id="rId82"/>
    <p:sldId id="343" r:id="rId83"/>
    <p:sldId id="344" r:id="rId84"/>
    <p:sldId id="9936" r:id="rId85"/>
    <p:sldId id="345" r:id="rId86"/>
    <p:sldId id="418" r:id="rId87"/>
    <p:sldId id="346" r:id="rId88"/>
    <p:sldId id="347" r:id="rId89"/>
    <p:sldId id="412" r:id="rId90"/>
    <p:sldId id="348" r:id="rId91"/>
    <p:sldId id="349" r:id="rId92"/>
    <p:sldId id="350" r:id="rId93"/>
    <p:sldId id="419" r:id="rId94"/>
    <p:sldId id="351" r:id="rId95"/>
    <p:sldId id="413" r:id="rId96"/>
    <p:sldId id="352" r:id="rId97"/>
    <p:sldId id="353" r:id="rId98"/>
    <p:sldId id="415" r:id="rId99"/>
    <p:sldId id="354" r:id="rId100"/>
    <p:sldId id="355" r:id="rId101"/>
    <p:sldId id="401" r:id="rId102"/>
    <p:sldId id="356" r:id="rId103"/>
    <p:sldId id="402" r:id="rId104"/>
    <p:sldId id="357" r:id="rId105"/>
    <p:sldId id="403" r:id="rId106"/>
    <p:sldId id="358" r:id="rId107"/>
    <p:sldId id="359" r:id="rId108"/>
    <p:sldId id="405" r:id="rId109"/>
    <p:sldId id="9984" r:id="rId110"/>
    <p:sldId id="406" r:id="rId111"/>
    <p:sldId id="408" r:id="rId112"/>
    <p:sldId id="365" r:id="rId113"/>
    <p:sldId id="9985" r:id="rId114"/>
    <p:sldId id="366" r:id="rId115"/>
    <p:sldId id="9961" r:id="rId116"/>
    <p:sldId id="423" r:id="rId117"/>
    <p:sldId id="424" r:id="rId118"/>
    <p:sldId id="11342" r:id="rId119"/>
    <p:sldId id="10283" r:id="rId120"/>
    <p:sldId id="10284" r:id="rId121"/>
    <p:sldId id="10790" r:id="rId122"/>
    <p:sldId id="11110" r:id="rId123"/>
    <p:sldId id="10417" r:id="rId124"/>
    <p:sldId id="11309" r:id="rId125"/>
    <p:sldId id="11310" r:id="rId126"/>
    <p:sldId id="11343" r:id="rId127"/>
    <p:sldId id="10180" r:id="rId128"/>
    <p:sldId id="10181" r:id="rId129"/>
    <p:sldId id="10258" r:id="rId130"/>
    <p:sldId id="10259" r:id="rId131"/>
    <p:sldId id="10260" r:id="rId132"/>
    <p:sldId id="10261" r:id="rId133"/>
    <p:sldId id="10262" r:id="rId134"/>
    <p:sldId id="10264" r:id="rId135"/>
    <p:sldId id="10265" r:id="rId136"/>
    <p:sldId id="10266" r:id="rId137"/>
    <p:sldId id="10267" r:id="rId138"/>
    <p:sldId id="10268" r:id="rId139"/>
    <p:sldId id="10269" r:id="rId140"/>
    <p:sldId id="10270" r:id="rId141"/>
    <p:sldId id="10271" r:id="rId142"/>
    <p:sldId id="10272" r:id="rId143"/>
    <p:sldId id="11344" r:id="rId144"/>
    <p:sldId id="385" r:id="rId145"/>
    <p:sldId id="10256" r:id="rId146"/>
    <p:sldId id="10142" r:id="rId147"/>
    <p:sldId id="11226" r:id="rId148"/>
    <p:sldId id="10501" r:id="rId149"/>
    <p:sldId id="11225" r:id="rId150"/>
    <p:sldId id="10982" r:id="rId151"/>
    <p:sldId id="11311" r:id="rId152"/>
    <p:sldId id="11312" r:id="rId153"/>
    <p:sldId id="11313" r:id="rId154"/>
    <p:sldId id="11314" r:id="rId155"/>
    <p:sldId id="11315" r:id="rId156"/>
    <p:sldId id="11316" r:id="rId157"/>
    <p:sldId id="11317" r:id="rId158"/>
    <p:sldId id="11318" r:id="rId159"/>
    <p:sldId id="11319" r:id="rId160"/>
    <p:sldId id="11320" r:id="rId161"/>
    <p:sldId id="11307" r:id="rId162"/>
    <p:sldId id="11345" r:id="rId163"/>
    <p:sldId id="10280" r:id="rId164"/>
    <p:sldId id="11168" r:id="rId165"/>
    <p:sldId id="11321" r:id="rId166"/>
    <p:sldId id="11346" r:id="rId167"/>
    <p:sldId id="9864" r:id="rId168"/>
    <p:sldId id="10316" r:id="rId169"/>
    <p:sldId id="10317" r:id="rId170"/>
    <p:sldId id="10318" r:id="rId171"/>
    <p:sldId id="10319" r:id="rId172"/>
    <p:sldId id="10320" r:id="rId173"/>
    <p:sldId id="10321" r:id="rId174"/>
    <p:sldId id="10322" r:id="rId175"/>
    <p:sldId id="10323" r:id="rId176"/>
    <p:sldId id="10324" r:id="rId177"/>
    <p:sldId id="10325" r:id="rId178"/>
    <p:sldId id="10337" r:id="rId179"/>
    <p:sldId id="10326" r:id="rId180"/>
    <p:sldId id="10327" r:id="rId181"/>
    <p:sldId id="10328" r:id="rId182"/>
    <p:sldId id="10336" r:id="rId183"/>
    <p:sldId id="10329" r:id="rId184"/>
    <p:sldId id="10330" r:id="rId185"/>
    <p:sldId id="10331" r:id="rId186"/>
    <p:sldId id="10332" r:id="rId187"/>
    <p:sldId id="10333" r:id="rId188"/>
    <p:sldId id="10334" r:id="rId189"/>
    <p:sldId id="10335" r:id="rId190"/>
    <p:sldId id="11347" r:id="rId191"/>
    <p:sldId id="10651" r:id="rId192"/>
    <p:sldId id="10652" r:id="rId193"/>
    <p:sldId id="10653" r:id="rId194"/>
    <p:sldId id="10918" r:id="rId195"/>
    <p:sldId id="11169" r:id="rId196"/>
    <p:sldId id="11275" r:id="rId197"/>
    <p:sldId id="11322" r:id="rId198"/>
    <p:sldId id="11323" r:id="rId199"/>
    <p:sldId id="11324" r:id="rId200"/>
    <p:sldId id="11325" r:id="rId201"/>
    <p:sldId id="11326" r:id="rId202"/>
    <p:sldId id="11327" r:id="rId203"/>
    <p:sldId id="11328" r:id="rId204"/>
    <p:sldId id="11329" r:id="rId205"/>
    <p:sldId id="11330" r:id="rId206"/>
    <p:sldId id="11221" r:id="rId207"/>
    <p:sldId id="10252" r:id="rId208"/>
    <p:sldId id="11182" r:id="rId209"/>
    <p:sldId id="10212" r:id="rId210"/>
    <p:sldId id="10823" r:id="rId211"/>
    <p:sldId id="10931" r:id="rId212"/>
    <p:sldId id="11185" r:id="rId213"/>
    <p:sldId id="10932" r:id="rId214"/>
    <p:sldId id="11247" r:id="rId215"/>
    <p:sldId id="11248" r:id="rId216"/>
    <p:sldId id="11331" r:id="rId217"/>
    <p:sldId id="11332" r:id="rId218"/>
    <p:sldId id="11333" r:id="rId219"/>
    <p:sldId id="11335" r:id="rId220"/>
    <p:sldId id="11336" r:id="rId221"/>
    <p:sldId id="11337" r:id="rId222"/>
    <p:sldId id="11338" r:id="rId223"/>
    <p:sldId id="11339" r:id="rId224"/>
    <p:sldId id="11340" r:id="rId225"/>
    <p:sldId id="11341" r:id="rId226"/>
    <p:sldId id="11348" r:id="rId227"/>
    <p:sldId id="10769" r:id="rId228"/>
    <p:sldId id="10253" r:id="rId229"/>
    <p:sldId id="11006" r:id="rId230"/>
    <p:sldId id="11007" r:id="rId231"/>
    <p:sldId id="11059" r:id="rId232"/>
    <p:sldId id="11297" r:id="rId233"/>
    <p:sldId id="11298" r:id="rId234"/>
    <p:sldId id="11299" r:id="rId235"/>
    <p:sldId id="11349" r:id="rId23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37" autoAdjust="0"/>
    <p:restoredTop sz="94660"/>
  </p:normalViewPr>
  <p:slideViewPr>
    <p:cSldViewPr snapToGrid="0">
      <p:cViewPr varScale="1">
        <p:scale>
          <a:sx n="138" d="100"/>
          <a:sy n="138" d="100"/>
        </p:scale>
        <p:origin x="546" y="114"/>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20304"/>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presProps" Target="presProps.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viewProps" Target="viewProp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theme" Target="theme/theme1.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microsoft.com/office/2016/11/relationships/changesInfo" Target="changesInfos/changesInfo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microsoft.com/office/2015/10/relationships/revisionInfo" Target="revisionInfo.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9/13/2025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C5BE-6CBE-5290-25FF-ADD0BBE6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2AEDA-CBC4-9D00-6C7B-304902630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2A7FA-269C-6651-E484-7DE31886A8C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E56FFFE-B3F2-F244-29A2-F731B20CEFA2}"/>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3026331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E4A69-C8D0-1908-D39C-FF30EDDE4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A0ADD-6881-BBA2-AA6A-B73B80F653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2313C-4ECA-2160-54D3-B1A393130E8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3EB6B04-6E38-216D-A2B0-F7B39F7A749C}"/>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1877182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81214-DF3A-8ACB-ED00-74CE9F06DA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CA158-EE0C-9A28-762F-71AEEA5E9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08BA20-12E5-CF06-0EF1-01924E4DB51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309603B-0214-FAC6-BA81-F36A2806CAAA}"/>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2194793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E8A0-004E-DDA7-49D9-F2EC44F52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0661C-3AD4-E70C-EA96-CF8C8BC6E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58666-30B4-DA9F-3C54-7020567EF12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BC42151-60BF-C984-F34D-4829022F1D91}"/>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16711890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17FEA-3A18-8D0F-A8D6-136A5C15C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B78136-39DE-02EF-57DC-D9A3B31835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A1701-04F8-D43B-28A4-8D9DBC83499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0215AF4-F02B-4A70-EEC0-BA73DE6773F9}"/>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5081671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FE01F-E87F-AB06-5E50-94986DC94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932F8-74F3-14AA-BFA7-1A9B66AF38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CBF14-2834-3461-7F6C-5C2A3219C74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8330128-9058-72CC-313A-5D0997F2AB33}"/>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31840728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8C743-8C63-991A-67B5-48295D4170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DCAB4F-86D4-3B58-B4E0-8492C21DF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AF87B6-016E-5AB2-AFB5-6A07B359D04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09D0D50-80BC-BEDD-DBFF-092B84858E40}"/>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36332575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32A2C-AD87-C1BD-1DF4-2812CC408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73098F-8884-7BE0-5CE3-922A416F1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002E3D-3B63-B85C-15C8-17966BDBA36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D3C7C1C-0F19-DB0A-2A60-8AE084A77A45}"/>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18179443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EAF37-679A-0D9B-209F-B00B48317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32F91-2BAC-B726-A746-ED59468979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C1365-CBED-F336-07F5-5D1CC5A2FD40}"/>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100CBEA-2D39-D434-D5D4-5775539736D2}"/>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15172678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91AA5-8A1A-43FF-8D69-1675B8ED7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5AEE7-690E-B056-0273-2AFC42C98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C94D3A-C4CB-D002-62ED-357F057F30C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73DF70C-365D-DE9C-AA38-96D9CEFBAE92}"/>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12189802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D76D7-03CA-543D-B391-17F9FC0DDE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3AD98E-0572-EE2D-E694-F902780FBE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2E744-A88E-534E-D55C-11F7FBBEBA4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67E047E-F91F-4CEE-E444-B4427103CC1F}"/>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26240114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EE26-C0CF-B1FC-3873-66A5C859B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9836E7-AD23-BEBC-5929-59BB877CF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C7C555-C813-A0B4-D47F-E738424C833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05F6066-79AE-5985-971A-CD893445CEE7}"/>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16253155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D652B-5903-C6B5-FABF-F7A00780A1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BB634-DB32-ABB0-155A-4F8E4E003A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32BBD-E73A-B307-974E-B2AEAB67CA7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DAC1475-039B-4A37-4635-FDD8F7541FE4}"/>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25589021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12D45-FBD4-D8DF-651F-76B1F5152E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087003-633C-DF45-E7BF-EB0787300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808E15-B974-D169-BA57-A42B0F90B50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2A75FAC-3A69-A75B-5D04-632AC28B2F20}"/>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22319019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C2E7A-8444-EE61-EDDF-C33807AAD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7FEC94-44B2-E92E-380D-C13DA60C15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AE3E53-1FD3-3E5B-A5DA-7E0B44D086C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31269DD-330D-5A1C-2A59-CF147E59469D}"/>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19506796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EC8B2-44C4-CA2E-0097-7E2677CEC3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CB438-DF83-0CB9-88CB-234F6C3BE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B8C8CD-CA94-908C-CD77-A0EE435004A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E97092B-5076-8199-49F4-1EFD370E6060}"/>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6603070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192</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193</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94134-465E-40FE-CDBB-CD4A4B17F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2BF66-791D-57DB-AC10-6AE881C2F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ECCE4-A970-9A7D-E0C2-55DB0E7C40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44A3820-EC9C-43D2-B136-6CCA99DAA194}"/>
              </a:ext>
            </a:extLst>
          </p:cNvPr>
          <p:cNvSpPr>
            <a:spLocks noGrp="1"/>
          </p:cNvSpPr>
          <p:nvPr>
            <p:ph type="sldNum" sz="quarter" idx="5"/>
          </p:nvPr>
        </p:nvSpPr>
        <p:spPr/>
        <p:txBody>
          <a:bodyPr/>
          <a:lstStyle/>
          <a:p>
            <a:fld id="{648246CF-7178-41AD-B6F8-BACEEA28FBE0}" type="slidenum">
              <a:rPr lang="en-US" smtClean="0"/>
              <a:t>194</a:t>
            </a:fld>
            <a:endParaRPr lang="en-US"/>
          </a:p>
        </p:txBody>
      </p:sp>
    </p:spTree>
    <p:extLst>
      <p:ext uri="{BB962C8B-B14F-4D97-AF65-F5344CB8AC3E}">
        <p14:creationId xmlns:p14="http://schemas.microsoft.com/office/powerpoint/2010/main" val="41594582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6320-73AF-EDC3-624C-D215A9F3B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C8461-07FD-5985-BFD9-09DC99FC4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5395F-9C49-D307-299B-7EE2E8BB1B7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6DC2865-5F25-2A43-563B-7C12DB555A53}"/>
              </a:ext>
            </a:extLst>
          </p:cNvPr>
          <p:cNvSpPr>
            <a:spLocks noGrp="1"/>
          </p:cNvSpPr>
          <p:nvPr>
            <p:ph type="sldNum" sz="quarter" idx="5"/>
          </p:nvPr>
        </p:nvSpPr>
        <p:spPr/>
        <p:txBody>
          <a:bodyPr/>
          <a:lstStyle/>
          <a:p>
            <a:fld id="{648246CF-7178-41AD-B6F8-BACEEA28FBE0}" type="slidenum">
              <a:rPr lang="en-US" smtClean="0"/>
              <a:t>195</a:t>
            </a:fld>
            <a:endParaRPr lang="en-US"/>
          </a:p>
        </p:txBody>
      </p:sp>
    </p:spTree>
    <p:extLst>
      <p:ext uri="{BB962C8B-B14F-4D97-AF65-F5344CB8AC3E}">
        <p14:creationId xmlns:p14="http://schemas.microsoft.com/office/powerpoint/2010/main" val="6474012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DFE45-19CA-6CCC-87F0-4DA3EF96B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97295-0605-C6B9-E260-77E88F8BE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9E36D-3AE5-B137-3144-B7129000F71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3B4CB7C-B8C2-BE08-8250-B389282D24E9}"/>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20591547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4257C-9A69-5700-0F84-23D93B811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08DE7-CA8C-4F75-E36B-621D1D74B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A1F2A-8447-A2D5-A204-03358F1C9EE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BE9CAA6-2E63-8F1D-D63A-01594B254388}"/>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26909664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6316C-BFF6-2080-8AFA-55E4080B0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DC2F1-A3EF-BEC4-2619-F5A9F4C8B3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7B8C1-2995-2805-850E-8E979177AF8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E573B9C-CC03-5F69-4ABB-71DF73282A59}"/>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42704663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E4CA0-6847-F66D-C0E6-76725E2D4B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FC1D51-ED51-4269-50DB-E94358C635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679183-4117-E515-C51D-AB77DD5AA99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9BE11B3-523D-93C6-CE63-68447256D1AB}"/>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29637335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DAD9A-11B4-A896-F33C-83C5CD197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FD908-E45F-0A1E-EF30-F7063157B8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2BE3EC-56D0-7FB3-DEFB-FDD1A17F479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1D335FA-1757-6930-26C2-30A8F68E132F}"/>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25215067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5A011-8854-696E-84C2-557EE1E88B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CCC6F-7D72-6E36-473E-39073B8699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D3C7F4-1606-536D-6F3B-7E3245072B4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0797C86-03ED-A89F-CB79-627BA862347D}"/>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23192530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8D2CE-01AD-234F-2D8B-F1939AD6B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2D8B5-9B98-3FEF-1092-7A6118A5FD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4D904-87BE-17EA-5517-61332976192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DF50DD8-0DEE-AEB1-9097-DEF2D6B40675}"/>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27860578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0EC21-50FF-4CD5-CBCA-BD01648B07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A19F65-EE14-DEBA-8706-CE5D22241A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A9B35F-A427-9B69-E3B8-69B72FE5F80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F79185A-0FBA-10F5-5FF4-F0B35CD28A2C}"/>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3883902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E5086-8E4A-1D14-5429-2DAE56CB8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0FA24-E19C-7BAE-9B45-CA48DBFC3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4E630-0ACE-EB8F-97A6-21BE33FDEA9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D985CB2-657D-0CD9-4D81-989701CD7976}"/>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1569145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3D66F-552F-9A3A-7823-DEA91B3CE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36333-2FA3-5496-5236-5A1CE2F13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CB6F0-D179-752D-4D35-30B281B63E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1536740-C6E7-7E69-6AF9-301D5BED38BB}"/>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69842239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4B23A-4467-2AF3-387F-21F7C81B1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5E63A-E958-0DB9-5265-D1CEE2CCB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5C477-C969-045C-8B56-8F8F0779F90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23F1916-14F3-DEB4-7A18-6C4FFF8BC281}"/>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49812762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0F33D-8EB8-3952-EFA8-B888F36062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F2FD8-33CF-2344-1C61-9DB556A29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2C061-B8FB-FDF6-D09F-C0336A5B314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425203F-F96E-10D4-5098-3DFBAAA7CBB8}"/>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36968846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505F3-B30E-CCBD-1111-BB6D3F284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1B54E-C675-66B8-BB0E-1E579B201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53AB8-ED71-1FF3-2552-3D2CA9A80F3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9A2D5DA-21A2-2AF2-D345-DAE978D21BCC}"/>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120341795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5E468-558F-8F5C-587F-4A12FDE2F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F7FDC-BB84-4E2A-CE42-279761089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F23287-A62A-6CB8-DD21-9C3934E7584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B6081A-8C33-F048-75F4-0B8E5F836A86}"/>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2057772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4B675-98EA-777E-1356-2480A0543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CCD6E-BA09-F37C-7D3B-558AD3E458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47AC57-F8A5-2A79-5DC1-4DADF1D8841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3CD8068-CAE8-E3B2-3557-46B890233DB0}"/>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31659564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1C8D5-5313-EEEE-C3AE-E1EAB15EB1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31BDA-407C-1FE2-2A35-2DCD9226C1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D7F3E0-3665-8E88-33DE-22401E73BDB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CC998C5-68CB-2DD2-0623-70C1A6D68E46}"/>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40333009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2B9BB-58AD-991C-F1AE-437BB6079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12A73-B428-CFC1-439A-57FBAF5BDD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53EDAD-94BF-74CB-3816-FF5CFE6EEA3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3BB5EE8-8887-4377-9AB4-7E4938A54FB1}"/>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19883611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15725-D8F6-40CC-5F43-188A78557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8DF159-0026-2B3A-FFAE-367F80FC44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FA70C5-55AF-30C0-3141-F34DF1C33A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C757AA5-DECF-38FA-97AF-F780772FC223}"/>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229469398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78969-D3D8-DF47-F289-11D1002B8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C7883-6662-4CF2-8295-E3A8B718FE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BFF880-CDEA-143C-6F7B-FA9EE594BAE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4AA6DE-B314-72F2-B81B-23A70BBC9F1D}"/>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249514653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73E87-5AC5-B49D-4668-46034E983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C56DA8-9CD4-E4D8-9766-935B7E1FAC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21C94-A0A6-0131-2D3B-2590EED312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BED24C6-7569-5637-F250-E1CDFC6F0E29}"/>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258866471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B3A33-04D3-128A-6B80-1E760410F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757923-AF68-8EAB-7051-20E45CE34C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8A1BA-1276-E3E8-D452-256B04918BC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EEA04F6-1412-5A5D-8DE7-A14356DBAA5F}"/>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323428421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367F9-9EF7-FA45-8B96-0A5BD34E0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BB6F5-81FC-1F7D-DE65-F7E709AF79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27068E-FEF2-8988-ADB5-0497315442B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859A675-F81F-55D0-66B0-A6BFF1B87A9F}"/>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398643016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4E156-0855-504A-189D-1E97007C7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E046A3-2EBC-D367-1326-10C3871FC4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4DC613-EF50-1580-F9AF-48DD4BAFBED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27E956F-8B02-D66A-C3C1-79F3AB328117}"/>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44102190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8D2AC-2B43-7450-2BCE-E410FD9B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1BDBB-0560-434C-94E3-B05A9D6E8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6F3F4-FFE2-DBA7-1F93-65E278A774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E61E129-E2CB-F118-E870-705786410384}"/>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254269956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157A-0E6F-889B-30E3-4CB8E2C8E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92985-38EB-A813-D2A8-5A46317CF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27ADC-7D39-029D-ED1A-BA573655499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4EF5ED2-3C7C-872A-75D0-E2B200746DFF}"/>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317915993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F4FAD-1234-304E-FFED-31E184D68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EA092-D1C8-16D8-BF8A-8172D5F48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C0762-0740-5872-520B-AF82588AB04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E0040F3-5876-89C8-EA61-6CDE8EA37C1B}"/>
              </a:ext>
            </a:extLst>
          </p:cNvPr>
          <p:cNvSpPr>
            <a:spLocks noGrp="1"/>
          </p:cNvSpPr>
          <p:nvPr>
            <p:ph type="sldNum" sz="quarter" idx="5"/>
          </p:nvPr>
        </p:nvSpPr>
        <p:spPr/>
        <p:txBody>
          <a:bodyPr/>
          <a:lstStyle/>
          <a:p>
            <a:fld id="{648246CF-7178-41AD-B6F8-BACEEA28FBE0}" type="slidenum">
              <a:rPr lang="en-US" smtClean="0"/>
              <a:t>231</a:t>
            </a:fld>
            <a:endParaRPr lang="en-US"/>
          </a:p>
        </p:txBody>
      </p:sp>
    </p:spTree>
    <p:extLst>
      <p:ext uri="{BB962C8B-B14F-4D97-AF65-F5344CB8AC3E}">
        <p14:creationId xmlns:p14="http://schemas.microsoft.com/office/powerpoint/2010/main" val="179327427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1F63C-E6DB-5F5B-F91B-F3E73D7B8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F5E73-97DB-3CDF-4C1A-2CAFE8BC4E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A9943-4519-5DB2-08B3-111E13713E9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F607A7D5-F64E-D376-0489-56462E00F142}"/>
              </a:ext>
            </a:extLst>
          </p:cNvPr>
          <p:cNvSpPr>
            <a:spLocks noGrp="1"/>
          </p:cNvSpPr>
          <p:nvPr>
            <p:ph type="sldNum" sz="quarter" idx="5"/>
          </p:nvPr>
        </p:nvSpPr>
        <p:spPr/>
        <p:txBody>
          <a:bodyPr/>
          <a:lstStyle/>
          <a:p>
            <a:fld id="{648246CF-7178-41AD-B6F8-BACEEA28FBE0}" type="slidenum">
              <a:rPr lang="en-US" smtClean="0"/>
              <a:t>232</a:t>
            </a:fld>
            <a:endParaRPr lang="en-US"/>
          </a:p>
        </p:txBody>
      </p:sp>
    </p:spTree>
    <p:extLst>
      <p:ext uri="{BB962C8B-B14F-4D97-AF65-F5344CB8AC3E}">
        <p14:creationId xmlns:p14="http://schemas.microsoft.com/office/powerpoint/2010/main" val="70076859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C2F15-3959-6EA2-6993-4CF5BDD9C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31908-D8C9-D348-C2B3-F9A50F24E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DBC731-1705-5A21-62EF-6A230176080E}"/>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929FD30-631B-3E7C-EDA2-AA27F333CAAD}"/>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58184023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D95A6-6BEE-118A-DDA9-5E9391A9D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141C96-F895-2CCC-E5CF-E55266AFA4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9FC77-87DA-CEC8-9557-3215E6ECABE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A0894BD-7854-1685-1BC7-7B7A06635878}"/>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36261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9/13/2025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9/13/2025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9/13/2025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734AF-D405-8538-F93C-FDB6574EA9BE}"/>
            </a:ext>
          </a:extLst>
        </p:cNvPr>
        <p:cNvGrpSpPr/>
        <p:nvPr/>
      </p:nvGrpSpPr>
      <p:grpSpPr>
        <a:xfrm>
          <a:off x="0" y="0"/>
          <a:ext cx="0" cy="0"/>
          <a:chOff x="0" y="0"/>
          <a:chExt cx="0" cy="0"/>
        </a:xfrm>
      </p:grpSpPr>
      <p:pic>
        <p:nvPicPr>
          <p:cNvPr id="3" name="Picture 2" descr="Có thể là hình ảnh về 1 người và văn bản cho biết '-ြရြု်နိန်တြ Thánh Lễ SUY TÔN THÁNH GIÁ &quot;Thiên chúa yêu thế gian đến nỗi đã ban Con Một, để ai tin vào con của Người thì khỏi phải chết, nhưng được sống muôn đời.&quot; (Ga (Ga3,16) 3, 16)'">
            <a:extLst>
              <a:ext uri="{FF2B5EF4-FFF2-40B4-BE49-F238E27FC236}">
                <a16:creationId xmlns:a16="http://schemas.microsoft.com/office/drawing/2014/main" id="{C412E02A-3436-6698-050E-DBCD6B08576C}"/>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4222746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22E5D-B30D-7098-7B15-ECB2F40372A6}"/>
            </a:ext>
          </a:extLst>
        </p:cNvPr>
        <p:cNvGrpSpPr/>
        <p:nvPr/>
      </p:nvGrpSpPr>
      <p:grpSpPr>
        <a:xfrm>
          <a:off x="0" y="0"/>
          <a:ext cx="0" cy="0"/>
          <a:chOff x="0" y="0"/>
          <a:chExt cx="0" cy="0"/>
        </a:xfrm>
      </p:grpSpPr>
      <p:pic>
        <p:nvPicPr>
          <p:cNvPr id="3" name="Picture 2" descr="Có thể là hình ảnh về 1 người và văn bản cho biết '-ြရြု်နိန်တြ Thánh Lễ SUY TÔN THÁNH GIÁ &quot;Thiên chúa yêu thế gian đến nỗi đã ban Con Một, để ai tin vào con của Người thì khỏi phải chết, nhưng được sống muôn đời.&quot; (Ga (Ga3,16) 3, 16)'">
            <a:extLst>
              <a:ext uri="{FF2B5EF4-FFF2-40B4-BE49-F238E27FC236}">
                <a16:creationId xmlns:a16="http://schemas.microsoft.com/office/drawing/2014/main" id="{9024BED7-EA78-7A69-CE8F-15876BFB1DFC}"/>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46197886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LẠY</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CHÚA BAO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NGÀY</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THÁNG</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Kim Long</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err="1">
                <a:effectLst/>
                <a:latin typeface="Times New Roman" panose="02020603050405020304" pitchFamily="18" charset="0"/>
                <a:cs typeface="Times New Roman" panose="02020603050405020304" pitchFamily="18" charset="0"/>
              </a:rPr>
              <a:t>ĐK</a:t>
            </a:r>
            <a:r>
              <a:rPr lang="vi-VN" sz="8800" b="1" dirty="0">
                <a:effectLst/>
                <a:latin typeface="Times New Roman" panose="02020603050405020304" pitchFamily="18" charset="0"/>
                <a:cs typeface="Times New Roman" panose="02020603050405020304" pitchFamily="18" charset="0"/>
              </a:rPr>
              <a:t>. Lạy Chúa bao ngày tháng con hằng mơ ước,</a:t>
            </a:r>
            <a:endParaRPr lang="en-US" sz="88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440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800" b="1" dirty="0" err="1">
                <a:effectLst/>
                <a:latin typeface="Times New Roman (Headings)"/>
                <a:cs typeface="Arial" panose="020B0604020202020204" pitchFamily="34" charset="0"/>
              </a:rPr>
              <a:t>tìm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về</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bên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nguồn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vui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suối</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a:effectLst/>
                <a:latin typeface="Times New Roman (Headings)"/>
                <a:cs typeface="Arial" panose="020B0604020202020204" pitchFamily="34" charset="0"/>
              </a:rPr>
              <a:t>an </a:t>
            </a:r>
            <a:r>
              <a:rPr lang="en-US" sz="8800" b="1" dirty="0" err="1">
                <a:effectLst/>
                <a:latin typeface="Times New Roman (Headings)"/>
                <a:cs typeface="Arial" panose="020B0604020202020204" pitchFamily="34" charset="0"/>
              </a:rPr>
              <a:t>hòa</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906765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BDDD4-265E-1267-330E-884E78221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7D284-9CF1-0786-9E95-D8499D9A65E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1. Nai rừng luôn khát khao, luôn khát khao dòng nước:</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565619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ước mong về hằng ước mong về, về bên suối trong.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B01E-2084-84E2-3D84-0610ECDB0A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8BE38-A2E7-2D15-8162-D3C9DE434966}"/>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err="1">
                <a:effectLst/>
                <a:latin typeface="Times New Roman" panose="02020603050405020304" pitchFamily="18" charset="0"/>
                <a:cs typeface="Times New Roman" panose="02020603050405020304" pitchFamily="18" charset="0"/>
              </a:rPr>
              <a:t>ĐK</a:t>
            </a:r>
            <a:r>
              <a:rPr lang="vi-VN" sz="8800" b="1" dirty="0">
                <a:effectLst/>
                <a:latin typeface="Times New Roman" panose="02020603050405020304" pitchFamily="18" charset="0"/>
                <a:cs typeface="Times New Roman" panose="02020603050405020304" pitchFamily="18" charset="0"/>
              </a:rPr>
              <a:t>. Lạy Chúa bao ngày tháng con hằng mơ ước,</a:t>
            </a:r>
            <a:endParaRPr lang="en-US" sz="88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479044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526B0-A2B7-57B8-4330-ADB4948F3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44AB4D-D0E3-64CE-F961-D95D85A2D001}"/>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800" b="1" dirty="0" err="1">
                <a:effectLst/>
                <a:latin typeface="Times New Roman (Headings)"/>
                <a:cs typeface="Arial" panose="020B0604020202020204" pitchFamily="34" charset="0"/>
              </a:rPr>
              <a:t>tìm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về</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bên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nguồn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vui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suối</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a:effectLst/>
                <a:latin typeface="Times New Roman (Headings)"/>
                <a:cs typeface="Arial" panose="020B0604020202020204" pitchFamily="34" charset="0"/>
              </a:rPr>
              <a:t>an </a:t>
            </a:r>
            <a:r>
              <a:rPr lang="en-US" sz="8800" b="1" dirty="0" err="1">
                <a:effectLst/>
                <a:latin typeface="Times New Roman (Headings)"/>
                <a:cs typeface="Arial" panose="020B0604020202020204" pitchFamily="34" charset="0"/>
              </a:rPr>
              <a:t>hòa</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40765277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0D9A9-B069-800E-FEA1-4AF17032492E}"/>
            </a:ext>
          </a:extLst>
        </p:cNvPr>
        <p:cNvGrpSpPr/>
        <p:nvPr/>
      </p:nvGrpSpPr>
      <p:grpSpPr>
        <a:xfrm>
          <a:off x="0" y="0"/>
          <a:ext cx="0" cy="0"/>
          <a:chOff x="0" y="0"/>
          <a:chExt cx="0" cy="0"/>
        </a:xfrm>
      </p:grpSpPr>
      <p:pic>
        <p:nvPicPr>
          <p:cNvPr id="3" name="Picture 2" descr="Có thể là hình ảnh về 1 người và văn bản cho biết '-ြရြု်နိန်တြ Thánh Lễ SUY TÔN THÁNH GIÁ &quot;Thiên chúa yêu thế gian đến nỗi đã ban Con Một, để ai tin vào con của Người thì khỏi phải chết, nhưng được sống muôn đời.&quot; (Ga (Ga3,16) 3, 16)'">
            <a:extLst>
              <a:ext uri="{FF2B5EF4-FFF2-40B4-BE49-F238E27FC236}">
                <a16:creationId xmlns:a16="http://schemas.microsoft.com/office/drawing/2014/main" id="{4DDF4C61-65F7-F99D-100F-D47975B6413B}"/>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51530737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9600" b="1" dirty="0">
                <a:solidFill>
                  <a:srgbClr val="EE0000"/>
                </a:solidFill>
                <a:latin typeface="Times New Roman (Headings)"/>
                <a:cs typeface="Arial" panose="020B0604020202020204" pitchFamily="34" charset="0"/>
              </a:rPr>
              <a:t>CT:</a:t>
            </a:r>
            <a:r>
              <a:rPr lang="en-US" sz="9600" b="1" i="1" dirty="0">
                <a:solidFill>
                  <a:srgbClr val="C00000"/>
                </a:solidFill>
                <a:latin typeface="Times New Roman (Headings)"/>
                <a:cs typeface="Arial" panose="020B0604020202020204" pitchFamily="34" charset="0"/>
              </a:rPr>
              <a:t> </a:t>
            </a:r>
            <a:r>
              <a:rPr lang="en-US" sz="9600" b="1" dirty="0">
                <a:latin typeface="Times New Roman (Headings)"/>
                <a:cs typeface="Arial" panose="020B0604020202020204" pitchFamily="34" charset="0"/>
              </a:rPr>
              <a:t>Vinh </a:t>
            </a:r>
            <a:r>
              <a:rPr lang="en-US" sz="9600" b="1" dirty="0" err="1">
                <a:latin typeface="Times New Roman (Headings)"/>
                <a:cs typeface="Arial" panose="020B0604020202020204" pitchFamily="34" charset="0"/>
              </a:rPr>
              <a:t>danh</a:t>
            </a:r>
            <a:r>
              <a:rPr lang="en-US" sz="9600" b="1" dirty="0">
                <a:latin typeface="Times New Roman (Headings)"/>
                <a:cs typeface="Arial" panose="020B0604020202020204" pitchFamily="34" charset="0"/>
              </a:rPr>
              <a:t> Thiên Chúa </a:t>
            </a:r>
            <a:r>
              <a:rPr lang="en-US" sz="9600" b="1" dirty="0" err="1">
                <a:latin typeface="Times New Roman (Headings)"/>
                <a:cs typeface="Arial" panose="020B0604020202020204" pitchFamily="34" charset="0"/>
              </a:rPr>
              <a:t>trên</a:t>
            </a:r>
            <a:r>
              <a:rPr lang="en-US" sz="9600" b="1" dirty="0">
                <a:latin typeface="Times New Roman (Headings)"/>
                <a:cs typeface="Arial" panose="020B0604020202020204" pitchFamily="34" charset="0"/>
              </a:rPr>
              <a:t> các </a:t>
            </a:r>
            <a:r>
              <a:rPr lang="en-US" sz="9600" b="1" dirty="0" err="1">
                <a:latin typeface="Times New Roman (Headings)"/>
                <a:cs typeface="Arial" panose="020B0604020202020204" pitchFamily="34" charset="0"/>
              </a:rPr>
              <a:t>tầng</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trời</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r>
              <a:rPr lang="en-US" sz="9600" b="1" dirty="0" err="1">
                <a:solidFill>
                  <a:srgbClr val="FF3399"/>
                </a:solidFill>
                <a:effectLst/>
                <a:latin typeface="Times New Roman (Headings)"/>
                <a:cs typeface="Arial" panose="020B0604020202020204" pitchFamily="34" charset="0"/>
              </a:rPr>
              <a:t>A</a:t>
            </a:r>
            <a:r>
              <a:rPr lang="en-US" sz="8800" b="1" dirty="0" err="1">
                <a:solidFill>
                  <a:srgbClr val="FF3399"/>
                </a:solidFill>
                <a:effectLst/>
                <a:latin typeface="Times New Roman (Headings)"/>
                <a:cs typeface="Arial" panose="020B0604020202020204" pitchFamily="34" charset="0"/>
              </a:rPr>
              <a:t>+</a:t>
            </a:r>
            <a:r>
              <a:rPr lang="en-US" sz="9600" b="1" dirty="0" err="1">
                <a:solidFill>
                  <a:srgbClr val="FF3399"/>
                </a:solidFill>
                <a:effectLst/>
                <a:latin typeface="Times New Roman (Headings)"/>
                <a:cs typeface="Arial" panose="020B0604020202020204" pitchFamily="34" charset="0"/>
              </a:rPr>
              <a:t>B</a:t>
            </a:r>
            <a:r>
              <a:rPr lang="en-US" sz="9600" b="1" dirty="0">
                <a:solidFill>
                  <a:srgbClr val="FF3399"/>
                </a:solidFill>
                <a:latin typeface="Times New Roman (Headings)"/>
                <a:cs typeface="Arial" panose="020B0604020202020204" pitchFamily="34" charset="0"/>
              </a:rPr>
              <a:t>:</a:t>
            </a:r>
            <a:r>
              <a:rPr lang="en-US" sz="9600" b="1" dirty="0">
                <a:solidFill>
                  <a:srgbClr val="FF3399"/>
                </a:solidFill>
                <a:effectLst/>
                <a:latin typeface="Times New Roman (Headings)"/>
                <a:cs typeface="Arial" panose="020B0604020202020204" pitchFamily="34" charset="0"/>
              </a:rPr>
              <a:t> </a:t>
            </a:r>
            <a:r>
              <a:rPr lang="vi-VN" sz="9600" b="1" dirty="0">
                <a:effectLst/>
                <a:latin typeface="Times New Roman (Headings)"/>
                <a:cs typeface="Arial" panose="020B0604020202020204" pitchFamily="34" charset="0"/>
              </a:rPr>
              <a:t>và bình an dưới thế cho người thiện tâm.</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it-IT" sz="11500" b="1" dirty="0">
                <a:solidFill>
                  <a:srgbClr val="EE0000"/>
                </a:solidFill>
                <a:effectLst/>
                <a:latin typeface="Times New Roman (Headings)"/>
                <a:cs typeface="Arial" panose="020B0604020202020204" pitchFamily="34" charset="0"/>
              </a:rPr>
              <a:t>A: </a:t>
            </a:r>
            <a:r>
              <a:rPr lang="it-IT" sz="11500" b="1" dirty="0">
                <a:effectLst/>
                <a:latin typeface="Times New Roman (Headings)"/>
                <a:cs typeface="Arial" panose="020B0604020202020204" pitchFamily="34" charset="0"/>
              </a:rPr>
              <a:t>Chúng con ca ngợi Chúa,</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10000" b="1" dirty="0">
                <a:solidFill>
                  <a:schemeClr val="accent1"/>
                </a:solidFill>
                <a:effectLst/>
                <a:latin typeface="Times New Roman (Headings)"/>
                <a:cs typeface="Arial" panose="020B0604020202020204" pitchFamily="34" charset="0"/>
              </a:rPr>
              <a:t>B:</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chúng</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chúc</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tụng</a:t>
            </a:r>
            <a:r>
              <a:rPr lang="en-US" sz="10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11500" b="1" dirty="0">
                <a:solidFill>
                  <a:srgbClr val="EE0000"/>
                </a:solidFill>
                <a:effectLst/>
                <a:latin typeface="Times New Roman (Headings)"/>
                <a:cs typeface="Arial" panose="020B0604020202020204" pitchFamily="34" charset="0"/>
              </a:rPr>
              <a:t>A:</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a:t>
            </a:r>
            <a:r>
              <a:rPr lang="en-US" sz="5400" b="1" dirty="0">
                <a:effectLst/>
                <a:latin typeface="Times New Roman (Headings)"/>
                <a:cs typeface="Arial" panose="020B0604020202020204" pitchFamily="34" charset="0"/>
              </a:rPr>
              <a:t> </a:t>
            </a:r>
            <a:r>
              <a:rPr lang="en-US" sz="1600" b="1" dirty="0">
                <a:effectLst/>
                <a:latin typeface="Times New Roman (Headings)"/>
                <a:cs typeface="Arial" panose="020B0604020202020204" pitchFamily="34" charset="0"/>
              </a:rPr>
              <a:t> </a:t>
            </a:r>
            <a:r>
              <a:rPr lang="en-US" sz="11500" b="1" dirty="0">
                <a:effectLst/>
                <a:latin typeface="Times New Roman (Headings)"/>
                <a:cs typeface="Arial" panose="020B0604020202020204" pitchFamily="34" charset="0"/>
              </a:rPr>
              <a:t>con </a:t>
            </a:r>
            <a:br>
              <a:rPr lang="en-US" sz="11500" b="1" dirty="0">
                <a:effectLst/>
                <a:latin typeface="Times New Roman (Headings)"/>
                <a:cs typeface="Arial" panose="020B0604020202020204" pitchFamily="34" charset="0"/>
              </a:rPr>
            </a:br>
            <a:r>
              <a:rPr lang="en-US" sz="11500" b="1" dirty="0" err="1">
                <a:effectLst/>
                <a:latin typeface="Times New Roman (Headings)"/>
                <a:cs typeface="Arial" panose="020B0604020202020204" pitchFamily="34" charset="0"/>
              </a:rPr>
              <a:t>thờ</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lạy</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9600" b="1" dirty="0">
                <a:solidFill>
                  <a:schemeClr val="accent1"/>
                </a:solidFill>
                <a:effectLst/>
                <a:latin typeface="Times New Roman (Headings)"/>
                <a:cs typeface="Arial" panose="020B0604020202020204" pitchFamily="34" charset="0"/>
              </a:rPr>
              <a:t>B: </a:t>
            </a:r>
            <a:r>
              <a:rPr lang="en-US" sz="9600" b="1" dirty="0" err="1">
                <a:effectLst/>
                <a:latin typeface="Times New Roman (Headings)"/>
                <a:cs typeface="Arial" panose="020B0604020202020204" pitchFamily="34" charset="0"/>
              </a:rPr>
              <a:t>chúng</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tôn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vinh</a:t>
            </a:r>
            <a:r>
              <a:rPr lang="en-US" sz="96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550400" cy="5143500"/>
          </a:xfrm>
          <a:solidFill>
            <a:schemeClr val="bg1"/>
          </a:solidFill>
        </p:spPr>
        <p:txBody>
          <a:bodyPr lIns="91440" tIns="0" rIns="91440" bIns="0">
            <a:noAutofit/>
          </a:bodyPr>
          <a:lstStyle/>
          <a:p>
            <a:r>
              <a:rPr lang="en-US" sz="8800" b="1" spc="100" dirty="0">
                <a:solidFill>
                  <a:srgbClr val="EE0000"/>
                </a:solidFill>
                <a:effectLst/>
                <a:latin typeface="Times New Roman (Headings)"/>
                <a:cs typeface="Arial" panose="020B0604020202020204" pitchFamily="34" charset="0"/>
              </a:rPr>
              <a:t>A:</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chúng</a:t>
            </a:r>
            <a:r>
              <a:rPr lang="en-US" sz="8800" b="1" spc="100" dirty="0">
                <a:effectLst/>
                <a:latin typeface="Times New Roman (Headings)"/>
                <a:cs typeface="Arial" panose="020B0604020202020204" pitchFamily="34" charset="0"/>
              </a:rPr>
              <a:t> con </a:t>
            </a:r>
            <a:r>
              <a:rPr lang="en-US" sz="8800" b="1" spc="100" dirty="0" err="1">
                <a:effectLst/>
                <a:latin typeface="Times New Roman (Headings)"/>
                <a:cs typeface="Arial" panose="020B0604020202020204" pitchFamily="34" charset="0"/>
              </a:rPr>
              <a:t>cảm</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tạ</a:t>
            </a:r>
            <a:r>
              <a:rPr lang="en-US" sz="8800" b="1" spc="100" dirty="0">
                <a:effectLst/>
                <a:latin typeface="Times New Roman (Headings)"/>
                <a:cs typeface="Arial" panose="020B0604020202020204" pitchFamily="34" charset="0"/>
              </a:rPr>
              <a:t> Chúa </a:t>
            </a:r>
            <a:r>
              <a:rPr lang="en-US" sz="8800" b="1" spc="100" dirty="0" err="1">
                <a:effectLst/>
                <a:latin typeface="Times New Roman (Headings)"/>
                <a:cs typeface="Arial" panose="020B0604020202020204" pitchFamily="34" charset="0"/>
              </a:rPr>
              <a:t>vì</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vinh</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quang</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cao</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t>
            </a:r>
            <a:r>
              <a:rPr lang="en-US" sz="8800" b="1" spc="100" dirty="0" err="1">
                <a:latin typeface="Times New Roman (Headings)"/>
                <a:cs typeface="Arial" panose="020B0604020202020204" pitchFamily="34" charset="0"/>
              </a:rPr>
              <a:t>ả</a:t>
            </a:r>
            <a:r>
              <a:rPr lang="en-US" b="1" spc="100" dirty="0">
                <a:latin typeface="Times New Roman (Headings)"/>
                <a:cs typeface="Arial" panose="020B0604020202020204" pitchFamily="34" charset="0"/>
              </a:rPr>
              <a:t> </a:t>
            </a:r>
            <a:r>
              <a:rPr lang="en-US" sz="8800" b="1" spc="100" dirty="0">
                <a:effectLst/>
                <a:latin typeface="Times New Roman (Headings)"/>
                <a:cs typeface="Arial" panose="020B0604020202020204" pitchFamily="34" charset="0"/>
              </a:rPr>
              <a:t>Chúa,</a:t>
            </a:r>
          </a:p>
        </p:txBody>
      </p:sp>
    </p:spTree>
    <p:extLst>
      <p:ext uri="{BB962C8B-B14F-4D97-AF65-F5344CB8AC3E}">
        <p14:creationId xmlns:p14="http://schemas.microsoft.com/office/powerpoint/2010/main" val="105028514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200" b="1" dirty="0">
                <a:solidFill>
                  <a:schemeClr val="accent1"/>
                </a:solidFill>
                <a:effectLst/>
                <a:latin typeface="Times New Roman (Headings)"/>
                <a:cs typeface="Arial" panose="020B0604020202020204" pitchFamily="34" charset="0"/>
              </a:rPr>
              <a:t>B:</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A: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Kitô</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a:solidFill>
                  <a:schemeClr val="accent1"/>
                </a:solidFill>
                <a:effectLst/>
                <a:latin typeface="Times New Roman (Headings)"/>
                <a:cs typeface="Arial" panose="020B0604020202020204" pitchFamily="34" charset="0"/>
              </a:rPr>
              <a:t>B: </a:t>
            </a:r>
            <a:r>
              <a:rPr lang="en-US" sz="7200" b="1" dirty="0" err="1">
                <a:effectLst/>
                <a:latin typeface="Times New Roman (Headings)"/>
                <a:cs typeface="Arial" panose="020B0604020202020204" pitchFamily="34" charset="0"/>
              </a:rPr>
              <a:t>Lạy</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Chiên</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A: </a:t>
            </a:r>
            <a:r>
              <a:rPr lang="vi-VN" sz="8800" b="1" dirty="0">
                <a:effectLst/>
                <a:latin typeface="Times New Roman (Headings)"/>
                <a:cs typeface="Arial" panose="020B0604020202020204" pitchFamily="34" charset="0"/>
              </a:rPr>
              <a:t>Chúa xóa tội trần gian,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xin thương xót chúng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chemeClr val="accent1"/>
                </a:solidFill>
                <a:effectLst/>
                <a:latin typeface="Times New Roman (Headings)"/>
                <a:cs typeface="Arial" panose="020B0604020202020204" pitchFamily="34" charset="0"/>
              </a:rPr>
              <a:t>B: </a:t>
            </a:r>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xóa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tội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gian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chúng</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cầu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khẩn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Chúa ngự bên hữu </a:t>
            </a:r>
            <a:r>
              <a:rPr lang="vi-VN" sz="8000" b="1" dirty="0" err="1">
                <a:effectLst/>
                <a:latin typeface="Times New Roman (Headings)"/>
                <a:cs typeface="Arial" panose="020B0604020202020204" pitchFamily="34" charset="0"/>
              </a:rPr>
              <a:t>Ðức</a:t>
            </a:r>
            <a:r>
              <a:rPr lang="vi-VN" sz="8000" b="1" dirty="0">
                <a:effectLst/>
                <a:latin typeface="Times New Roman (Headings)"/>
                <a:cs typeface="Arial" panose="020B0604020202020204" pitchFamily="34" charset="0"/>
              </a:rPr>
              <a:t> Chúa Cha, xin thương xót chúng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chemeClr val="accent1"/>
                </a:solidFill>
                <a:latin typeface="Times New Roman (Headings)"/>
                <a:cs typeface="Arial" panose="020B0604020202020204" pitchFamily="34" charset="0"/>
              </a:rPr>
              <a:t>B:</a:t>
            </a:r>
            <a:r>
              <a:rPr lang="en-US" sz="8800" b="1" dirty="0">
                <a:solidFill>
                  <a:schemeClr val="accent1"/>
                </a:solidFill>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Kitô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chỉ</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có</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Ðấng</a:t>
            </a:r>
            <a:r>
              <a:rPr lang="en-US" sz="8800" b="1" dirty="0">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Ðấng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Tối</a:t>
            </a:r>
            <a:r>
              <a:rPr lang="en-US" sz="8000" b="1" dirty="0">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err="1">
                <a:solidFill>
                  <a:srgbClr val="FF3399"/>
                </a:solidFill>
                <a:latin typeface="Times New Roman (Headings)"/>
                <a:cs typeface="Arial" panose="020B0604020202020204" pitchFamily="34" charset="0"/>
              </a:rPr>
              <a:t>A+B</a:t>
            </a:r>
            <a:r>
              <a:rPr lang="en-US" sz="7200" b="1" dirty="0">
                <a:solidFill>
                  <a:srgbClr val="FF3399"/>
                </a:solidFill>
                <a:latin typeface="Times New Roman (Headings)"/>
                <a:cs typeface="Arial" panose="020B0604020202020204" pitchFamily="34" charset="0"/>
              </a:rPr>
              <a:t>: </a:t>
            </a:r>
            <a:r>
              <a:rPr lang="en-US" sz="7200" b="1" dirty="0" err="1">
                <a:latin typeface="Times New Roman (Headings)"/>
                <a:cs typeface="Arial" panose="020B0604020202020204" pitchFamily="34" charset="0"/>
              </a:rPr>
              <a:t>C</a:t>
            </a:r>
            <a:r>
              <a:rPr lang="en-US" sz="7200" b="1" dirty="0" err="1">
                <a:effectLst/>
                <a:latin typeface="Times New Roman (Headings)"/>
                <a:cs typeface="Arial" panose="020B0604020202020204" pitchFamily="34" charset="0"/>
              </a:rPr>
              <a:t>ùng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trong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quang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 </a:t>
            </a:r>
            <a:r>
              <a:rPr lang="en-US" sz="7200" b="1" dirty="0">
                <a:solidFill>
                  <a:srgbClr val="FF0000"/>
                </a:solidFill>
                <a:effectLst/>
                <a:latin typeface="Times New Roman (Headings)"/>
                <a:cs typeface="Arial" panose="020B0604020202020204" pitchFamily="34" charset="0"/>
              </a:rPr>
              <a:t>Amen</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16E7D-22EF-2CE9-1DFE-97A324D11A17}"/>
            </a:ext>
          </a:extLst>
        </p:cNvPr>
        <p:cNvGrpSpPr/>
        <p:nvPr/>
      </p:nvGrpSpPr>
      <p:grpSpPr>
        <a:xfrm>
          <a:off x="0" y="0"/>
          <a:ext cx="0" cy="0"/>
          <a:chOff x="0" y="0"/>
          <a:chExt cx="0" cy="0"/>
        </a:xfrm>
      </p:grpSpPr>
      <p:pic>
        <p:nvPicPr>
          <p:cNvPr id="3" name="Picture 2" descr="Có thể là hình ảnh về 1 người và văn bản cho biết '-ြရြု်နိန်တြ Thánh Lễ SUY TÔN THÁNH GIÁ &quot;Thiên chúa yêu thế gian đến nỗi đã ban Con Một, để ai tin vào con của Người thì khỏi phải chết, nhưng được sống muôn đời.&quot; (Ga (Ga3,16) 3, 16)'">
            <a:extLst>
              <a:ext uri="{FF2B5EF4-FFF2-40B4-BE49-F238E27FC236}">
                <a16:creationId xmlns:a16="http://schemas.microsoft.com/office/drawing/2014/main" id="{9A6D1785-CE51-1576-98FB-86C80D317F6C}"/>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59641414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ó thể là hình ảnh về 5 người và văn bản cho biết 'BÀI ĐỌC BÀIĐỌC1 1 Bài trichsách DÂN SO &quot;Aibị &quot;Aibiráncánmantinlenconrándòng rãn cẫn mà nhìn lên con rẫn đồng, thì được sống.&quot; na' (DS 21, 4b 4b9) 9)'">
            <a:extLst>
              <a:ext uri="{FF2B5EF4-FFF2-40B4-BE49-F238E27FC236}">
                <a16:creationId xmlns:a16="http://schemas.microsoft.com/office/drawing/2014/main" id="{8E444D32-0A52-3097-E7B8-6B03CEE6A8C5}"/>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47250202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50</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5400" b="1" i="1" dirty="0" err="1">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5400" b="1" i="1" dirty="0">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b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br>
            <a:br>
              <a:rPr lang="en-US" sz="1050" b="1" i="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(03 </a:t>
            </a:r>
            <a:r>
              <a:rPr lang="en-US" sz="5400" b="1" dirty="0" err="1">
                <a:latin typeface="Times New Roman" panose="02020603050405020304" pitchFamily="18" charset="0"/>
                <a:ea typeface="Sans Serif Collection" panose="020B0502040504020204" pitchFamily="34" charset="0"/>
                <a:cs typeface="Times New Roman" panose="02020603050405020304" pitchFamily="18" charset="0"/>
              </a:rPr>
              <a:t>câu</a:t>
            </a: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8000" b="1" dirty="0">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1</a:t>
            </a:r>
            <a:r>
              <a:rPr lang="en-US" sz="8000" b="1" dirty="0">
                <a:effectLst/>
                <a:latin typeface="Times New Roman (Headings)"/>
                <a:cs typeface="Arial" panose="020B0604020202020204" pitchFamily="34" charset="0"/>
              </a:rPr>
              <a:t>/3</a:t>
            </a:r>
            <a:r>
              <a:rPr lang="vi-VN" sz="8000" b="1" dirty="0">
                <a:effectLst/>
                <a:latin typeface="Times New Roman (Headings)"/>
                <a:cs typeface="Arial" panose="020B0604020202020204" pitchFamily="34" charset="0"/>
              </a:rPr>
              <a:t>. Nguyện xót thương con theo lòng nhân hậu của Chúa.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F1325-B1E9-6C1E-F9F0-0221F7960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E4449-DFB9-553F-F199-DD3FEBC15BF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Nguyện </a:t>
            </a:r>
            <a:r>
              <a:rPr lang="vi-VN" sz="8800" b="1" dirty="0" err="1">
                <a:effectLst/>
                <a:latin typeface="Times New Roman (Headings)"/>
                <a:cs typeface="Arial" panose="020B0604020202020204" pitchFamily="34" charset="0"/>
              </a:rPr>
              <a:t>xoá</a:t>
            </a:r>
            <a:r>
              <a:rPr lang="vi-VN" sz="8800" b="1" dirty="0">
                <a:effectLst/>
                <a:latin typeface="Times New Roman (Headings)"/>
                <a:cs typeface="Arial" panose="020B0604020202020204" pitchFamily="34" charset="0"/>
              </a:rPr>
              <a:t> tội con theo lượng cả đức từ bi 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9197022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 Xin </a:t>
            </a:r>
            <a:r>
              <a:rPr lang="en-US" sz="8800" b="1" dirty="0" err="1">
                <a:effectLst/>
                <a:latin typeface="Times New Roman (Headings)"/>
                <a:cs typeface="Arial" panose="020B0604020202020204" pitchFamily="34" charset="0"/>
              </a:rPr>
              <a:t>rửa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hồn</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tuyệt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gốc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những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lỗi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lầm</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08114624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3D3B1-1526-3D8E-D9B7-539ECC7C8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322D3-380A-E988-603F-8E8BC1C07278}"/>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thanh </a:t>
            </a:r>
            <a:r>
              <a:rPr lang="en-US" sz="8800" b="1" dirty="0" err="1">
                <a:effectLst/>
                <a:latin typeface="Times New Roman (Headings)"/>
                <a:cs typeface="Arial" panose="020B0604020202020204" pitchFamily="34" charset="0"/>
              </a:rPr>
              <a:t>tẩy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sạch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vàn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tội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ác</a:t>
            </a:r>
            <a:r>
              <a:rPr lang="en-US" sz="88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222544085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E4792-1866-7ECA-ECC3-37E4FE9A3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8D8B3-40A3-DFA9-C73F-AAA7CC53F888}"/>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sẽ</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chỗi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dậy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sẽ</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chỗi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dậy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về</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cùng</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357999392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60CA8-D46A-D667-6FC5-C2CEAD490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5112E4-E146-7F5B-EAE3-93075345CF8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a:latin typeface="Times New Roman (Headings)"/>
                <a:cs typeface="Arial" panose="020B0604020202020204" pitchFamily="34" charset="0"/>
              </a:rPr>
              <a:t>2</a:t>
            </a:r>
            <a:r>
              <a:rPr lang="en-US" sz="8000" b="1" dirty="0">
                <a:effectLst/>
                <a:latin typeface="Times New Roman (Headings)"/>
                <a:cs typeface="Arial" panose="020B0604020202020204" pitchFamily="34" charset="0"/>
              </a:rPr>
              <a:t>/3</a:t>
            </a:r>
            <a:r>
              <a:rPr lang="vi-VN" sz="8000" b="1" dirty="0">
                <a:effectLst/>
                <a:latin typeface="Times New Roman (Headings)"/>
                <a:cs typeface="Arial" panose="020B0604020202020204" pitchFamily="34" charset="0"/>
              </a:rPr>
              <a:t>. Lạy Chúa xin thương ban lại tấm lòng sạch trong,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3588314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F70DA-FF94-81BD-F59D-722EF952F0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81734-3F11-CDF3-3453-0DF080230C36}"/>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đổi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thay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thần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vững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4021151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BCCE4-29EE-A13C-CCAF-85B4C17C4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96E41-6E06-9CA0-3687-72245BA5CA19}"/>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Xin </a:t>
            </a:r>
            <a:r>
              <a:rPr lang="en-US" sz="8800" b="1" dirty="0" err="1">
                <a:effectLst/>
                <a:latin typeface="Times New Roman (Headings)"/>
                <a:cs typeface="Arial" panose="020B0604020202020204" pitchFamily="34" charset="0"/>
              </a:rPr>
              <a:t>chớ</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loại</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ra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khỏi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thánh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nhan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Trời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5515020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21C53-14C7-9BE0-BAA1-5B841B993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4FD13-2780-61AD-1D2B-BC2FC7868B23}"/>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chớ</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rút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Thần</a:t>
            </a:r>
            <a:r>
              <a:rPr lang="en-US" sz="8800" b="1" dirty="0">
                <a:effectLst/>
                <a:latin typeface="Times New Roman (Headings)"/>
                <a:cs typeface="Arial" panose="020B0604020202020204" pitchFamily="34" charset="0"/>
              </a:rPr>
              <a:t> Linh </a:t>
            </a:r>
            <a:r>
              <a:rPr lang="en-US" sz="8800" b="1" dirty="0" err="1">
                <a:effectLst/>
                <a:latin typeface="Times New Roman (Headings)"/>
                <a:cs typeface="Arial" panose="020B0604020202020204" pitchFamily="34" charset="0"/>
              </a:rPr>
              <a:t>tuôn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sức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sống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81477580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B0F2E-2D4E-63DF-DA70-6039C257F9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DD344-9B9B-5DA0-49DF-B4326D7FE745}"/>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sẽ</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chỗi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dậy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sẽ</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chỗi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dậy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về</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cùng</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339472889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9720C-1E11-5BA8-EB3F-722F7D5C91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DD868-409E-B244-61D6-DB061B658F39}"/>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a:effectLst/>
                <a:latin typeface="Times New Roman (Headings)"/>
                <a:cs typeface="Arial" panose="020B0604020202020204" pitchFamily="34" charset="0"/>
              </a:rPr>
              <a:t>3/3</a:t>
            </a:r>
            <a:r>
              <a:rPr lang="vi-VN" sz="8000" b="1" dirty="0">
                <a:effectLst/>
                <a:latin typeface="Times New Roman (Headings)"/>
                <a:cs typeface="Arial" panose="020B0604020202020204" pitchFamily="34" charset="0"/>
              </a:rPr>
              <a:t>. Lạy Chúa xin thương ban niềm vui đời cứu rỗi,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907582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5B32D-C720-1311-75CA-B30F4ECEE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18392-3176-5B49-FD29-BA42E2E9EF1C}"/>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đỡ</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theo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cùng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thần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quảng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đại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32633762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F5B6E-AE3D-3AD0-2A9B-3B374D0694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62A73B-7F8E-2B57-09B7-D424F5FBF522}"/>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từ</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mở</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môi</a:t>
            </a:r>
            <a:r>
              <a:rPr lang="en-US" sz="8800" b="1" dirty="0">
                <a:effectLst/>
                <a:latin typeface="Times New Roman (Headings)"/>
                <a:cs typeface="Arial" panose="020B0604020202020204" pitchFamily="34" charset="0"/>
              </a:rPr>
              <a:t> con ca </a:t>
            </a:r>
            <a:r>
              <a:rPr lang="en-US" sz="8800" b="1" dirty="0" err="1">
                <a:effectLst/>
                <a:latin typeface="Times New Roman (Headings)"/>
                <a:cs typeface="Arial" panose="020B0604020202020204" pitchFamily="34" charset="0"/>
              </a:rPr>
              <a:t>tụng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718750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1AE9A-9B51-8E1F-763D-AA1941B3D5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DC3D94-60E5-931F-72F1-5403DBE2D0F1}"/>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ngàn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hát</a:t>
            </a:r>
            <a:r>
              <a:rPr lang="en-US" sz="8800" b="1" dirty="0">
                <a:effectLst/>
                <a:latin typeface="Times New Roman (Headings)"/>
                <a:cs typeface="Arial" panose="020B0604020202020204" pitchFamily="34" charset="0"/>
              </a:rPr>
              <a:t> ca </a:t>
            </a:r>
            <a:r>
              <a:rPr lang="en-US" sz="8800" b="1" dirty="0" err="1">
                <a:effectLst/>
                <a:latin typeface="Times New Roman (Headings)"/>
                <a:cs typeface="Arial" panose="020B0604020202020204" pitchFamily="34" charset="0"/>
              </a:rPr>
              <a:t>đẹp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thay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nhân</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252093798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95EA-5EB4-8085-C618-A95D99309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BEFF3-91C6-43D3-F335-7838749120C6}"/>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sẽ</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chỗi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dậy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sẽ</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chỗi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dậy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về</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cùng</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257686877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4D90E-D9BC-D436-41A3-FAC25A17F207}"/>
            </a:ext>
          </a:extLst>
        </p:cNvPr>
        <p:cNvGrpSpPr/>
        <p:nvPr/>
      </p:nvGrpSpPr>
      <p:grpSpPr>
        <a:xfrm>
          <a:off x="0" y="0"/>
          <a:ext cx="0" cy="0"/>
          <a:chOff x="0" y="0"/>
          <a:chExt cx="0" cy="0"/>
        </a:xfrm>
      </p:grpSpPr>
      <p:pic>
        <p:nvPicPr>
          <p:cNvPr id="2" name="Picture 1" descr="Có thể là hình ảnh về văn bản cho biết 'BÀI ĐỌC BÃIĐỌC2 2 Bàithichthu Bài trích thư của thánh Phaolo tông dồ gửi tín hữu Phi-lp phê বানিন &quot;ĐỨC Kito dà tự khiêm tự hạ, nên Thiên chúa dã siêu tôn NgưỜi.&quot; [Pl2.6-11]'">
            <a:extLst>
              <a:ext uri="{FF2B5EF4-FFF2-40B4-BE49-F238E27FC236}">
                <a16:creationId xmlns:a16="http://schemas.microsoft.com/office/drawing/2014/main" id="{509D5003-B29A-0961-F384-BF9BBF0D7A49}"/>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9056756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DA227-5A18-DADE-17C4-FF64E7D79FA9}"/>
            </a:ext>
          </a:extLst>
        </p:cNvPr>
        <p:cNvGrpSpPr/>
        <p:nvPr/>
      </p:nvGrpSpPr>
      <p:grpSpPr>
        <a:xfrm>
          <a:off x="0" y="0"/>
          <a:ext cx="0" cy="0"/>
          <a:chOff x="0" y="0"/>
          <a:chExt cx="0" cy="0"/>
        </a:xfrm>
      </p:grpSpPr>
      <p:pic>
        <p:nvPicPr>
          <p:cNvPr id="3" name="Picture 2" descr="Có thể là hình ảnh về 1 người và văn bản cho biết '-ြရြု်နိန်တြ Thánh Lễ SUY TÔN THÁNH GIÁ &quot;Thiên chúa yêu thế gian đến nỗi đã ban Con Một, để ai tin vào con của Người thì khỏi phải chết, nhưng được sống muôn đời.&quot; (Ga (Ga3,16) 3, 16)'">
            <a:extLst>
              <a:ext uri="{FF2B5EF4-FFF2-40B4-BE49-F238E27FC236}">
                <a16:creationId xmlns:a16="http://schemas.microsoft.com/office/drawing/2014/main" id="{CB84774A-29BB-AB7B-54EA-9341F0770F55}"/>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3379896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330199"/>
            <a:ext cx="9144000" cy="4813301"/>
          </a:xfrm>
          <a:solidFill>
            <a:schemeClr val="bg1"/>
          </a:solidFill>
        </p:spPr>
        <p:txBody>
          <a:bodyPr lIns="91440" tIns="0" rIns="91440" bIns="0">
            <a:noAutofit/>
          </a:bodyPr>
          <a:lstStyle/>
          <a:p>
            <a:r>
              <a:rPr lang="en-US" sz="8000" b="1" i="1" dirty="0">
                <a:solidFill>
                  <a:srgbClr val="EE0000"/>
                </a:solidFill>
                <a:effectLst/>
                <a:latin typeface="Times New Roman (Headings)"/>
                <a:cs typeface="Arial" panose="020B0604020202020204" pitchFamily="34" charset="0"/>
              </a:rPr>
              <a:t>All… All...</a:t>
            </a:r>
            <a:r>
              <a:rPr lang="en-US" sz="8000" b="1" dirty="0">
                <a:solidFill>
                  <a:srgbClr val="EE0000"/>
                </a:solidFill>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phán</a:t>
            </a:r>
            <a:r>
              <a:rPr lang="en-US" sz="8000" b="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Nếu</a:t>
            </a:r>
            <a:r>
              <a:rPr lang="en-US" sz="8000" b="1" i="1" dirty="0">
                <a:effectLst/>
                <a:latin typeface="Times New Roman (Headings)"/>
                <a:cs typeface="Arial" panose="020B0604020202020204" pitchFamily="34" charset="0"/>
              </a:rPr>
              <a:t> ai </a:t>
            </a:r>
            <a:r>
              <a:rPr lang="en-US" sz="8000" b="1" i="1" dirty="0" err="1">
                <a:effectLst/>
                <a:latin typeface="Times New Roman (Headings)"/>
                <a:cs typeface="Arial" panose="020B0604020202020204" pitchFamily="34" charset="0"/>
              </a:rPr>
              <a:t>yêu</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mến</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Thầy</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thì</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sẽ</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giữ</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lời</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Thầy</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luôn</a:t>
            </a:r>
            <a:r>
              <a:rPr lang="en-US" sz="8000" b="1" i="1" dirty="0">
                <a:effectLst/>
                <a:latin typeface="Times New Roman (Headings)"/>
                <a:cs typeface="Arial" panose="020B0604020202020204" pitchFamily="34" charset="0"/>
              </a:rPr>
              <a:t>,</a:t>
            </a: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50800"/>
            <a:ext cx="9144000" cy="63500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u="sng" dirty="0">
                <a:solidFill>
                  <a:srgbClr val="FF0000"/>
                </a:solidFill>
                <a:latin typeface="Times New Roman" panose="02020603050405020304" pitchFamily="18" charset="0"/>
                <a:cs typeface="Times New Roman" panose="02020603050405020304" pitchFamily="18" charset="0"/>
              </a:rPr>
              <a:t>TUNG </a:t>
            </a:r>
            <a:r>
              <a:rPr lang="en-US" sz="3200" b="1" u="sng" dirty="0" err="1">
                <a:solidFill>
                  <a:srgbClr val="FF0000"/>
                </a:solidFill>
                <a:latin typeface="Times New Roman" panose="02020603050405020304" pitchFamily="18" charset="0"/>
                <a:cs typeface="Times New Roman" panose="02020603050405020304" pitchFamily="18" charset="0"/>
              </a:rPr>
              <a:t>HÔ</a:t>
            </a:r>
            <a:r>
              <a:rPr lang="en-US" sz="3200" b="1" u="sng" dirty="0">
                <a:solidFill>
                  <a:srgbClr val="FF0000"/>
                </a:solidFill>
                <a:latin typeface="Times New Roman" panose="02020603050405020304" pitchFamily="18" charset="0"/>
                <a:cs typeface="Times New Roman" panose="02020603050405020304" pitchFamily="18" charset="0"/>
              </a:rPr>
              <a:t> TIN </a:t>
            </a:r>
            <a:r>
              <a:rPr lang="en-US" sz="3200" b="1" u="sng" dirty="0" err="1">
                <a:solidFill>
                  <a:srgbClr val="FF0000"/>
                </a:solidFill>
                <a:latin typeface="Times New Roman" panose="02020603050405020304" pitchFamily="18" charset="0"/>
                <a:cs typeface="Times New Roman" panose="02020603050405020304" pitchFamily="18" charset="0"/>
              </a:rPr>
              <a:t>MỪNG</a:t>
            </a:r>
            <a:endParaRPr lang="vi-VN" sz="32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13118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A65F3-7093-0EC2-264B-B9FBEDD05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9FB56-98B7-8F01-187F-0001B0B908B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i="1" dirty="0">
                <a:latin typeface="Times New Roman (Headings)"/>
                <a:cs typeface="Arial" panose="020B0604020202020204" pitchFamily="34" charset="0"/>
              </a:rPr>
              <a:t>và Cha Thầy sẽ yêu mến người ấy,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1908389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7F84A-65CE-7D00-0BA8-005EDE4CB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874BC8-A63B-F1CB-89EB-6E915C10D10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i="1" dirty="0">
                <a:latin typeface="Times New Roman (Headings)"/>
                <a:cs typeface="Arial" panose="020B0604020202020204" pitchFamily="34" charset="0"/>
              </a:rPr>
              <a:t>và Chúng Ta sẽ ở trong người ấy</a:t>
            </a:r>
            <a:r>
              <a:rPr lang="en-US" sz="8000" b="1" i="1" dirty="0">
                <a:latin typeface="Times New Roman (Headings)"/>
                <a:cs typeface="Arial" panose="020B0604020202020204" pitchFamily="34" charset="0"/>
              </a:rPr>
              <a:t>”.</a:t>
            </a:r>
            <a:br>
              <a:rPr lang="en-US" sz="8000" b="1" dirty="0">
                <a:latin typeface="Times New Roman (Headings)"/>
                <a:cs typeface="Arial" panose="020B0604020202020204" pitchFamily="34" charset="0"/>
              </a:rPr>
            </a:br>
            <a:r>
              <a:rPr lang="en-US" sz="8000" b="1" i="1" dirty="0">
                <a:solidFill>
                  <a:srgbClr val="EE0000"/>
                </a:solidFill>
                <a:latin typeface="Times New Roman (Headings)"/>
                <a:cs typeface="Arial" panose="020B0604020202020204" pitchFamily="34" charset="0"/>
              </a:rPr>
              <a:t>All…All…</a:t>
            </a:r>
            <a:endParaRPr lang="en-US" sz="8000" b="1" dirty="0">
              <a:solidFill>
                <a:srgbClr val="EE0000"/>
              </a:solidFill>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917121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8FCBC-C40A-B889-6783-0AF70B3949F6}"/>
            </a:ext>
          </a:extLst>
        </p:cNvPr>
        <p:cNvGrpSpPr/>
        <p:nvPr/>
      </p:nvGrpSpPr>
      <p:grpSpPr>
        <a:xfrm>
          <a:off x="0" y="0"/>
          <a:ext cx="0" cy="0"/>
          <a:chOff x="0" y="0"/>
          <a:chExt cx="0" cy="0"/>
        </a:xfrm>
      </p:grpSpPr>
      <p:pic>
        <p:nvPicPr>
          <p:cNvPr id="3" name="Picture 2" descr="Có thể là hình ảnh về 1 người và văn bản cho biết '-ြရြု်နိန်တြ Thánh Lễ SUY TÔN THÁNH GIÁ &quot;Thiên chúa yêu thế gian đến nỗi đã ban Con Một, để ai tin vào con của Người thì khỏi phải chết, nhưng được sống muôn đời.&quot; (Ga (Ga3,16) 3, 16)'">
            <a:extLst>
              <a:ext uri="{FF2B5EF4-FFF2-40B4-BE49-F238E27FC236}">
                <a16:creationId xmlns:a16="http://schemas.microsoft.com/office/drawing/2014/main" id="{4327ECBC-9784-5036-6080-8BED23445D10}"/>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89242039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CT: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toàn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năng</a:t>
            </a:r>
            <a:r>
              <a:rPr lang="en-US" sz="88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tạo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thành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đất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hữu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Ki-</a:t>
            </a:r>
            <a:r>
              <a:rPr lang="en-US" sz="8800" b="1" dirty="0" err="1">
                <a:effectLst/>
                <a:latin typeface="Times New Roman (Headings)"/>
                <a:cs typeface="Arial" panose="020B0604020202020204" pitchFamily="34" charset="0"/>
              </a:rPr>
              <a:t>tô</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sinh bởi Đức Chúa Cha từ trước muôn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bởi</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nhờ Người mà muôn vật được tạo thành.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Người chịu đóng đinh vào thập giá vì chúng ta,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a:t>
            </a:r>
            <a:r>
              <a:rPr lang="vi-VN" sz="7200" b="1" dirty="0">
                <a:effectLst/>
                <a:latin typeface="Times New Roman (Headings)"/>
                <a:cs typeface="Arial" panose="020B0604020202020204" pitchFamily="34" charset="0"/>
              </a:rPr>
              <a:t>Phong-xi</a:t>
            </a:r>
            <a:r>
              <a:rPr lang="en-US" sz="7200" b="1" dirty="0">
                <a:effectLst/>
                <a:latin typeface="Times New Roman (Headings)"/>
                <a:cs typeface="Arial" panose="020B0604020202020204" pitchFamily="34" charset="0"/>
              </a:rPr>
              <a:t>-</a:t>
            </a:r>
            <a:r>
              <a:rPr lang="vi-VN" sz="7200" b="1" dirty="0">
                <a:effectLst/>
                <a:latin typeface="Times New Roman (Headings)"/>
                <a:cs typeface="Arial" panose="020B0604020202020204" pitchFamily="34" charset="0"/>
              </a:rPr>
              <a:t>ô</a:t>
            </a:r>
            <a:r>
              <a:rPr lang="en-US" sz="8000" b="1" dirty="0">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Người lên trời, ngự bên hữu Đức Chúa Cha.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Tôi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kính</a:t>
            </a:r>
            <a:r>
              <a:rPr lang="en-US" sz="7200" b="1" dirty="0">
                <a:effectLst/>
                <a:latin typeface="Times New Roman (Headings)"/>
                <a:cs typeface="Arial" panose="020B0604020202020204" pitchFamily="34" charset="0"/>
              </a:rPr>
              <a:t> Đức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và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Đấng</a:t>
            </a:r>
            <a:r>
              <a:rPr lang="en-US" sz="7200" b="1" dirty="0">
                <a:effectLst/>
                <a:latin typeface="Times New Roman (Headings)"/>
                <a:cs typeface="Arial" panose="020B0604020202020204" pitchFamily="34" charset="0"/>
              </a:rPr>
              <a:t> ban </a:t>
            </a:r>
            <a:r>
              <a:rPr lang="en-US" sz="7200" b="1" dirty="0" err="1">
                <a:effectLst/>
                <a:latin typeface="Times New Roman (Headings)"/>
                <a:cs typeface="Arial" panose="020B0604020202020204" pitchFamily="34" charset="0"/>
              </a:rPr>
              <a:t>sự</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sống</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Người được phụng thờ và tôn vinh cùng với Đức Chúa Cha và Đức Chúa Con</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8FA46-B73E-CF98-AF13-FDBCB9F01E6A}"/>
            </a:ext>
          </a:extLst>
        </p:cNvPr>
        <p:cNvGrpSpPr/>
        <p:nvPr/>
      </p:nvGrpSpPr>
      <p:grpSpPr>
        <a:xfrm>
          <a:off x="0" y="0"/>
          <a:ext cx="0" cy="0"/>
          <a:chOff x="0" y="0"/>
          <a:chExt cx="0" cy="0"/>
        </a:xfrm>
      </p:grpSpPr>
      <p:pic>
        <p:nvPicPr>
          <p:cNvPr id="3" name="Picture 2" descr="Có thể là hình ảnh về 1 người và văn bản cho biết '-ြရြု်နိန်တြ Thánh Lễ SUY TÔN THÁNH GIÁ &quot;Thiên chúa yêu thế gian đến nỗi đã ban Con Một, để ai tin vào con của Người thì khỏi phải chết, nhưng được sống muôn đời.&quot; (Ga (Ga3,16) 3, 16)'">
            <a:extLst>
              <a:ext uri="{FF2B5EF4-FFF2-40B4-BE49-F238E27FC236}">
                <a16:creationId xmlns:a16="http://schemas.microsoft.com/office/drawing/2014/main" id="{3B0626A8-08CA-71E0-417D-FB12FEAB0C05}"/>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2227319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CON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CHÚA</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Phanxico</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effectLst/>
                <a:latin typeface="Times New Roman (Headings)"/>
                <a:cs typeface="Arial" panose="020B0604020202020204" pitchFamily="34" charset="0"/>
              </a:rPr>
              <a:t>1. Con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đôi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tay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từng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tê</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tái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6042738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effectLst/>
                <a:latin typeface="Times New Roman (Headings)"/>
                <a:cs typeface="Arial" panose="020B0604020202020204" pitchFamily="34" charset="0"/>
              </a:rPr>
              <a:t>Con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đôi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bờ</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vai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gồng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nặng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trĩu</a:t>
            </a:r>
            <a:r>
              <a:rPr lang="en-US" sz="8000" b="1" dirty="0">
                <a:effectLst/>
                <a:latin typeface="Times New Roman (Headings)"/>
                <a:cs typeface="Arial" panose="020B0604020202020204" pitchFamily="34" charset="0"/>
              </a:rPr>
              <a:t> bao </a:t>
            </a:r>
            <a:r>
              <a:rPr lang="en-US" sz="8000" b="1" dirty="0" err="1">
                <a:effectLst/>
                <a:latin typeface="Times New Roman (Headings)"/>
                <a:cs typeface="Arial" panose="020B0604020202020204" pitchFamily="34" charset="0"/>
              </a:rPr>
              <a:t>ngày</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5939097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76059-E4E8-83D3-8690-F158BF154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CAC94-C693-78AF-320E-3B9BF2DF34D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effectLst/>
                <a:latin typeface="Times New Roman (Headings)"/>
                <a:cs typeface="Arial" panose="020B0604020202020204" pitchFamily="34" charset="0"/>
              </a:rPr>
              <a:t>con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đôi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phúc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miệt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mài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0630447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9A798-468A-0C11-83D1-031682B0E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B27F0-AE5E-C1DC-08E6-F61BE14EB7A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it-IT" sz="8000" b="1" dirty="0">
                <a:effectLst/>
                <a:latin typeface="Times New Roman (Headings)"/>
                <a:cs typeface="Arial" panose="020B0604020202020204" pitchFamily="34" charset="0"/>
              </a:rPr>
              <a:t>ĐK. Vì ngày mai con lo hôm nay, vì tương lai con </a:t>
            </a:r>
            <a:br>
              <a:rPr lang="it-IT" sz="8000" b="1" dirty="0">
                <a:effectLst/>
                <a:latin typeface="Times New Roman (Headings)"/>
                <a:cs typeface="Arial" panose="020B0604020202020204" pitchFamily="34" charset="0"/>
              </a:rPr>
            </a:br>
            <a:r>
              <a:rPr lang="it-IT" sz="8000" b="1" dirty="0">
                <a:effectLst/>
                <a:latin typeface="Times New Roman (Headings)"/>
                <a:cs typeface="Arial" panose="020B0604020202020204" pitchFamily="34" charset="0"/>
              </a:rPr>
              <a:t>lo hiện tại,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4684188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3D4B9-C3AA-6EF1-C882-36B9C0151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CFB18-3164-7B4C-0B8E-C64AD810463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vì</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xoay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cuộc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bon </a:t>
            </a:r>
            <a:r>
              <a:rPr lang="en-US" sz="8000" b="1" dirty="0" err="1">
                <a:effectLst/>
                <a:latin typeface="Times New Roman (Headings)"/>
                <a:cs typeface="Arial" panose="020B0604020202020204" pitchFamily="34" charset="0"/>
              </a:rPr>
              <a:t>chen</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từng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ngày</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8760317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CE368-6758-8DEF-0CDA-F461AD81C7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D97D0-568B-13E3-5A99-CC657D1BB36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Vì</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Chúa con </a:t>
            </a:r>
            <a:r>
              <a:rPr lang="en-US" sz="8000" b="1" dirty="0" err="1">
                <a:effectLst/>
                <a:latin typeface="Times New Roman (Headings)"/>
                <a:cs typeface="Arial" panose="020B0604020202020204" pitchFamily="34" charset="0"/>
              </a:rPr>
              <a:t>luôn</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dù</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băn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khoăn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âu</a:t>
            </a:r>
            <a:r>
              <a:rPr lang="en-US" sz="8000" b="1" dirty="0">
                <a:effectLst/>
                <a:latin typeface="Times New Roman (Headings)"/>
                <a:cs typeface="Arial" panose="020B0604020202020204" pitchFamily="34" charset="0"/>
              </a:rPr>
              <a:t> lo </a:t>
            </a:r>
            <a:r>
              <a:rPr lang="en-US" sz="8000" b="1" dirty="0" err="1">
                <a:effectLst/>
                <a:latin typeface="Times New Roman (Headings)"/>
                <a:cs typeface="Arial" panose="020B0604020202020204" pitchFamily="34" charset="0"/>
              </a:rPr>
              <a:t>mọi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điều</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40239247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619E3-B4FA-44C6-0737-97D814A2C0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9F4E55-C3FE-B3A1-BBC6-4F5096E4E99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dù ngàn tiếng khóc than đìu hiu dù đời sống đau thương còn nhiều.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55165037"/>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5BB25-284F-0F80-8BB6-BB2CDEBA8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F3578-294C-19AD-C362-0467CC66C91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effectLst/>
                <a:latin typeface="Times New Roman (Headings)"/>
                <a:cs typeface="Arial" panose="020B0604020202020204" pitchFamily="34" charset="0"/>
              </a:rPr>
              <a:t>2. </a:t>
            </a:r>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mắt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nỗi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buồn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chới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với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62970718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90EB0-55F4-6E8B-A5E4-FB5BE5CFBE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8C0BAA-6EB7-DA79-3A35-0A74B00C6E4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đau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đớn</a:t>
            </a:r>
            <a:r>
              <a:rPr lang="en-US" sz="8000" b="1" dirty="0">
                <a:effectLst/>
                <a:latin typeface="Times New Roman (Headings)"/>
                <a:cs typeface="Arial" panose="020B0604020202020204" pitchFamily="34" charset="0"/>
              </a:rPr>
              <a:t> se </a:t>
            </a:r>
            <a:r>
              <a:rPr lang="en-US" sz="8000" b="1" dirty="0" err="1">
                <a:effectLst/>
                <a:latin typeface="Times New Roman (Headings)"/>
                <a:cs typeface="Arial" panose="020B0604020202020204" pitchFamily="34" charset="0"/>
              </a:rPr>
              <a:t>bờ</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những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gục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trong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9723037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7E681-3302-00C6-0A05-514E39BCE5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3D7AB-E169-60A9-7705-1B00878BB95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đây mơ ước trôi qua rồi đã làm sầu héo nụ cười.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1187345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E9F91-B4CE-58F6-80FE-B8347C8CB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017CD-135A-09A9-9A1E-558E2F05E01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it-IT" sz="8000" b="1" dirty="0">
                <a:effectLst/>
                <a:latin typeface="Times New Roman (Headings)"/>
                <a:cs typeface="Arial" panose="020B0604020202020204" pitchFamily="34" charset="0"/>
              </a:rPr>
              <a:t>ĐK. Vì ngày mai con lo hôm nay, vì tương lai con </a:t>
            </a:r>
            <a:br>
              <a:rPr lang="it-IT" sz="8000" b="1" dirty="0">
                <a:effectLst/>
                <a:latin typeface="Times New Roman (Headings)"/>
                <a:cs typeface="Arial" panose="020B0604020202020204" pitchFamily="34" charset="0"/>
              </a:rPr>
            </a:br>
            <a:r>
              <a:rPr lang="it-IT" sz="8000" b="1" dirty="0">
                <a:effectLst/>
                <a:latin typeface="Times New Roman (Headings)"/>
                <a:cs typeface="Arial" panose="020B0604020202020204" pitchFamily="34" charset="0"/>
              </a:rPr>
              <a:t>lo hiện tại,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8559950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238B1-C4D8-8775-31A5-B717DE7302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F0F0D2-863C-FDA3-01A5-D44D14FBC4F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vì</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xoay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cuộc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bon </a:t>
            </a:r>
            <a:r>
              <a:rPr lang="en-US" sz="8000" b="1" dirty="0" err="1">
                <a:effectLst/>
                <a:latin typeface="Times New Roman (Headings)"/>
                <a:cs typeface="Arial" panose="020B0604020202020204" pitchFamily="34" charset="0"/>
              </a:rPr>
              <a:t>chen</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từng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ngày</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791535918"/>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56577-79E3-63A8-E092-83052BEB9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2B8FD-D999-3DD1-7923-67EA877CEB5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Vì</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Chúa con </a:t>
            </a:r>
            <a:r>
              <a:rPr lang="en-US" sz="8000" b="1" dirty="0" err="1">
                <a:effectLst/>
                <a:latin typeface="Times New Roman (Headings)"/>
                <a:cs typeface="Arial" panose="020B0604020202020204" pitchFamily="34" charset="0"/>
              </a:rPr>
              <a:t>luôn</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dù</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băn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khoăn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âu</a:t>
            </a:r>
            <a:r>
              <a:rPr lang="en-US" sz="8000" b="1" dirty="0">
                <a:effectLst/>
                <a:latin typeface="Times New Roman (Headings)"/>
                <a:cs typeface="Arial" panose="020B0604020202020204" pitchFamily="34" charset="0"/>
              </a:rPr>
              <a:t> lo </a:t>
            </a:r>
            <a:r>
              <a:rPr lang="en-US" sz="8000" b="1" dirty="0" err="1">
                <a:effectLst/>
                <a:latin typeface="Times New Roman (Headings)"/>
                <a:cs typeface="Arial" panose="020B0604020202020204" pitchFamily="34" charset="0"/>
              </a:rPr>
              <a:t>mọi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điều</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16478302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CC71A-7428-A27C-410E-3CC76F785C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B67E9A-1920-AD76-324E-67D5606613D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dù ngàn tiếng khóc than đìu hiu dù đời sống đau thương còn nhiều.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8820058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C783-343F-41E1-A9A3-C0E589351673}"/>
            </a:ext>
          </a:extLst>
        </p:cNvPr>
        <p:cNvGrpSpPr/>
        <p:nvPr/>
      </p:nvGrpSpPr>
      <p:grpSpPr>
        <a:xfrm>
          <a:off x="0" y="0"/>
          <a:ext cx="0" cy="0"/>
          <a:chOff x="0" y="0"/>
          <a:chExt cx="0" cy="0"/>
        </a:xfrm>
      </p:grpSpPr>
      <p:pic>
        <p:nvPicPr>
          <p:cNvPr id="3" name="Picture 2" descr="A golden chalice and a cross next to a book&#10;&#10;AI-generated content may be incorrect.">
            <a:extLst>
              <a:ext uri="{FF2B5EF4-FFF2-40B4-BE49-F238E27FC236}">
                <a16:creationId xmlns:a16="http://schemas.microsoft.com/office/drawing/2014/main" id="{9CCBCF23-AD9F-5D42-DBB7-995EE45D93F5}"/>
              </a:ext>
            </a:extLst>
          </p:cNvPr>
          <p:cNvPicPr>
            <a:picLocks noChangeAspect="1"/>
          </p:cNvPicPr>
          <p:nvPr/>
        </p:nvPicPr>
        <p:blipFill>
          <a:blip r:embed="rId2">
            <a:extLst>
              <a:ext uri="{28A0092B-C50C-407E-A947-70E740481C1C}">
                <a14:useLocalDpi xmlns:a14="http://schemas.microsoft.com/office/drawing/2010/main" val="0"/>
              </a:ext>
            </a:extLst>
          </a:blip>
          <a:srcRect t="5782" b="9844"/>
          <a:stretch>
            <a:fillRect/>
          </a:stretch>
        </p:blipFill>
        <p:spPr>
          <a:xfrm>
            <a:off x="0" y="0"/>
            <a:ext cx="9144000" cy="5143500"/>
          </a:xfrm>
          <a:prstGeom prst="rect">
            <a:avLst/>
          </a:prstGeom>
        </p:spPr>
      </p:pic>
    </p:spTree>
    <p:extLst>
      <p:ext uri="{BB962C8B-B14F-4D97-AF65-F5344CB8AC3E}">
        <p14:creationId xmlns:p14="http://schemas.microsoft.com/office/powerpoint/2010/main" val="1715118615"/>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8800" b="1" dirty="0">
                <a:latin typeface="Times New Roman (Headings)"/>
                <a:cs typeface="Arial" panose="020B0604020202020204" pitchFamily="34" charset="0"/>
              </a:rPr>
              <a:t>Chúa phán: Khi nào Ta được đưa lên cao khỏi đất, </a:t>
            </a:r>
            <a:endParaRPr lang="en-US" sz="8800" b="1" dirty="0">
              <a:latin typeface="Times New Roman (Headings)"/>
              <a:cs typeface="Arial" panose="020B0604020202020204" pitchFamily="34" charset="0"/>
            </a:endParaRPr>
          </a:p>
        </p:txBody>
      </p:sp>
      <p:sp>
        <p:nvSpPr>
          <p:cNvPr id="6" name="Title 1">
            <a:extLst>
              <a:ext uri="{FF2B5EF4-FFF2-40B4-BE49-F238E27FC236}">
                <a16:creationId xmlns:a16="http://schemas.microsoft.com/office/drawing/2014/main" id="{7245C7E0-AD08-9DB0-D243-A28F8F7A3746}"/>
              </a:ext>
            </a:extLst>
          </p:cNvPr>
          <p:cNvSpPr txBox="1">
            <a:spLocks/>
          </p:cNvSpPr>
          <p:nvPr/>
        </p:nvSpPr>
        <p:spPr>
          <a:xfrm>
            <a:off x="736600" y="0"/>
            <a:ext cx="7670800" cy="508000"/>
          </a:xfrm>
          <a:prstGeom prst="rect">
            <a:avLst/>
          </a:prstGeom>
        </p:spPr>
        <p:txBody>
          <a:bodyPr vert="horz" lIns="91440" tIns="0" rIns="91440" bIns="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u="sng"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15767542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A233A-A4C7-EB77-3144-78F6A55B2E0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85E8734-82AC-62FA-FB99-277D354A2C19}"/>
              </a:ext>
            </a:extLst>
          </p:cNvPr>
          <p:cNvSpPr txBox="1">
            <a:spLocks/>
          </p:cNvSpPr>
          <p:nvPr/>
        </p:nvSpPr>
        <p:spPr>
          <a:xfrm>
            <a:off x="0" y="1"/>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8800" b="1" dirty="0">
                <a:latin typeface="Times New Roman (Headings)"/>
                <a:cs typeface="Arial" panose="020B0604020202020204" pitchFamily="34" charset="0"/>
              </a:rPr>
              <a:t>Ta sẽ kéo mọi người lên cùng Ta.</a:t>
            </a:r>
            <a:endParaRPr lang="en-US" sz="8800" b="1" dirty="0">
              <a:latin typeface="Times New Roman (Headings)"/>
              <a:cs typeface="Arial" panose="020B0604020202020204" pitchFamily="34" charset="0"/>
            </a:endParaRPr>
          </a:p>
        </p:txBody>
      </p:sp>
    </p:spTree>
    <p:extLst>
      <p:ext uri="{BB962C8B-B14F-4D97-AF65-F5344CB8AC3E}">
        <p14:creationId xmlns:p14="http://schemas.microsoft.com/office/powerpoint/2010/main" val="304456690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CHÚNG CON </a:t>
            </a:r>
            <a:b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CẦN ĐẾN CHÚA </a:t>
            </a:r>
            <a:b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Phanxicô</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1. Tựa nép bên lòng Chúa, con xin ngỏ hết tâm tư.</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1539375"/>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Vui buồn của đời sống dương gian.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Đêm</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ngày</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miệt</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mài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4887036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6DE67-0396-4438-3555-C90668888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FACCA-2CF0-D1A9-EA52-B49B03B9CDD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những</a:t>
            </a:r>
            <a:r>
              <a:rPr lang="en-US" sz="8000" b="1" dirty="0">
                <a:effectLst/>
                <a:latin typeface="Times New Roman (Headings)"/>
                <a:cs typeface="Arial" panose="020B0604020202020204" pitchFamily="34" charset="0"/>
              </a:rPr>
              <a:t> lo </a:t>
            </a:r>
            <a:r>
              <a:rPr lang="en-US" sz="8000" b="1" dirty="0" err="1">
                <a:effectLst/>
                <a:latin typeface="Times New Roman (Headings)"/>
                <a:cs typeface="Arial" panose="020B0604020202020204" pitchFamily="34" charset="0"/>
              </a:rPr>
              <a:t>toan</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Khi </a:t>
            </a:r>
            <a:r>
              <a:rPr lang="en-US" sz="8000" b="1" dirty="0" err="1">
                <a:effectLst/>
                <a:latin typeface="Times New Roman (Headings)"/>
                <a:cs typeface="Arial" panose="020B0604020202020204" pitchFamily="34" charset="0"/>
              </a:rPr>
              <a:t>vội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vàng</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khi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muộn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màng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319243297"/>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tiếng cười giọt lệ những miên man.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41247277"/>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A6884-A021-B950-A22D-6F3D8AC42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C2E8D-DEBD-2AEC-3484-487E1D367F0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Chúa vẫn biết chúng con cần đến Chúa, tháng năm ưu tư ngập tràn.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96150523"/>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6BFD4-977A-E650-4F33-DEC77084E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836D7-5340-3D50-9EA2-6F02B487B44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Chúa vẫn biết chúng con cần đến Chúa dẫn đưa đời vui sống bình an.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92830411"/>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62A81-689D-4774-3FA5-BA9626E56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6653C-869F-760B-FF83-3FFCEE23E9B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2. Ngày tháng năm đời sống không ai nhìn thấy tương lai.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4730986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E5C60-96FB-317D-93C9-1A1CE0AB0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A0248-7592-B9B2-2048-499FB80FFA7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Mong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chờ</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biết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hôm</a:t>
            </a:r>
            <a:r>
              <a:rPr lang="en-US" sz="8000" b="1" dirty="0">
                <a:effectLst/>
                <a:latin typeface="Times New Roman (Headings)"/>
                <a:cs typeface="Arial" panose="020B0604020202020204" pitchFamily="34" charset="0"/>
              </a:rPr>
              <a:t> nay, </a:t>
            </a:r>
            <a:r>
              <a:rPr lang="en-US" sz="8000" b="1" dirty="0" err="1">
                <a:effectLst/>
                <a:latin typeface="Times New Roman (Headings)"/>
                <a:cs typeface="Arial" panose="020B0604020202020204" pitchFamily="34" charset="0"/>
              </a:rPr>
              <a:t>lao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nhọc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trắng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tay</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5453459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8439A-1996-D72D-97B8-5EE007EB4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EADA96-5577-4763-781F-279CC224EC8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Trong nụ cười, bao ngậm ngùi, nơi nào trọn vẹn nghĩa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an vui.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21021694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793B3-1D72-9AA7-2B5D-3CE13915B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02B94-0BB7-62DF-C2F6-ABAB1D47155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Chúa vẫn biết chúng con cần đến Chúa, tháng năm ưu tư ngập tràn.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4659845"/>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4D4E5-65D4-8EBD-EE6C-C5674B3B89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19F5E-7C41-DBF8-4611-9E3ED2ABE45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Chúa vẫn biết chúng con cần đến Chúa dẫn đưa đời vui sống bình an.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83186426"/>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37A39-2CBC-D569-C1B4-5455C0A3D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7772C-C1B8-D61C-ECB1-462D4595A63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3. Đời sống như trời gió, thân con tựa cánh chim bay.</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7145382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20A4B-2BF5-824A-661F-92734E0908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85D952-EEB2-D3CE-9B0B-8BF19833B6F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Bao ngày miệt mài kiếp tha hương, mong về cùng tổ ấm yêu thương.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53422509"/>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2D7BE-06C2-2FB9-4FFB-60358FF88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72321-7041-5AD1-6ECA-5419FA2BD3B5}"/>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Xa cội nguồn, tim nặng buồn, mong về tựa lòng Chúa yêu thương.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6831170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52010-B913-0845-718C-F40056E27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D582AE-A1C1-8643-2EAF-7A11F9D6BBA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Chúa vẫn biết chúng con cần đến Chúa, tháng năm ưu tư ngập tràn.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41963680"/>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33E9D-9A37-21D2-375F-E5D5116CB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651B1A-EDE7-7F26-1BBB-71452585812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Chúa vẫn biết chúng con cần đến Chúa dẫn đưa đời vui sống bình an.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02789139"/>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EA783-E4C4-88C2-B64F-2D4B80EE6AA6}"/>
            </a:ext>
          </a:extLst>
        </p:cNvPr>
        <p:cNvGrpSpPr/>
        <p:nvPr/>
      </p:nvGrpSpPr>
      <p:grpSpPr>
        <a:xfrm>
          <a:off x="0" y="0"/>
          <a:ext cx="0" cy="0"/>
          <a:chOff x="0" y="0"/>
          <a:chExt cx="0" cy="0"/>
        </a:xfrm>
      </p:grpSpPr>
      <p:pic>
        <p:nvPicPr>
          <p:cNvPr id="3" name="Picture 2" descr="Có thể là hình ảnh về 1 người và văn bản cho biết '-ြရြု်နိန်တြ Thánh Lễ SUY TÔN THÁNH GIÁ &quot;Thiên chúa yêu thế gian đến nỗi đã ban Con Một, để ai tin vào con của Người thì khỏi phải chết, nhưng được sống muôn đời.&quot; (Ga (Ga3,16) 3, 16)'">
            <a:extLst>
              <a:ext uri="{FF2B5EF4-FFF2-40B4-BE49-F238E27FC236}">
                <a16:creationId xmlns:a16="http://schemas.microsoft.com/office/drawing/2014/main" id="{E55DC285-9E86-04C9-4D5C-F4E9C539B710}"/>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385720636"/>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CHÚT TÌNH </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CON THƠ</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Nguyễn Duy)</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1. Mẹ ơi! Trên trần gian con chưa thấy ai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854A-30FD-74BA-D760-3D98AFF0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6308-F178-7F8F-C4CD-1D711E0E4B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đến nhờ Mẹ mà Mẹ không thương giúp.</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58446063"/>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C1574-C06A-40EA-48EF-0725EDD6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92300-D9B6-6647-9933-D1EB4916615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Mẹ ơi! Con biết rằng tình Mẹ rất bao la,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6430146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5FC6-C4E7-49E7-E172-4A27B9716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8DA2A-DE2E-1901-7370-4F45EEC10B2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luôn dõi nhìn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từng nhịp bước con thơ.</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76382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41108-3CE4-AE96-4B75-20B7ECFD0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C2EF0-2FB2-F812-E5F1-D67AE30963F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err="1">
                <a:effectLst/>
                <a:latin typeface="Times New Roman (Headings)"/>
                <a:cs typeface="Arial" panose="020B0604020202020204" pitchFamily="34" charset="0"/>
              </a:rPr>
              <a:t>ÐK</a:t>
            </a:r>
            <a:r>
              <a:rPr lang="vi-VN" sz="8800" b="1" dirty="0">
                <a:effectLst/>
                <a:latin typeface="Times New Roman (Headings)"/>
                <a:cs typeface="Arial" panose="020B0604020202020204" pitchFamily="34" charset="0"/>
              </a:rPr>
              <a:t>. Mẹ nguồn cậy trông cho người thất vọng.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2261112"/>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96928-79ED-5CDB-7DCA-53B37B916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AA43F-1B75-78AD-5F13-9382027DDEC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Mẹ là niềm tin cho người lữ thứ. Mẹ là niềm vui cho người buồn đau,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9189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C23EB-3F1C-548F-1303-34F387C233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0C35A-A001-AF5D-51F0-6F7E3F005FB3}"/>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 Mẹ là nghỉ ngơi cho người đơn côi.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64198505"/>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C8EBC-B8B7-C18C-7430-16C7E91D9285}"/>
            </a:ext>
          </a:extLst>
        </p:cNvPr>
        <p:cNvGrpSpPr/>
        <p:nvPr/>
      </p:nvGrpSpPr>
      <p:grpSpPr>
        <a:xfrm>
          <a:off x="0" y="0"/>
          <a:ext cx="0" cy="0"/>
          <a:chOff x="0" y="0"/>
          <a:chExt cx="0" cy="0"/>
        </a:xfrm>
      </p:grpSpPr>
      <p:pic>
        <p:nvPicPr>
          <p:cNvPr id="3" name="Picture 2" descr="Có thể là hình ảnh về 1 người và văn bản cho biết '-ြရြု်နိန်တြ Thánh Lễ SUY TÔN THÁNH GIÁ &quot;Thiên chúa yêu thế gian đến nỗi đã ban Con Một, để ai tin vào con của Người thì khỏi phải chết, nhưng được sống muôn đời.&quot; (Ga (Ga3,16) 3, 16)'">
            <a:extLst>
              <a:ext uri="{FF2B5EF4-FFF2-40B4-BE49-F238E27FC236}">
                <a16:creationId xmlns:a16="http://schemas.microsoft.com/office/drawing/2014/main" id="{6A57D9CE-1AA3-02D7-EDC9-54B415BCB20D}"/>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176957705"/>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1158</TotalTime>
  <Words>4057</Words>
  <Application>Microsoft Office PowerPoint</Application>
  <PresentationFormat>On-screen Show (16:9)</PresentationFormat>
  <Paragraphs>383</Paragraphs>
  <Slides>235</Slides>
  <Notes>73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235</vt:i4>
      </vt:variant>
    </vt:vector>
  </HeadingPairs>
  <TitlesOfParts>
    <vt:vector size="242"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LẠY CHÚA BAO NGÀY THÁNG (Lm. Kim Long)</vt:lpstr>
      <vt:lpstr>ĐK. Lạy Chúa bao ngày tháng con hằng mơ ước,</vt:lpstr>
      <vt:lpstr>tìm về bên Chúa nguồn vui suối  an hòa.</vt:lpstr>
      <vt:lpstr>1. Nai rừng luôn khát khao, luôn khát khao dòng nước:</vt:lpstr>
      <vt:lpstr>ước mong về hằng ước mong về, về bên suối trong.</vt:lpstr>
      <vt:lpstr>ĐK. Lạy Chúa bao ngày tháng con hằng mơ ước,</vt:lpstr>
      <vt:lpstr>tìm về bên Chúa nguồn vui suối  an hòa.</vt:lpstr>
      <vt:lpstr>PowerPoint Presentation</vt:lpstr>
      <vt:lpstr>KINH VINH DANH</vt:lpstr>
      <vt:lpstr>A+B: và bình an dưới thế cho người thiện tâm.</vt:lpstr>
      <vt:lpstr>A: Chúng con ca ngợi Chúa,</vt:lpstr>
      <vt:lpstr>B: chúng con chúc tụng Chúa,</vt:lpstr>
      <vt:lpstr>A: chúng   con  thờ lạy Chúa,</vt:lpstr>
      <vt:lpstr>B: chúng con tôn vinh Chúa,</vt:lpstr>
      <vt:lpstr>A: chúng con cảm tạ Chúa vì vinh quang cao cả Chúa,</vt:lpstr>
      <vt:lpstr>B: lạy Chúa là Thiên Chúa, là Vua trên trời, là Chúa Cha toàn năng.</vt:lpstr>
      <vt:lpstr>A: Lạy Con một Thiên Chúa, Chúa Giêsu Kitô.</vt:lpstr>
      <vt:lpstr>B: Lạy Chúa là Thiên Chúa, là Chiên Thiên Chúa, là Con Ðức Chúa Cha,</vt:lpstr>
      <vt:lpstr>A: Chúa xóa tội trần gian,  xin thương xót chúng con,</vt:lpstr>
      <vt:lpstr>B: Chúa xóa tội trần gian, xin nhậm lời chúng con cầu khẩn.</vt:lpstr>
      <vt:lpstr>A: Chúa ngự bên hữu Ðức Chúa Cha, xin thương xót chúng con.</vt:lpstr>
      <vt:lpstr>B: Vì lạy Chúa Giêsu Kitô, chỉ có Chúa là Ðấng Thánh,</vt:lpstr>
      <vt:lpstr>chỉ có Chúa là Chúa, chỉ có Chúa là Ðấng Tối Cao,</vt:lpstr>
      <vt:lpstr>A+B: Cùng Ðức Chúa Thánh Thần trong vinh quang Ðức Chúa Cha. Amen.</vt:lpstr>
      <vt:lpstr>PowerPoint Presentation</vt:lpstr>
      <vt:lpstr>PowerPoint Presentation</vt:lpstr>
      <vt:lpstr>ĐÁP CA THÁNH VỊNH 50 (Lm. Thái Nguyên)  (03 câu)</vt:lpstr>
      <vt:lpstr>1/3. Nguyện xót thương con theo lòng nhân hậu của Chúa.</vt:lpstr>
      <vt:lpstr>Nguyện xoá tội con theo lượng cả đức từ bi Ngài.</vt:lpstr>
      <vt:lpstr> Xin rửa hồn con tuyệt gốc hết những lỗi lầm,</vt:lpstr>
      <vt:lpstr>và thanh tẩy con sạch lâng muôn  vàn tội ác. </vt:lpstr>
      <vt:lpstr>ĐK: Tôi sẽ chỗi dậy tôi sẽ chỗi dậy đi về cùng cha tôi. </vt:lpstr>
      <vt:lpstr>2/3. Lạy Chúa xin thương ban lại tấm lòng sạch trong,</vt:lpstr>
      <vt:lpstr>và hãy đổi thay tinh thần mới cho con vững vàng.</vt:lpstr>
      <vt:lpstr>Xin chớ loại con ra khỏi thánh nhan Chúa Trời,</vt:lpstr>
      <vt:lpstr>và chớ rút lại Thần Linh tuôn tràn sức sống.</vt:lpstr>
      <vt:lpstr>ĐK: Tôi sẽ chỗi dậy tôi sẽ chỗi dậy đi về cùng cha tôi. </vt:lpstr>
      <vt:lpstr>3/3. Lạy Chúa xin thương ban niềm vui đời cứu rỗi,</vt:lpstr>
      <vt:lpstr>và hãy đỡ nâng theo cùng với tinh thần quảng đại.</vt:lpstr>
      <vt:lpstr>Lạy Chúa từ nhân mở môi con ca tụng Ngài,</vt:lpstr>
      <vt:lpstr>ngàn đời hát ca đẹp thay ôi lòng nhân Chúa.</vt:lpstr>
      <vt:lpstr>ĐK: Tôi sẽ chỗi dậy tôi sẽ chỗi dậy đi về cùng cha tôi. </vt:lpstr>
      <vt:lpstr>PowerPoint Presentation</vt:lpstr>
      <vt:lpstr>PowerPoint Presentation</vt:lpstr>
      <vt:lpstr>All… All...   Chúa phán: “Nếu ai yêu mến Thầy thì sẽ giữ lời Thầy luôn,</vt:lpstr>
      <vt:lpstr>và Cha Thầy sẽ yêu mến người ấy,</vt:lpstr>
      <vt:lpstr>và Chúng Ta sẽ ở trong người ấy”. All…All…</vt:lpstr>
      <vt:lpstr>PowerPoint Presentation</vt:lpstr>
      <vt:lpstr>CT: 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CON DÂNG CHÚA  (Phanxico)</vt:lpstr>
      <vt:lpstr>1. Con dâng Chúa đôi tay này từng vất vả làm cho tê tái.</vt:lpstr>
      <vt:lpstr>Con dâng Chúa đôi bờ vai gánh gồng nặng trĩu bao ngày,</vt:lpstr>
      <vt:lpstr>con dâng Chúa đôi chân này đi tìm hạnh phúc miệt mài.</vt:lpstr>
      <vt:lpstr>ĐK. Vì ngày mai con lo hôm nay, vì tương lai con  lo hiện tại,</vt:lpstr>
      <vt:lpstr>vì trời đất mãi luôn vần xoay và cuộc sống bon chen  từng ngày.</vt:lpstr>
      <vt:lpstr>Vì lạy Chúa con luôn tin yêu, dù băn khoăn âu lo mọi điều,</vt:lpstr>
      <vt:lpstr>dù ngàn tiếng khóc than đìu hiu dù đời sống đau thương còn nhiều.</vt:lpstr>
      <vt:lpstr>2. Đây đôi mắt trông lên Ngài khi nỗi buồn làm cho  chới với,</vt:lpstr>
      <vt:lpstr>đây đau đớn se bờ môi những lần gục ngã trong đời,</vt:lpstr>
      <vt:lpstr>đây mơ ước trôi qua rồi đã làm sầu héo nụ cười.</vt:lpstr>
      <vt:lpstr>ĐK. Vì ngày mai con lo hôm nay, vì tương lai con  lo hiện tại,</vt:lpstr>
      <vt:lpstr>vì trời đất mãi luôn vần xoay và cuộc sống bon chen  từng ngày.</vt:lpstr>
      <vt:lpstr>Vì lạy Chúa con luôn tin yêu, dù băn khoăn âu lo mọi điều,</vt:lpstr>
      <vt:lpstr>dù ngàn tiếng khóc than đìu hiu dù đời sống đau thương còn nhiều.</vt:lpstr>
      <vt:lpstr>PowerPoint Presentation</vt:lpstr>
      <vt:lpstr>PowerPoint Presentation</vt:lpstr>
      <vt:lpstr>PowerPoint Presentation</vt:lpstr>
      <vt:lpstr>HIỆP LỄ CHÚNG CON  CẦN ĐẾN CHÚA  (Lm. Phanxicô)</vt:lpstr>
      <vt:lpstr>1. Tựa nép bên lòng Chúa, con xin ngỏ hết tâm tư.</vt:lpstr>
      <vt:lpstr>Vui buồn của đời sống dương gian. Đêm ngày miệt mài</vt:lpstr>
      <vt:lpstr>những lo toan.  Khi vội vàng,  khi muộn màng,</vt:lpstr>
      <vt:lpstr>tiếng cười giọt lệ những miên man.</vt:lpstr>
      <vt:lpstr>ĐK. Chúa vẫn biết chúng con cần đến Chúa, tháng năm ưu tư ngập tràn.</vt:lpstr>
      <vt:lpstr>Chúa vẫn biết chúng con cần đến Chúa dẫn đưa đời vui sống bình an.</vt:lpstr>
      <vt:lpstr>2. Ngày tháng năm đời sống không ai nhìn thấy tương lai.</vt:lpstr>
      <vt:lpstr>Mong chờ chỉ cón biết hôm nay, lao nhọc cả đời trắng đôi tay.</vt:lpstr>
      <vt:lpstr>Trong nụ cười, bao ngậm ngùi, nơi nào trọn vẹn nghĩa  an vui.</vt:lpstr>
      <vt:lpstr>ĐK. Chúa vẫn biết chúng con cần đến Chúa, tháng năm ưu tư ngập tràn.</vt:lpstr>
      <vt:lpstr>Chúa vẫn biết chúng con cần đến Chúa dẫn đưa đời vui sống bình an.</vt:lpstr>
      <vt:lpstr>3. Đời sống như trời gió, thân con tựa cánh chim bay.</vt:lpstr>
      <vt:lpstr>Bao ngày miệt mài kiếp tha hương, mong về cùng tổ ấm yêu thương.</vt:lpstr>
      <vt:lpstr>Xa cội nguồn, tim nặng buồn, mong về tựa lòng Chúa yêu thương.</vt:lpstr>
      <vt:lpstr>ĐK. Chúa vẫn biết chúng con cần đến Chúa, tháng năm ưu tư ngập tràn.</vt:lpstr>
      <vt:lpstr>Chúa vẫn biết chúng con cần đến Chúa dẫn đưa đời vui sống bình an.</vt:lpstr>
      <vt:lpstr>PowerPoint Presentation</vt:lpstr>
      <vt:lpstr>KẾT LỄ CHÚT TÌNH  CON THƠ (Lm. Nguyễn Duy)</vt:lpstr>
      <vt:lpstr>1. Mẹ ơi! Trên trần gian con chưa thấy ai</vt:lpstr>
      <vt:lpstr>đến nhờ Mẹ mà Mẹ không thương giúp.</vt:lpstr>
      <vt:lpstr>Mẹ ơi! Con biết rằng tình Mẹ rất bao la,</vt:lpstr>
      <vt:lpstr>luôn dõi nhìn  từng nhịp bước con thơ.</vt:lpstr>
      <vt:lpstr>ÐK. Mẹ nguồn cậy trông cho người thất vọng. </vt:lpstr>
      <vt:lpstr>Mẹ là niềm tin cho người lữ thứ. Mẹ là niềm vui cho người buồn đau,</vt:lpstr>
      <vt:lpstr> Mẹ là nghỉ ngơi cho người đơn côi.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1229</cp:revision>
  <cp:lastPrinted>2025-03-29T15:09:16Z</cp:lastPrinted>
  <dcterms:created xsi:type="dcterms:W3CDTF">2023-01-29T22:00:16Z</dcterms:created>
  <dcterms:modified xsi:type="dcterms:W3CDTF">2025-09-13T12:46:47Z</dcterms:modified>
</cp:coreProperties>
</file>