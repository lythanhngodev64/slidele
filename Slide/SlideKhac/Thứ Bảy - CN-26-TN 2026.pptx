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5" roundtripDataSignature="AMtx7mglJUoMpjEo9vOgjLaj0Ymry8kI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5" Type="http://customschemas.google.com/relationships/presentationmetadata" Target="metadata"/><Relationship Id="rId204" Type="http://schemas.openxmlformats.org/officeDocument/2006/relationships/slide" Target="slides/slide199.xml"/><Relationship Id="rId203" Type="http://schemas.openxmlformats.org/officeDocument/2006/relationships/slide" Target="slides/slide198.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3b2cbe721dc07a79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h3b2cbe721dc07a79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f002f62f5ca6d5c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hf002f62f5ca6d5c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3b2cbe721dc07a79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h3b2cbe721dc07a79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8" name="Google Shape;56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74" name="Google Shape;57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0" name="Google Shape;58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6" name="Google Shape;58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2" name="Google Shape;59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8" name="Google Shape;59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4" name="Google Shape;60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0" name="Google Shape;61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6" name="Google Shape;61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2" name="Google Shape;62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8" name="Google Shape;62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4" name="Google Shape;63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0" name="Google Shape;64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h3b2cbe721dc07a79_0_2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h3b2cbe721dc07a79_0_2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3b2cbe721dc07a79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3b2cbe721dc07a79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3b2cbe721dc07a79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h3b2cbe721dc07a79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3" name="Google Shape;71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h3b2cbe721dc07a79_0_2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h3b2cbe721dc07a79_0_2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h3b2cbe721dc07a79_0_2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h3b2cbe721dc07a79_0_2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h3b2cbe721dc07a7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h3b2cbe721dc07a7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3b2cbe721dc07a7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h3b2cbe721dc07a7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3b2cbe721dc07a79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h3b2cbe721dc07a79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3b2cbe721dc07a79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h3b2cbe721dc07a79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3b2cbe721dc07a79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h3b2cbe721dc07a79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h3b2cbe721dc07a79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h3b2cbe721dc07a79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h3b2cbe721dc07a79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h3b2cbe721dc07a79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3b2cbe721dc07a79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h3b2cbe721dc07a79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h3144bb33f4ab648f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h3144bb33f4ab648f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h3144bb33f4ab648f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h3144bb33f4ab648f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h3144bb33f4ab648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1" name="Google Shape;961;h3144bb33f4ab648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h3b2cbe721dc07a79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1" name="Google Shape;971;h3b2cbe721dc07a79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h3b2cbe721dc07a79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h3b2cbe721dc07a79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h3b2cbe721dc07a79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h3b2cbe721dc07a79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h3b2cbe721dc07a79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h3b2cbe721dc07a79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h3b2cbe721dc07a79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h3b2cbe721dc07a79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h3b2cbe721dc07a79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h3b2cbe721dc07a79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h3b2cbe721dc07a79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h3b2cbe721dc07a79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h3b2cbe721dc07a79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h3b2cbe721dc07a79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h3b2cbe721dc07a79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h3b2cbe721dc07a79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3b2cbe721dc07a79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h3b2cbe721dc07a79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3b2cbe721dc07a79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h3b2cbe721dc07a79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3b2cbe721dc07a79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h3b2cbe721dc07a79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3b2cbe721dc07a79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h3b2cbe721dc07a79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3b2cbe721dc07a79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h3b2cbe721dc07a79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3b2cbe721dc07a79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h3b2cbe721dc07a79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3b2cbe721dc07a79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h3b2cbe721dc07a79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3b2cbe721dc07a79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h3b2cbe721dc07a79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3b2cbe721dc07a79_0_2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h3b2cbe721dc07a79_0_2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3b2cbe721dc07a79_0_2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h3b2cbe721dc07a79_0_2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3b2cbe721dc07a79_0_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h3b2cbe721dc07a79_0_2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3.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3.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3.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3.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4.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h3b2cbe721dc07a79_0_20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BƯỚC LÊN</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Đây lễ vật hy sinh, Con Chúa Trời uy linh.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mình trên thánh giá, nay tiến dâng trên muôn bàn thờ,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hf002f62f5ca6d5c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bánh thơm, đây ly rượu nồng, lễ vật vẹn sạch tinh trong.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bước lên bàn thờ Chúa. Gần bên Chúa, tâm hồn con sướng vui thảnh thơi,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nơi danh Chúa toàn năng tác sinh đất trời, tràn ân phúc cứu độ muôn người.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h3b2cbe721dc07a79_0_213"/>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64" name="Google Shape;56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5" name="Shape 575"/>
        <p:cNvGrpSpPr/>
        <p:nvPr/>
      </p:nvGrpSpPr>
      <p:grpSpPr>
        <a:xfrm>
          <a:off x="0" y="0"/>
          <a:ext cx="0" cy="0"/>
          <a:chOff x="0" y="0"/>
          <a:chExt cx="0" cy="0"/>
        </a:xfrm>
      </p:grpSpPr>
      <p:sp>
        <p:nvSpPr>
          <p:cNvPr id="576" name="Google Shape;57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h3b2cbe721dc07a79_0_217"/>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1" name="Shape 651"/>
        <p:cNvGrpSpPr/>
        <p:nvPr/>
      </p:nvGrpSpPr>
      <p:grpSpPr>
        <a:xfrm>
          <a:off x="0" y="0"/>
          <a:ext cx="0" cy="0"/>
          <a:chOff x="0" y="0"/>
          <a:chExt cx="0" cy="0"/>
        </a:xfrm>
      </p:grpSpPr>
      <p:sp>
        <p:nvSpPr>
          <p:cNvPr id="652" name="Google Shape;65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3" name="Google Shape;65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24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Xin chỉ dạy con biết đường lối Chúa, và dẫn con theo chân lý của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Vì Ngài là Thần Linh tế độ cho con. Ngày đêm con vững tin lòng thương xót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Xin dủ lòng thương nhớ tình nghĩa cũ Ngài đã ban qua muôn thuở muôn đời.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Tội tình của tuổi thơ Chúa đừng ghi tâm. Ngài ơi! Xin nhớ con vì ân nghĩa Ngài.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3b2cbe721dc07a79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Xin chỉ đường cho những kẻ lỡ bước, vì Chúa đây luôn nhân ái chính trực. </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Dìu người lòng khiêm cung lối đường công minh. </a:t>
            </a:r>
            <a:endParaRPr b="1" sz="6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Dạy con luôn vững tâm tìm theo lối Ngài.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h3b2cbe721dc07a79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Lạy Chúa, xin nhớ lại, nhớ lại lòng từ bi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7" name="Shape 707"/>
        <p:cNvGrpSpPr/>
        <p:nvPr/>
      </p:nvGrpSpPr>
      <p:grpSpPr>
        <a:xfrm>
          <a:off x="0" y="0"/>
          <a:ext cx="0" cy="0"/>
          <a:chOff x="0" y="0"/>
          <a:chExt cx="0" cy="0"/>
        </a:xfrm>
      </p:grpSpPr>
      <p:sp>
        <p:nvSpPr>
          <p:cNvPr id="708" name="Google Shape;70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09" name="Google Shape;70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“Nếu ai yêu mến Thầy thì sẽ giữ lời Thầy luôn,</a:t>
            </a:r>
            <a:endParaRPr b="1" i="1" sz="7200">
              <a:solidFill>
                <a:schemeClr val="lt1"/>
              </a:solidFill>
              <a:latin typeface="Times New Roman"/>
              <a:ea typeface="Times New Roman"/>
              <a:cs typeface="Times New Roman"/>
              <a:sym typeface="Times New Roman"/>
            </a:endParaRPr>
          </a:p>
        </p:txBody>
      </p:sp>
      <p:sp>
        <p:nvSpPr>
          <p:cNvPr id="716" name="Google Shape;71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Cha Thầy sẽ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yêu mến người ấy </a:t>
            </a:r>
            <a:endParaRPr b="1" sz="68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và Chúng Ta đến ở trong người ấy”.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pic>
        <p:nvPicPr>
          <p:cNvPr id="726" name="Google Shape;72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id="731" name="Google Shape;731;h3b2cbe721dc07a79_0_221"/>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37" name="Google Shape;73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h3b2cbe721dc07a79_0_225"/>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BÁNH THƠM,</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RƯỢU NỒNG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(Giang Ân)</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lên Ngài này bánh thơm với ly rượu nồng, là lễ dâng con dâng lòng thành.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góp về từ ruộng nương, từ đôi tay vun xới tháng ngày,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h3b2cbe721dc07a7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nắng mưa bao nhiêu nhọc nhằn,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giọt mồ hôi đổ trên nương đồng.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h3b2cbe721dc07a7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h3b2cbe721dc07a79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Đây muôn người, cùng hát vang câu ca rộn ràng, lời chúc khen tri ân nồng nàn.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h3b2cbe721dc07a79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tiến Ngài, tựa trầm hương, ngào ngạt bay hương thơm ngất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h3b2cbe721dc07a79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nắm tay chung xây cuộc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dâng lên lễ tặng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h3b2cbe721dc07a79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Ôi, Chúa toàn năng, Chúa ngự trên cao,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h3b2cbe721dc07a79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trên các vì sao, lòng Chúa yêu thương con vời vợi, mà con biết lấy chi đáp đền!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h3b2cbe721dc07a79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Xin, xin nguyện dâng Ngài cuộc đời con làm lễ dâng toàn thiêu, với bao tình yêu.</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pic>
        <p:nvPicPr>
          <p:cNvPr id="947" name="Google Shape;94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h3144bb33f4ab648f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Do điều này mà chúng ta đã biết tình yêu của Thiên Chúa, </a:t>
            </a:r>
            <a:endParaRPr b="1" sz="7500">
              <a:solidFill>
                <a:schemeClr val="lt1"/>
              </a:solidFill>
              <a:latin typeface="Times New Roman"/>
              <a:ea typeface="Times New Roman"/>
              <a:cs typeface="Times New Roman"/>
              <a:sym typeface="Times New Roman"/>
            </a:endParaRPr>
          </a:p>
        </p:txBody>
      </p:sp>
      <p:sp>
        <p:nvSpPr>
          <p:cNvPr id="953" name="Google Shape;953;h3144bb33f4ab648f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h3144bb33f4ab648f_0_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là chính Người đã thí mạng sống mình vì chúng ta,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h3144bb33f4ab648f_0_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500">
                <a:solidFill>
                  <a:schemeClr val="lt1"/>
                </a:solidFill>
                <a:latin typeface="Times New Roman"/>
                <a:ea typeface="Times New Roman"/>
                <a:cs typeface="Times New Roman"/>
                <a:sym typeface="Times New Roman"/>
              </a:rPr>
              <a:t>nên chúng ta cũng phải thí mạng sống mình vì anh em.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pic>
        <p:nvPicPr>
          <p:cNvPr id="968" name="Google Shape;96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h3b2cbe721dc07a79_0_5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BAO LA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(Giang 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h3b2cbe721dc07a79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Bao la tình Chúa yêu con, mênh mông như biển Thái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h3b2cbe721dc07a79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dạt dào như ngàn con sóng, vỗ về năm tháng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h3b2cbe721dc07a79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như mưa đỉnh núi, suốt đời tuôn đổ dạt dào.</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h3b2cbe721dc07a79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tình yêu vô biên, một tình yêu vô biên.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h3b2cbe721dc07a79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h3b2cbe721dc07a79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h3b2cbe721dc07a79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h3b2cbe721dc07a79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h3b2cbe721dc07a79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Xa xôi ngày tháng êm trôi, yêu thương như nước xuôi dòng,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h3b2cbe721dc07a79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mặn nồng như từng hơi ấm, đổ đầy mưa nắng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h3b2cbe721dc07a79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gì như ân tình Chúa, dắt dìu con bước trong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3b2cbe721dc07a79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Từng nhịp chân yêu thương, từng nhịp chân yêu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h3b2cbe721dc07a79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Hồng ân Chúa như mưa như mưa, rơi xuống đời con miên man miên man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h3b2cbe721dc07a79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nâng đỡ tình con trong tay trong tay, vòng tay thương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h3b2cbe721dc07a79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Đời có Chúa êm trôi êm trôi, Chúa dắt dìu con luôn luôn không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h3b2cbe721dc07a79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Chúa cùng đi con không đơn côi, ôi tình tuyệt vời.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pic>
        <p:nvPicPr>
          <p:cNvPr id="1058" name="Google Shape;1058;h3b2cbe721dc07a79_0_229"/>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LỜI CẦU CHO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HỌ ĐẠO</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(Văn Chi)</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Mẹ ơi, xứ đạo con đây, nguyện xin dâng hiến Mẹ từ bi.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Mẹ luôn đỡ nâng phù trì và thương dẫn dắt trên đường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Mẹ Ma-ri-a xin thương đến xứ đạo đạo con đây.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Ban nguồn an bình, hiệp nhất, yêu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3b2cbe721dc07a79_0_2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luôn thăm viếng, giúp đỡ mãi xứ đạo con đây.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h3b2cbe721dc07a79_0_2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tình yêu Mẹ liên kết muôn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pic>
        <p:nvPicPr>
          <p:cNvPr id="1098" name="Google Shape;1098;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