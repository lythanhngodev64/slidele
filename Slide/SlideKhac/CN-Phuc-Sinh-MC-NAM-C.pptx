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54"/>
    <p:sldId id="505" r:id="rId255"/>
    <p:sldId id="506" r:id="rId256"/>
    <p:sldId id="507" r:id="rId257"/>
    <p:sldId id="508" r:id="rId258"/>
    <p:sldId id="509" r:id="rId259"/>
    <p:sldId id="510" r:id="rId260"/>
  </p:sldIdLst>
  <p:sldSz cy="5143500" cx="9144000"/>
  <p:notesSz cx="6858000" cy="9144000"/>
  <p:embeddedFontLst>
    <p:embeddedFont>
      <p:font typeface="Oswald"/>
      <p:regular r:id="rId261"/>
      <p:bold r:id="rId2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63" roundtripDataSignature="AMtx7mgqEzGyCgqA0UO4B1/4avt2zUHW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263" Type="http://customschemas.google.com/relationships/presentationmetadata" Target="metadata"/><Relationship Id="rId141" Type="http://schemas.openxmlformats.org/officeDocument/2006/relationships/slide" Target="slides/slide136.xml"/><Relationship Id="rId262" Type="http://schemas.openxmlformats.org/officeDocument/2006/relationships/font" Target="fonts/Oswald-bold.fntdata"/><Relationship Id="rId140" Type="http://schemas.openxmlformats.org/officeDocument/2006/relationships/slide" Target="slides/slide135.xml"/><Relationship Id="rId261" Type="http://schemas.openxmlformats.org/officeDocument/2006/relationships/font" Target="fonts/Oswald-regular.fntdata"/><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260" Type="http://schemas.openxmlformats.org/officeDocument/2006/relationships/slide" Target="slides/slide255.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259" Type="http://schemas.openxmlformats.org/officeDocument/2006/relationships/slide" Target="slides/slide254.xml"/><Relationship Id="rId137" Type="http://schemas.openxmlformats.org/officeDocument/2006/relationships/slide" Target="slides/slide132.xml"/><Relationship Id="rId258" Type="http://schemas.openxmlformats.org/officeDocument/2006/relationships/slide" Target="slides/slide253.xml"/><Relationship Id="rId132" Type="http://schemas.openxmlformats.org/officeDocument/2006/relationships/slide" Target="slides/slide127.xml"/><Relationship Id="rId253" Type="http://schemas.openxmlformats.org/officeDocument/2006/relationships/slide" Target="slides/slide248.xml"/><Relationship Id="rId131" Type="http://schemas.openxmlformats.org/officeDocument/2006/relationships/slide" Target="slides/slide126.xml"/><Relationship Id="rId252" Type="http://schemas.openxmlformats.org/officeDocument/2006/relationships/slide" Target="slides/slide247.xml"/><Relationship Id="rId130" Type="http://schemas.openxmlformats.org/officeDocument/2006/relationships/slide" Target="slides/slide125.xml"/><Relationship Id="rId251" Type="http://schemas.openxmlformats.org/officeDocument/2006/relationships/slide" Target="slides/slide246.xml"/><Relationship Id="rId250" Type="http://schemas.openxmlformats.org/officeDocument/2006/relationships/slide" Target="slides/slide245.xml"/><Relationship Id="rId136" Type="http://schemas.openxmlformats.org/officeDocument/2006/relationships/slide" Target="slides/slide131.xml"/><Relationship Id="rId257" Type="http://schemas.openxmlformats.org/officeDocument/2006/relationships/slide" Target="slides/slide252.xml"/><Relationship Id="rId135" Type="http://schemas.openxmlformats.org/officeDocument/2006/relationships/slide" Target="slides/slide130.xml"/><Relationship Id="rId256" Type="http://schemas.openxmlformats.org/officeDocument/2006/relationships/slide" Target="slides/slide251.xml"/><Relationship Id="rId134" Type="http://schemas.openxmlformats.org/officeDocument/2006/relationships/slide" Target="slides/slide129.xml"/><Relationship Id="rId255" Type="http://schemas.openxmlformats.org/officeDocument/2006/relationships/slide" Target="slides/slide250.xml"/><Relationship Id="rId133" Type="http://schemas.openxmlformats.org/officeDocument/2006/relationships/slide" Target="slides/slide128.xml"/><Relationship Id="rId254" Type="http://schemas.openxmlformats.org/officeDocument/2006/relationships/slide" Target="slides/slide249.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249" Type="http://schemas.openxmlformats.org/officeDocument/2006/relationships/slide" Target="slides/slide244.xml"/><Relationship Id="rId127" Type="http://schemas.openxmlformats.org/officeDocument/2006/relationships/slide" Target="slides/slide122.xml"/><Relationship Id="rId248" Type="http://schemas.openxmlformats.org/officeDocument/2006/relationships/slide" Target="slides/slide243.xml"/><Relationship Id="rId126" Type="http://schemas.openxmlformats.org/officeDocument/2006/relationships/slide" Target="slides/slide121.xml"/><Relationship Id="rId247" Type="http://schemas.openxmlformats.org/officeDocument/2006/relationships/slide" Target="slides/slide242.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schemas.openxmlformats.org/officeDocument/2006/relationships/slide" Target="slides/slide241.xml"/><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p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 name="Google Shape;659;p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p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 name="Google Shape;685;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86" name="Google Shape;686;p1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92" name="Google Shape;692;p1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p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98" name="Google Shape;698;p1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4" name="Google Shape;704;p1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0" name="Google Shape;710;p1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6" name="Google Shape;716;p1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22" name="Google Shape;722;p1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1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28" name="Google Shape;728;p1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1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46" name="Google Shape;746;p1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p1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52" name="Google Shape;752;p1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58" name="Google Shape;758;p1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p1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64" name="Google Shape;764;p1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1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0" name="Google Shape;770;p1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p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6" name="Google Shape;776;p1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 name="Google Shape;781;p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82" name="Google Shape;782;p1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p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88" name="Google Shape;788;p1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p1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94" name="Google Shape;794;p1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1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00" name="Google Shape;800;p1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5" name="Google Shape;805;p1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06" name="Google Shape;806;p1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1" name="Google Shape;811;p1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12" name="Google Shape;812;p1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1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18" name="Google Shape;818;p1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p1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24" name="Google Shape;824;p1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9" name="Google Shape;829;p1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30" name="Google Shape;830;p1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5" name="Google Shape;835;p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p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 name="Google Shape;848;p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3" name="Google Shape;853;p1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854" name="Google Shape;854;p1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p1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60" name="Google Shape;860;p1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p1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66" name="Google Shape;866;p1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p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72" name="Google Shape;872;p1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1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878" name="Google Shape;878;p1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84" name="Google Shape;884;p1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9" name="Google Shape;889;p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90" name="Google Shape;890;p1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p1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96" name="Google Shape;896;p1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1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02" name="Google Shape;902;p1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7" name="Google Shape;907;p1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08" name="Google Shape;908;p1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3" name="Google Shape;913;p1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14" name="Google Shape;914;p1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20" name="Google Shape;920;p1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5" name="Google Shape;925;p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1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p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p1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38" name="Google Shape;938;p1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3" name="Google Shape;943;p1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44" name="Google Shape;944;p1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9" name="Google Shape;949;p1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50" name="Google Shape;950;p1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5" name="Google Shape;955;p1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56" name="Google Shape;956;p1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1" name="Google Shape;961;p1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62" name="Google Shape;962;p1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7" name="Google Shape;967;p1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68" name="Google Shape;968;p1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3" name="Google Shape;973;p1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74" name="Google Shape;974;p1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9" name="Google Shape;979;p1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80" name="Google Shape;980;p1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5" name="Google Shape;985;p1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86" name="Google Shape;986;p1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1" name="Google Shape;991;p1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92" name="Google Shape;992;p1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7" name="Google Shape;997;p1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98" name="Google Shape;998;p1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3" name="Google Shape;1003;p1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1004" name="Google Shape;1004;p1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9" name="Google Shape;1009;p1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1010" name="Google Shape;1010;p1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5" name="Google Shape;1015;p1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1016" name="Google Shape;1016;p1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p1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22" name="Google Shape;1022;p1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7" name="Google Shape;1027;p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1028" name="Google Shape;1028;p1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3" name="Google Shape;1033;p1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1034" name="Google Shape;1034;p1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9" name="Google Shape;1039;p1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1040" name="Google Shape;1040;p1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1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5" name="Google Shape;1045;p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1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 name="Google Shape;1051;p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1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7" name="Google Shape;1057;p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1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2" name="Google Shape;1062;p1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3" name="Google Shape;1063;p1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1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0" name="Google Shape;1070;p1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1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6" name="Google Shape;1076;p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1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1" name="Google Shape;1081;p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1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6" name="Google Shape;1086;p1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1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1" name="Google Shape;1091;p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1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p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1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1" name="Google Shape;1101;p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1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6" name="Google Shape;1106;p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p1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1" name="Google Shape;1111;p1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1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6" name="Google Shape;1116;p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1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1" name="Google Shape;1121;p1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1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6" name="Google Shape;1126;p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1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1" name="Google Shape;1131;p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1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6" name="Google Shape;1136;p1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1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1" name="Google Shape;1141;p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p1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6" name="Google Shape;1146;p1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2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1" name="Google Shape;1151;p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2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6" name="Google Shape;1156;p2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p2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1" name="Google Shape;1161;p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2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6" name="Google Shape;1166;p2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2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1" name="Google Shape;1171;p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2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6" name="Google Shape;1176;p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p2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1" name="Google Shape;1181;p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p2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6" name="Google Shape;1186;p2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7" name="Google Shape;1187;p2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2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4" name="Google Shape;1194;p2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2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9" name="Google Shape;1199;p2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00" name="Google Shape;1200;p2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5" name="Google Shape;1205;p2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06" name="Google Shape;1206;p2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1" name="Google Shape;1211;p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12" name="Google Shape;1212;p2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2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7" name="Google Shape;1217;p2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18" name="Google Shape;1218;p2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3" name="Google Shape;1223;p2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24" name="Google Shape;1224;p2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9" name="Google Shape;1229;p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30" name="Google Shape;1230;p2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p2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5" name="Google Shape;1235;p2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36" name="Google Shape;1236;p2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1" name="Google Shape;1241;p2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42" name="Google Shape;1242;p2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7" name="Google Shape;1247;p2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48" name="Google Shape;1248;p2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3" name="Google Shape;1253;p2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54" name="Google Shape;1254;p2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9" name="Google Shape;1259;p2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60" name="Google Shape;1260;p2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p2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5" name="Google Shape;1265;p2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66" name="Google Shape;1266;p2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2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1" name="Google Shape;1271;p2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2" name="Google Shape;1272;p2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2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9" name="Google Shape;1279;p2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2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5" name="Google Shape;1285;p2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2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0" name="Google Shape;1290;p2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p2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5" name="Google Shape;1295;p2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2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0" name="Google Shape;1300;p2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01" name="Google Shape;1301;p2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p2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6" name="Google Shape;1306;p2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07" name="Google Shape;1307;p2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p2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2" name="Google Shape;1312;p2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13" name="Google Shape;1313;p2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2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8" name="Google Shape;1318;p2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19" name="Google Shape;1319;p2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p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4" name="Google Shape;1324;p2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25" name="Google Shape;1325;p2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0" name="Google Shape;1330;p2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31" name="Google Shape;1331;p2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2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6" name="Google Shape;1336;p2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37" name="Google Shape;1337;p2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2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2" name="Google Shape;1342;p2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43" name="Google Shape;1343;p2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p2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8" name="Google Shape;1348;p2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49" name="Google Shape;1349;p2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p2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4" name="Google Shape;1354;p2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55" name="Google Shape;1355;p2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2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0" name="Google Shape;1360;p2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61" name="Google Shape;1361;p2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p2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6" name="Google Shape;1366;p2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67" name="Google Shape;1367;p2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2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2" name="Google Shape;1372;p2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73" name="Google Shape;1373;p2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2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8" name="Google Shape;1378;p2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79" name="Google Shape;1379;p2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p2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4" name="Google Shape;1384;p2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85" name="Google Shape;1385;p2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2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0" name="Google Shape;1390;p2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91" name="Google Shape;1391;p2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p2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6" name="Google Shape;1396;p2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397" name="Google Shape;1397;p2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p2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2" name="Google Shape;1402;p2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03" name="Google Shape;1403;p2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p2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8" name="Google Shape;1408;p2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09" name="Google Shape;1409;p2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p2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4" name="Google Shape;1414;p2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15" name="Google Shape;1415;p2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p2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0" name="Google Shape;1420;p2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21" name="Google Shape;1421;p2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p2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6" name="Google Shape;1426;p2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27" name="Google Shape;1427;p2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2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2" name="Google Shape;1432;p2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33" name="Google Shape;1433;p2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p2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8" name="Google Shape;1438;p2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39" name="Google Shape;1439;p2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p2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4" name="Google Shape;1444;p2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5" name="Google Shape;1445;p2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p2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2" name="Google Shape;1452;p2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2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7" name="Google Shape;1457;p2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58" name="Google Shape;1458;p2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p2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3" name="Google Shape;1463;p2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64" name="Google Shape;1464;p2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p2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9" name="Google Shape;1469;p2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70" name="Google Shape;1470;p2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p2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5" name="Google Shape;1475;p2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6" name="Google Shape;1476;p2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5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5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58"/>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5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5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5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9"/>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9"/>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5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60"/>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60"/>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6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1"/>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61"/>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61"/>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61"/>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6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6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6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6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4"/>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4"/>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64"/>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6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6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6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5"/>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65"/>
          <p:cNvSpPr/>
          <p:nvPr>
            <p:ph idx="2" type="pic"/>
          </p:nvPr>
        </p:nvSpPr>
        <p:spPr>
          <a:xfrm>
            <a:off x="1792288" y="459581"/>
            <a:ext cx="5486400" cy="3086100"/>
          </a:xfrm>
          <a:prstGeom prst="rect">
            <a:avLst/>
          </a:prstGeom>
          <a:noFill/>
          <a:ln>
            <a:noFill/>
          </a:ln>
        </p:spPr>
      </p:sp>
      <p:sp>
        <p:nvSpPr>
          <p:cNvPr id="68" name="Google Shape;68;p265"/>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6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6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6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6"/>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6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67"/>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7"/>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6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6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 Id="rId3"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
          <p:cNvSpPr txBox="1"/>
          <p:nvPr/>
        </p:nvSpPr>
        <p:spPr>
          <a:xfrm>
            <a:off x="0" y="315468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5400" u="none" cap="none" strike="noStrike">
                <a:solidFill>
                  <a:srgbClr val="FFFFFF"/>
                </a:solidFill>
                <a:latin typeface="Arial"/>
                <a:ea typeface="Arial"/>
                <a:cs typeface="Arial"/>
                <a:sym typeface="Arial"/>
              </a:rPr>
              <a:t>CHÚA NHẬT PHỤC SINH</a:t>
            </a:r>
            <a:endParaRPr/>
          </a:p>
        </p:txBody>
      </p:sp>
      <p:sp>
        <p:nvSpPr>
          <p:cNvPr id="90" name="Google Shape;90;p1"/>
          <p:cNvSpPr txBox="1"/>
          <p:nvPr/>
        </p:nvSpPr>
        <p:spPr>
          <a:xfrm>
            <a:off x="2288" y="4160520"/>
            <a:ext cx="9141712" cy="68600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fontScale="92500" lnSpcReduction="10000"/>
          </a:bodyPr>
          <a:lstStyle/>
          <a:p>
            <a:pPr indent="0" lvl="0" marL="0" marR="0" rtl="0" algn="ctr">
              <a:lnSpc>
                <a:spcPct val="90000"/>
              </a:lnSpc>
              <a:spcBef>
                <a:spcPts val="0"/>
              </a:spcBef>
              <a:spcAft>
                <a:spcPts val="0"/>
              </a:spcAft>
              <a:buNone/>
            </a:pPr>
            <a:r>
              <a:rPr b="1" i="1" lang="en-US" sz="4800" u="none" cap="none" strike="noStrike">
                <a:solidFill>
                  <a:srgbClr val="FFFFFF"/>
                </a:solidFill>
                <a:latin typeface="Arial"/>
                <a:ea typeface="Arial"/>
                <a:cs typeface="Arial"/>
                <a:sym typeface="Arial"/>
              </a:rPr>
              <a:t>“Người phải sống lại từ cõi chết?”</a:t>
            </a:r>
            <a:endParaRPr b="1" i="1" sz="4800" u="none" cap="none" strike="noStrike">
              <a:solidFill>
                <a:srgbClr val="FFFFFF"/>
              </a:solidFill>
              <a:latin typeface="Arial"/>
              <a:ea typeface="Arial"/>
              <a:cs typeface="Arial"/>
              <a:sym typeface="Arial"/>
            </a:endParaRPr>
          </a:p>
        </p:txBody>
      </p:sp>
      <p:sp>
        <p:nvSpPr>
          <p:cNvPr id="91" name="Google Shape;91;p1"/>
          <p:cNvSpPr txBox="1"/>
          <p:nvPr/>
        </p:nvSpPr>
        <p:spPr>
          <a:xfrm>
            <a:off x="7749437" y="4724606"/>
            <a:ext cx="1193674"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0" lang="en-US" sz="1400" u="none" cap="none" strike="noStrike">
                <a:solidFill>
                  <a:schemeClr val="lt1"/>
                </a:solidFill>
                <a:latin typeface="Arial"/>
                <a:ea typeface="Arial"/>
                <a:cs typeface="Arial"/>
                <a:sym typeface="Arial"/>
              </a:rPr>
              <a:t>(Ga 20, 1-9)</a:t>
            </a:r>
            <a:endParaRPr/>
          </a:p>
        </p:txBody>
      </p:sp>
    </p:spTree>
  </p:cSld>
  <p:clrMapOvr>
    <a:masterClrMapping/>
  </p:clrMapOvr>
  <p:transition spd="slow" p14:dur="800">
    <p:circl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4000"/>
              <a:buNone/>
            </a:pPr>
            <a:r>
              <a:rPr b="1" lang="en-US" sz="4000">
                <a:solidFill>
                  <a:srgbClr val="FF0000"/>
                </a:solidFill>
                <a:latin typeface="Times New Roman"/>
                <a:ea typeface="Times New Roman"/>
                <a:cs typeface="Times New Roman"/>
                <a:sym typeface="Times New Roman"/>
              </a:rPr>
              <a:t>KINH CHÚA THÁNH THẦN</a:t>
            </a:r>
            <a:endParaRPr b="1" sz="4000">
              <a:solidFill>
                <a:srgbClr val="FF0000"/>
              </a:solidFill>
              <a:latin typeface="Times New Roman"/>
              <a:ea typeface="Times New Roman"/>
              <a:cs typeface="Times New Roman"/>
              <a:sym typeface="Times New Roman"/>
            </a:endParaRPr>
          </a:p>
          <a:p>
            <a:pPr indent="0" lvl="0" marL="0" rtl="0" algn="just">
              <a:spcBef>
                <a:spcPts val="60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lạy ơn Đức Chúa Thánh Thần, thiêng liêng sáng láng vô cùng, </a:t>
            </a:r>
            <a:endParaRPr sz="72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182875">
            <a:normAutofit lnSpcReduction="10000"/>
          </a:bodyPr>
          <a:lstStyle/>
          <a:p>
            <a:pPr indent="0" lvl="0" marL="0" rtl="0" algn="just">
              <a:spcBef>
                <a:spcPts val="0"/>
              </a:spcBef>
              <a:spcAft>
                <a:spcPts val="0"/>
              </a:spcAft>
              <a:buClr>
                <a:schemeClr val="dk1"/>
              </a:buClr>
              <a:buSzPts val="8800"/>
              <a:buNone/>
            </a:pPr>
            <a:r>
              <a:rPr b="1" lang="en-US" sz="8800">
                <a:solidFill>
                  <a:schemeClr val="dk1"/>
                </a:solidFill>
                <a:latin typeface="Times New Roman"/>
                <a:ea typeface="Times New Roman"/>
                <a:cs typeface="Times New Roman"/>
                <a:sym typeface="Times New Roman"/>
              </a:rPr>
              <a:t>Và đốt lửa kính mến Đức Chúa Trời trong lòng chúng con;</a:t>
            </a:r>
            <a:endParaRPr sz="8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chúng con xin Đức Chúa Trời cho Đức Chúa Thánh Thần xuống.</a:t>
            </a:r>
            <a:endParaRPr sz="8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Sửa lại mọi sự trong ngoài chúng con. Chúng con cầu cùng Đức Chúa Trời,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xưa đã cho Đức Chúa Thánh Thần xuống soi lòng dạy dỗ các Thánh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Tông Đồ thì rày chúng con cũng xin Đức Chúa Trời cho Đức Chúa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Thánh Thần lại xuống an ủi dạy dỗ chúng con làm những việc lành,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25000" lnSpcReduction="20000"/>
          </a:bodyPr>
          <a:lstStyle/>
          <a:p>
            <a:pPr indent="0" lvl="0" marL="0" rtl="0" algn="ctr">
              <a:spcBef>
                <a:spcPts val="0"/>
              </a:spcBef>
              <a:spcAft>
                <a:spcPts val="0"/>
              </a:spcAft>
              <a:buClr>
                <a:srgbClr val="FF0000"/>
              </a:buClr>
              <a:buSzPct val="100000"/>
              <a:buNone/>
            </a:pPr>
            <a:r>
              <a:rPr b="1" lang="en-US" sz="17600">
                <a:solidFill>
                  <a:srgbClr val="FF0000"/>
                </a:solidFill>
                <a:latin typeface="Times New Roman"/>
                <a:ea typeface="Times New Roman"/>
                <a:cs typeface="Times New Roman"/>
                <a:sym typeface="Times New Roman"/>
              </a:rPr>
              <a:t>KINH TRUYỀN TIN</a:t>
            </a:r>
            <a:endParaRPr/>
          </a:p>
          <a:p>
            <a:pPr indent="0" lvl="0" marL="0" rtl="0" algn="ctr">
              <a:spcBef>
                <a:spcPts val="1440"/>
              </a:spcBef>
              <a:spcAft>
                <a:spcPts val="0"/>
              </a:spcAft>
              <a:buClr>
                <a:schemeClr val="accent1"/>
              </a:buClr>
              <a:buSzPct val="100000"/>
              <a:buNone/>
            </a:pPr>
            <a:r>
              <a:rPr b="1" i="1" lang="en-US" sz="19200" u="sng">
                <a:solidFill>
                  <a:schemeClr val="accent1"/>
                </a:solidFill>
                <a:latin typeface="Times New Roman"/>
                <a:ea typeface="Times New Roman"/>
                <a:cs typeface="Times New Roman"/>
                <a:sym typeface="Times New Roman"/>
              </a:rPr>
              <a:t>Xướng:</a:t>
            </a:r>
            <a:r>
              <a:rPr b="1" lang="en-US" sz="26400">
                <a:solidFill>
                  <a:schemeClr val="accent1"/>
                </a:solidFill>
                <a:latin typeface="Times New Roman"/>
                <a:ea typeface="Times New Roman"/>
                <a:cs typeface="Times New Roman"/>
                <a:sym typeface="Times New Roman"/>
              </a:rPr>
              <a:t> </a:t>
            </a:r>
            <a:r>
              <a:rPr b="1" lang="en-US" sz="28800">
                <a:solidFill>
                  <a:schemeClr val="dk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 </a:t>
            </a:r>
            <a:r>
              <a:rPr b="1" lang="en-US" sz="6600">
                <a:solidFill>
                  <a:schemeClr val="dk1"/>
                </a:solidFill>
                <a:latin typeface="Times New Roman"/>
                <a:ea typeface="Times New Roman"/>
                <a:cs typeface="Times New Roman"/>
                <a:sym typeface="Times New Roman"/>
              </a:rPr>
              <a:t>Và Rất Thánh Đức Bà chịu thai bởi phép Đức Chúa Thánh Thần.</a:t>
            </a:r>
            <a:endParaRPr/>
          </a:p>
          <a:p>
            <a:pPr indent="0" lvl="0" marL="0" rtl="0" algn="ctr">
              <a:spcBef>
                <a:spcPts val="1200"/>
              </a:spcBef>
              <a:spcAft>
                <a:spcPts val="0"/>
              </a:spcAft>
              <a:buClr>
                <a:schemeClr val="accent1"/>
              </a:buClr>
              <a:buSzPts val="6000"/>
              <a:buNone/>
            </a:pPr>
            <a:r>
              <a:rPr b="1" i="1" lang="en-US" sz="6000">
                <a:solidFill>
                  <a:schemeClr val="accent1"/>
                </a:solidFill>
                <a:latin typeface="Times New Roman"/>
                <a:ea typeface="Times New Roman"/>
                <a:cs typeface="Times New Roman"/>
                <a:sym typeface="Times New Roman"/>
              </a:rPr>
              <a:t>Kính mừng….. </a:t>
            </a:r>
            <a:br>
              <a:rPr b="1" i="1" lang="en-US" sz="6000">
                <a:solidFill>
                  <a:schemeClr val="accent1"/>
                </a:solidFill>
                <a:latin typeface="Times New Roman"/>
                <a:ea typeface="Times New Roman"/>
                <a:cs typeface="Times New Roman"/>
                <a:sym typeface="Times New Roman"/>
              </a:rPr>
            </a:br>
            <a:r>
              <a:rPr b="1" i="1" lang="en-US" sz="60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 </a:t>
            </a:r>
            <a:r>
              <a:rPr b="1" lang="en-US" sz="8000">
                <a:solidFill>
                  <a:schemeClr val="dk1"/>
                </a:solidFill>
                <a:latin typeface="Times New Roman"/>
                <a:ea typeface="Times New Roman"/>
                <a:cs typeface="Times New Roman"/>
                <a:sym typeface="Times New Roman"/>
              </a:rPr>
              <a:t>Này tôi là tôi tá Đức Chúa Trời.</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 </a:t>
            </a:r>
            <a:r>
              <a:rPr b="1" lang="en-US" sz="7500">
                <a:solidFill>
                  <a:schemeClr val="dk1"/>
                </a:solidFill>
                <a:latin typeface="Times New Roman"/>
                <a:ea typeface="Times New Roman"/>
                <a:cs typeface="Times New Roman"/>
                <a:sym typeface="Times New Roman"/>
              </a:rPr>
              <a:t>Tôi xin vâng như lời Thánh Thiên Thần truyền.</a:t>
            </a:r>
            <a:endParaRPr/>
          </a:p>
          <a:p>
            <a:pPr indent="0" lvl="0" marL="0" rtl="0" algn="ctr">
              <a:spcBef>
                <a:spcPts val="1200"/>
              </a:spcBef>
              <a:spcAft>
                <a:spcPts val="0"/>
              </a:spcAft>
              <a:buClr>
                <a:schemeClr val="accent1"/>
              </a:buClr>
              <a:buSzPts val="4800"/>
              <a:buNone/>
            </a:pPr>
            <a:r>
              <a:rPr b="1" i="1" lang="en-US" sz="4800">
                <a:solidFill>
                  <a:schemeClr val="accent1"/>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r>
              <a:rPr b="1" i="1" lang="en-US" sz="48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Chốc ấy Ngôi Thứ Hai xuống thế làm người.</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u="sng">
                <a:solidFill>
                  <a:schemeClr val="accent1"/>
                </a:solidFill>
                <a:latin typeface="Times New Roman"/>
                <a:ea typeface="Times New Roman"/>
                <a:cs typeface="Times New Roman"/>
                <a:sym typeface="Times New Roman"/>
              </a:rPr>
              <a:t>Đáp: </a:t>
            </a:r>
            <a:r>
              <a:rPr b="1" lang="en-US" sz="8000">
                <a:solidFill>
                  <a:schemeClr val="dk1"/>
                </a:solidFill>
                <a:latin typeface="Times New Roman"/>
                <a:ea typeface="Times New Roman"/>
                <a:cs typeface="Times New Roman"/>
                <a:sym typeface="Times New Roman"/>
              </a:rPr>
              <a:t>Và ở cùng </a:t>
            </a:r>
            <a:br>
              <a:rPr b="1" lang="en-US" sz="8000">
                <a:solidFill>
                  <a:schemeClr val="dk1"/>
                </a:solidFill>
                <a:latin typeface="Times New Roman"/>
                <a:ea typeface="Times New Roman"/>
                <a:cs typeface="Times New Roman"/>
                <a:sym typeface="Times New Roman"/>
              </a:rPr>
            </a:br>
            <a:r>
              <a:rPr b="1" lang="en-US" sz="8000">
                <a:solidFill>
                  <a:schemeClr val="dk1"/>
                </a:solidFill>
                <a:latin typeface="Times New Roman"/>
                <a:ea typeface="Times New Roman"/>
                <a:cs typeface="Times New Roman"/>
                <a:sym typeface="Times New Roman"/>
              </a:rPr>
              <a:t>chúng con.</a:t>
            </a:r>
            <a:endParaRPr b="1" sz="66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5400"/>
              <a:buNone/>
            </a:pPr>
            <a:r>
              <a:rPr b="1" i="1" lang="en-US" sz="5400">
                <a:solidFill>
                  <a:schemeClr val="accent1"/>
                </a:solidFill>
                <a:latin typeface="Times New Roman"/>
                <a:ea typeface="Times New Roman"/>
                <a:cs typeface="Times New Roman"/>
                <a:sym typeface="Times New Roman"/>
              </a:rPr>
              <a:t>Kính mừng….. </a:t>
            </a:r>
            <a:br>
              <a:rPr b="1" i="1" lang="en-US" sz="5400">
                <a:solidFill>
                  <a:schemeClr val="accent1"/>
                </a:solidFill>
                <a:latin typeface="Times New Roman"/>
                <a:ea typeface="Times New Roman"/>
                <a:cs typeface="Times New Roman"/>
                <a:sym typeface="Times New Roman"/>
              </a:rPr>
            </a:br>
            <a:r>
              <a:rPr b="1" i="1" lang="en-US" sz="54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a:t>
            </a:r>
            <a:r>
              <a:rPr b="1" lang="en-US" sz="7200">
                <a:solidFill>
                  <a:schemeClr val="dk1"/>
                </a:solidFill>
                <a:latin typeface="Times New Roman"/>
                <a:ea typeface="Times New Roman"/>
                <a:cs typeface="Times New Roman"/>
                <a:sym typeface="Times New Roman"/>
              </a:rPr>
              <a:t> Lạy Rất Thánh Đức Mẹ Chúa Trời, xin cầu cho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a:t>
            </a:r>
            <a:r>
              <a:rPr b="1" i="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Đáng chịu lấy những sự Chúa Kitô đã hứa.</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85000" lnSpcReduction="10000"/>
          </a:bodyPr>
          <a:lstStyle/>
          <a:p>
            <a:pPr indent="0" lvl="0" marL="0" rtl="0" algn="ctr">
              <a:spcBef>
                <a:spcPts val="0"/>
              </a:spcBef>
              <a:spcAft>
                <a:spcPts val="0"/>
              </a:spcAft>
              <a:buClr>
                <a:srgbClr val="FF0000"/>
              </a:buClr>
              <a:buSzPct val="100000"/>
              <a:buNone/>
            </a:pPr>
            <a:r>
              <a:rPr b="1" lang="en-US" sz="4800">
                <a:solidFill>
                  <a:srgbClr val="FF0000"/>
                </a:solidFill>
                <a:latin typeface="Times New Roman"/>
                <a:ea typeface="Times New Roman"/>
                <a:cs typeface="Times New Roman"/>
                <a:sym typeface="Times New Roman"/>
              </a:rPr>
              <a:t>LỜI NGUYỆN:</a:t>
            </a:r>
            <a:r>
              <a:rPr b="1" lang="en-US" sz="4950">
                <a:solidFill>
                  <a:srgbClr val="FF0000"/>
                </a:solidFill>
                <a:latin typeface="Times New Roman"/>
                <a:ea typeface="Times New Roman"/>
                <a:cs typeface="Times New Roman"/>
                <a:sym typeface="Times New Roman"/>
              </a:rPr>
              <a:t> </a:t>
            </a:r>
            <a:endParaRPr/>
          </a:p>
          <a:p>
            <a:pPr indent="0" lvl="0" marL="0" rtl="0" algn="just">
              <a:spcBef>
                <a:spcPts val="1462"/>
              </a:spcBef>
              <a:spcAft>
                <a:spcPts val="0"/>
              </a:spcAft>
              <a:buClr>
                <a:schemeClr val="dk1"/>
              </a:buClr>
              <a:buSzPct val="100000"/>
              <a:buNone/>
            </a:pPr>
            <a:r>
              <a:rPr b="1" lang="en-US" sz="8600">
                <a:solidFill>
                  <a:schemeClr val="dk1"/>
                </a:solidFill>
                <a:latin typeface="Times New Roman"/>
                <a:ea typeface="Times New Roman"/>
                <a:cs typeface="Times New Roman"/>
                <a:sym typeface="Times New Roman"/>
              </a:rPr>
              <a:t>Lạy Chúa, chúng con xin Chúa ban ơn Chúa xuống trong linh hồn chúng con</a:t>
            </a:r>
            <a:endParaRPr b="1" sz="86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là kẻ đã nhờ lời Thánh Thiên Thần truyền, mà biết thật Chúa Kitô là</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Con Chúa đã xuống thế làm Người, thì xin vì công ơn Con Chúa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chịu nạn chịu chết trên cây Thánh Giá, cho chúng con ngày sau khi sống lại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1800"/>
              <a:buNone/>
            </a:pPr>
            <a:r>
              <a:t/>
            </a:r>
            <a:endParaRPr b="1"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đặng đến nơi vinh hiển, cũng vì công nghiệp Chúa Kitô Chúa chúng con. </a:t>
            </a:r>
            <a:r>
              <a:rPr b="1" lang="en-US" sz="7000">
                <a:solidFill>
                  <a:srgbClr val="FF0000"/>
                </a:solidFill>
                <a:latin typeface="Times New Roman"/>
                <a:ea typeface="Times New Roman"/>
                <a:cs typeface="Times New Roman"/>
                <a:sym typeface="Times New Roman"/>
              </a:rPr>
              <a:t>Amen</a:t>
            </a:r>
            <a:r>
              <a:rPr b="1" lang="en-US" sz="7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TIN</a:t>
            </a:r>
            <a:endParaRPr b="1" sz="4950">
              <a:solidFill>
                <a:schemeClr val="dk1"/>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tin thật có một Đức Chúa Trời là Đấng thưởng phạt vô cùng.</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Con lại tin thật Đức Chúa Trời có Ba Ngôi, mà Ngôi Thứ Hai đã xuống thế</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làm Người, chịu nạn chịu chết mà chuộc tội cho thiên hạ</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600"/>
              <a:buNone/>
            </a:pPr>
            <a:r>
              <a:rPr b="1" lang="en-US" sz="9600">
                <a:solidFill>
                  <a:schemeClr val="dk1"/>
                </a:solidFill>
                <a:latin typeface="Times New Roman"/>
                <a:ea typeface="Times New Roman"/>
                <a:cs typeface="Times New Roman"/>
                <a:sym typeface="Times New Roman"/>
              </a:rPr>
              <a:t>Bấy nhiêu điều ấy cùng các điều Hội Thánh dạy</a:t>
            </a:r>
            <a:endParaRPr b="1" sz="96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thì con tin vững vàng, vì Chúa là</a:t>
            </a:r>
            <a:br>
              <a:rPr b="1" lang="en-US" sz="9000">
                <a:solidFill>
                  <a:schemeClr val="dk1"/>
                </a:solidFill>
                <a:latin typeface="Times New Roman"/>
                <a:ea typeface="Times New Roman"/>
                <a:cs typeface="Times New Roman"/>
                <a:sym typeface="Times New Roman"/>
              </a:rPr>
            </a:br>
            <a:r>
              <a:rPr b="1" lang="en-US" sz="9000">
                <a:solidFill>
                  <a:schemeClr val="dk1"/>
                </a:solidFill>
                <a:latin typeface="Times New Roman"/>
                <a:ea typeface="Times New Roman"/>
                <a:cs typeface="Times New Roman"/>
                <a:sym typeface="Times New Roman"/>
              </a:rPr>
              <a:t>Đấng thông minh</a:t>
            </a:r>
            <a:endParaRPr b="1" sz="90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chân thật vô cùng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đã</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phán truyền cho</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Hội</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Thánh.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CẬY</a:t>
            </a:r>
            <a:endParaRPr b="1" sz="4400">
              <a:solidFill>
                <a:srgbClr val="FF0000"/>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trông cậy vững vàng, vì công nghiệp Đức Chúa Giêsu</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thì Chúa sẽ ban ơn cho con giữ đạo nên ở đời này,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ngày sau được lên thiên đàng xem thấy mặt Đức Chúa Trời hưởng phúc đời đời,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vì Chúa là Đấng phép tắt và lòng lành vô cùng đã phán hứa sự ấy chẳng có lẽ nào sai được.  </a:t>
            </a:r>
            <a:r>
              <a:rPr b="1" lang="en-US" sz="6800">
                <a:solidFill>
                  <a:srgbClr val="FF0000"/>
                </a:solidFill>
                <a:latin typeface="Times New Roman"/>
                <a:ea typeface="Times New Roman"/>
                <a:cs typeface="Times New Roman"/>
                <a:sym typeface="Times New Roman"/>
              </a:rPr>
              <a:t>Amen</a:t>
            </a:r>
            <a:r>
              <a:rPr b="1" lang="en-US" sz="6800">
                <a:solidFill>
                  <a:schemeClr val="dk1"/>
                </a:solidFill>
                <a:latin typeface="Times New Roman"/>
                <a:ea typeface="Times New Roman"/>
                <a:cs typeface="Times New Roman"/>
                <a:sym typeface="Times New Roman"/>
              </a:rPr>
              <a:t>.</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37150">
            <a:normAutofit fontScale="85000" lnSpcReduction="2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MẾN</a:t>
            </a:r>
            <a:endParaRPr b="1" sz="4400">
              <a:solidFill>
                <a:srgbClr val="FF0000"/>
              </a:solidFill>
              <a:latin typeface="Times New Roman"/>
              <a:ea typeface="Times New Roman"/>
              <a:cs typeface="Times New Roman"/>
              <a:sym typeface="Times New Roman"/>
            </a:endParaRPr>
          </a:p>
          <a:p>
            <a:pPr indent="0" lvl="0" marL="0" rtl="0" algn="just">
              <a:spcBef>
                <a:spcPts val="1615"/>
              </a:spcBef>
              <a:spcAft>
                <a:spcPts val="0"/>
              </a:spcAft>
              <a:buClr>
                <a:schemeClr val="dk1"/>
              </a:buClr>
              <a:buSzPct val="100000"/>
              <a:buNone/>
            </a:pPr>
            <a:r>
              <a:rPr b="1" lang="en-US" sz="9500">
                <a:solidFill>
                  <a:schemeClr val="dk1"/>
                </a:solidFill>
                <a:latin typeface="Times New Roman"/>
                <a:ea typeface="Times New Roman"/>
                <a:cs typeface="Times New Roman"/>
                <a:sym typeface="Times New Roman"/>
              </a:rPr>
              <a:t>Lạy Chúa, con kính mến Chúa hết lòng hết sức trên hết mọi sự,</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lại vì Chúa, thì con thương yêu người ta như mình con vậy.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ctr">
              <a:spcBef>
                <a:spcPts val="0"/>
              </a:spcBef>
              <a:spcAft>
                <a:spcPts val="0"/>
              </a:spcAft>
              <a:buClr>
                <a:srgbClr val="FF0000"/>
              </a:buClr>
              <a:buSzPts val="4400"/>
              <a:buNone/>
            </a:pPr>
            <a:r>
              <a:rPr b="1" lang="en-US" sz="4400">
                <a:solidFill>
                  <a:srgbClr val="FF0000"/>
                </a:solidFill>
                <a:latin typeface="Times New Roman"/>
                <a:ea typeface="Times New Roman"/>
                <a:cs typeface="Times New Roman"/>
                <a:sym typeface="Times New Roman"/>
              </a:rPr>
              <a:t>KINH SẤP MÌNH</a:t>
            </a:r>
            <a:endParaRPr b="1" sz="4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Chúa, con sấp mình xuống trước mặt Chúa. Con tin thật Chúa ở khắp mọi nơi,</a:t>
            </a:r>
            <a:endParaRPr b="1" sz="88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Xin Chúa rất nhân từ  hãy đoái xem sự nghèo ngặt con và nhận lời con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Chúa chúng con! Vì dấu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Thánh giá, xin chữa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chúng con, cho khỏi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kẻ thù.</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Nhân danh Cha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Con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và Thánh Thần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LẠY NỮ VƯƠNG</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Nữ Vương, Mẹ nhân lành làm cho chúng con đặng sống, đặng vui, đặng cậy.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xin ghé mắt thương xem chúng con đến sau khỏi đày, xin cho chúng con được thấy</a:t>
            </a:r>
            <a:endParaRPr b="1" sz="7500">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Đức Chúa Giêsu con lòng Bà gồm phúc lạ. Ôi khoan thay, nhân thay, diệu thay,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6000"/>
              <a:buNone/>
            </a:pPr>
            <a:r>
              <a:t/>
            </a:r>
            <a:endParaRPr b="1" sz="6000">
              <a:solidFill>
                <a:schemeClr val="dk1"/>
              </a:solidFill>
              <a:latin typeface="Times New Roman"/>
              <a:ea typeface="Times New Roman"/>
              <a:cs typeface="Times New Roman"/>
              <a:sym typeface="Times New Roman"/>
            </a:endParaRPr>
          </a:p>
          <a:p>
            <a:pPr indent="0" lvl="0" marL="0" rtl="0" algn="ctr">
              <a:spcBef>
                <a:spcPts val="150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Thánh Maria trọn đời đồng trinh. </a:t>
            </a:r>
            <a:r>
              <a:rPr b="1" lang="en-US" sz="7500">
                <a:solidFill>
                  <a:srgbClr val="FF0000"/>
                </a:solidFill>
                <a:latin typeface="Times New Roman"/>
                <a:ea typeface="Times New Roman"/>
                <a:cs typeface="Times New Roman"/>
                <a:sym typeface="Times New Roman"/>
              </a:rPr>
              <a:t>Amen</a:t>
            </a:r>
            <a:r>
              <a:rPr b="1" lang="en-US" sz="75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NGHĨA ĐỨC TIN</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Ngày Chúa Nhật hôm nay, chúng con hợp nhau kính lạy thờ phượng Chúa,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không khen cám tạ ơn Chúa về mọi ơn lành Chúa đã ban cho chúng con,</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thì chúng con dám xin Chúa hãy khứng ban những ơn cần kíp cho chúng con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300"/>
              <a:buNone/>
            </a:pPr>
            <a:r>
              <a:rPr b="1" lang="en-US" sz="7300">
                <a:solidFill>
                  <a:schemeClr val="dk1"/>
                </a:solidFill>
                <a:latin typeface="Times New Roman"/>
                <a:ea typeface="Times New Roman"/>
                <a:cs typeface="Times New Roman"/>
                <a:sym typeface="Times New Roman"/>
              </a:rPr>
              <a:t>được rỗi linh hồn. Nên chúng con cả lòng tin vững vàng mọi điều đạo thánh Chúa dạy, </a:t>
            </a:r>
            <a:endParaRPr b="1" sz="73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nhất là những điều cần kíp này là có một Đức Chúa Trời phép tắc vô cùng,</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000"/>
              <a:buNone/>
            </a:pPr>
            <a:r>
              <a:t/>
            </a:r>
            <a:endParaRPr b="1" sz="20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dựng nên trời đất, mà</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Người</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có Ba Ngôi.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Ngôi Thứ Nhất là Cha, Ngôi Thứ Hai là Con, Ngôi Thứ Ba là Thánh Thần;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Chúng con tin Ngôi Thứ Hai ra đời làm người, sinh bởi Bà Maria Đồng Trinh,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đặt tên là Giêsu, ở thế gian ba mươi ba năm, đoạn chịu chết trên cây Thánh giá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mà chuộc tội cho thiên hạ, đến ngày thứ ba Người </a:t>
            </a:r>
            <a:br>
              <a:rPr b="1" lang="en-US" sz="8400">
                <a:solidFill>
                  <a:schemeClr val="dk1"/>
                </a:solidFill>
                <a:latin typeface="Times New Roman"/>
                <a:ea typeface="Times New Roman"/>
                <a:cs typeface="Times New Roman"/>
                <a:sym typeface="Times New Roman"/>
              </a:rPr>
            </a:br>
            <a:r>
              <a:rPr b="1" lang="en-US" sz="8400">
                <a:solidFill>
                  <a:schemeClr val="dk1"/>
                </a:solidFill>
                <a:latin typeface="Times New Roman"/>
                <a:ea typeface="Times New Roman"/>
                <a:cs typeface="Times New Roman"/>
                <a:sym typeface="Times New Roman"/>
              </a:rPr>
              <a:t>sống lại;</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khỏi bốn mươi ngày lên trời; đủ mười ngày lại cho Đức Chúa Thánh Thần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800"/>
              <a:buNone/>
            </a:pPr>
            <a:r>
              <a:t/>
            </a:r>
            <a:endParaRPr b="1" sz="28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mà linh hồn là giống thiêng liêng chẳng hề chết đặng;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đến ngày tận thế  xác loài người ta sẽ sống lại mà chịu phán xét;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kẻ lành lên thiên đàng hưởng phúc đời đời; kẻ dữ sa hỏa ngục chịu phạt vô cùng.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Mà chúng con tin các sự ấy mà thôi thì chưa đủ cho đặng lên </a:t>
            </a:r>
            <a:br>
              <a:rPr b="1" lang="en-US" sz="7400">
                <a:solidFill>
                  <a:schemeClr val="dk1"/>
                </a:solidFill>
                <a:latin typeface="Times New Roman"/>
                <a:ea typeface="Times New Roman"/>
                <a:cs typeface="Times New Roman"/>
                <a:sym typeface="Times New Roman"/>
              </a:rPr>
            </a:br>
            <a:r>
              <a:rPr b="1" lang="en-US" sz="7400">
                <a:solidFill>
                  <a:schemeClr val="dk1"/>
                </a:solidFill>
                <a:latin typeface="Times New Roman"/>
                <a:ea typeface="Times New Roman"/>
                <a:cs typeface="Times New Roman"/>
                <a:sym typeface="Times New Roman"/>
              </a:rPr>
              <a:t>thiên đàng;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làm những việc lành phúc đức.</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Nhân vì sự ấy, chúng con hằng phải sợ hãi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7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dk1"/>
                </a:solidFill>
                <a:latin typeface="Times New Roman"/>
                <a:ea typeface="Times New Roman"/>
                <a:cs typeface="Times New Roman"/>
                <a:sym typeface="Times New Roman"/>
              </a:rPr>
              <a:t> </a:t>
            </a:r>
            <a:r>
              <a:rPr b="1" lang="en-US" sz="6800">
                <a:solidFill>
                  <a:schemeClr val="dk1"/>
                </a:solidFill>
                <a:latin typeface="Times New Roman"/>
                <a:ea typeface="Times New Roman"/>
                <a:cs typeface="Times New Roman"/>
                <a:sym typeface="Times New Roman"/>
              </a:rPr>
              <a:t>Chúa</a:t>
            </a:r>
            <a:r>
              <a:rPr b="1" lang="en-US" sz="6000">
                <a:solidFill>
                  <a:schemeClr val="dk1"/>
                </a:solidFill>
                <a:latin typeface="Times New Roman"/>
                <a:ea typeface="Times New Roman"/>
                <a:cs typeface="Times New Roman"/>
                <a:sym typeface="Times New Roman"/>
              </a:rPr>
              <a:t> </a:t>
            </a:r>
            <a:r>
              <a:rPr b="1" lang="en-US" sz="6800">
                <a:solidFill>
                  <a:schemeClr val="dk1"/>
                </a:solidFill>
                <a:latin typeface="Times New Roman"/>
                <a:ea typeface="Times New Roman"/>
                <a:cs typeface="Times New Roman"/>
                <a:sym typeface="Times New Roman"/>
              </a:rPr>
              <a:t>Giêsu đã truyền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600"/>
              <a:buNone/>
            </a:pPr>
            <a:r>
              <a:rPr b="1" lang="en-US" sz="8600">
                <a:solidFill>
                  <a:schemeClr val="dk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1050"/>
              <a:buNone/>
            </a:pPr>
            <a:r>
              <a:t/>
            </a:r>
            <a:endParaRPr b="1" sz="1050">
              <a:solidFill>
                <a:schemeClr val="dk1"/>
              </a:solidFill>
              <a:latin typeface="Times New Roman"/>
              <a:ea typeface="Times New Roman"/>
              <a:cs typeface="Times New Roman"/>
              <a:sym typeface="Times New Roman"/>
            </a:endParaRPr>
          </a:p>
          <a:p>
            <a:pPr indent="0" lvl="0" marL="0" rtl="0" algn="just">
              <a:spcBef>
                <a:spcPts val="140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tin thật vững vàng mà giữ cẩn thận các điều trước này,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just">
              <a:spcBef>
                <a:spcPts val="152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thì mới đặng hưởng  phúc thanh nhàn đời đời kiếp kiếp. </a:t>
            </a:r>
            <a:r>
              <a:rPr b="1" lang="en-US" sz="7600">
                <a:solidFill>
                  <a:srgbClr val="FF0000"/>
                </a:solidFill>
                <a:latin typeface="Times New Roman"/>
                <a:ea typeface="Times New Roman"/>
                <a:cs typeface="Times New Roman"/>
                <a:sym typeface="Times New Roman"/>
              </a:rPr>
              <a:t>Amen</a:t>
            </a:r>
            <a:r>
              <a:rPr b="1" lang="en-US" sz="7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4050"/>
              <a:buNone/>
            </a:pPr>
            <a:r>
              <a:rPr b="1" lang="en-US" sz="4050">
                <a:solidFill>
                  <a:srgbClr val="FF0000"/>
                </a:solidFill>
                <a:latin typeface="Times New Roman"/>
                <a:ea typeface="Times New Roman"/>
                <a:cs typeface="Times New Roman"/>
                <a:sym typeface="Times New Roman"/>
              </a:rPr>
              <a:t>Đạo Đức Chúa Trời có mười điều răn:</a:t>
            </a:r>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nhất: </a:t>
            </a:r>
            <a:r>
              <a:rPr b="1" lang="en-US" sz="6600">
                <a:solidFill>
                  <a:schemeClr val="dk1"/>
                </a:solidFill>
                <a:latin typeface="Times New Roman"/>
                <a:ea typeface="Times New Roman"/>
                <a:cs typeface="Times New Roman"/>
                <a:sym typeface="Times New Roman"/>
              </a:rPr>
              <a:t>Thờ phượng một Đức Chúa Trời và kính mến người trên hết mọi sự</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050"/>
              <a:buNone/>
            </a:pPr>
            <a:r>
              <a:t/>
            </a:r>
            <a:endParaRPr b="1" sz="1050">
              <a:solidFill>
                <a:srgbClr val="FFC000"/>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Thứ hai: </a:t>
            </a:r>
            <a:r>
              <a:rPr b="1" lang="en-US" sz="6600">
                <a:solidFill>
                  <a:schemeClr val="dk1"/>
                </a:solidFill>
                <a:latin typeface="Times New Roman"/>
                <a:ea typeface="Times New Roman"/>
                <a:cs typeface="Times New Roman"/>
                <a:sym typeface="Times New Roman"/>
              </a:rPr>
              <a:t>Chớ kêu tên Đức Chúa Trời vô cớ</a:t>
            </a:r>
            <a:endParaRPr b="1" sz="6600">
              <a:solidFill>
                <a:schemeClr val="dk1"/>
              </a:solidFill>
              <a:latin typeface="Times New Roman"/>
              <a:ea typeface="Times New Roman"/>
              <a:cs typeface="Times New Roman"/>
              <a:sym typeface="Times New Roman"/>
            </a:endParaRPr>
          </a:p>
          <a:p>
            <a:pPr indent="0" lvl="0" marL="0" rtl="0" algn="just">
              <a:spcBef>
                <a:spcPts val="560"/>
              </a:spcBef>
              <a:spcAft>
                <a:spcPts val="0"/>
              </a:spcAft>
              <a:buClr>
                <a:srgbClr val="888888"/>
              </a:buClr>
              <a:buSzPts val="2800"/>
              <a:buNone/>
            </a:pPr>
            <a:r>
              <a:t/>
            </a:r>
            <a:endParaRPr b="1" sz="28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ba:</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Giữ ngày Chúa Nhật</a:t>
            </a:r>
            <a:endParaRPr b="1" sz="60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8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ctr">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bốn: </a:t>
            </a:r>
            <a:r>
              <a:rPr b="1" lang="en-US" sz="6600">
                <a:solidFill>
                  <a:schemeClr val="dk1"/>
                </a:solidFill>
                <a:latin typeface="Times New Roman"/>
                <a:ea typeface="Times New Roman"/>
                <a:cs typeface="Times New Roman"/>
                <a:sym typeface="Times New Roman"/>
              </a:rPr>
              <a:t>Thảo kính cha mẹ</a:t>
            </a:r>
            <a:endParaRPr b="1" sz="6000">
              <a:solidFill>
                <a:schemeClr val="dk1"/>
              </a:solidFill>
              <a:latin typeface="Times New Roman"/>
              <a:ea typeface="Times New Roman"/>
              <a:cs typeface="Times New Roman"/>
              <a:sym typeface="Times New Roman"/>
            </a:endParaRPr>
          </a:p>
          <a:p>
            <a:pPr indent="0" lvl="0" marL="0" rtl="0" algn="just">
              <a:spcBef>
                <a:spcPts val="72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năm: </a:t>
            </a:r>
            <a:r>
              <a:rPr b="1" lang="en-US" sz="6600">
                <a:solidFill>
                  <a:schemeClr val="dk1"/>
                </a:solidFill>
                <a:latin typeface="Times New Roman"/>
                <a:ea typeface="Times New Roman"/>
                <a:cs typeface="Times New Roman"/>
                <a:sym typeface="Times New Roman"/>
              </a:rPr>
              <a:t>Chớ giết người</a:t>
            </a:r>
            <a:endParaRPr b="1" sz="6000">
              <a:solidFill>
                <a:schemeClr val="dk1"/>
              </a:solidFill>
              <a:latin typeface="Times New Roman"/>
              <a:ea typeface="Times New Roman"/>
              <a:cs typeface="Times New Roman"/>
              <a:sym typeface="Times New Roman"/>
            </a:endParaRPr>
          </a:p>
          <a:p>
            <a:pPr indent="0" lvl="0" marL="0" rtl="0" algn="just">
              <a:spcBef>
                <a:spcPts val="1080"/>
              </a:spcBef>
              <a:spcAft>
                <a:spcPts val="0"/>
              </a:spcAft>
              <a:buClr>
                <a:srgbClr val="888888"/>
              </a:buClr>
              <a:buSzPts val="5400"/>
              <a:buNone/>
            </a:pPr>
            <a:r>
              <a:t/>
            </a:r>
            <a:endParaRPr b="1" sz="54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8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200"/>
              <a:buNone/>
            </a:pPr>
            <a:r>
              <a:t/>
            </a:r>
            <a:endParaRPr b="1" sz="12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sáu:</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Chớ làm sự dâm dục</a:t>
            </a:r>
            <a:endParaRPr b="1" sz="6000">
              <a:solidFill>
                <a:schemeClr val="dk1"/>
              </a:solidFill>
              <a:latin typeface="Times New Roman"/>
              <a:ea typeface="Times New Roman"/>
              <a:cs typeface="Times New Roman"/>
              <a:sym typeface="Times New Roman"/>
            </a:endParaRPr>
          </a:p>
          <a:p>
            <a:pPr indent="0" lvl="0" marL="0" rtl="0" algn="just">
              <a:spcBef>
                <a:spcPts val="64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Chớ lấy của người</a:t>
            </a:r>
            <a:endParaRPr b="1" sz="60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tám:</a:t>
            </a:r>
            <a:r>
              <a:rPr b="1" lang="en-US" sz="5700">
                <a:solidFill>
                  <a:schemeClr val="dk1"/>
                </a:solidFill>
                <a:latin typeface="Times New Roman"/>
                <a:ea typeface="Times New Roman"/>
                <a:cs typeface="Times New Roman"/>
                <a:sym typeface="Times New Roman"/>
              </a:rPr>
              <a:t> Chớ làm chứng dối</a:t>
            </a:r>
            <a:endParaRPr/>
          </a:p>
          <a:p>
            <a:pPr indent="0" lvl="0" marL="0" rtl="0" algn="just">
              <a:spcBef>
                <a:spcPts val="40"/>
              </a:spcBef>
              <a:spcAft>
                <a:spcPts val="0"/>
              </a:spcAft>
              <a:buClr>
                <a:srgbClr val="888888"/>
              </a:buClr>
              <a:buSzPts val="200"/>
              <a:buNone/>
            </a:pPr>
            <a:r>
              <a:t/>
            </a:r>
            <a:endParaRPr b="1" sz="200">
              <a:solidFill>
                <a:srgbClr val="FF0000"/>
              </a:solidFill>
              <a:latin typeface="Times New Roman"/>
              <a:ea typeface="Times New Roman"/>
              <a:cs typeface="Times New Roman"/>
              <a:sym typeface="Times New Roman"/>
            </a:endParaRPr>
          </a:p>
          <a:p>
            <a:pPr indent="0" lvl="0" marL="0" rtl="0" algn="l">
              <a:spcBef>
                <a:spcPts val="114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chín:</a:t>
            </a:r>
            <a:r>
              <a:rPr b="1" lang="en-US" sz="5400">
                <a:solidFill>
                  <a:schemeClr val="dk1"/>
                </a:solidFill>
                <a:latin typeface="Times New Roman"/>
                <a:ea typeface="Times New Roman"/>
                <a:cs typeface="Times New Roman"/>
                <a:sym typeface="Times New Roman"/>
              </a:rPr>
              <a:t> </a:t>
            </a:r>
            <a:r>
              <a:rPr b="1" lang="en-US" sz="5700">
                <a:solidFill>
                  <a:schemeClr val="dk1"/>
                </a:solidFill>
                <a:latin typeface="Times New Roman"/>
                <a:ea typeface="Times New Roman"/>
                <a:cs typeface="Times New Roman"/>
                <a:sym typeface="Times New Roman"/>
              </a:rPr>
              <a:t>Chớ muốn vợ</a:t>
            </a:r>
            <a:br>
              <a:rPr b="1" lang="en-US" sz="5700">
                <a:solidFill>
                  <a:schemeClr val="dk1"/>
                </a:solidFill>
                <a:latin typeface="Times New Roman"/>
                <a:ea typeface="Times New Roman"/>
                <a:cs typeface="Times New Roman"/>
                <a:sym typeface="Times New Roman"/>
              </a:rPr>
            </a:br>
            <a:r>
              <a:rPr b="1" lang="en-US" sz="5700">
                <a:solidFill>
                  <a:schemeClr val="dk1"/>
                </a:solidFill>
                <a:latin typeface="Times New Roman"/>
                <a:ea typeface="Times New Roman"/>
                <a:cs typeface="Times New Roman"/>
                <a:sym typeface="Times New Roman"/>
              </a:rPr>
              <a:t>                 chồng người</a:t>
            </a:r>
            <a:endParaRPr b="1" sz="5700">
              <a:solidFill>
                <a:schemeClr val="dk1"/>
              </a:solidFill>
              <a:latin typeface="Times New Roman"/>
              <a:ea typeface="Times New Roman"/>
              <a:cs typeface="Times New Roman"/>
              <a:sym typeface="Times New Roman"/>
            </a:endParaRPr>
          </a:p>
          <a:p>
            <a:pPr indent="0" lvl="0" marL="0" rtl="0" algn="just">
              <a:spcBef>
                <a:spcPts val="120"/>
              </a:spcBef>
              <a:spcAft>
                <a:spcPts val="0"/>
              </a:spcAft>
              <a:buClr>
                <a:srgbClr val="888888"/>
              </a:buClr>
              <a:buSzPts val="600"/>
              <a:buNone/>
            </a:pPr>
            <a:r>
              <a:t/>
            </a:r>
            <a:endParaRPr b="1" sz="600">
              <a:solidFill>
                <a:schemeClr val="dk1"/>
              </a:solidFill>
              <a:latin typeface="Times New Roman"/>
              <a:ea typeface="Times New Roman"/>
              <a:cs typeface="Times New Roman"/>
              <a:sym typeface="Times New Roman"/>
            </a:endParaRPr>
          </a:p>
          <a:p>
            <a:pPr indent="0" lvl="0" marL="0" rtl="0" algn="l">
              <a:spcBef>
                <a:spcPts val="114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mười:</a:t>
            </a:r>
            <a:r>
              <a:rPr b="1" lang="en-US" sz="5400">
                <a:solidFill>
                  <a:schemeClr val="dk1"/>
                </a:solidFill>
                <a:latin typeface="Times New Roman"/>
                <a:ea typeface="Times New Roman"/>
                <a:cs typeface="Times New Roman"/>
                <a:sym typeface="Times New Roman"/>
              </a:rPr>
              <a:t> </a:t>
            </a:r>
            <a:r>
              <a:rPr b="1" lang="en-US" sz="5700">
                <a:solidFill>
                  <a:schemeClr val="dk1"/>
                </a:solidFill>
                <a:latin typeface="Times New Roman"/>
                <a:ea typeface="Times New Roman"/>
                <a:cs typeface="Times New Roman"/>
                <a:sym typeface="Times New Roman"/>
              </a:rPr>
              <a:t>Chớ tham </a:t>
            </a:r>
            <a:br>
              <a:rPr b="1" lang="en-US" sz="5700">
                <a:solidFill>
                  <a:schemeClr val="dk1"/>
                </a:solidFill>
                <a:latin typeface="Times New Roman"/>
                <a:ea typeface="Times New Roman"/>
                <a:cs typeface="Times New Roman"/>
                <a:sym typeface="Times New Roman"/>
              </a:rPr>
            </a:br>
            <a:r>
              <a:rPr b="1" lang="en-US" sz="5700">
                <a:solidFill>
                  <a:schemeClr val="dk1"/>
                </a:solidFill>
                <a:latin typeface="Times New Roman"/>
                <a:ea typeface="Times New Roman"/>
                <a:cs typeface="Times New Roman"/>
                <a:sym typeface="Times New Roman"/>
              </a:rPr>
              <a:t>                   của người</a:t>
            </a:r>
            <a:endParaRPr sz="5700">
              <a:solidFill>
                <a:schemeClr val="dk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Mười điều răn ấy tóm về hai này mà chớ: </a:t>
            </a:r>
            <a:r>
              <a:rPr b="1" lang="en-US" sz="6800">
                <a:solidFill>
                  <a:srgbClr val="FF0000"/>
                </a:solidFill>
                <a:latin typeface="Times New Roman"/>
                <a:ea typeface="Times New Roman"/>
                <a:cs typeface="Times New Roman"/>
                <a:sym typeface="Times New Roman"/>
              </a:rPr>
              <a:t>trước</a:t>
            </a:r>
            <a:r>
              <a:rPr b="1" lang="en-US" sz="6800">
                <a:solidFill>
                  <a:schemeClr val="dk1"/>
                </a:solidFill>
                <a:latin typeface="Times New Roman"/>
                <a:ea typeface="Times New Roman"/>
                <a:cs typeface="Times New Roman"/>
                <a:sym typeface="Times New Roman"/>
              </a:rPr>
              <a:t> kính mến một Đức Chúa Trời trên hết mọi sự</a:t>
            </a:r>
            <a:endParaRPr b="1" i="1" sz="6800">
              <a:solidFill>
                <a:schemeClr val="dk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8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888888"/>
              </a:buClr>
              <a:buSzPts val="8800"/>
              <a:buNone/>
            </a:pPr>
            <a:r>
              <a:t/>
            </a:r>
            <a:endParaRPr b="1" sz="8800">
              <a:solidFill>
                <a:srgbClr val="FF0000"/>
              </a:solidFill>
              <a:latin typeface="Times New Roman"/>
              <a:ea typeface="Times New Roman"/>
              <a:cs typeface="Times New Roman"/>
              <a:sym typeface="Times New Roman"/>
            </a:endParaRPr>
          </a:p>
          <a:p>
            <a:pPr indent="0" lvl="0" marL="0" rtl="0" algn="just">
              <a:spcBef>
                <a:spcPts val="0"/>
              </a:spcBef>
              <a:spcAft>
                <a:spcPts val="0"/>
              </a:spcAft>
              <a:buClr>
                <a:srgbClr val="FF0000"/>
              </a:buClr>
              <a:buSzPts val="6800"/>
              <a:buNone/>
            </a:pPr>
            <a:r>
              <a:rPr b="1" lang="en-US" sz="6800">
                <a:solidFill>
                  <a:srgbClr val="FF0000"/>
                </a:solidFill>
                <a:latin typeface="Times New Roman"/>
                <a:ea typeface="Times New Roman"/>
                <a:cs typeface="Times New Roman"/>
                <a:sym typeface="Times New Roman"/>
              </a:rPr>
              <a:t>sau</a:t>
            </a:r>
            <a:r>
              <a:rPr b="1" lang="en-US" sz="6800">
                <a:solidFill>
                  <a:schemeClr val="dk1"/>
                </a:solidFill>
                <a:latin typeface="Times New Roman"/>
                <a:ea typeface="Times New Roman"/>
                <a:cs typeface="Times New Roman"/>
                <a:sym typeface="Times New Roman"/>
              </a:rPr>
              <a:t> lại yêu người như mình ta vậy. </a:t>
            </a:r>
            <a:r>
              <a:rPr b="1" i="1" lang="en-US" sz="6800">
                <a:solidFill>
                  <a:srgbClr val="FF0000"/>
                </a:solidFill>
                <a:latin typeface="Times New Roman"/>
                <a:ea typeface="Times New Roman"/>
                <a:cs typeface="Times New Roman"/>
                <a:sym typeface="Times New Roman"/>
              </a:rPr>
              <a:t>Amen</a:t>
            </a:r>
            <a:r>
              <a:rPr b="1" i="1" lang="en-US" sz="68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8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4500"/>
              <a:buNone/>
            </a:pPr>
            <a:r>
              <a:rPr b="1" lang="en-US" sz="4500">
                <a:solidFill>
                  <a:srgbClr val="FF0000"/>
                </a:solidFill>
                <a:latin typeface="Times New Roman"/>
                <a:ea typeface="Times New Roman"/>
                <a:cs typeface="Times New Roman"/>
                <a:sym typeface="Times New Roman"/>
              </a:rPr>
              <a:t>Hội Thánh có năm điều răn:</a:t>
            </a:r>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Thứ nhất: </a:t>
            </a:r>
            <a:r>
              <a:rPr b="1" lang="en-US" sz="7200">
                <a:solidFill>
                  <a:schemeClr val="dk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Thứ hai: </a:t>
            </a:r>
            <a:r>
              <a:rPr b="1" lang="en-US" sz="6600">
                <a:solidFill>
                  <a:schemeClr val="dk1"/>
                </a:solidFill>
                <a:latin typeface="Times New Roman"/>
                <a:ea typeface="Times New Roman"/>
                <a:cs typeface="Times New Roman"/>
                <a:sym typeface="Times New Roman"/>
              </a:rPr>
              <a:t>xưng tội trong một năm ít là một lần;</a:t>
            </a:r>
            <a:endParaRPr b="1" sz="6600">
              <a:solidFill>
                <a:srgbClr val="FEFEFE"/>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Thứ ba: </a:t>
            </a:r>
            <a:r>
              <a:rPr b="1" lang="en-US" sz="6600">
                <a:solidFill>
                  <a:schemeClr val="dk1"/>
                </a:solidFill>
                <a:latin typeface="Times New Roman"/>
                <a:ea typeface="Times New Roman"/>
                <a:cs typeface="Times New Roman"/>
                <a:sym typeface="Times New Roman"/>
              </a:rPr>
              <a:t>rước Mình Thánh Chúa trong mùa Phục Sinh;</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8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Thứ bốn: </a:t>
            </a:r>
            <a:r>
              <a:rPr b="1" lang="en-US" sz="5400">
                <a:solidFill>
                  <a:schemeClr val="dk1"/>
                </a:solidFill>
                <a:latin typeface="Times New Roman"/>
                <a:ea typeface="Times New Roman"/>
                <a:cs typeface="Times New Roman"/>
                <a:sym typeface="Times New Roman"/>
              </a:rPr>
              <a:t>giữ chay và kiêng thịt những ngày Hội Thánh buộc;</a:t>
            </a:r>
            <a:endParaRPr/>
          </a:p>
          <a:p>
            <a:pPr indent="0" lvl="0" marL="0" rtl="0" algn="just">
              <a:spcBef>
                <a:spcPts val="108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Thứ năm: </a:t>
            </a:r>
            <a:r>
              <a:rPr b="1" lang="en-US" sz="5400">
                <a:solidFill>
                  <a:schemeClr val="dk1"/>
                </a:solidFill>
                <a:latin typeface="Times New Roman"/>
                <a:ea typeface="Times New Roman"/>
                <a:cs typeface="Times New Roman"/>
                <a:sym typeface="Times New Roman"/>
              </a:rPr>
              <a:t>góp công góp của xây dựng Hội Thánh, tùy theo khả năng của mình.</a:t>
            </a:r>
            <a:endParaRPr sz="5400">
              <a:solidFill>
                <a:schemeClr val="dk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rgbClr val="FF0000"/>
              </a:buClr>
              <a:buSzPct val="100000"/>
              <a:buNone/>
            </a:pPr>
            <a:r>
              <a:rPr b="1" lang="en-US" sz="4800">
                <a:solidFill>
                  <a:srgbClr val="FF0000"/>
                </a:solidFill>
                <a:latin typeface="Times New Roman"/>
                <a:ea typeface="Times New Roman"/>
                <a:cs typeface="Times New Roman"/>
                <a:sym typeface="Times New Roman"/>
              </a:rPr>
              <a:t>Đạo Đức Chúa Trời có bảy phép Bí tích:</a:t>
            </a:r>
            <a:endParaRPr b="1" sz="4800">
              <a:solidFill>
                <a:srgbClr val="FEFEFE"/>
              </a:solidFill>
              <a:latin typeface="Times New Roman"/>
              <a:ea typeface="Times New Roman"/>
              <a:cs typeface="Times New Roman"/>
              <a:sym typeface="Times New Roman"/>
            </a:endParaRPr>
          </a:p>
          <a:p>
            <a:pPr indent="0" lvl="0" marL="0" rtl="0" algn="just">
              <a:spcBef>
                <a:spcPts val="1534"/>
              </a:spcBef>
              <a:spcAft>
                <a:spcPts val="0"/>
              </a:spcAft>
              <a:buClr>
                <a:srgbClr val="FF0000"/>
              </a:buClr>
              <a:buSzPct val="100000"/>
              <a:buNone/>
            </a:pPr>
            <a:r>
              <a:rPr b="1" lang="en-US" sz="9900">
                <a:solidFill>
                  <a:srgbClr val="FF0000"/>
                </a:solidFill>
                <a:latin typeface="Times New Roman"/>
                <a:ea typeface="Times New Roman"/>
                <a:cs typeface="Times New Roman"/>
                <a:sym typeface="Times New Roman"/>
              </a:rPr>
              <a:t>Thứ nhất: </a:t>
            </a:r>
            <a:r>
              <a:rPr b="1" lang="en-US" sz="9900">
                <a:solidFill>
                  <a:schemeClr val="dk1"/>
                </a:solidFill>
                <a:latin typeface="Times New Roman"/>
                <a:ea typeface="Times New Roman"/>
                <a:cs typeface="Times New Roman"/>
                <a:sym typeface="Times New Roman"/>
              </a:rPr>
              <a:t>là phép Rửa tội.</a:t>
            </a:r>
            <a:endParaRPr/>
          </a:p>
          <a:p>
            <a:pPr indent="0" lvl="0" marL="0" rtl="0" algn="just">
              <a:spcBef>
                <a:spcPts val="1534"/>
              </a:spcBef>
              <a:spcAft>
                <a:spcPts val="0"/>
              </a:spcAft>
              <a:buClr>
                <a:srgbClr val="FF0000"/>
              </a:buClr>
              <a:buSzPct val="100000"/>
              <a:buNone/>
            </a:pPr>
            <a:br>
              <a:rPr b="1" lang="en-US" sz="4100">
                <a:solidFill>
                  <a:srgbClr val="FF0000"/>
                </a:solidFill>
                <a:latin typeface="Times New Roman"/>
                <a:ea typeface="Times New Roman"/>
                <a:cs typeface="Times New Roman"/>
                <a:sym typeface="Times New Roman"/>
              </a:rPr>
            </a:br>
            <a:r>
              <a:rPr b="1" lang="en-US" sz="9900">
                <a:solidFill>
                  <a:srgbClr val="FF0000"/>
                </a:solidFill>
                <a:latin typeface="Times New Roman"/>
                <a:ea typeface="Times New Roman"/>
                <a:cs typeface="Times New Roman"/>
                <a:sym typeface="Times New Roman"/>
              </a:rPr>
              <a:t>Thứ hai: </a:t>
            </a:r>
            <a:r>
              <a:rPr b="1" lang="en-US" sz="9900">
                <a:solidFill>
                  <a:schemeClr val="dk1"/>
                </a:solidFill>
                <a:latin typeface="Times New Roman"/>
                <a:ea typeface="Times New Roman"/>
                <a:cs typeface="Times New Roman"/>
                <a:sym typeface="Times New Roman"/>
              </a:rPr>
              <a:t>là phép Thêm sức.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8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rgbClr val="888888"/>
              </a:buClr>
              <a:buSzPct val="100000"/>
              <a:buNone/>
            </a:pPr>
            <a:r>
              <a:t/>
            </a:r>
            <a:endParaRPr b="1" sz="4300">
              <a:solidFill>
                <a:srgbClr val="FF0000"/>
              </a:solidFill>
              <a:latin typeface="Times New Roman"/>
              <a:ea typeface="Times New Roman"/>
              <a:cs typeface="Times New Roman"/>
              <a:sym typeface="Times New Roman"/>
            </a:endParaRPr>
          </a:p>
          <a:p>
            <a:pPr indent="0" lvl="0" marL="0" rtl="0" algn="l">
              <a:spcBef>
                <a:spcPts val="148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Thứ ba: </a:t>
            </a:r>
            <a:r>
              <a:rPr b="1" lang="en-US" sz="8000">
                <a:solidFill>
                  <a:schemeClr val="dk1"/>
                </a:solidFill>
                <a:latin typeface="Times New Roman"/>
                <a:ea typeface="Times New Roman"/>
                <a:cs typeface="Times New Roman"/>
                <a:sym typeface="Times New Roman"/>
              </a:rPr>
              <a:t>là phép Mình Thánh Chúa.</a:t>
            </a:r>
            <a:endParaRPr/>
          </a:p>
          <a:p>
            <a:pPr indent="0" lvl="0" marL="0" rtl="0" algn="l">
              <a:spcBef>
                <a:spcPts val="148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Thứ bốn: </a:t>
            </a:r>
            <a:r>
              <a:rPr b="1" lang="en-US" sz="8000">
                <a:solidFill>
                  <a:schemeClr val="dk1"/>
                </a:solidFill>
                <a:latin typeface="Times New Roman"/>
                <a:ea typeface="Times New Roman"/>
                <a:cs typeface="Times New Roman"/>
                <a:sym typeface="Times New Roman"/>
              </a:rPr>
              <a:t>là phép Giải tội.</a:t>
            </a:r>
            <a:endParaRPr b="1" sz="6000">
              <a:solidFill>
                <a:schemeClr val="dk1"/>
              </a:solidFill>
              <a:latin typeface="Times New Roman"/>
              <a:ea typeface="Times New Roman"/>
              <a:cs typeface="Times New Roman"/>
              <a:sym typeface="Times New Roman"/>
            </a:endParaRPr>
          </a:p>
          <a:p>
            <a:pPr indent="0" lvl="0" marL="0" rtl="0" algn="ctr">
              <a:spcBef>
                <a:spcPts val="236"/>
              </a:spcBef>
              <a:spcAft>
                <a:spcPts val="0"/>
              </a:spcAft>
              <a:buClr>
                <a:srgbClr val="888888"/>
              </a:buClr>
              <a:buSzPct val="100000"/>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9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năm: </a:t>
            </a:r>
            <a:r>
              <a:rPr b="1" lang="en-US" sz="5800">
                <a:solidFill>
                  <a:srgbClr val="0C0C0C"/>
                </a:solidFill>
                <a:latin typeface="Times New Roman"/>
                <a:ea typeface="Times New Roman"/>
                <a:cs typeface="Times New Roman"/>
                <a:sym typeface="Times New Roman"/>
              </a:rPr>
              <a:t>là phép Xức dầu thánh.</a:t>
            </a:r>
            <a:endParaRPr/>
          </a:p>
          <a:p>
            <a:pPr indent="0" lvl="0" marL="0" rtl="0" algn="just">
              <a:spcBef>
                <a:spcPts val="116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sáu: </a:t>
            </a:r>
            <a:r>
              <a:rPr b="1" lang="en-US" sz="5800">
                <a:solidFill>
                  <a:srgbClr val="0C0C0C"/>
                </a:solidFill>
                <a:latin typeface="Times New Roman"/>
                <a:ea typeface="Times New Roman"/>
                <a:cs typeface="Times New Roman"/>
                <a:sym typeface="Times New Roman"/>
              </a:rPr>
              <a:t>là phép Truyền chức thánh.</a:t>
            </a:r>
            <a:endParaRPr/>
          </a:p>
          <a:p>
            <a:pPr indent="0" lvl="0" marL="0" rtl="0" algn="just">
              <a:spcBef>
                <a:spcPts val="116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bảy: </a:t>
            </a:r>
            <a:r>
              <a:rPr b="1" lang="en-US" sz="5800">
                <a:solidFill>
                  <a:srgbClr val="0C0C0C"/>
                </a:solidFill>
                <a:latin typeface="Times New Roman"/>
                <a:ea typeface="Times New Roman"/>
                <a:cs typeface="Times New Roman"/>
                <a:sym typeface="Times New Roman"/>
              </a:rPr>
              <a:t>là phép Hôn phối.</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9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200"/>
              <a:buNone/>
            </a:pPr>
            <a:r>
              <a:t/>
            </a:r>
            <a:endParaRPr b="1" sz="1200">
              <a:solidFill>
                <a:srgbClr val="FFC000"/>
              </a:solidFill>
              <a:latin typeface="Times New Roman"/>
              <a:ea typeface="Times New Roman"/>
              <a:cs typeface="Times New Roman"/>
              <a:sym typeface="Times New Roman"/>
            </a:endParaRPr>
          </a:p>
          <a:p>
            <a:pPr indent="0" lvl="0" marL="0" rtl="0" algn="just">
              <a:spcBef>
                <a:spcPts val="990"/>
              </a:spcBef>
              <a:spcAft>
                <a:spcPts val="0"/>
              </a:spcAft>
              <a:buClr>
                <a:srgbClr val="FF0000"/>
              </a:buClr>
              <a:buSzPts val="4950"/>
              <a:buNone/>
            </a:pPr>
            <a:r>
              <a:rPr b="1" lang="en-US" sz="4950">
                <a:solidFill>
                  <a:srgbClr val="FF0000"/>
                </a:solidFill>
                <a:latin typeface="Times New Roman"/>
                <a:ea typeface="Times New Roman"/>
                <a:cs typeface="Times New Roman"/>
                <a:sym typeface="Times New Roman"/>
              </a:rPr>
              <a:t>Thương người có mười bốn mối</a:t>
            </a:r>
            <a:endParaRPr b="1" sz="4950">
              <a:solidFill>
                <a:srgbClr val="FF0000"/>
              </a:solidFill>
              <a:latin typeface="Times New Roman"/>
              <a:ea typeface="Times New Roman"/>
              <a:cs typeface="Times New Roman"/>
              <a:sym typeface="Times New Roman"/>
            </a:endParaRPr>
          </a:p>
          <a:p>
            <a:pPr indent="0" lvl="0" marL="0" rtl="0" algn="just">
              <a:spcBef>
                <a:spcPts val="990"/>
              </a:spcBef>
              <a:spcAft>
                <a:spcPts val="0"/>
              </a:spcAft>
              <a:buClr>
                <a:srgbClr val="FF0000"/>
              </a:buClr>
              <a:buSzPts val="4950"/>
              <a:buNone/>
            </a:pPr>
            <a:r>
              <a:rPr b="1" i="1" lang="en-US" sz="4950">
                <a:solidFill>
                  <a:srgbClr val="FF0000"/>
                </a:solidFill>
                <a:latin typeface="Times New Roman"/>
                <a:ea typeface="Times New Roman"/>
                <a:cs typeface="Times New Roman"/>
                <a:sym typeface="Times New Roman"/>
              </a:rPr>
              <a:t>Thương xác bảy mối:</a:t>
            </a:r>
            <a:endParaRPr b="1" sz="4950">
              <a:solidFill>
                <a:srgbClr val="FEFEFE"/>
              </a:solidFill>
              <a:latin typeface="Times New Roman"/>
              <a:ea typeface="Times New Roman"/>
              <a:cs typeface="Times New Roman"/>
              <a:sym typeface="Times New Roman"/>
            </a:endParaRPr>
          </a:p>
          <a:p>
            <a:pPr indent="0" lvl="0" marL="0" rtl="0" algn="just">
              <a:spcBef>
                <a:spcPts val="1290"/>
              </a:spcBef>
              <a:spcAft>
                <a:spcPts val="0"/>
              </a:spcAft>
              <a:buClr>
                <a:srgbClr val="FF0000"/>
              </a:buClr>
              <a:buSzPts val="6450"/>
              <a:buNone/>
            </a:pPr>
            <a:r>
              <a:rPr b="1" lang="en-US" sz="6450">
                <a:solidFill>
                  <a:srgbClr val="FF0000"/>
                </a:solidFill>
                <a:latin typeface="Times New Roman"/>
                <a:ea typeface="Times New Roman"/>
                <a:cs typeface="Times New Roman"/>
                <a:sym typeface="Times New Roman"/>
              </a:rPr>
              <a:t>Thứ nhất: </a:t>
            </a:r>
            <a:r>
              <a:rPr b="1" lang="en-US" sz="6450">
                <a:solidFill>
                  <a:schemeClr val="dk1"/>
                </a:solidFill>
                <a:latin typeface="Times New Roman"/>
                <a:ea typeface="Times New Roman"/>
                <a:cs typeface="Times New Roman"/>
                <a:sym typeface="Times New Roman"/>
              </a:rPr>
              <a:t>Cho kẻ đói ăn</a:t>
            </a:r>
            <a:endParaRPr b="1" sz="6450">
              <a:solidFill>
                <a:srgbClr val="FEFEFE"/>
              </a:solidFill>
              <a:latin typeface="Times New Roman"/>
              <a:ea typeface="Times New Roman"/>
              <a:cs typeface="Times New Roman"/>
              <a:sym typeface="Times New Roman"/>
            </a:endParaRPr>
          </a:p>
          <a:p>
            <a:pPr indent="0" lvl="0" marL="0" rtl="0" algn="just">
              <a:spcBef>
                <a:spcPts val="1290"/>
              </a:spcBef>
              <a:spcAft>
                <a:spcPts val="0"/>
              </a:spcAft>
              <a:buClr>
                <a:srgbClr val="FF0000"/>
              </a:buClr>
              <a:buSzPts val="6450"/>
              <a:buNone/>
            </a:pPr>
            <a:r>
              <a:rPr b="1" lang="en-US" sz="6450">
                <a:solidFill>
                  <a:srgbClr val="FF0000"/>
                </a:solidFill>
                <a:latin typeface="Times New Roman"/>
                <a:ea typeface="Times New Roman"/>
                <a:cs typeface="Times New Roman"/>
                <a:sym typeface="Times New Roman"/>
              </a:rPr>
              <a:t>Thứ hai: </a:t>
            </a:r>
            <a:r>
              <a:rPr b="1" lang="en-US" sz="6450">
                <a:solidFill>
                  <a:schemeClr val="dk1"/>
                </a:solidFill>
                <a:latin typeface="Times New Roman"/>
                <a:ea typeface="Times New Roman"/>
                <a:cs typeface="Times New Roman"/>
                <a:sym typeface="Times New Roman"/>
              </a:rPr>
              <a:t>Cho kẻ khát uống</a:t>
            </a:r>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9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ba: </a:t>
            </a:r>
            <a:r>
              <a:rPr b="1" lang="en-US" sz="7200">
                <a:solidFill>
                  <a:schemeClr val="dk1"/>
                </a:solidFill>
                <a:latin typeface="Times New Roman"/>
                <a:ea typeface="Times New Roman"/>
                <a:cs typeface="Times New Roman"/>
                <a:sym typeface="Times New Roman"/>
              </a:rPr>
              <a:t>Cho kẻ rách rưới ăn mặc</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bốn: </a:t>
            </a:r>
            <a:r>
              <a:rPr b="1" lang="en-US" sz="7200">
                <a:solidFill>
                  <a:schemeClr val="dk1"/>
                </a:solidFill>
                <a:latin typeface="Times New Roman"/>
                <a:ea typeface="Times New Roman"/>
                <a:cs typeface="Times New Roman"/>
                <a:sym typeface="Times New Roman"/>
              </a:rPr>
              <a:t>Viếng kẻ liệt cùng kẻ tù rạc</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888888"/>
              </a:buClr>
              <a:buSzPts val="1400"/>
              <a:buNone/>
            </a:pPr>
            <a:r>
              <a:t/>
            </a:r>
            <a:endParaRPr b="1" sz="1400">
              <a:solidFill>
                <a:srgbClr val="FF0000"/>
              </a:solidFill>
              <a:latin typeface="Times New Roman"/>
              <a:ea typeface="Times New Roman"/>
              <a:cs typeface="Times New Roman"/>
              <a:sym typeface="Times New Roman"/>
            </a:endParaRPr>
          </a:p>
          <a:p>
            <a:pPr indent="0" lvl="0" marL="0" rtl="0" algn="l">
              <a:spcBef>
                <a:spcPts val="124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năm: </a:t>
            </a:r>
            <a:r>
              <a:rPr b="1" lang="en-US" sz="6200">
                <a:solidFill>
                  <a:schemeClr val="dk1"/>
                </a:solidFill>
                <a:latin typeface="Times New Roman"/>
                <a:ea typeface="Times New Roman"/>
                <a:cs typeface="Times New Roman"/>
                <a:sym typeface="Times New Roman"/>
              </a:rPr>
              <a:t>Cho khách đỗ nhà</a:t>
            </a:r>
            <a:endParaRPr/>
          </a:p>
          <a:p>
            <a:pPr indent="0" lvl="0" marL="0" rtl="0" algn="l">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sáu: </a:t>
            </a:r>
            <a:r>
              <a:rPr b="1" lang="en-US" sz="6200">
                <a:solidFill>
                  <a:schemeClr val="dk1"/>
                </a:solidFill>
                <a:latin typeface="Times New Roman"/>
                <a:ea typeface="Times New Roman"/>
                <a:cs typeface="Times New Roman"/>
                <a:sym typeface="Times New Roman"/>
              </a:rPr>
              <a:t>Chuộc kẻ làm tôi</a:t>
            </a:r>
            <a:endParaRPr/>
          </a:p>
          <a:p>
            <a:pPr indent="0" lvl="0" marL="0" rtl="0" algn="l">
              <a:spcBef>
                <a:spcPts val="124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a:t>
            </a:r>
            <a:r>
              <a:rPr b="1" lang="en-US" sz="5400">
                <a:solidFill>
                  <a:srgbClr val="FF0000"/>
                </a:solidFill>
                <a:latin typeface="Times New Roman"/>
                <a:ea typeface="Times New Roman"/>
                <a:cs typeface="Times New Roman"/>
                <a:sym typeface="Times New Roman"/>
              </a:rPr>
              <a:t> </a:t>
            </a:r>
            <a:r>
              <a:rPr b="1" lang="en-US" sz="6200">
                <a:solidFill>
                  <a:schemeClr val="dk1"/>
                </a:solidFill>
                <a:latin typeface="Times New Roman"/>
                <a:ea typeface="Times New Roman"/>
                <a:cs typeface="Times New Roman"/>
                <a:sym typeface="Times New Roman"/>
              </a:rPr>
              <a:t>Chôn xác kẻ chết</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9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825"/>
              <a:buNone/>
            </a:pPr>
            <a:r>
              <a:t/>
            </a:r>
            <a:endParaRPr b="1" sz="825">
              <a:solidFill>
                <a:srgbClr val="FEFEFE"/>
              </a:solidFill>
              <a:latin typeface="Times New Roman"/>
              <a:ea typeface="Times New Roman"/>
              <a:cs typeface="Times New Roman"/>
              <a:sym typeface="Times New Roman"/>
            </a:endParaRPr>
          </a:p>
          <a:p>
            <a:pPr indent="0" lvl="0" marL="0" rtl="0" algn="just">
              <a:spcBef>
                <a:spcPts val="1080"/>
              </a:spcBef>
              <a:spcAft>
                <a:spcPts val="0"/>
              </a:spcAft>
              <a:buClr>
                <a:srgbClr val="FEFEFE"/>
              </a:buClr>
              <a:buSzPts val="5400"/>
              <a:buNone/>
            </a:pPr>
            <a:r>
              <a:rPr b="1" i="1" lang="en-US" sz="5400">
                <a:solidFill>
                  <a:srgbClr val="FEFEFE"/>
                </a:solidFill>
                <a:latin typeface="Times New Roman"/>
                <a:ea typeface="Times New Roman"/>
                <a:cs typeface="Times New Roman"/>
                <a:sym typeface="Times New Roman"/>
              </a:rPr>
              <a:t>	</a:t>
            </a:r>
            <a:r>
              <a:rPr b="1" i="1" lang="en-US" sz="5400">
                <a:solidFill>
                  <a:srgbClr val="FF0000"/>
                </a:solidFill>
                <a:latin typeface="Times New Roman"/>
                <a:ea typeface="Times New Roman"/>
                <a:cs typeface="Times New Roman"/>
                <a:sym typeface="Times New Roman"/>
              </a:rPr>
              <a:t>Thương linh hồn bảy mối:</a:t>
            </a:r>
            <a:endParaRPr b="1" i="1" sz="5400">
              <a:solidFill>
                <a:srgbClr val="FF0000"/>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nhất: </a:t>
            </a:r>
            <a:r>
              <a:rPr b="1" lang="en-US" sz="6600">
                <a:solidFill>
                  <a:schemeClr val="dk1"/>
                </a:solidFill>
                <a:latin typeface="Times New Roman"/>
                <a:ea typeface="Times New Roman"/>
                <a:cs typeface="Times New Roman"/>
                <a:sym typeface="Times New Roman"/>
              </a:rPr>
              <a:t>Lấy lời lành khuyên người</a:t>
            </a:r>
            <a:endParaRPr b="1" sz="6600">
              <a:solidFill>
                <a:srgbClr val="FEFEFE"/>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hai: </a:t>
            </a:r>
            <a:r>
              <a:rPr b="1" lang="en-US" sz="6600">
                <a:solidFill>
                  <a:schemeClr val="dk1"/>
                </a:solidFill>
                <a:latin typeface="Times New Roman"/>
                <a:ea typeface="Times New Roman"/>
                <a:cs typeface="Times New Roman"/>
                <a:sym typeface="Times New Roman"/>
              </a:rPr>
              <a:t>Mở dạy kẻ mê muội</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9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2400"/>
              <a:buNone/>
            </a:pPr>
            <a:r>
              <a:t/>
            </a:r>
            <a:endParaRPr b="1" sz="2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ba: </a:t>
            </a:r>
            <a:r>
              <a:rPr b="1" lang="en-US" sz="7200">
                <a:solidFill>
                  <a:schemeClr val="dk1"/>
                </a:solidFill>
                <a:latin typeface="Times New Roman"/>
                <a:ea typeface="Times New Roman"/>
                <a:cs typeface="Times New Roman"/>
                <a:sym typeface="Times New Roman"/>
              </a:rPr>
              <a:t>An ủi kẻ âu lo</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br>
              <a:rPr b="1" lang="en-US" sz="7200">
                <a:solidFill>
                  <a:srgbClr val="FF0000"/>
                </a:solidFill>
                <a:latin typeface="Times New Roman"/>
                <a:ea typeface="Times New Roman"/>
                <a:cs typeface="Times New Roman"/>
                <a:sym typeface="Times New Roman"/>
              </a:rPr>
            </a:br>
            <a:r>
              <a:rPr b="1" lang="en-US" sz="7200">
                <a:solidFill>
                  <a:srgbClr val="FF0000"/>
                </a:solidFill>
                <a:latin typeface="Times New Roman"/>
                <a:ea typeface="Times New Roman"/>
                <a:cs typeface="Times New Roman"/>
                <a:sym typeface="Times New Roman"/>
              </a:rPr>
              <a:t>Thứ bốn: </a:t>
            </a:r>
            <a:r>
              <a:rPr b="1" lang="en-US" sz="7200">
                <a:solidFill>
                  <a:schemeClr val="dk1"/>
                </a:solidFill>
                <a:latin typeface="Times New Roman"/>
                <a:ea typeface="Times New Roman"/>
                <a:cs typeface="Times New Roman"/>
                <a:sym typeface="Times New Roman"/>
              </a:rPr>
              <a:t>Răn bảo kẻ có tội</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9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năm: </a:t>
            </a:r>
            <a:r>
              <a:rPr b="1" lang="en-US" sz="6200">
                <a:solidFill>
                  <a:schemeClr val="dk1"/>
                </a:solidFill>
                <a:latin typeface="Times New Roman"/>
                <a:ea typeface="Times New Roman"/>
                <a:cs typeface="Times New Roman"/>
                <a:sym typeface="Times New Roman"/>
              </a:rPr>
              <a:t>Tha kẻ dể ta</a:t>
            </a:r>
            <a:endParaRPr/>
          </a:p>
          <a:p>
            <a:pPr indent="0" lvl="0" marL="0" rtl="0" algn="just">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sáu: </a:t>
            </a:r>
            <a:r>
              <a:rPr b="1" lang="en-US" sz="6200">
                <a:solidFill>
                  <a:schemeClr val="dk1"/>
                </a:solidFill>
                <a:latin typeface="Times New Roman"/>
                <a:ea typeface="Times New Roman"/>
                <a:cs typeface="Times New Roman"/>
                <a:sym typeface="Times New Roman"/>
              </a:rPr>
              <a:t>Nhịn kẻ mất lòng ta</a:t>
            </a:r>
            <a:endParaRPr/>
          </a:p>
          <a:p>
            <a:pPr indent="0" lvl="0" marL="0" rtl="0" algn="just">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bảy: </a:t>
            </a:r>
            <a:r>
              <a:rPr b="1" lang="en-US" sz="6200">
                <a:solidFill>
                  <a:schemeClr val="dk1"/>
                </a:solidFill>
                <a:latin typeface="Times New Roman"/>
                <a:ea typeface="Times New Roman"/>
                <a:cs typeface="Times New Roman"/>
                <a:sym typeface="Times New Roman"/>
              </a:rPr>
              <a:t>Cầu cho kẻ sống và kẻ chết</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9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85000" lnSpcReduction="10000"/>
          </a:bodyPr>
          <a:lstStyle/>
          <a:p>
            <a:pPr indent="0" lvl="0" marL="0" rtl="0" algn="just">
              <a:spcBef>
                <a:spcPts val="0"/>
              </a:spcBef>
              <a:spcAft>
                <a:spcPts val="0"/>
              </a:spcAft>
              <a:buClr>
                <a:srgbClr val="FEFEFE"/>
              </a:buClr>
              <a:buSzPct val="100000"/>
              <a:buNone/>
            </a:pPr>
            <a:r>
              <a:rPr b="1" lang="en-US" sz="4950">
                <a:solidFill>
                  <a:srgbClr val="FEFEFE"/>
                </a:solidFill>
                <a:latin typeface="Times New Roman"/>
                <a:ea typeface="Times New Roman"/>
                <a:cs typeface="Times New Roman"/>
                <a:sym typeface="Times New Roman"/>
              </a:rPr>
              <a:t>	</a:t>
            </a:r>
            <a:r>
              <a:rPr b="1" lang="en-US" sz="4950">
                <a:solidFill>
                  <a:srgbClr val="FF0000"/>
                </a:solidFill>
                <a:latin typeface="Times New Roman"/>
                <a:ea typeface="Times New Roman"/>
                <a:cs typeface="Times New Roman"/>
                <a:sym typeface="Times New Roman"/>
              </a:rPr>
              <a:t>Cải tội bảy mối có bảy đức</a:t>
            </a:r>
            <a:endParaRPr/>
          </a:p>
          <a:p>
            <a:pPr indent="0" lvl="0" marL="0" rtl="0" algn="l">
              <a:spcBef>
                <a:spcPts val="1445"/>
              </a:spcBef>
              <a:spcAft>
                <a:spcPts val="0"/>
              </a:spcAft>
              <a:buClr>
                <a:srgbClr val="FF0000"/>
              </a:buClr>
              <a:buSzPct val="100000"/>
              <a:buNone/>
            </a:pPr>
            <a:r>
              <a:rPr b="1" lang="en-US" sz="8500">
                <a:solidFill>
                  <a:srgbClr val="FF0000"/>
                </a:solidFill>
                <a:latin typeface="Times New Roman"/>
                <a:ea typeface="Times New Roman"/>
                <a:cs typeface="Times New Roman"/>
                <a:sym typeface="Times New Roman"/>
              </a:rPr>
              <a:t>Thứ nhất: </a:t>
            </a:r>
            <a:r>
              <a:rPr b="1" lang="en-US" sz="8500">
                <a:solidFill>
                  <a:schemeClr val="dk1"/>
                </a:solidFill>
                <a:latin typeface="Times New Roman"/>
                <a:ea typeface="Times New Roman"/>
                <a:cs typeface="Times New Roman"/>
                <a:sym typeface="Times New Roman"/>
              </a:rPr>
              <a:t>Khiêm nhượng, chớ kiêu ngạo</a:t>
            </a:r>
            <a:endParaRPr/>
          </a:p>
          <a:p>
            <a:pPr indent="0" lvl="0" marL="0" rtl="0" algn="l">
              <a:spcBef>
                <a:spcPts val="1445"/>
              </a:spcBef>
              <a:spcAft>
                <a:spcPts val="0"/>
              </a:spcAft>
              <a:buClr>
                <a:srgbClr val="FF0000"/>
              </a:buClr>
              <a:buSzPct val="100000"/>
              <a:buNone/>
            </a:pPr>
            <a:r>
              <a:rPr b="1" lang="en-US" sz="8500">
                <a:solidFill>
                  <a:srgbClr val="FF0000"/>
                </a:solidFill>
                <a:latin typeface="Times New Roman"/>
                <a:ea typeface="Times New Roman"/>
                <a:cs typeface="Times New Roman"/>
                <a:sym typeface="Times New Roman"/>
              </a:rPr>
              <a:t>Thứ hai: </a:t>
            </a:r>
            <a:r>
              <a:rPr b="1" lang="en-US" sz="8500">
                <a:solidFill>
                  <a:schemeClr val="dk1"/>
                </a:solidFill>
                <a:latin typeface="Times New Roman"/>
                <a:ea typeface="Times New Roman"/>
                <a:cs typeface="Times New Roman"/>
                <a:sym typeface="Times New Roman"/>
              </a:rPr>
              <a:t>Rộng rãi, chớ hà tiện</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9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just">
              <a:spcBef>
                <a:spcPts val="0"/>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ba: </a:t>
            </a:r>
            <a:r>
              <a:rPr b="1" lang="en-US" sz="6500">
                <a:solidFill>
                  <a:schemeClr val="dk1"/>
                </a:solidFill>
                <a:latin typeface="Times New Roman"/>
                <a:ea typeface="Times New Roman"/>
                <a:cs typeface="Times New Roman"/>
                <a:sym typeface="Times New Roman"/>
              </a:rPr>
              <a:t>Giữ mình sạch sẽ, chớ mê dâm dục</a:t>
            </a:r>
            <a:endParaRPr b="1" sz="6500">
              <a:solidFill>
                <a:schemeClr val="dk1"/>
              </a:solidFill>
              <a:latin typeface="Times New Roman"/>
              <a:ea typeface="Times New Roman"/>
              <a:cs typeface="Times New Roman"/>
              <a:sym typeface="Times New Roman"/>
            </a:endParaRPr>
          </a:p>
          <a:p>
            <a:pPr indent="0" lvl="0" marL="0" rtl="0" algn="just">
              <a:spcBef>
                <a:spcPts val="1202"/>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bốn: </a:t>
            </a:r>
            <a:r>
              <a:rPr b="1" lang="en-US" sz="6500">
                <a:solidFill>
                  <a:schemeClr val="dk1"/>
                </a:solidFill>
                <a:latin typeface="Times New Roman"/>
                <a:ea typeface="Times New Roman"/>
                <a:cs typeface="Times New Roman"/>
                <a:sym typeface="Times New Roman"/>
              </a:rPr>
              <a:t>Hay nhịn, Chớ hờn giận</a:t>
            </a:r>
            <a:endParaRPr b="1" sz="6500">
              <a:solidFill>
                <a:schemeClr val="dk1"/>
              </a:solidFill>
              <a:latin typeface="Times New Roman"/>
              <a:ea typeface="Times New Roman"/>
              <a:cs typeface="Times New Roman"/>
              <a:sym typeface="Times New Roman"/>
            </a:endParaRPr>
          </a:p>
          <a:p>
            <a:pPr indent="0" lvl="0" marL="0" rtl="0" algn="just">
              <a:spcBef>
                <a:spcPts val="1202"/>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năm: </a:t>
            </a:r>
            <a:r>
              <a:rPr b="1" lang="en-US" sz="6500">
                <a:solidFill>
                  <a:schemeClr val="dk1"/>
                </a:solidFill>
                <a:latin typeface="Times New Roman"/>
                <a:ea typeface="Times New Roman"/>
                <a:cs typeface="Times New Roman"/>
                <a:sym typeface="Times New Roman"/>
              </a:rPr>
              <a:t>Kiêng bớt, chớ mê ăn uống</a:t>
            </a:r>
            <a:endParaRPr/>
          </a:p>
          <a:p>
            <a:pPr indent="0" lvl="0" marL="0" rtl="0" algn="ctr">
              <a:spcBef>
                <a:spcPts val="250"/>
              </a:spcBef>
              <a:spcAft>
                <a:spcPts val="0"/>
              </a:spcAft>
              <a:buClr>
                <a:srgbClr val="888888"/>
              </a:buClr>
              <a:buSzPct val="100000"/>
              <a:buNone/>
            </a:pPr>
            <a:r>
              <a:t/>
            </a:r>
            <a:endParaRPr b="1" sz="1350">
              <a:solidFill>
                <a:schemeClr val="dk1"/>
              </a:solidFill>
              <a:latin typeface="Times New Roman"/>
              <a:ea typeface="Times New Roman"/>
              <a:cs typeface="Times New Roman"/>
              <a:sym typeface="Times New Roman"/>
            </a:endParaRPr>
          </a:p>
          <a:p>
            <a:pPr indent="0" lvl="0" marL="0" rtl="0" algn="ctr">
              <a:spcBef>
                <a:spcPts val="250"/>
              </a:spcBef>
              <a:spcAft>
                <a:spcPts val="0"/>
              </a:spcAft>
              <a:buClr>
                <a:srgbClr val="888888"/>
              </a:buClr>
              <a:buSzPct val="100000"/>
              <a:buNone/>
            </a:pPr>
            <a:r>
              <a:t/>
            </a:r>
            <a:endParaRPr b="1" sz="1350">
              <a:solidFill>
                <a:schemeClr val="dk1"/>
              </a:solidFill>
              <a:latin typeface="Times New Roman"/>
              <a:ea typeface="Times New Roman"/>
              <a:cs typeface="Times New Roman"/>
              <a:sym typeface="Times New Roman"/>
            </a:endParaRPr>
          </a:p>
          <a:p>
            <a:pPr indent="0" lvl="0" marL="0" rtl="0" algn="ctr">
              <a:spcBef>
                <a:spcPts val="236"/>
              </a:spcBef>
              <a:spcAft>
                <a:spcPts val="0"/>
              </a:spcAft>
              <a:buClr>
                <a:srgbClr val="888888"/>
              </a:buClr>
              <a:buSzPct val="100000"/>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9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sáu: </a:t>
            </a:r>
            <a:r>
              <a:rPr b="1" lang="en-US" sz="6600">
                <a:solidFill>
                  <a:schemeClr val="dk1"/>
                </a:solidFill>
                <a:latin typeface="Times New Roman"/>
                <a:ea typeface="Times New Roman"/>
                <a:cs typeface="Times New Roman"/>
                <a:sym typeface="Times New Roman"/>
              </a:rPr>
              <a:t>Yêu người, chớ ghen ghét</a:t>
            </a:r>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 </a:t>
            </a:r>
            <a:r>
              <a:rPr b="1" lang="en-US" sz="6600">
                <a:solidFill>
                  <a:schemeClr val="dk1"/>
                </a:solidFill>
                <a:latin typeface="Times New Roman"/>
                <a:ea typeface="Times New Roman"/>
                <a:cs typeface="Times New Roman"/>
                <a:sym typeface="Times New Roman"/>
              </a:rPr>
              <a:t>Siêng năng việc Đức Chúa Trời, chớ làm biếng</a:t>
            </a:r>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10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EFEFE"/>
              </a:buClr>
              <a:buSzPts val="4950"/>
              <a:buNone/>
            </a:pPr>
            <a:r>
              <a:rPr b="1" lang="en-US" sz="4950">
                <a:solidFill>
                  <a:srgbClr val="FEFEFE"/>
                </a:solidFill>
                <a:latin typeface="Times New Roman"/>
                <a:ea typeface="Times New Roman"/>
                <a:cs typeface="Times New Roman"/>
                <a:sym typeface="Times New Roman"/>
              </a:rPr>
              <a:t>		</a:t>
            </a:r>
            <a:r>
              <a:rPr b="1" lang="en-US" sz="5400">
                <a:solidFill>
                  <a:srgbClr val="FF0000"/>
                </a:solidFill>
                <a:latin typeface="Times New Roman"/>
                <a:ea typeface="Times New Roman"/>
                <a:cs typeface="Times New Roman"/>
                <a:sym typeface="Times New Roman"/>
              </a:rPr>
              <a:t>Phước Thật Tám Mối</a:t>
            </a:r>
            <a:endParaRPr b="1">
              <a:solidFill>
                <a:srgbClr val="FF0000"/>
              </a:solidFill>
              <a:latin typeface="Times New Roman"/>
              <a:ea typeface="Times New Roman"/>
              <a:cs typeface="Times New Roman"/>
              <a:sym typeface="Times New Roman"/>
            </a:endParaRPr>
          </a:p>
          <a:p>
            <a:pPr indent="0" lvl="0" marL="0" rtl="0" algn="just">
              <a:spcBef>
                <a:spcPts val="120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nhất:</a:t>
            </a:r>
            <a:r>
              <a:rPr b="1" lang="en-US" sz="6000">
                <a:solidFill>
                  <a:srgbClr val="FEFEFE"/>
                </a:solidFill>
                <a:latin typeface="Times New Roman"/>
                <a:ea typeface="Times New Roman"/>
                <a:cs typeface="Times New Roman"/>
                <a:sym typeface="Times New Roman"/>
              </a:rPr>
              <a:t>	</a:t>
            </a:r>
            <a:r>
              <a:rPr b="1" lang="en-US" sz="6000">
                <a:solidFill>
                  <a:schemeClr val="dk1"/>
                </a:solidFill>
                <a:latin typeface="Times New Roman"/>
                <a:ea typeface="Times New Roman"/>
                <a:cs typeface="Times New Roman"/>
                <a:sym typeface="Times New Roman"/>
              </a:rPr>
              <a:t>Ai có lòng khó khăn, ấy là phúc thật, vì chưng nước Đức Chúa Trời là của mình vậy.</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10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hai:</a:t>
            </a:r>
            <a:r>
              <a:rPr b="1" lang="en-US" sz="7200">
                <a:solidFill>
                  <a:schemeClr val="dk1"/>
                </a:solidFill>
                <a:latin typeface="Times New Roman"/>
                <a:ea typeface="Times New Roman"/>
                <a:cs typeface="Times New Roman"/>
                <a:sym typeface="Times New Roman"/>
              </a:rPr>
              <a:t> Ai hiền lành, ấy là phúc thật, vì chưng sẽ được đất Đức Chúa Trời làm của mình vậy.</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10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8000"/>
              <a:buNone/>
            </a:pPr>
            <a:r>
              <a:rPr b="1" lang="en-US" sz="8000">
                <a:solidFill>
                  <a:srgbClr val="FF0000"/>
                </a:solidFill>
                <a:latin typeface="Times New Roman"/>
                <a:ea typeface="Times New Roman"/>
                <a:cs typeface="Times New Roman"/>
                <a:sym typeface="Times New Roman"/>
              </a:rPr>
              <a:t>Thứ ba:</a:t>
            </a:r>
            <a:r>
              <a:rPr b="1" lang="en-US" sz="8000">
                <a:solidFill>
                  <a:srgbClr val="FFC000"/>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Ai khóc lóc, ấy là phúc thật, vì chưng sẽ được yên ủi vậy.</a:t>
            </a:r>
            <a:endParaRPr sz="1800">
              <a:solidFill>
                <a:srgbClr val="FFC000"/>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10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bốn:</a:t>
            </a:r>
            <a:r>
              <a:rPr b="1" lang="en-US" sz="7200">
                <a:solidFill>
                  <a:srgbClr val="FFC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Ai khao khát nhân đức trọn lành, ấy là phúc thật, vì chưng sẽ được no đủ vậy.</a:t>
            </a:r>
            <a:endParaRPr sz="1600">
              <a:solidFill>
                <a:srgbClr val="FFC000"/>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10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a:bodyPr>
          <a:lstStyle/>
          <a:p>
            <a:pPr indent="0" lvl="0" marL="0" rtl="0" algn="just">
              <a:spcBef>
                <a:spcPts val="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Thứ năm:</a:t>
            </a:r>
            <a:r>
              <a:rPr b="1" lang="en-US" sz="8000">
                <a:solidFill>
                  <a:srgbClr val="FFC000"/>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Ai thương xót người, ấy là phúc thật, vì chưng mình sẽ được thương xót vậy.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10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sáu:</a:t>
            </a:r>
            <a:r>
              <a:rPr b="1" lang="en-US" sz="7200">
                <a:solidFill>
                  <a:srgbClr val="FFC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Ai giữ lòng sạch sẽ, ấy là phúc thật, vì chưng sẽ được thấy mặt Đức Chúa Trời vậy.</a:t>
            </a:r>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0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bảy:</a:t>
            </a:r>
            <a:r>
              <a:rPr b="1" lang="en-US" sz="6600">
                <a:solidFill>
                  <a:schemeClr val="dk1"/>
                </a:solidFill>
                <a:latin typeface="Times New Roman"/>
                <a:ea typeface="Times New Roman"/>
                <a:cs typeface="Times New Roman"/>
                <a:sym typeface="Times New Roman"/>
              </a:rPr>
              <a:t>	Ai làm cho người hòa thuận, ấy là phúc thật, vì chưng sẽ được gọi là con Đức Chúa Trời vậy.</a:t>
            </a:r>
            <a:endParaRPr/>
          </a:p>
          <a:p>
            <a:pPr indent="0" lvl="0" marL="0" rtl="0" algn="ctr">
              <a:spcBef>
                <a:spcPts val="280"/>
              </a:spcBef>
              <a:spcAft>
                <a:spcPts val="0"/>
              </a:spcAft>
              <a:buClr>
                <a:srgbClr val="888888"/>
              </a:buClr>
              <a:buSzPts val="1400"/>
              <a:buNone/>
            </a:pPr>
            <a:r>
              <a:t/>
            </a:r>
            <a:endParaRPr sz="1400">
              <a:solidFill>
                <a:srgbClr val="FFC000"/>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tám:</a:t>
            </a:r>
            <a:r>
              <a:rPr b="1" lang="en-US" sz="6600">
                <a:solidFill>
                  <a:srgbClr val="FFC000"/>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Ai chịu khốn nạn vì đạo ngay, ấy là phúc thật, vì chưng nước Đức Chúa Trời là của mình vậy.</a:t>
            </a:r>
            <a:endParaRPr/>
          </a:p>
          <a:p>
            <a:pPr indent="0" lvl="0" marL="0" rtl="0" algn="ctr">
              <a:spcBef>
                <a:spcPts val="280"/>
              </a:spcBef>
              <a:spcAft>
                <a:spcPts val="0"/>
              </a:spcAft>
              <a:buClr>
                <a:srgbClr val="888888"/>
              </a:buClr>
              <a:buSzPts val="1400"/>
              <a:buNone/>
            </a:pPr>
            <a:r>
              <a:t/>
            </a:r>
            <a:endParaRPr sz="1400">
              <a:solidFill>
                <a:srgbClr val="FFC000"/>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0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500">
                <a:solidFill>
                  <a:srgbClr val="FF0000"/>
                </a:solidFill>
                <a:latin typeface="Times New Roman"/>
                <a:ea typeface="Times New Roman"/>
                <a:cs typeface="Times New Roman"/>
                <a:sym typeface="Times New Roman"/>
              </a:rPr>
              <a:t>KINH NĂM THÁNH 2025</a:t>
            </a:r>
            <a:endParaRPr b="1" sz="1650">
              <a:solidFill>
                <a:srgbClr val="FFC000"/>
              </a:solidFill>
              <a:latin typeface="Times New Roman"/>
              <a:ea typeface="Times New Roman"/>
              <a:cs typeface="Times New Roman"/>
              <a:sym typeface="Times New Roman"/>
            </a:endParaRPr>
          </a:p>
          <a:p>
            <a:pPr indent="0" lvl="0" marL="0" rtl="0" algn="l">
              <a:spcBef>
                <a:spcPts val="1406"/>
              </a:spcBef>
              <a:spcAft>
                <a:spcPts val="0"/>
              </a:spcAft>
              <a:buClr>
                <a:schemeClr val="dk1"/>
              </a:buClr>
              <a:buSzPct val="100000"/>
              <a:buNone/>
            </a:pPr>
            <a:r>
              <a:rPr b="1" lang="en-US" sz="7600">
                <a:solidFill>
                  <a:schemeClr val="dk1"/>
                </a:solidFill>
                <a:latin typeface="Times New Roman"/>
                <a:ea typeface="Times New Roman"/>
                <a:cs typeface="Times New Roman"/>
                <a:sym typeface="Times New Roman"/>
              </a:rPr>
              <a:t>Lạy Cha trên trời, Xin cho ơn đức tin mà Cha ban tặng chúng con/ trong Chúa Giêsu Kitô,</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10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Con Cha và Anh của chúng con, cùng ngọn lửa đức ái được thắp lên trong tâm hồn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1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bởi Chúa Thánh Thần, khơi dậy trong chúng con/ niềm hy vọng hồng phúc hướng về Nước Cha trị đến.</a:t>
            </a:r>
            <a:endParaRPr b="1" sz="7000">
              <a:solidFill>
                <a:schemeClr val="dk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11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Xin ân sủng Cha biến đổi chúng con/ thành những người miệt mài vun trồng hạt giống Tin Mừng.</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1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Ước gì những hạt giống ấy/ biến đổi từ bên trong nhân loại và</a:t>
            </a:r>
            <a:r>
              <a:rPr b="1" lang="en-US" sz="6500">
                <a:solidFill>
                  <a:schemeClr val="dk1"/>
                </a:solidFill>
                <a:latin typeface="Times New Roman"/>
                <a:ea typeface="Times New Roman"/>
                <a:cs typeface="Times New Roman"/>
                <a:sym typeface="Times New Roman"/>
              </a:rPr>
              <a:t> </a:t>
            </a:r>
            <a:r>
              <a:rPr b="1" lang="en-US" sz="7400">
                <a:solidFill>
                  <a:schemeClr val="dk1"/>
                </a:solidFill>
                <a:latin typeface="Times New Roman"/>
                <a:ea typeface="Times New Roman"/>
                <a:cs typeface="Times New Roman"/>
                <a:sym typeface="Times New Roman"/>
              </a:rPr>
              <a:t>toàn</a:t>
            </a:r>
            <a:r>
              <a:rPr b="1" lang="en-US" sz="6600">
                <a:solidFill>
                  <a:schemeClr val="dk1"/>
                </a:solidFill>
                <a:latin typeface="Times New Roman"/>
                <a:ea typeface="Times New Roman"/>
                <a:cs typeface="Times New Roman"/>
                <a:sym typeface="Times New Roman"/>
              </a:rPr>
              <a:t> </a:t>
            </a:r>
            <a:r>
              <a:rPr b="1" lang="en-US" sz="7400">
                <a:solidFill>
                  <a:schemeClr val="dk1"/>
                </a:solidFill>
                <a:latin typeface="Times New Roman"/>
                <a:ea typeface="Times New Roman"/>
                <a:cs typeface="Times New Roman"/>
                <a:sym typeface="Times New Roman"/>
              </a:rPr>
              <a:t>thể</a:t>
            </a:r>
            <a:r>
              <a:rPr b="1" lang="en-US" sz="7200">
                <a:solidFill>
                  <a:schemeClr val="dk1"/>
                </a:solidFill>
                <a:latin typeface="Times New Roman"/>
                <a:ea typeface="Times New Roman"/>
                <a:cs typeface="Times New Roman"/>
                <a:sym typeface="Times New Roman"/>
              </a:rPr>
              <a:t> </a:t>
            </a:r>
            <a:r>
              <a:rPr b="1" lang="en-US" sz="7400">
                <a:solidFill>
                  <a:schemeClr val="dk1"/>
                </a:solidFill>
                <a:latin typeface="Times New Roman"/>
                <a:ea typeface="Times New Roman"/>
                <a:cs typeface="Times New Roman"/>
                <a:sym typeface="Times New Roman"/>
              </a:rPr>
              <a:t>vũ</a:t>
            </a:r>
            <a:r>
              <a:rPr b="1" lang="en-US" sz="7000">
                <a:solidFill>
                  <a:schemeClr val="dk1"/>
                </a:solidFill>
                <a:latin typeface="Times New Roman"/>
                <a:ea typeface="Times New Roman"/>
                <a:cs typeface="Times New Roman"/>
                <a:sym typeface="Times New Roman"/>
              </a:rPr>
              <a:t> </a:t>
            </a:r>
            <a:r>
              <a:rPr b="1" lang="en-US" sz="7400">
                <a:solidFill>
                  <a:schemeClr val="dk1"/>
                </a:solidFill>
                <a:latin typeface="Times New Roman"/>
                <a:ea typeface="Times New Roman"/>
                <a:cs typeface="Times New Roman"/>
                <a:sym typeface="Times New Roman"/>
              </a:rPr>
              <a:t>trụ</a:t>
            </a:r>
            <a:r>
              <a:rPr b="1" lang="en-US" sz="7300">
                <a:solidFill>
                  <a:schemeClr val="dk1"/>
                </a:solidFill>
                <a:latin typeface="Times New Roman"/>
                <a:ea typeface="Times New Roman"/>
                <a:cs typeface="Times New Roman"/>
                <a:sym typeface="Times New Roman"/>
              </a:rPr>
              <a:t> </a:t>
            </a:r>
            <a:r>
              <a:rPr b="1" lang="en-US" sz="7400">
                <a:solidFill>
                  <a:schemeClr val="dk1"/>
                </a:solidFill>
                <a:latin typeface="Times New Roman"/>
                <a:ea typeface="Times New Roman"/>
                <a:cs typeface="Times New Roman"/>
                <a:sym typeface="Times New Roman"/>
              </a:rPr>
              <a:t>này,</a:t>
            </a:r>
            <a:endParaRPr b="1" sz="7400">
              <a:solidFill>
                <a:schemeClr val="dk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trong khi vững lòng mong đợi trời mới đất mới, lúc mà quyền lực Sự Dữ sẽ bị đánh bại,</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vinh quang Cha sẽ chiếu sáng muôn đời. Xin cho ân sủng của Năm Thánh này/ khơi dậy trong chúng con,</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1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là </a:t>
            </a:r>
            <a:r>
              <a:rPr b="1" lang="en-US" sz="7500">
                <a:solidFill>
                  <a:srgbClr val="FF0000"/>
                </a:solidFill>
                <a:latin typeface="Times New Roman"/>
                <a:ea typeface="Times New Roman"/>
                <a:cs typeface="Times New Roman"/>
                <a:sym typeface="Times New Roman"/>
              </a:rPr>
              <a:t>Những Người Lữ Hành Hy Vọng</a:t>
            </a:r>
            <a:r>
              <a:rPr b="1" lang="en-US" sz="7500">
                <a:solidFill>
                  <a:schemeClr val="dk1"/>
                </a:solidFill>
                <a:latin typeface="Times New Roman"/>
                <a:ea typeface="Times New Roman"/>
                <a:cs typeface="Times New Roman"/>
                <a:sym typeface="Times New Roman"/>
              </a:rPr>
              <a:t>, niềm khao khát kho tàng ở trên trời.</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Đồng thời cũng làm lan tỏa trên khắp thế giới/ niềm vui và sự bình an của Đấng Cứu Chuộc chúng con.</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Xin tôn vinh và ngợi khen Cha là Thiên Chúa chúng con, Cha đáng chúc tụng mãi muôn đời. </a:t>
            </a:r>
            <a:r>
              <a:rPr b="1" i="1" lang="en-US" sz="6600">
                <a:solidFill>
                  <a:srgbClr val="FF0000"/>
                </a:solidFill>
                <a:latin typeface="Times New Roman"/>
                <a:ea typeface="Times New Roman"/>
                <a:cs typeface="Times New Roman"/>
                <a:sym typeface="Times New Roman"/>
              </a:rPr>
              <a:t>Amen</a:t>
            </a:r>
            <a:r>
              <a:rPr b="1" i="1" lang="en-US" sz="6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75" name="Shape 675"/>
        <p:cNvGrpSpPr/>
        <p:nvPr/>
      </p:nvGrpSpPr>
      <p:grpSpPr>
        <a:xfrm>
          <a:off x="0" y="0"/>
          <a:ext cx="0" cy="0"/>
          <a:chOff x="0" y="0"/>
          <a:chExt cx="0" cy="0"/>
        </a:xfrm>
      </p:grpSpPr>
      <p:sp>
        <p:nvSpPr>
          <p:cNvPr id="676" name="Google Shape;676;p11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677" name="Google Shape;677;p118"/>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19"/>
          <p:cNvSpPr txBox="1"/>
          <p:nvPr>
            <p:ph type="ctrTitle"/>
          </p:nvPr>
        </p:nvSpPr>
        <p:spPr>
          <a:xfrm>
            <a:off x="647700" y="1130847"/>
            <a:ext cx="7848600" cy="2881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NÀO TA HÃY </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MỪNG VUI</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Kim Long)</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12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ĐK. Nào ta hãy mừng vui, Chúa chiến thắng tử thần rồi, nguồn sống mới chiếu sáng tuyệt vời. Al-lê-lu-ia.</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2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Nào ta hãy mừng vui, Chúa đã sống lại rạng ngời và Máu Thánh xóa hết tội đời, Al-lê-lu-ia.</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2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1. Thánh giá Chúa vươn cao dâng lễ hy sinh, cho nhân thế muôn đời sống trong ân tình.</a:t>
            </a:r>
            <a:endParaRPr b="1" sz="7200">
              <a:latin typeface="Times"/>
              <a:ea typeface="Times"/>
              <a:cs typeface="Times"/>
              <a:sym typeface="Time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12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ĐK. Nào ta hãy mừng vui, Chúa chiến thắng tử thần rồi, nguồn sống mới chiếu sáng tuyệt vời. Al-lê-lu-ia.</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12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Nào ta hãy mừng vui, Chúa đã sống lại rạng ngời và Máu Thánh xóa hết tội đời, Al-lê-lu-ia.</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2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2. Sức sống đã khai nguyên trong những thương đau, ân thiêng đã khơi nguồn giữa bao khổ sầu.</a:t>
            </a:r>
            <a:endParaRPr b="1" sz="7200">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12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ĐK. Nào ta hãy mừng vui, Chúa chiến thắng tử thần rồi, nguồn sống mới chiếu sáng tuyệt vời. Al-lê-lu-ia.</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12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Nào ta hãy mừng vui, Chúa đã sống lại rạng ngời và Máu Thánh xóa hết tội đời, Al-lê-lu-ia.</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34" name="Shape 734"/>
        <p:cNvGrpSpPr/>
        <p:nvPr/>
      </p:nvGrpSpPr>
      <p:grpSpPr>
        <a:xfrm>
          <a:off x="0" y="0"/>
          <a:ext cx="0" cy="0"/>
          <a:chOff x="0" y="0"/>
          <a:chExt cx="0" cy="0"/>
        </a:xfrm>
      </p:grpSpPr>
      <p:sp>
        <p:nvSpPr>
          <p:cNvPr id="735" name="Google Shape;735;p12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736" name="Google Shape;736;p128"/>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29"/>
          <p:cNvSpPr txBox="1"/>
          <p:nvPr>
            <p:ph type="ctrTitle"/>
          </p:nvPr>
        </p:nvSpPr>
        <p:spPr>
          <a:xfrm>
            <a:off x="647700" y="0"/>
            <a:ext cx="7848600" cy="595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rgbClr val="FF0000"/>
              </a:buClr>
              <a:buSzPct val="137500"/>
              <a:buFont typeface="Times New Roman"/>
              <a:buNone/>
            </a:pPr>
            <a:r>
              <a:rPr b="1" lang="en-US">
                <a:solidFill>
                  <a:srgbClr val="FF0000"/>
                </a:solidFill>
                <a:latin typeface="Times New Roman"/>
                <a:ea typeface="Times New Roman"/>
                <a:cs typeface="Times New Roman"/>
                <a:sym typeface="Times New Roman"/>
              </a:rPr>
              <a:t>KINH VINH DANH</a:t>
            </a:r>
            <a:endParaRPr b="1" sz="3200">
              <a:solidFill>
                <a:srgbClr val="7F7F7F"/>
              </a:solidFill>
              <a:latin typeface="Times New Roman"/>
              <a:ea typeface="Times New Roman"/>
              <a:cs typeface="Times New Roman"/>
              <a:sym typeface="Times New Roman"/>
            </a:endParaRPr>
          </a:p>
        </p:txBody>
      </p:sp>
      <p:sp>
        <p:nvSpPr>
          <p:cNvPr id="742" name="Google Shape;742;p129"/>
          <p:cNvSpPr txBox="1"/>
          <p:nvPr/>
        </p:nvSpPr>
        <p:spPr>
          <a:xfrm>
            <a:off x="0" y="514350"/>
            <a:ext cx="9144000" cy="4629150"/>
          </a:xfrm>
          <a:prstGeom prst="rect">
            <a:avLst/>
          </a:prstGeom>
          <a:solidFill>
            <a:schemeClr val="lt1"/>
          </a:solidFill>
          <a:ln>
            <a:noFill/>
          </a:ln>
        </p:spPr>
        <p:txBody>
          <a:bodyPr anchorCtr="0" anchor="ctr" bIns="0" lIns="91425" spcFirstLastPara="1" rIns="91425" wrap="square" tIns="0">
            <a:noAutofit/>
          </a:bodyPr>
          <a:lstStyle/>
          <a:p>
            <a:pPr indent="0" lvl="0" marL="0" marR="0" rtl="0" algn="just">
              <a:spcBef>
                <a:spcPts val="0"/>
              </a:spcBef>
              <a:spcAft>
                <a:spcPts val="0"/>
              </a:spcAft>
              <a:buClr>
                <a:schemeClr val="dk1"/>
              </a:buClr>
              <a:buSzPts val="9600"/>
              <a:buFont typeface="Times"/>
              <a:buNone/>
            </a:pPr>
            <a:r>
              <a:rPr b="1" i="0" lang="en-US" sz="9600" u="none" cap="none" strike="noStrike">
                <a:solidFill>
                  <a:schemeClr val="dk1"/>
                </a:solidFill>
                <a:latin typeface="Times"/>
                <a:ea typeface="Times"/>
                <a:cs typeface="Times"/>
                <a:sym typeface="Times"/>
              </a:rPr>
              <a:t>Vinh danh Thiên Chúa trên các tầng trời</a:t>
            </a:r>
            <a:endParaRPr b="1" i="0" sz="9600" u="none" cap="none" strike="noStrike">
              <a:solidFill>
                <a:schemeClr val="dk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3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và bình an dưới thế cho người thiện tâm.</a:t>
            </a:r>
            <a:endParaRPr b="1" sz="9600">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3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ca ngợi Chúa,</a:t>
            </a:r>
            <a:endParaRPr b="1" sz="9600">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3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chúc tụng Chúa,</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3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thờ lạy Chúa,</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3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tôn vinh Chúa,</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3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chúng con cảm tạ Chúa vì vinh quang cao cả Chúa,</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3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lạy Chúa là Thiên Chúa, là Vua trên trời, là Chúa Cha toàn năng.</a:t>
            </a:r>
            <a:endParaRPr b="1" sz="8800">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3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Lạy Con một Thiên Chúa, Chúa Giêsu Kitô.</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13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Lạy Chúa là Thiên Chúa, là Chiên Thiên Chúa, là Con Ðức Chúa Cha,</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3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xóa tội trần gian, xin thương xót chúng con,</a:t>
            </a:r>
            <a:endParaRPr b="1" sz="8000">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4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xóa tội trần gian, xin nhậm lời chúng con cầu khẩn.</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14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ngự bên hữu Ðức Chúa Cha, xin thương xót chúng con.</a:t>
            </a:r>
            <a:endParaRPr b="1" sz="8000">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4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Vì lạy Chúa Giêsu Kitô, chỉ có Chúa là Ðấng Thánh,</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4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chỉ có Chúa là Chúa, chỉ có Chúa là Ðấng Tối Cao,</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4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cùng Ðức Chúa Thánh Thần trong vinh quang Ðức Chúa Cha. </a:t>
            </a:r>
            <a:r>
              <a:rPr b="1" lang="en-US" sz="8000">
                <a:solidFill>
                  <a:srgbClr val="FF0000"/>
                </a:solidFill>
                <a:latin typeface="Times"/>
                <a:ea typeface="Times"/>
                <a:cs typeface="Times"/>
                <a:sym typeface="Times"/>
              </a:rPr>
              <a:t>Amen</a:t>
            </a:r>
            <a:r>
              <a:rPr b="1" lang="en-US" sz="8000">
                <a:latin typeface="Times"/>
                <a:ea typeface="Times"/>
                <a:cs typeface="Times"/>
                <a:sym typeface="Times"/>
              </a:rPr>
              <a:t>.</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36" name="Shape 836"/>
        <p:cNvGrpSpPr/>
        <p:nvPr/>
      </p:nvGrpSpPr>
      <p:grpSpPr>
        <a:xfrm>
          <a:off x="0" y="0"/>
          <a:ext cx="0" cy="0"/>
          <a:chOff x="0" y="0"/>
          <a:chExt cx="0" cy="0"/>
        </a:xfrm>
      </p:grpSpPr>
      <p:sp>
        <p:nvSpPr>
          <p:cNvPr id="837" name="Google Shape;837;p1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838" name="Google Shape;838;p1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46"/>
          <p:cNvSpPr/>
          <p:nvPr/>
        </p:nvSpPr>
        <p:spPr>
          <a:xfrm>
            <a:off x="0" y="0"/>
            <a:ext cx="9144000"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800" u="sng" cap="none" strike="noStrike">
                <a:solidFill>
                  <a:srgbClr val="FF0000"/>
                </a:solidFill>
                <a:latin typeface="Arial"/>
                <a:ea typeface="Arial"/>
                <a:cs typeface="Arial"/>
                <a:sym typeface="Arial"/>
              </a:rPr>
              <a:t>Bài đọc 1:</a:t>
            </a:r>
            <a:r>
              <a:rPr b="1" i="0" lang="en-US" sz="3800" u="none" cap="none" strike="noStrike">
                <a:solidFill>
                  <a:srgbClr val="FF0000"/>
                </a:solidFill>
                <a:latin typeface="Arial"/>
                <a:ea typeface="Arial"/>
                <a:cs typeface="Arial"/>
                <a:sym typeface="Arial"/>
              </a:rPr>
              <a:t> </a:t>
            </a:r>
            <a:r>
              <a:rPr b="1" i="0" lang="en-US" sz="3800" u="none" cap="none" strike="noStrike">
                <a:solidFill>
                  <a:schemeClr val="dk1"/>
                </a:solidFill>
                <a:latin typeface="Arial"/>
                <a:ea typeface="Arial"/>
                <a:cs typeface="Arial"/>
                <a:sym typeface="Arial"/>
              </a:rPr>
              <a:t>Cv 10, 34a. 37-43</a:t>
            </a:r>
            <a:endParaRPr/>
          </a:p>
        </p:txBody>
      </p:sp>
      <p:sp>
        <p:nvSpPr>
          <p:cNvPr id="844" name="Google Shape;844;p146"/>
          <p:cNvSpPr txBox="1"/>
          <p:nvPr/>
        </p:nvSpPr>
        <p:spPr>
          <a:xfrm>
            <a:off x="0" y="1108055"/>
            <a:ext cx="9144000" cy="258532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5400">
                <a:solidFill>
                  <a:srgbClr val="FF0000"/>
                </a:solidFill>
                <a:latin typeface="Arial"/>
                <a:ea typeface="Arial"/>
                <a:cs typeface="Arial"/>
                <a:sym typeface="Arial"/>
              </a:rPr>
              <a:t>"Chúng tôi đã ăn uống với Người, sau khi Người từ cõi chết sống lại".</a:t>
            </a:r>
            <a:endParaRPr/>
          </a:p>
        </p:txBody>
      </p:sp>
      <p:sp>
        <p:nvSpPr>
          <p:cNvPr id="845" name="Google Shape;845;p146"/>
          <p:cNvSpPr txBox="1"/>
          <p:nvPr/>
        </p:nvSpPr>
        <p:spPr>
          <a:xfrm>
            <a:off x="228600" y="4196775"/>
            <a:ext cx="9144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Arial"/>
                <a:ea typeface="Arial"/>
                <a:cs typeface="Arial"/>
                <a:sym typeface="Arial"/>
              </a:rPr>
              <a:t>Trích sách Tông đồ Công vụ.</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47"/>
          <p:cNvSpPr txBox="1"/>
          <p:nvPr>
            <p:ph type="ctrTitle"/>
          </p:nvPr>
        </p:nvSpPr>
        <p:spPr>
          <a:xfrm>
            <a:off x="609600" y="756744"/>
            <a:ext cx="7848600" cy="2881806"/>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THÁNH VỊNH 117</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14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Hãy cảm tạ Chúa vì Chúa nhân từ, ngàn đời Chúa vẫn trọn tình thương.</a:t>
            </a:r>
            <a:endParaRPr b="1" sz="8000">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4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Nhà Is-ra-el nào hãy xướng lên muôn đời Chúa vẫn trọn tình thương.</a:t>
            </a:r>
            <a:endParaRPr b="1" sz="8000">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15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000"/>
              <a:buFont typeface="Times"/>
              <a:buNone/>
            </a:pPr>
            <a:r>
              <a:rPr b="1" lang="en-US" sz="9000">
                <a:latin typeface="Times"/>
                <a:ea typeface="Times"/>
                <a:cs typeface="Times"/>
                <a:sym typeface="Times"/>
              </a:rPr>
              <a:t>ĐK: Đây là ngày Chúa đã lập ra,</a:t>
            </a:r>
            <a:endParaRPr b="1" sz="9000">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5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400"/>
              <a:buFont typeface="Times"/>
              <a:buNone/>
            </a:pPr>
            <a:r>
              <a:rPr b="1" lang="en-US" sz="8400">
                <a:latin typeface="Times"/>
                <a:ea typeface="Times"/>
                <a:cs typeface="Times"/>
                <a:sym typeface="Times"/>
              </a:rPr>
              <a:t>chúng ta hãy vui mừng hân hoan, hát vang bài cảm tạ.</a:t>
            </a:r>
            <a:endParaRPr b="1" sz="8400">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5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2. Tay hữu của Chúa thật rất mãnh liệt, và Người đã cất đặt tôi lên.</a:t>
            </a:r>
            <a:endParaRPr b="1" sz="8000">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5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Đời tôi không chết và sẽ sống đây loan truyền bao tác tạo của Chúa.</a:t>
            </a:r>
            <a:endParaRPr b="1" sz="8000">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5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000"/>
              <a:buFont typeface="Times"/>
              <a:buNone/>
            </a:pPr>
            <a:r>
              <a:rPr b="1" lang="en-US" sz="9000">
                <a:latin typeface="Times"/>
                <a:ea typeface="Times"/>
                <a:cs typeface="Times"/>
                <a:sym typeface="Times"/>
              </a:rPr>
              <a:t>ĐK: Đây là ngày Chúa đã lập ra,</a:t>
            </a:r>
            <a:endParaRPr b="1" sz="9000">
              <a:latin typeface="Times"/>
              <a:ea typeface="Times"/>
              <a:cs typeface="Times"/>
              <a:sym typeface="Time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15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400"/>
              <a:buFont typeface="Times"/>
              <a:buNone/>
            </a:pPr>
            <a:r>
              <a:rPr b="1" lang="en-US" sz="8400">
                <a:latin typeface="Times"/>
                <a:ea typeface="Times"/>
                <a:cs typeface="Times"/>
                <a:sym typeface="Times"/>
              </a:rPr>
              <a:t>chúng ta hãy vui mừng hân hoan, hát vang bài cảm tạ.</a:t>
            </a:r>
            <a:endParaRPr b="1" sz="8400">
              <a:latin typeface="Times"/>
              <a:ea typeface="Times"/>
              <a:cs typeface="Times"/>
              <a:sym typeface="Times"/>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5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3. Phiến đá thợ xây loại bỏ ra ngoài, nên viên đá góc tường từ đây.</a:t>
            </a:r>
            <a:endParaRPr b="1" sz="8000">
              <a:latin typeface="Times"/>
              <a:ea typeface="Times"/>
              <a:cs typeface="Times"/>
              <a:sym typeface="Time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5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Việc đó do Chúa Người đã tác nên diệu kỳ trước mắt mọi phàm nhân.</a:t>
            </a:r>
            <a:endParaRPr b="1" sz="8000">
              <a:latin typeface="Times"/>
              <a:ea typeface="Times"/>
              <a:cs typeface="Times"/>
              <a:sym typeface="Times"/>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15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000"/>
              <a:buFont typeface="Times"/>
              <a:buNone/>
            </a:pPr>
            <a:r>
              <a:rPr b="1" lang="en-US" sz="9000">
                <a:latin typeface="Times"/>
                <a:ea typeface="Times"/>
                <a:cs typeface="Times"/>
                <a:sym typeface="Times"/>
              </a:rPr>
              <a:t>ĐK: Đây là ngày Chúa đã lập ra,</a:t>
            </a:r>
            <a:endParaRPr b="1" sz="9000">
              <a:latin typeface="Times"/>
              <a:ea typeface="Times"/>
              <a:cs typeface="Times"/>
              <a:sym typeface="Time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5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400"/>
              <a:buFont typeface="Times"/>
              <a:buNone/>
            </a:pPr>
            <a:r>
              <a:rPr b="1" lang="en-US" sz="8400">
                <a:latin typeface="Times"/>
                <a:ea typeface="Times"/>
                <a:cs typeface="Times"/>
                <a:sym typeface="Times"/>
              </a:rPr>
              <a:t>chúng ta hãy vui mừng hân hoan, hát vang bài cảm tạ.</a:t>
            </a:r>
            <a:endParaRPr b="1" sz="8400">
              <a:latin typeface="Times"/>
              <a:ea typeface="Times"/>
              <a:cs typeface="Times"/>
              <a:sym typeface="Time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0"/>
          <p:cNvSpPr/>
          <p:nvPr/>
        </p:nvSpPr>
        <p:spPr>
          <a:xfrm>
            <a:off x="0" y="0"/>
            <a:ext cx="9144000"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800" u="sng">
                <a:solidFill>
                  <a:srgbClr val="FF0000"/>
                </a:solidFill>
                <a:latin typeface="Arial"/>
                <a:ea typeface="Arial"/>
                <a:cs typeface="Arial"/>
                <a:sym typeface="Arial"/>
              </a:rPr>
              <a:t>Bài đọc 2:</a:t>
            </a:r>
            <a:r>
              <a:rPr b="1" lang="en-US" sz="3800">
                <a:solidFill>
                  <a:srgbClr val="FF0000"/>
                </a:solidFill>
                <a:latin typeface="Arial"/>
                <a:ea typeface="Arial"/>
                <a:cs typeface="Arial"/>
                <a:sym typeface="Arial"/>
              </a:rPr>
              <a:t> </a:t>
            </a:r>
            <a:r>
              <a:rPr b="1" lang="en-US" sz="3800">
                <a:solidFill>
                  <a:schemeClr val="dk1"/>
                </a:solidFill>
                <a:latin typeface="Arial"/>
                <a:ea typeface="Arial"/>
                <a:cs typeface="Arial"/>
                <a:sym typeface="Arial"/>
              </a:rPr>
              <a:t>Cl 3, 1-4</a:t>
            </a:r>
            <a:endParaRPr/>
          </a:p>
        </p:txBody>
      </p:sp>
      <p:sp>
        <p:nvSpPr>
          <p:cNvPr id="928" name="Google Shape;928;p160"/>
          <p:cNvSpPr txBox="1"/>
          <p:nvPr/>
        </p:nvSpPr>
        <p:spPr>
          <a:xfrm>
            <a:off x="0" y="1279088"/>
            <a:ext cx="9144000" cy="258532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5400">
                <a:solidFill>
                  <a:srgbClr val="FF0000"/>
                </a:solidFill>
                <a:latin typeface="Arial"/>
                <a:ea typeface="Arial"/>
                <a:cs typeface="Arial"/>
                <a:sym typeface="Arial"/>
              </a:rPr>
              <a:t>"Anh em hãy tìm những </a:t>
            </a:r>
            <a:br>
              <a:rPr b="1" i="1" lang="en-US" sz="5400">
                <a:solidFill>
                  <a:srgbClr val="FF0000"/>
                </a:solidFill>
                <a:latin typeface="Arial"/>
                <a:ea typeface="Arial"/>
                <a:cs typeface="Arial"/>
                <a:sym typeface="Arial"/>
              </a:rPr>
            </a:br>
            <a:r>
              <a:rPr b="1" i="1" lang="en-US" sz="5400">
                <a:solidFill>
                  <a:srgbClr val="FF0000"/>
                </a:solidFill>
                <a:latin typeface="Arial"/>
                <a:ea typeface="Arial"/>
                <a:cs typeface="Arial"/>
                <a:sym typeface="Arial"/>
              </a:rPr>
              <a:t>sự trên trời, nơi </a:t>
            </a:r>
            <a:br>
              <a:rPr b="1" i="1" lang="en-US" sz="5400">
                <a:solidFill>
                  <a:srgbClr val="FF0000"/>
                </a:solidFill>
                <a:latin typeface="Arial"/>
                <a:ea typeface="Arial"/>
                <a:cs typeface="Arial"/>
                <a:sym typeface="Arial"/>
              </a:rPr>
            </a:br>
            <a:r>
              <a:rPr b="1" i="1" lang="en-US" sz="5400">
                <a:solidFill>
                  <a:srgbClr val="FF0000"/>
                </a:solidFill>
                <a:latin typeface="Arial"/>
                <a:ea typeface="Arial"/>
                <a:cs typeface="Arial"/>
                <a:sym typeface="Arial"/>
              </a:rPr>
              <a:t>Ðức Kitô ngự".</a:t>
            </a:r>
            <a:endParaRPr/>
          </a:p>
        </p:txBody>
      </p:sp>
      <p:sp>
        <p:nvSpPr>
          <p:cNvPr id="929" name="Google Shape;929;p160"/>
          <p:cNvSpPr txBox="1"/>
          <p:nvPr/>
        </p:nvSpPr>
        <p:spPr>
          <a:xfrm>
            <a:off x="228600" y="4196775"/>
            <a:ext cx="9144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Trích thư Thánh Phaolô Tông đồ gửi tín hữu Côlôxê.</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61"/>
          <p:cNvSpPr txBox="1"/>
          <p:nvPr>
            <p:ph type="ctrTitle"/>
          </p:nvPr>
        </p:nvSpPr>
        <p:spPr>
          <a:xfrm>
            <a:off x="647700" y="1130847"/>
            <a:ext cx="7848600" cy="2881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CA TIẾP LIÊN</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HOAN CA</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PHỤC SINH</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(Hùng Lân)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6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ĐK1. Bà Ma-ri-a ơi trên đường bà thấy những gì, trên đường bà thấy những gì,</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16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xin kể cho chúng tôi nghe, xin kể cho chúng tôi nghe.</a:t>
            </a:r>
            <a:endParaRPr b="1" sz="8000">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1. Tôi là tôi đã thấy nấm mồ của Đức Ki-tô, Người đã sống lại và đã ra khỏi mồ,</a:t>
            </a:r>
            <a:endParaRPr b="1" sz="7500">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16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Người đang là đang sống vinh quang, sống vinh quang.</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16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ĐK1. Bà Ma-ri-a ơi trên đường bà thấy những gì, trên đường bà thấy những gì,</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6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xin kể cho chúng tôi nghe, xin kể cho chúng tôi nghe.</a:t>
            </a:r>
            <a:endParaRPr b="1" sz="8000">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6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2. Tôi là tôi đã thấy Chiên Con cứu chuộc đoàn chiên, Đức Ki-tô vô tội đã hòa giải</a:t>
            </a:r>
            <a:endParaRPr b="1" sz="7500">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6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tội nhân. Hòa giải tội nhân với Chúa, với Chúa là Chúa Cha</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17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ĐK1. Bà Ma-ri-a ơi trên đường bà thấy những gì, trên đường bà thấy những gì,</a:t>
            </a:r>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17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xin kể cho chúng tôi nghe, xin kể cho chúng tôi nghe.</a:t>
            </a:r>
            <a:endParaRPr b="1" sz="8000">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7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3. Tôi là tôi đã thấy sống chết giao tranh cùng nhau, trong một cuộc đấu diệu kỳ,</a:t>
            </a:r>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17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và tướng lãnh sự sống, đã chết tuy đã chết đi, nhưng Người đã sống lại, sống lại mà trị vì.</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7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ĐK2. Ngợi khen Vua Ki-tô sống lại và ra khỏi mồ. Tin Mừng vượt qua đây rồi,</a:t>
            </a:r>
            <a:endParaRPr b="1" sz="7500">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17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phúc trường sinh đến ai ơi, phúc trường sinh đến ai ơi.</a:t>
            </a:r>
            <a:endParaRPr b="1" sz="8000">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7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4. Tôi là tôi đã thấy Thiên Thần làm chứng tỏ tường: khăn liệm và y phục Người</a:t>
            </a:r>
            <a:endParaRPr b="1" sz="7500">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7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òn nguyên trong mồ đá. Nhưng Người đã sống lại, và đi trước chư vị, đến Ga-li-lê-a, đến Ga-li-lê-a.</a:t>
            </a:r>
            <a:endParaRPr b="1" sz="7200">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17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ĐK2. Ngợi khen Vua Ki-tô sống lại và ra khỏi mồ. Tin Mừng vượt qua đây rồi,</a:t>
            </a:r>
            <a:endParaRPr b="1" sz="7500">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7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phúc trường sinh đến ai ơi, phúc trường sinh đến ai ơi.</a:t>
            </a:r>
            <a:endParaRPr b="1" sz="8000">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46" name="Shape 1046"/>
        <p:cNvGrpSpPr/>
        <p:nvPr/>
      </p:nvGrpSpPr>
      <p:grpSpPr>
        <a:xfrm>
          <a:off x="0" y="0"/>
          <a:ext cx="0" cy="0"/>
          <a:chOff x="0" y="0"/>
          <a:chExt cx="0" cy="0"/>
        </a:xfrm>
      </p:grpSpPr>
      <p:sp>
        <p:nvSpPr>
          <p:cNvPr id="1047" name="Google Shape;1047;p18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1048" name="Google Shape;1048;p180"/>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181"/>
          <p:cNvSpPr txBox="1"/>
          <p:nvPr>
            <p:ph type="ctrTitle"/>
          </p:nvPr>
        </p:nvSpPr>
        <p:spPr>
          <a:xfrm>
            <a:off x="0" y="727710"/>
            <a:ext cx="9144000" cy="41910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7500"/>
              <a:buFont typeface="Times"/>
              <a:buNone/>
            </a:pPr>
            <a:r>
              <a:rPr b="1" lang="en-US" sz="7500">
                <a:latin typeface="Times"/>
                <a:ea typeface="Times"/>
                <a:cs typeface="Times"/>
                <a:sym typeface="Times"/>
              </a:rPr>
              <a:t>Alleluia, Alleluia. Lễ Vượt Qua của chúng ta là Đức Ki-tô đã hiến tế; vậy chúng ta</a:t>
            </a:r>
            <a:endParaRPr/>
          </a:p>
        </p:txBody>
      </p:sp>
      <p:sp>
        <p:nvSpPr>
          <p:cNvPr id="1054" name="Google Shape;1054;p181"/>
          <p:cNvSpPr txBox="1"/>
          <p:nvPr/>
        </p:nvSpPr>
        <p:spPr>
          <a:xfrm>
            <a:off x="0" y="0"/>
            <a:ext cx="9144000" cy="81915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0000"/>
              </a:buClr>
              <a:buSzPts val="3200"/>
              <a:buFont typeface="Arial"/>
              <a:buNone/>
            </a:pPr>
            <a:r>
              <a:rPr b="1" lang="en-US" sz="3200" u="sng">
                <a:solidFill>
                  <a:srgbClr val="FF0000"/>
                </a:solidFill>
                <a:latin typeface="Arial"/>
                <a:ea typeface="Arial"/>
                <a:cs typeface="Arial"/>
                <a:sym typeface="Arial"/>
              </a:rPr>
              <a:t>CÂU XƯỚNG TRƯỚC PHÚC ÂM</a:t>
            </a:r>
            <a:endParaRPr b="1" sz="3200">
              <a:solidFill>
                <a:srgbClr val="00B050"/>
              </a:solidFill>
              <a:latin typeface="Arial"/>
              <a:ea typeface="Arial"/>
              <a:cs typeface="Arial"/>
              <a:sym typeface="Arial"/>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8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hãy mừng vui trong Chúa. Alleluia, Alleluia.</a:t>
            </a:r>
            <a:endParaRPr b="1" sz="8800">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4" name="Shape 1064"/>
        <p:cNvGrpSpPr/>
        <p:nvPr/>
      </p:nvGrpSpPr>
      <p:grpSpPr>
        <a:xfrm>
          <a:off x="0" y="0"/>
          <a:ext cx="0" cy="0"/>
          <a:chOff x="0" y="0"/>
          <a:chExt cx="0" cy="0"/>
        </a:xfrm>
      </p:grpSpPr>
      <p:sp>
        <p:nvSpPr>
          <p:cNvPr id="1065" name="Google Shape;1065;p183"/>
          <p:cNvSpPr txBox="1"/>
          <p:nvPr/>
        </p:nvSpPr>
        <p:spPr>
          <a:xfrm>
            <a:off x="0" y="315468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lang="en-US" sz="5400">
                <a:solidFill>
                  <a:srgbClr val="FFFFFF"/>
                </a:solidFill>
                <a:latin typeface="Arial"/>
                <a:ea typeface="Arial"/>
                <a:cs typeface="Arial"/>
                <a:sym typeface="Arial"/>
              </a:rPr>
              <a:t>CHÚA NHẬT PHỤC SINH</a:t>
            </a:r>
            <a:endParaRPr/>
          </a:p>
        </p:txBody>
      </p:sp>
      <p:sp>
        <p:nvSpPr>
          <p:cNvPr id="1066" name="Google Shape;1066;p183"/>
          <p:cNvSpPr txBox="1"/>
          <p:nvPr/>
        </p:nvSpPr>
        <p:spPr>
          <a:xfrm>
            <a:off x="2288" y="4160520"/>
            <a:ext cx="9141712" cy="68600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fontScale="92500" lnSpcReduction="10000"/>
          </a:bodyPr>
          <a:lstStyle/>
          <a:p>
            <a:pPr indent="0" lvl="0" marL="0" marR="0" rtl="0" algn="ctr">
              <a:lnSpc>
                <a:spcPct val="90000"/>
              </a:lnSpc>
              <a:spcBef>
                <a:spcPts val="0"/>
              </a:spcBef>
              <a:spcAft>
                <a:spcPts val="0"/>
              </a:spcAft>
              <a:buNone/>
            </a:pPr>
            <a:r>
              <a:rPr b="1" i="1" lang="en-US" sz="4800">
                <a:solidFill>
                  <a:srgbClr val="FFFFFF"/>
                </a:solidFill>
                <a:latin typeface="Arial"/>
                <a:ea typeface="Arial"/>
                <a:cs typeface="Arial"/>
                <a:sym typeface="Arial"/>
              </a:rPr>
              <a:t>“Người phải sống lại từ cõi chết?”</a:t>
            </a:r>
            <a:endParaRPr b="1" i="1" sz="4800">
              <a:solidFill>
                <a:srgbClr val="FFFFFF"/>
              </a:solidFill>
              <a:latin typeface="Arial"/>
              <a:ea typeface="Arial"/>
              <a:cs typeface="Arial"/>
              <a:sym typeface="Arial"/>
            </a:endParaRPr>
          </a:p>
        </p:txBody>
      </p:sp>
      <p:sp>
        <p:nvSpPr>
          <p:cNvPr id="1067" name="Google Shape;1067;p183"/>
          <p:cNvSpPr txBox="1"/>
          <p:nvPr/>
        </p:nvSpPr>
        <p:spPr>
          <a:xfrm>
            <a:off x="7749437" y="4724606"/>
            <a:ext cx="1193674"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lang="en-US" sz="1400">
                <a:solidFill>
                  <a:schemeClr val="lt1"/>
                </a:solidFill>
                <a:latin typeface="Arial"/>
                <a:ea typeface="Arial"/>
                <a:cs typeface="Arial"/>
                <a:sym typeface="Arial"/>
              </a:rPr>
              <a:t>(Ga 20, 1-9)</a:t>
            </a:r>
            <a:endParaRPr/>
          </a:p>
        </p:txBody>
      </p:sp>
    </p:spTree>
  </p:cSld>
  <p:clrMapOvr>
    <a:masterClrMapping/>
  </p:clrMapOvr>
  <p:transition spd="slow" p14:dur="800">
    <p:circle/>
  </p:transition>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84"/>
          <p:cNvSpPr txBox="1"/>
          <p:nvPr>
            <p:ph type="ctrTitle"/>
          </p:nvPr>
        </p:nvSpPr>
        <p:spPr>
          <a:xfrm>
            <a:off x="0" y="514351"/>
            <a:ext cx="9144000" cy="4629148"/>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 kính một Thiên Chúa là Cha toàn năng.</a:t>
            </a:r>
            <a:endParaRPr/>
          </a:p>
        </p:txBody>
      </p:sp>
      <p:sp>
        <p:nvSpPr>
          <p:cNvPr id="1073" name="Google Shape;1073;p184"/>
          <p:cNvSpPr txBox="1"/>
          <p:nvPr/>
        </p:nvSpPr>
        <p:spPr>
          <a:xfrm>
            <a:off x="0" y="1"/>
            <a:ext cx="9144000" cy="5143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KINH TIN KÍNH</a:t>
            </a:r>
            <a:endParaRPr b="1" sz="3600">
              <a:solidFill>
                <a:srgbClr val="00B050"/>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18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Đấng tạo thành trời đất muôn vật hữu hình và vô hình.</a:t>
            </a:r>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8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 kính một Chúa Giê-su Ki-tô Con Một Thiên Chúa,</a:t>
            </a:r>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18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sinh bởi Đức Chúa Cha từ trước muôn đời.</a:t>
            </a:r>
            <a:endParaRPr b="1" sz="8000">
              <a:latin typeface="Times"/>
              <a:ea typeface="Times"/>
              <a:cs typeface="Times"/>
              <a:sym typeface="Times"/>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18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là Thiên Chúa bởi Thiên Chúa, Ánh Sáng bởi Ánh Sáng,</a:t>
            </a:r>
            <a:endParaRPr b="1" sz="8000">
              <a:latin typeface="Times"/>
              <a:ea typeface="Times"/>
              <a:cs typeface="Times"/>
              <a:sym typeface="Times"/>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8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Thiên Chúa thật bởi Thiên Chúa thật.</a:t>
            </a:r>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9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Được sinh ra mà không phải được tạo thành đồng bản thể với Đức Chúa Cha:</a:t>
            </a:r>
            <a:endParaRPr b="1" sz="8000">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19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nhờ Người mà muôn vật được tạo thành.</a:t>
            </a:r>
            <a:endParaRPr b="1" sz="8000">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9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Vì loài người chúng ta và để cứu độ chúng ta, Người đã từ trời xuống thế.</a:t>
            </a:r>
            <a:endParaRPr b="1" sz="8000">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9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6500"/>
              <a:buFont typeface="Times"/>
              <a:buNone/>
            </a:pPr>
            <a:r>
              <a:rPr b="1" lang="en-US" sz="6500">
                <a:latin typeface="Times"/>
                <a:ea typeface="Times"/>
                <a:cs typeface="Times"/>
                <a:sym typeface="Times"/>
              </a:rPr>
              <a:t>Bởi phép Đức Chúa Thánh Thần, Người đã nhập thể trong lòng Trinh Nữ Ma-ri-a, và đã làm người.</a:t>
            </a:r>
            <a:endParaRPr b="1" sz="6500">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19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chịu đóng đinh vào thập giá vì chúng ta,</a:t>
            </a:r>
            <a:endParaRPr b="1" sz="8000">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19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thời quan Phong-xi-ô Phi-la-tô; Người chịu khổ hình và mai táng.</a:t>
            </a:r>
            <a:endParaRPr b="1" sz="8000">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9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Ngày thứ ba Người sống lại như lời Thánh kinh.</a:t>
            </a:r>
            <a:endParaRPr b="1" sz="8000">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9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lên trời, ngự bên hữu Đức Chúa Cha.</a:t>
            </a:r>
            <a:endParaRPr b="1" sz="8000">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19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Và Người sẽ lại đến trong vinh quang để phán xét kẻ sống và kẻ chết,</a:t>
            </a:r>
            <a:endParaRPr b="1" sz="8000">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9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Nước Người sẽ không bao giờ cùng.</a:t>
            </a:r>
            <a:endParaRPr b="1" sz="8000">
              <a:latin typeface="Times"/>
              <a:ea typeface="Times"/>
              <a:cs typeface="Times"/>
              <a:sym typeface="Times"/>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20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tinh kính Đức Chúa Thánh Thần là Thiên Chúa, và là Đấng ban sự sống,</a:t>
            </a:r>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20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bởi Đức Chúa Cha và Đức Chúa Con mà ra.</a:t>
            </a:r>
            <a:endParaRPr b="1" sz="8000">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20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được phụng thờ và tôn vinh cùng với Đức Chúa Cha và Đức Chúa Con</a:t>
            </a:r>
            <a:endParaRPr b="1" sz="8000">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20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đã dùng các Tiên tri mà phán dạy.</a:t>
            </a:r>
            <a:endParaRPr b="1" sz="8000">
              <a:latin typeface="Times"/>
              <a:ea typeface="Times"/>
              <a:cs typeface="Times"/>
              <a:sym typeface="Times"/>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20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 Hội Thánh duy nhất, thánh thiện, công giáo và tông truyền.</a:t>
            </a:r>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20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tuyên xưng có một Phép Rửa để tha tội.</a:t>
            </a:r>
            <a:endParaRPr b="1" sz="8000">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20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trông đợi kẻ chết sống lại và sự sống đời sau. </a:t>
            </a:r>
            <a:r>
              <a:rPr b="1" lang="en-US" sz="8000">
                <a:solidFill>
                  <a:srgbClr val="FF0000"/>
                </a:solidFill>
                <a:latin typeface="Times"/>
                <a:ea typeface="Times"/>
                <a:cs typeface="Times"/>
                <a:sym typeface="Times"/>
              </a:rPr>
              <a:t>Amen</a:t>
            </a:r>
            <a:r>
              <a:rPr b="1" lang="en-US" sz="8000">
                <a:latin typeface="Times"/>
                <a:ea typeface="Times"/>
                <a:cs typeface="Times"/>
                <a:sym typeface="Times"/>
              </a:rPr>
              <a:t>.</a:t>
            </a:r>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8" name="Shape 1188"/>
        <p:cNvGrpSpPr/>
        <p:nvPr/>
      </p:nvGrpSpPr>
      <p:grpSpPr>
        <a:xfrm>
          <a:off x="0" y="0"/>
          <a:ext cx="0" cy="0"/>
          <a:chOff x="0" y="0"/>
          <a:chExt cx="0" cy="0"/>
        </a:xfrm>
      </p:grpSpPr>
      <p:sp>
        <p:nvSpPr>
          <p:cNvPr id="1189" name="Google Shape;1189;p207"/>
          <p:cNvSpPr txBox="1"/>
          <p:nvPr/>
        </p:nvSpPr>
        <p:spPr>
          <a:xfrm>
            <a:off x="0" y="315468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lang="en-US" sz="5400">
                <a:solidFill>
                  <a:srgbClr val="FFFFFF"/>
                </a:solidFill>
                <a:latin typeface="Arial"/>
                <a:ea typeface="Arial"/>
                <a:cs typeface="Arial"/>
                <a:sym typeface="Arial"/>
              </a:rPr>
              <a:t>CHÚA NHẬT PHỤC SINH</a:t>
            </a:r>
            <a:endParaRPr/>
          </a:p>
        </p:txBody>
      </p:sp>
      <p:sp>
        <p:nvSpPr>
          <p:cNvPr id="1190" name="Google Shape;1190;p207"/>
          <p:cNvSpPr txBox="1"/>
          <p:nvPr/>
        </p:nvSpPr>
        <p:spPr>
          <a:xfrm>
            <a:off x="2288" y="4160520"/>
            <a:ext cx="9141712" cy="68600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fontScale="92500" lnSpcReduction="10000"/>
          </a:bodyPr>
          <a:lstStyle/>
          <a:p>
            <a:pPr indent="0" lvl="0" marL="0" marR="0" rtl="0" algn="ctr">
              <a:lnSpc>
                <a:spcPct val="90000"/>
              </a:lnSpc>
              <a:spcBef>
                <a:spcPts val="0"/>
              </a:spcBef>
              <a:spcAft>
                <a:spcPts val="0"/>
              </a:spcAft>
              <a:buNone/>
            </a:pPr>
            <a:r>
              <a:rPr b="1" i="1" lang="en-US" sz="4800">
                <a:solidFill>
                  <a:srgbClr val="FFFFFF"/>
                </a:solidFill>
                <a:latin typeface="Arial"/>
                <a:ea typeface="Arial"/>
                <a:cs typeface="Arial"/>
                <a:sym typeface="Arial"/>
              </a:rPr>
              <a:t>“Người phải sống lại từ cõi chết?”</a:t>
            </a:r>
            <a:endParaRPr b="1" i="1" sz="4800">
              <a:solidFill>
                <a:srgbClr val="FFFFFF"/>
              </a:solidFill>
              <a:latin typeface="Arial"/>
              <a:ea typeface="Arial"/>
              <a:cs typeface="Arial"/>
              <a:sym typeface="Arial"/>
            </a:endParaRPr>
          </a:p>
        </p:txBody>
      </p:sp>
      <p:sp>
        <p:nvSpPr>
          <p:cNvPr id="1191" name="Google Shape;1191;p207"/>
          <p:cNvSpPr txBox="1"/>
          <p:nvPr/>
        </p:nvSpPr>
        <p:spPr>
          <a:xfrm>
            <a:off x="7749437" y="4724606"/>
            <a:ext cx="1193674"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lang="en-US" sz="1400">
                <a:solidFill>
                  <a:schemeClr val="lt1"/>
                </a:solidFill>
                <a:latin typeface="Arial"/>
                <a:ea typeface="Arial"/>
                <a:cs typeface="Arial"/>
                <a:sym typeface="Arial"/>
              </a:rPr>
              <a:t>(Ga 20, 1-9)</a:t>
            </a:r>
            <a:endParaRPr/>
          </a:p>
        </p:txBody>
      </p:sp>
    </p:spTree>
  </p:cSld>
  <p:clrMapOvr>
    <a:masterClrMapping/>
  </p:clrMapOvr>
  <p:transition spd="slow" p14:dur="800">
    <p:circle/>
  </p:transition>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208"/>
          <p:cNvSpPr txBox="1"/>
          <p:nvPr>
            <p:ph type="ctrTitle"/>
          </p:nvPr>
        </p:nvSpPr>
        <p:spPr>
          <a:xfrm>
            <a:off x="609600" y="1123950"/>
            <a:ext cx="7848600" cy="2881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TẤM BÁNH </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ĐỜI CON</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(Thanh Lâm)</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p20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l">
              <a:spcBef>
                <a:spcPts val="0"/>
              </a:spcBef>
              <a:spcAft>
                <a:spcPts val="0"/>
              </a:spcAft>
              <a:buClr>
                <a:schemeClr val="dk1"/>
              </a:buClr>
              <a:buSzPts val="8000"/>
              <a:buFont typeface="Times"/>
              <a:buNone/>
            </a:pPr>
            <a:r>
              <a:rPr b="1" lang="en-US" sz="8000">
                <a:latin typeface="Times"/>
                <a:ea typeface="Times"/>
                <a:cs typeface="Times"/>
                <a:sym typeface="Times"/>
              </a:rPr>
              <a:t>1. Con xin làm tấm bánh bẻ ra hiến trao muôn người.</a:t>
            </a:r>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21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Mãi ấp ủ niềm tin chứa chan bao lời ủi an. Con xin làm tấm bánh sẻ chia cho</a:t>
            </a:r>
            <a:endParaRPr b="1" sz="8000">
              <a:latin typeface="Times"/>
              <a:ea typeface="Times"/>
              <a:cs typeface="Times"/>
              <a:sym typeface="Times"/>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21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khắp mọi nơi. Cho thế nhân muôn đời được luôn sống vui Tin Mừng.</a:t>
            </a:r>
            <a:endParaRPr b="1" sz="8000">
              <a:latin typeface="Times"/>
              <a:ea typeface="Times"/>
              <a:cs typeface="Times"/>
              <a:sym typeface="Times"/>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21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Ôi Giê-su trên bàn thờ Thập Giá hiến trao tình yêu. Chiên hy sinh</a:t>
            </a:r>
            <a:endParaRPr b="1" sz="8000">
              <a:latin typeface="Times"/>
              <a:ea typeface="Times"/>
              <a:cs typeface="Times"/>
              <a:sym typeface="Times"/>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21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xóa tội đời, Ngài là hy lễ tuyệt vời. Con xin dâng cuộc đời để nên tấm bánh</a:t>
            </a:r>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21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tình yêu. Tấm bánh ngát ân tình bẻ ra hiến trao muôn người.</a:t>
            </a:r>
            <a:endParaRPr b="1" sz="8000">
              <a:latin typeface="Times"/>
              <a:ea typeface="Times"/>
              <a:cs typeface="Times"/>
              <a:sym typeface="Times"/>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21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l">
              <a:spcBef>
                <a:spcPts val="0"/>
              </a:spcBef>
              <a:spcAft>
                <a:spcPts val="0"/>
              </a:spcAft>
              <a:buClr>
                <a:schemeClr val="dk1"/>
              </a:buClr>
              <a:buSzPts val="8000"/>
              <a:buFont typeface="Times"/>
              <a:buNone/>
            </a:pPr>
            <a:r>
              <a:rPr b="1" lang="en-US" sz="8000">
                <a:latin typeface="Times"/>
                <a:ea typeface="Times"/>
                <a:cs typeface="Times"/>
                <a:sym typeface="Times"/>
              </a:rPr>
              <a:t>2. Con xin làm tấm bánh để nên lễ dâng tinh tuyền. Với xác hồn mỏng manh, </a:t>
            </a:r>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21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với cả tâm tình biết ơn. Mong cho toàn nhân thế hiệp thông trong Chúa là Cha.</a:t>
            </a:r>
            <a:endParaRPr b="1" sz="8000">
              <a:latin typeface="Times"/>
              <a:ea typeface="Times"/>
              <a:cs typeface="Times"/>
              <a:sym typeface="Times"/>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21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Luôn sống vui trong nguồn tình yêu phúc ân cứu độ.</a:t>
            </a:r>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21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Ôi Giê-su trên bàn thờ Thập Giá hiến trao tình yêu. Chiên hy sinh</a:t>
            </a:r>
            <a:endParaRPr b="1" sz="8000">
              <a:latin typeface="Times"/>
              <a:ea typeface="Times"/>
              <a:cs typeface="Times"/>
              <a:sym typeface="Times"/>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21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xóa tội đời, Ngài là hy lễ tuyệt vời. Con xin dâng cuộc đời để nên tấm bánh</a:t>
            </a:r>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22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tình yêu. Tấm bánh ngát ân tình bẻ ra hiến trao muôn người.</a:t>
            </a:r>
            <a:endParaRPr b="1" sz="8000">
              <a:latin typeface="Times"/>
              <a:ea typeface="Times"/>
              <a:cs typeface="Times"/>
              <a:sym typeface="Times"/>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3" name="Shape 1273"/>
        <p:cNvGrpSpPr/>
        <p:nvPr/>
      </p:nvGrpSpPr>
      <p:grpSpPr>
        <a:xfrm>
          <a:off x="0" y="0"/>
          <a:ext cx="0" cy="0"/>
          <a:chOff x="0" y="0"/>
          <a:chExt cx="0" cy="0"/>
        </a:xfrm>
      </p:grpSpPr>
      <p:sp>
        <p:nvSpPr>
          <p:cNvPr id="1274" name="Google Shape;1274;p221"/>
          <p:cNvSpPr txBox="1"/>
          <p:nvPr/>
        </p:nvSpPr>
        <p:spPr>
          <a:xfrm>
            <a:off x="0" y="315468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lang="en-US" sz="5400">
                <a:solidFill>
                  <a:srgbClr val="FFFFFF"/>
                </a:solidFill>
                <a:latin typeface="Arial"/>
                <a:ea typeface="Arial"/>
                <a:cs typeface="Arial"/>
                <a:sym typeface="Arial"/>
              </a:rPr>
              <a:t>CHÚA NHẬT PHỤC SINH</a:t>
            </a:r>
            <a:endParaRPr/>
          </a:p>
        </p:txBody>
      </p:sp>
      <p:sp>
        <p:nvSpPr>
          <p:cNvPr id="1275" name="Google Shape;1275;p221"/>
          <p:cNvSpPr txBox="1"/>
          <p:nvPr/>
        </p:nvSpPr>
        <p:spPr>
          <a:xfrm>
            <a:off x="2288" y="4160520"/>
            <a:ext cx="9141712" cy="68600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fontScale="92500" lnSpcReduction="10000"/>
          </a:bodyPr>
          <a:lstStyle/>
          <a:p>
            <a:pPr indent="0" lvl="0" marL="0" marR="0" rtl="0" algn="ctr">
              <a:lnSpc>
                <a:spcPct val="90000"/>
              </a:lnSpc>
              <a:spcBef>
                <a:spcPts val="0"/>
              </a:spcBef>
              <a:spcAft>
                <a:spcPts val="0"/>
              </a:spcAft>
              <a:buNone/>
            </a:pPr>
            <a:r>
              <a:rPr b="1" i="1" lang="en-US" sz="4800">
                <a:solidFill>
                  <a:srgbClr val="FFFFFF"/>
                </a:solidFill>
                <a:latin typeface="Arial"/>
                <a:ea typeface="Arial"/>
                <a:cs typeface="Arial"/>
                <a:sym typeface="Arial"/>
              </a:rPr>
              <a:t>“Người phải sống lại từ cõi chết?”</a:t>
            </a:r>
            <a:endParaRPr b="1" i="1" sz="4800">
              <a:solidFill>
                <a:srgbClr val="FFFFFF"/>
              </a:solidFill>
              <a:latin typeface="Arial"/>
              <a:ea typeface="Arial"/>
              <a:cs typeface="Arial"/>
              <a:sym typeface="Arial"/>
            </a:endParaRPr>
          </a:p>
        </p:txBody>
      </p:sp>
      <p:sp>
        <p:nvSpPr>
          <p:cNvPr id="1276" name="Google Shape;1276;p221"/>
          <p:cNvSpPr txBox="1"/>
          <p:nvPr/>
        </p:nvSpPr>
        <p:spPr>
          <a:xfrm>
            <a:off x="7749437" y="4724606"/>
            <a:ext cx="1193674"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lang="en-US" sz="1400">
                <a:solidFill>
                  <a:schemeClr val="lt1"/>
                </a:solidFill>
                <a:latin typeface="Arial"/>
                <a:ea typeface="Arial"/>
                <a:cs typeface="Arial"/>
                <a:sym typeface="Arial"/>
              </a:rPr>
              <a:t>(Ga 20, 1-9)</a:t>
            </a:r>
            <a:endParaRPr/>
          </a:p>
        </p:txBody>
      </p:sp>
    </p:spTree>
  </p:cSld>
  <p:clrMapOvr>
    <a:masterClrMapping/>
  </p:clrMapOvr>
  <p:transition spd="slow" p14:dur="800">
    <p:circle/>
  </p:transition>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222"/>
          <p:cNvSpPr txBox="1"/>
          <p:nvPr>
            <p:ph type="ctrTitle"/>
          </p:nvPr>
        </p:nvSpPr>
        <p:spPr>
          <a:xfrm>
            <a:off x="0" y="514351"/>
            <a:ext cx="9144000" cy="4629148"/>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Ki-tô đã chịu sát tế, làm Chiên lễ Vượt Qua của chúng ta</a:t>
            </a:r>
            <a:endParaRPr/>
          </a:p>
        </p:txBody>
      </p:sp>
      <p:sp>
        <p:nvSpPr>
          <p:cNvPr id="1282" name="Google Shape;1282;p222"/>
          <p:cNvSpPr txBox="1"/>
          <p:nvPr/>
        </p:nvSpPr>
        <p:spPr>
          <a:xfrm>
            <a:off x="0" y="1"/>
            <a:ext cx="9144000" cy="5143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CA HIỆP LỄ</a:t>
            </a:r>
            <a:endParaRPr b="1" sz="3600">
              <a:solidFill>
                <a:srgbClr val="00B050"/>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22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Vậy chúng ta hãy dùng bánh không men. Là lòng chân </a:t>
            </a:r>
            <a:endParaRPr b="1" sz="8000">
              <a:latin typeface="Times"/>
              <a:ea typeface="Times"/>
              <a:cs typeface="Times"/>
              <a:sym typeface="Times"/>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22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thật và tinh tuyền. Để ăn mừng đại lễ.</a:t>
            </a:r>
            <a:br>
              <a:rPr b="1" lang="en-US" sz="8000">
                <a:latin typeface="Times"/>
                <a:ea typeface="Times"/>
                <a:cs typeface="Times"/>
                <a:sym typeface="Times"/>
              </a:rPr>
            </a:br>
            <a:r>
              <a:rPr b="1" lang="en-US" sz="8000">
                <a:latin typeface="Times"/>
                <a:ea typeface="Times"/>
                <a:cs typeface="Times"/>
                <a:sym typeface="Times"/>
              </a:rPr>
              <a:t>Alleluia!</a:t>
            </a:r>
            <a:endParaRPr b="1" sz="8000">
              <a:latin typeface="Times"/>
              <a:ea typeface="Times"/>
              <a:cs typeface="Times"/>
              <a:sym typeface="Times"/>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225"/>
          <p:cNvSpPr txBox="1"/>
          <p:nvPr>
            <p:ph type="ctrTitle"/>
          </p:nvPr>
        </p:nvSpPr>
        <p:spPr>
          <a:xfrm>
            <a:off x="609600" y="1137744"/>
            <a:ext cx="7848600" cy="2958000"/>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VÌ CHÚA ĐÃ</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PHỤC SINH</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22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1. Vì Chúa đã phục sinh nên con thấy mình chẳng lo sợ chi, dẫu cuộc đời còn bao trắc trở bao dang dở</a:t>
            </a:r>
            <a:endParaRPr b="1" sz="7200">
              <a:latin typeface="Times"/>
              <a:ea typeface="Times"/>
              <a:cs typeface="Times"/>
              <a:sym typeface="Times"/>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22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bao thờ ơ. Vì Chúa đã phục sinh nên con an tâm giữa bao nguy nàn,</a:t>
            </a:r>
            <a:endParaRPr b="1" sz="8000">
              <a:latin typeface="Times"/>
              <a:ea typeface="Times"/>
              <a:cs typeface="Times"/>
              <a:sym typeface="Times"/>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22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trong cảnh cơ hàn hay những lầm than cho con vững vàng dù đời gian nan.</a:t>
            </a:r>
            <a:endParaRPr b="1" sz="8000">
              <a:latin typeface="Times"/>
              <a:ea typeface="Times"/>
              <a:cs typeface="Times"/>
              <a:sym typeface="Times"/>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22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Vì Chúa đã phục sinh nên con tin vào quyền năng sự sống sẽ đem lại</a:t>
            </a:r>
            <a:endParaRPr b="1" sz="8000">
              <a:latin typeface="Times"/>
              <a:ea typeface="Times"/>
              <a:cs typeface="Times"/>
              <a:sym typeface="Times"/>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23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cho con người đang khát vọng một sự </a:t>
            </a:r>
            <a:r>
              <a:rPr b="1" lang="en-US" sz="8000">
                <a:latin typeface="Times"/>
                <a:ea typeface="Times"/>
                <a:cs typeface="Times"/>
                <a:sym typeface="Times"/>
              </a:rPr>
              <a:t>sống </a:t>
            </a:r>
            <a:r>
              <a:rPr b="1" lang="en-US" sz="8000">
                <a:latin typeface="Times"/>
                <a:ea typeface="Times"/>
                <a:cs typeface="Times"/>
                <a:sym typeface="Times"/>
              </a:rPr>
              <a:t>thần linh. Vì Chúa đã phục sinh</a:t>
            </a:r>
            <a:endParaRPr b="1" sz="8000">
              <a:latin typeface="Times"/>
              <a:ea typeface="Times"/>
              <a:cs typeface="Times"/>
              <a:sym typeface="Times"/>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23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nên con tin vào tình yêu của Ngài sẽ đổi mới thế gian này, đổi mới mọi sự từ đây.</a:t>
            </a:r>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23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2. Vì Chúa đã phục sinh nên con sẵn sàng hiến dâng cuộc sống, để phụng thờ Ngài trên tất cả không</a:t>
            </a:r>
            <a:endParaRPr b="1" sz="7200">
              <a:latin typeface="Times"/>
              <a:ea typeface="Times"/>
              <a:cs typeface="Times"/>
              <a:sym typeface="Times"/>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23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 sa ngã theo trần gian. Vì Chúa đã phục sinh nên con luôn tin Chúa luôn</a:t>
            </a:r>
            <a:endParaRPr b="1" sz="8000">
              <a:latin typeface="Times"/>
              <a:ea typeface="Times"/>
              <a:cs typeface="Times"/>
              <a:sym typeface="Times"/>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23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hiện diện, đang sống động trong cõi lòng con như trong hết mọi người tìm kiếm Chúa.</a:t>
            </a:r>
            <a:endParaRPr b="1" sz="7200">
              <a:latin typeface="Times"/>
              <a:ea typeface="Times"/>
              <a:cs typeface="Times"/>
              <a:sym typeface="Times"/>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23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Vì Chúa đã phục sinh nên con tin vào quyền năng sự sống sẽ đem lại</a:t>
            </a:r>
            <a:endParaRPr b="1" sz="8000">
              <a:latin typeface="Times"/>
              <a:ea typeface="Times"/>
              <a:cs typeface="Times"/>
              <a:sym typeface="Times"/>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23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cho con người đang khát vọng một sự thần sống linh. Vì Chúa đã phục sinh</a:t>
            </a:r>
            <a:endParaRPr b="1" sz="8000">
              <a:latin typeface="Times"/>
              <a:ea typeface="Times"/>
              <a:cs typeface="Times"/>
              <a:sym typeface="Times"/>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23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nên con tin vào tình yêu của Ngài sẽ đổi mới thế gian này, đổi mới mọi sự từ đây.</a:t>
            </a:r>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23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3. Vì Chúa đã phục sinh nên con hết lòng đổi thay cuộc sống, sống cho từng người đang thống khổ</a:t>
            </a:r>
            <a:endParaRPr b="1" sz="7200">
              <a:latin typeface="Times"/>
              <a:ea typeface="Times"/>
              <a:cs typeface="Times"/>
              <a:sym typeface="Times"/>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23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đem an ủi đem niềm vui. Vì Chúa đã phục sinh nên con hăng say dấn thân quên mình</a:t>
            </a:r>
            <a:endParaRPr b="1" sz="7500">
              <a:latin typeface="Times"/>
              <a:ea typeface="Times"/>
              <a:cs typeface="Times"/>
              <a:sym typeface="Times"/>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24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xây đắp an bình cho khắp mọi nơi con vui sống đời phục vụ yêu thương.</a:t>
            </a:r>
            <a:endParaRPr b="1" sz="7500">
              <a:latin typeface="Times"/>
              <a:ea typeface="Times"/>
              <a:cs typeface="Times"/>
              <a:sym typeface="Times"/>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24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Vì Chúa đã phục sinh nên con tin vào quyền năng sự sống sẽ đem lại</a:t>
            </a:r>
            <a:endParaRPr b="1" sz="8000">
              <a:latin typeface="Times"/>
              <a:ea typeface="Times"/>
              <a:cs typeface="Times"/>
              <a:sym typeface="Times"/>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24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cho con người đang khát vọng một sự thần sống linh. Vì Chúa đã phục sinh</a:t>
            </a:r>
            <a:endParaRPr b="1" sz="8000">
              <a:latin typeface="Times"/>
              <a:ea typeface="Times"/>
              <a:cs typeface="Times"/>
              <a:sym typeface="Times"/>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24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nên con tin vào tình yêu của Ngài sẽ đổi mới thế gian này, đổi mới mọi sự từ đây.</a:t>
            </a:r>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24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4. Vì Chúa đã phục sinh nên con hết tình sống trong mọi lúc, biết can trường vượt qua cám dỗ</a:t>
            </a:r>
            <a:endParaRPr b="1" sz="7200">
              <a:latin typeface="Times"/>
              <a:ea typeface="Times"/>
              <a:cs typeface="Times"/>
              <a:sym typeface="Times"/>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24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gian khổ hay sầu đau. Vì Chúa đã phục sinh nên con hy sinh chết đi cho mình,</a:t>
            </a:r>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24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tin có ngày thân xác phục sinh trong ơn cứu độ ngàn đời quang vinh.</a:t>
            </a:r>
            <a:endParaRPr b="1" sz="7500">
              <a:latin typeface="Times"/>
              <a:ea typeface="Times"/>
              <a:cs typeface="Times"/>
              <a:sym typeface="Times"/>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p24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Vì Chúa đã phục sinh nên con tin vào quyền năng sự sống sẽ đem lại</a:t>
            </a:r>
            <a:endParaRPr b="1" sz="8000">
              <a:latin typeface="Times"/>
              <a:ea typeface="Times"/>
              <a:cs typeface="Times"/>
              <a:sym typeface="Times"/>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
        <p:nvSpPr>
          <p:cNvPr id="1435" name="Google Shape;1435;p24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cho con người đang khát vọng một sự thần sống linh. Vì Chúa đã phục sinh</a:t>
            </a:r>
            <a:endParaRPr b="1" sz="8000">
              <a:latin typeface="Times"/>
              <a:ea typeface="Times"/>
              <a:cs typeface="Times"/>
              <a:sym typeface="Times"/>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sp>
        <p:nvSpPr>
          <p:cNvPr id="1441" name="Google Shape;1441;p24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nên con tin vào tình yêu của Ngài sẽ đổi mới thế gian này, đổi mới mọi sự từ đây.</a:t>
            </a:r>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6" name="Shape 1446"/>
        <p:cNvGrpSpPr/>
        <p:nvPr/>
      </p:nvGrpSpPr>
      <p:grpSpPr>
        <a:xfrm>
          <a:off x="0" y="0"/>
          <a:ext cx="0" cy="0"/>
          <a:chOff x="0" y="0"/>
          <a:chExt cx="0" cy="0"/>
        </a:xfrm>
      </p:grpSpPr>
      <p:sp>
        <p:nvSpPr>
          <p:cNvPr id="1447" name="Google Shape;1447;p250"/>
          <p:cNvSpPr txBox="1"/>
          <p:nvPr/>
        </p:nvSpPr>
        <p:spPr>
          <a:xfrm>
            <a:off x="0" y="315468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lang="en-US" sz="5400">
                <a:solidFill>
                  <a:srgbClr val="FFFFFF"/>
                </a:solidFill>
                <a:latin typeface="Arial"/>
                <a:ea typeface="Arial"/>
                <a:cs typeface="Arial"/>
                <a:sym typeface="Arial"/>
              </a:rPr>
              <a:t>CHÚA NHẬT PHỤC SINH</a:t>
            </a:r>
            <a:endParaRPr/>
          </a:p>
        </p:txBody>
      </p:sp>
      <p:sp>
        <p:nvSpPr>
          <p:cNvPr id="1448" name="Google Shape;1448;p250"/>
          <p:cNvSpPr txBox="1"/>
          <p:nvPr/>
        </p:nvSpPr>
        <p:spPr>
          <a:xfrm>
            <a:off x="2288" y="4160520"/>
            <a:ext cx="9141712" cy="68600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fontScale="92500" lnSpcReduction="10000"/>
          </a:bodyPr>
          <a:lstStyle/>
          <a:p>
            <a:pPr indent="0" lvl="0" marL="0" marR="0" rtl="0" algn="ctr">
              <a:lnSpc>
                <a:spcPct val="90000"/>
              </a:lnSpc>
              <a:spcBef>
                <a:spcPts val="0"/>
              </a:spcBef>
              <a:spcAft>
                <a:spcPts val="0"/>
              </a:spcAft>
              <a:buNone/>
            </a:pPr>
            <a:r>
              <a:rPr b="1" i="1" lang="en-US" sz="4800">
                <a:solidFill>
                  <a:srgbClr val="FFFFFF"/>
                </a:solidFill>
                <a:latin typeface="Arial"/>
                <a:ea typeface="Arial"/>
                <a:cs typeface="Arial"/>
                <a:sym typeface="Arial"/>
              </a:rPr>
              <a:t>“Người phải sống lại từ cõi chết?”</a:t>
            </a:r>
            <a:endParaRPr b="1" i="1" sz="4800">
              <a:solidFill>
                <a:srgbClr val="FFFFFF"/>
              </a:solidFill>
              <a:latin typeface="Arial"/>
              <a:ea typeface="Arial"/>
              <a:cs typeface="Arial"/>
              <a:sym typeface="Arial"/>
            </a:endParaRPr>
          </a:p>
        </p:txBody>
      </p:sp>
      <p:sp>
        <p:nvSpPr>
          <p:cNvPr id="1449" name="Google Shape;1449;p250"/>
          <p:cNvSpPr txBox="1"/>
          <p:nvPr/>
        </p:nvSpPr>
        <p:spPr>
          <a:xfrm>
            <a:off x="7749437" y="4724606"/>
            <a:ext cx="1193674"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lang="en-US" sz="1400">
                <a:solidFill>
                  <a:schemeClr val="lt1"/>
                </a:solidFill>
                <a:latin typeface="Arial"/>
                <a:ea typeface="Arial"/>
                <a:cs typeface="Arial"/>
                <a:sym typeface="Arial"/>
              </a:rPr>
              <a:t>(Ga 20, 1-9)</a:t>
            </a:r>
            <a:endParaRPr/>
          </a:p>
        </p:txBody>
      </p:sp>
    </p:spTree>
  </p:cSld>
  <p:clrMapOvr>
    <a:masterClrMapping/>
  </p:clrMapOvr>
  <p:transition spd="slow" p14:dur="800">
    <p:circle/>
  </p:transition>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251"/>
          <p:cNvSpPr txBox="1"/>
          <p:nvPr>
            <p:ph type="ctrTitle"/>
          </p:nvPr>
        </p:nvSpPr>
        <p:spPr>
          <a:xfrm>
            <a:off x="609600" y="1137744"/>
            <a:ext cx="7848600" cy="2407163"/>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CHÚA PHỤC SINH</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Kim Long)</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
        <p:nvSpPr>
          <p:cNvPr id="1460" name="Google Shape;1460;p25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ĐK. Chúa nay thực đã phục sinh. Al-lê-lu-ia Al-lê-lu-ia.</a:t>
            </a:r>
            <a:endParaRPr/>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25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1. Người từ trong kẻ chết sống lại. Al-lê-lu-ia, Al-lê-lu-ia. Và niềm vui tràn lan nơi nơi.</a:t>
            </a:r>
            <a:endParaRPr b="1" sz="7200">
              <a:latin typeface="Times"/>
              <a:ea typeface="Times"/>
              <a:cs typeface="Times"/>
              <a:sym typeface="Times"/>
            </a:endParaRPr>
          </a:p>
        </p:txBody>
      </p: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25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ĐK. Chúa nay thực đã phục sinh. Al-lê-lu-ia Al-lê-lu-ia.</a:t>
            </a:r>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7" name="Shape 1477"/>
        <p:cNvGrpSpPr/>
        <p:nvPr/>
      </p:nvGrpSpPr>
      <p:grpSpPr>
        <a:xfrm>
          <a:off x="0" y="0"/>
          <a:ext cx="0" cy="0"/>
          <a:chOff x="0" y="0"/>
          <a:chExt cx="0" cy="0"/>
        </a:xfrm>
      </p:grpSpPr>
      <p:sp>
        <p:nvSpPr>
          <p:cNvPr id="1478" name="Google Shape;1478;p255"/>
          <p:cNvSpPr txBox="1"/>
          <p:nvPr/>
        </p:nvSpPr>
        <p:spPr>
          <a:xfrm>
            <a:off x="0" y="3154680"/>
            <a:ext cx="9144000" cy="1005840"/>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lang="en-US" sz="5400">
                <a:solidFill>
                  <a:srgbClr val="FFFFFF"/>
                </a:solidFill>
                <a:latin typeface="Arial"/>
                <a:ea typeface="Arial"/>
                <a:cs typeface="Arial"/>
                <a:sym typeface="Arial"/>
              </a:rPr>
              <a:t>CHÚA NHẬT PHỤC SINH</a:t>
            </a:r>
            <a:endParaRPr/>
          </a:p>
        </p:txBody>
      </p:sp>
      <p:sp>
        <p:nvSpPr>
          <p:cNvPr id="1479" name="Google Shape;1479;p255"/>
          <p:cNvSpPr txBox="1"/>
          <p:nvPr/>
        </p:nvSpPr>
        <p:spPr>
          <a:xfrm>
            <a:off x="2288" y="4160520"/>
            <a:ext cx="9141712" cy="68600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fontScale="92500" lnSpcReduction="10000"/>
          </a:bodyPr>
          <a:lstStyle/>
          <a:p>
            <a:pPr indent="0" lvl="0" marL="0" marR="0" rtl="0" algn="ctr">
              <a:lnSpc>
                <a:spcPct val="90000"/>
              </a:lnSpc>
              <a:spcBef>
                <a:spcPts val="0"/>
              </a:spcBef>
              <a:spcAft>
                <a:spcPts val="0"/>
              </a:spcAft>
              <a:buNone/>
            </a:pPr>
            <a:r>
              <a:rPr b="1" i="1" lang="en-US" sz="4800">
                <a:solidFill>
                  <a:srgbClr val="FFFFFF"/>
                </a:solidFill>
                <a:latin typeface="Arial"/>
                <a:ea typeface="Arial"/>
                <a:cs typeface="Arial"/>
                <a:sym typeface="Arial"/>
              </a:rPr>
              <a:t>“Người phải sống lại từ cõi chết?”</a:t>
            </a:r>
            <a:endParaRPr b="1" i="1" sz="4800">
              <a:solidFill>
                <a:srgbClr val="FFFFFF"/>
              </a:solidFill>
              <a:latin typeface="Arial"/>
              <a:ea typeface="Arial"/>
              <a:cs typeface="Arial"/>
              <a:sym typeface="Arial"/>
            </a:endParaRPr>
          </a:p>
        </p:txBody>
      </p:sp>
      <p:sp>
        <p:nvSpPr>
          <p:cNvPr id="1480" name="Google Shape;1480;p255"/>
          <p:cNvSpPr txBox="1"/>
          <p:nvPr/>
        </p:nvSpPr>
        <p:spPr>
          <a:xfrm>
            <a:off x="7749437" y="4724606"/>
            <a:ext cx="1193674"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lang="en-US" sz="1400">
                <a:solidFill>
                  <a:schemeClr val="lt1"/>
                </a:solidFill>
                <a:latin typeface="Arial"/>
                <a:ea typeface="Arial"/>
                <a:cs typeface="Arial"/>
                <a:sym typeface="Arial"/>
              </a:rPr>
              <a:t>(Ga 20, 1-9)</a:t>
            </a:r>
            <a:endParaRPr/>
          </a:p>
        </p:txBody>
      </p:sp>
    </p:spTree>
  </p:cSld>
  <p:clrMapOvr>
    <a:masterClrMapping/>
  </p:clrMapOvr>
  <p:transition spd="slow" p14:dur="800">
    <p:circl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dc:creator>Hung Nam</dc:creator>
</cp:coreProperties>
</file>