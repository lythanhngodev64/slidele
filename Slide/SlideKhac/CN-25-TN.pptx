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9"/>
  </p:notesMasterIdLst>
  <p:sldIdLst>
    <p:sldId id="11058"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1342" r:id="rId119"/>
    <p:sldId id="10283" r:id="rId120"/>
    <p:sldId id="10284" r:id="rId121"/>
    <p:sldId id="10790" r:id="rId122"/>
    <p:sldId id="11110" r:id="rId123"/>
    <p:sldId id="10417" r:id="rId124"/>
    <p:sldId id="11350" r:id="rId125"/>
    <p:sldId id="11351" r:id="rId126"/>
    <p:sldId id="11352" r:id="rId127"/>
    <p:sldId id="11353" r:id="rId128"/>
    <p:sldId id="11354" r:id="rId129"/>
    <p:sldId id="11355" r:id="rId130"/>
    <p:sldId id="11397" r:id="rId131"/>
    <p:sldId id="10180" r:id="rId132"/>
    <p:sldId id="10181" r:id="rId133"/>
    <p:sldId id="10258" r:id="rId134"/>
    <p:sldId id="10259" r:id="rId135"/>
    <p:sldId id="10260" r:id="rId136"/>
    <p:sldId id="10261" r:id="rId137"/>
    <p:sldId id="10262" r:id="rId138"/>
    <p:sldId id="10264" r:id="rId139"/>
    <p:sldId id="10265" r:id="rId140"/>
    <p:sldId id="10266" r:id="rId141"/>
    <p:sldId id="10267" r:id="rId142"/>
    <p:sldId id="10268" r:id="rId143"/>
    <p:sldId id="10269" r:id="rId144"/>
    <p:sldId id="10270" r:id="rId145"/>
    <p:sldId id="10271" r:id="rId146"/>
    <p:sldId id="10272" r:id="rId147"/>
    <p:sldId id="11396" r:id="rId148"/>
    <p:sldId id="385" r:id="rId149"/>
    <p:sldId id="10256" r:id="rId150"/>
    <p:sldId id="10142" r:id="rId151"/>
    <p:sldId id="11226" r:id="rId152"/>
    <p:sldId id="10501" r:id="rId153"/>
    <p:sldId id="11395" r:id="rId154"/>
    <p:sldId id="11356" r:id="rId155"/>
    <p:sldId id="11357" r:id="rId156"/>
    <p:sldId id="11358" r:id="rId157"/>
    <p:sldId id="11394" r:id="rId158"/>
    <p:sldId id="11360" r:id="rId159"/>
    <p:sldId id="11361" r:id="rId160"/>
    <p:sldId id="11362" r:id="rId161"/>
    <p:sldId id="11363" r:id="rId162"/>
    <p:sldId id="11307" r:id="rId163"/>
    <p:sldId id="11393" r:id="rId164"/>
    <p:sldId id="10280" r:id="rId165"/>
    <p:sldId id="11168" r:id="rId166"/>
    <p:sldId id="11346" r:id="rId167"/>
    <p:sldId id="9864" r:id="rId168"/>
    <p:sldId id="10316" r:id="rId169"/>
    <p:sldId id="10317" r:id="rId170"/>
    <p:sldId id="10318" r:id="rId171"/>
    <p:sldId id="10319" r:id="rId172"/>
    <p:sldId id="10320" r:id="rId173"/>
    <p:sldId id="10321" r:id="rId174"/>
    <p:sldId id="10322" r:id="rId175"/>
    <p:sldId id="10323" r:id="rId176"/>
    <p:sldId id="10324" r:id="rId177"/>
    <p:sldId id="10325" r:id="rId178"/>
    <p:sldId id="10337" r:id="rId179"/>
    <p:sldId id="10326" r:id="rId180"/>
    <p:sldId id="10327" r:id="rId181"/>
    <p:sldId id="10328" r:id="rId182"/>
    <p:sldId id="10336" r:id="rId183"/>
    <p:sldId id="10329" r:id="rId184"/>
    <p:sldId id="10330" r:id="rId185"/>
    <p:sldId id="10331" r:id="rId186"/>
    <p:sldId id="10332" r:id="rId187"/>
    <p:sldId id="10333" r:id="rId188"/>
    <p:sldId id="10334" r:id="rId189"/>
    <p:sldId id="10335" r:id="rId190"/>
    <p:sldId id="11392" r:id="rId191"/>
    <p:sldId id="10651" r:id="rId192"/>
    <p:sldId id="10652" r:id="rId193"/>
    <p:sldId id="10653" r:id="rId194"/>
    <p:sldId id="11169" r:id="rId195"/>
    <p:sldId id="11275" r:id="rId196"/>
    <p:sldId id="11366" r:id="rId197"/>
    <p:sldId id="11367" r:id="rId198"/>
    <p:sldId id="11369" r:id="rId199"/>
    <p:sldId id="11370" r:id="rId200"/>
    <p:sldId id="11371" r:id="rId201"/>
    <p:sldId id="11372" r:id="rId202"/>
    <p:sldId id="11373" r:id="rId203"/>
    <p:sldId id="11374" r:id="rId204"/>
    <p:sldId id="11221" r:id="rId205"/>
    <p:sldId id="10252" r:id="rId206"/>
    <p:sldId id="11182" r:id="rId207"/>
    <p:sldId id="10212" r:id="rId208"/>
    <p:sldId id="10823" r:id="rId209"/>
    <p:sldId id="10931" r:id="rId210"/>
    <p:sldId id="11185" r:id="rId211"/>
    <p:sldId id="10932" r:id="rId212"/>
    <p:sldId id="11247" r:id="rId213"/>
    <p:sldId id="11248" r:id="rId214"/>
    <p:sldId id="11375" r:id="rId215"/>
    <p:sldId id="11376" r:id="rId216"/>
    <p:sldId id="11377" r:id="rId217"/>
    <p:sldId id="11378" r:id="rId218"/>
    <p:sldId id="11379" r:id="rId219"/>
    <p:sldId id="11380" r:id="rId220"/>
    <p:sldId id="11381" r:id="rId221"/>
    <p:sldId id="11382" r:id="rId222"/>
    <p:sldId id="11383" r:id="rId223"/>
    <p:sldId id="11384" r:id="rId224"/>
    <p:sldId id="11385" r:id="rId225"/>
    <p:sldId id="11386" r:id="rId226"/>
    <p:sldId id="11387" r:id="rId227"/>
    <p:sldId id="11388" r:id="rId228"/>
    <p:sldId id="11389" r:id="rId229"/>
    <p:sldId id="11391" r:id="rId230"/>
    <p:sldId id="10769" r:id="rId231"/>
    <p:sldId id="10253" r:id="rId232"/>
    <p:sldId id="11006" r:id="rId233"/>
    <p:sldId id="11007" r:id="rId234"/>
    <p:sldId id="11059" r:id="rId235"/>
    <p:sldId id="11297" r:id="rId236"/>
    <p:sldId id="11298" r:id="rId237"/>
    <p:sldId id="11390" r:id="rId23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637" autoAdjust="0"/>
    <p:restoredTop sz="94660"/>
  </p:normalViewPr>
  <p:slideViewPr>
    <p:cSldViewPr snapToGrid="0">
      <p:cViewPr varScale="1">
        <p:scale>
          <a:sx n="138" d="100"/>
          <a:sy n="138" d="100"/>
        </p:scale>
        <p:origin x="546"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4030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notesMaster" Target="notesMasters/notes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presProps" Target="pres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theme" Target="theme/theme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microsoft.com/office/2016/11/relationships/changesInfo" Target="changesInfos/changesInfo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microsoft.com/office/2015/10/relationships/revisionInfo" Target="revisionInfo.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106" Type="http://schemas.openxmlformats.org/officeDocument/2006/relationships/slide" Target="slides/slide105.xml"/><Relationship Id="rId127" Type="http://schemas.openxmlformats.org/officeDocument/2006/relationships/slide" Target="slides/slide1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9/20/2025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2999B-DE27-7723-C21B-C282D907B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C68AC-A186-FFE5-A812-7E38C3412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5D001-26C5-D083-24F1-62ACB8A153D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B5760CA-0E28-9497-7B1F-67D1C667E2ED}"/>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3465057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97EEF-1B80-CC4E-45E4-AFA5B7952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2CEBA-A28D-B415-93B4-35B1C322A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6950E4-8C4F-6932-1FFD-0D281DEA489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7E2EB49-AF5E-55BA-AF40-44560CBD3077}"/>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481078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3B926-72E7-E5D8-9F05-1AED5EFF0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CA972-3C08-0007-A1A1-FC567F279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7A4A1-6B67-DA86-797F-B0FC8A66B55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D3DC994-316D-60EE-3893-3BD6AD57A68B}"/>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2485045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FB071-91D4-EA55-DC1B-DBFEEBF56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7D4B2-62C7-9D5A-7A35-3B270DFDF2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85AAD-4BC8-50D0-0AF7-5C6B99E16BB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E0B342F-660B-5752-8392-3172ED703FFF}"/>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3599287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351CD-C304-4FE8-BEFC-57B16D06D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CC61C-C9CA-EC5D-6CA2-DB3550993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A2FDC-DFEE-49D2-5E79-C4542975CD7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670CB28-0229-F02B-B782-50C48A68E416}"/>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21161564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C395F-9CEF-6321-AB2E-8786AE434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88EED-07DA-401F-0892-D9FECFC53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49BF5-39D8-88E9-0FA6-35963A2D523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8968A99-6012-8EE6-0565-AA18AE1FB724}"/>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250476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E8A0-004E-DDA7-49D9-F2EC44F52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661C-3AD4-E70C-EA96-CF8C8BC6E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8666-30B4-DA9F-3C54-7020567EF12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C42151-60BF-C984-F34D-4829022F1D91}"/>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16711890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F13E6-871E-5403-F2C4-4AEB7DC60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E0CE7-DD8B-D59D-A0F6-DDF2E3CB0B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91A09-D2FE-038C-0217-8B6CD33C591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6394608-5DC4-24E8-6F61-2E41EEB82BF0}"/>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122952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4553D-F3EF-3C32-C0BD-3DE9B43A2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CA38F-11DD-33BF-12E4-C50D93066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4BC6B0-F3B5-2E5D-0DB3-A023724CB75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C2552DB-F91C-DB4B-E511-CE5A04515019}"/>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13216073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EA6F4-41D3-DE25-D61A-934DA6DA74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A44A6-34F2-EB2F-72B9-59D6A058F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47013-CC82-6C4D-CFB3-D9E204CD2DB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13F71FE-AB3F-C73D-3119-CAE333BACBFB}"/>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18863802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61E13-6941-9639-5C58-82C987BD6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8F7F98-5197-D501-27D0-0AFA2CF96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6F210-104F-3374-7365-A4548868F43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7A0C289-9CE9-7130-D090-B4E315F8245A}"/>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12932820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6E01-E426-FB03-FBD8-5366BC923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A38D2-CF26-5BCC-71C9-8102295B36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0806B9-061F-D035-507D-B874D19CAB9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D2ACE76-977E-6BD2-7B65-42F8F3B6CE42}"/>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33353147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95211-1B4D-3502-8911-33F96D302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1DA94-E2C6-128C-4E22-FD9E83E456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8861A0-0BA8-1D4D-018B-CD092F99320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43176E5-3BEF-C499-6923-B0D3E671B6DF}"/>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42756878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BA823-6DBB-8839-55B0-F676B7BB1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FBB5C-7F51-9B74-D181-4720ECB2A6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DB9344-27E1-93C2-24B5-3C8AC6DE5CF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1D83173-204F-CF48-2645-9DC565B02872}"/>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39984870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84DC5-B081-DC6A-2230-006B381848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9669F-7FD2-54DB-CF60-3B9715DEE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C4E47D-499D-A46E-BD13-92411DB2A13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E813E1B-0CDD-807D-BAF1-4799B508F578}"/>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12417274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0B241-7A25-FF31-94D1-99DC8A8B38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D3132-DFE0-CD5F-F128-B3F6E47DC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7AFDE-8C36-1D50-7B8C-EEFBB86D793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78845B8-8AF9-4383-9A08-05FED954AE43}"/>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39935439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320-73AF-EDC3-624C-D215A9F3B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8461-07FD-5985-BFD9-09DC99FC4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395F-9C49-D307-299B-7EE2E8BB1B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DC2865-5F25-2A43-563B-7C12DB555A53}"/>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6474012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FE45-19CA-6CCC-87F0-4DA3EF96B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97295-0605-C6B9-E260-77E88F8BE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9E36D-3AE5-B137-3144-B7129000F71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3B4CB7C-B8C2-BE08-8250-B389282D24E9}"/>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20591547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29D2-8BB8-436D-85BC-90E6CBE54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573AF-6EAD-9B48-5FF2-1AD92EEE0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AC04F-8364-9DF1-B53A-2D084F538D2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E85B83-0FDB-C960-F987-E5F9ADE7E276}"/>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29788996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0FD30-6BEB-0BE3-8D02-83DA4E60A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57163-1382-D4EB-35F9-9963E0B8A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DA7525-25F8-1327-3534-5D27A6407E3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1F1E19A-C070-A485-90E0-548DE690BA61}"/>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22702190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B87F3-6BC7-B927-F411-5EA32960A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319AA-98D1-7316-5C2B-56FB6A2D7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4BCB1D-65EE-C0DC-9898-9B9BEF6DE3C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9D6461C-AF5B-0BD1-8C13-11628FB6660A}"/>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42695096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D881C-7C91-561E-CBF2-50DFE6EDC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5984A3-A52B-DF4B-9E57-7CB6C6BCFE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69A8FF-28FC-DA3B-0C97-AF756984AB2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93AF1D2-3E79-3B66-5861-06D3CEA91BC8}"/>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13819288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2C6C-317D-BEE2-6C65-0437F062C4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6060C-4513-02BB-6535-EE13CD334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1A88E-6F93-0D66-8B82-CED80190912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3367F17-0E2D-97AD-489D-C71B5830459D}"/>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24788884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0788D-8DF6-CB98-9E6A-F743A03CB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9DFBC6-3CF2-A8C8-9AA5-EC976C50A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8C04E-E883-B215-7302-B3CB66ADB1C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63B239A-C3A8-E89E-A493-EF88E5FA4215}"/>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18509546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D7455-1F43-2A6E-9C3F-6AB818291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3919C-2F19-EF81-90B7-A0F04316D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70FFE-8DF6-0F3B-E3FC-624F84878AD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551C0B1-0E59-E00F-0063-8E36D2BB7FE6}"/>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28312591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6B476-7E13-1AE8-1EE7-257B14BD0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8D6E0-1776-2120-565C-E8528AA613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B9BA9-5FC6-EF8C-564D-FB7678CB782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ED12190-38DC-ECD7-4973-9B2A5EB0C3D2}"/>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16507227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B23A-4467-2AF3-387F-21F7C81B1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5E63A-E958-0DB9-5265-D1CEE2CCB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5C477-C969-045C-8B56-8F8F0779F90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23F1916-14F3-DEB4-7A18-6C4FFF8BC281}"/>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4981276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0F33D-8EB8-3952-EFA8-B888F36062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F2FD8-33CF-2344-1C61-9DB556A29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2C061-B8FB-FDF6-D09F-C0336A5B314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25203F-F96E-10D4-5098-3DFBAAA7CBB8}"/>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36968846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505F3-B30E-CCBD-1111-BB6D3F284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1B54E-C675-66B8-BB0E-1E579B201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53AB8-ED71-1FF3-2552-3D2CA9A80F3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9A2D5DA-21A2-2AF2-D345-DAE978D21BCC}"/>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12034179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EF335-92E7-1438-AA0F-1BCBA1085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8F702-FD39-173C-3E56-E412179AA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21CC4-8614-37CC-7C5F-56F475E409B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3085B51-FFBD-D247-273A-8EF202D6D3AC}"/>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27552759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5707E-6619-26F0-1FCB-F3B4E6A05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FCCC9-E8D3-DD66-38BA-0A63C0D55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8EF63-9306-27AD-269D-8876FA35281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BA35D6B-63A7-A872-3E8B-B03DEF98C7A4}"/>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26089078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2F495-8583-B823-276F-93AFBF572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09E06-3E40-AA5A-496C-44747A070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D2CF2-19F3-7970-8E15-62F4C3B8D26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209873F-6CBA-70D9-F4DB-5B2780F3DE6F}"/>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28284744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9FBEE-0868-16F5-D122-C9B2F7A0D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9E517-6787-CEF5-BD90-46F9D8B41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375E8-3C23-DC19-6C99-4F21AE97C09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3257E60-5977-5059-DB8E-DD69B8943B5F}"/>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36565222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14C6F-860D-1145-C1C2-C3A1E1AC7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12B3B-77EB-FF7C-A074-D2C3FC04A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C5E36-3172-FAEC-816C-0F890636D70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C7DD98A-B0C7-FDB8-85EC-41CCAC056D6E}"/>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4235718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E7905-30A3-415E-FC06-F59BE761D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59437-DC9B-3E69-718F-EC1545640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30686-83F5-A9A7-CD33-BCBE804F23B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64CA575-236A-1648-5B8E-E4C57BB70E24}"/>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35294336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704DF-AF89-D538-B174-187AA83D9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D7F4D-F95B-82A5-C7E0-B0A57266F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5FAFDF-519E-3AB3-6CD5-7605A296C88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8D1F444-5E95-86E7-CF51-F42E4D6988C8}"/>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34932178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E6C2C-5D67-FAC6-500E-D73BCA113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7D106-4D2D-F453-B061-A6260C074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604AA-57E0-F372-369B-D99038B4626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2D4BBD4-FB6B-B039-0790-4E16571E55CA}"/>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21413948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13E5B-B2BC-4F68-0D9A-561E2F91B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8C20D-382B-906E-AA7C-998245BA0A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D752A-5641-9907-10D9-DCD5FD298D6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00218FC-E227-0E7F-15D8-E394AAC0F1D1}"/>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23000270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F0B1A-A23B-148C-28CE-4EAB828D3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87EAC-8A57-D99F-B7C7-273D10429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4BD4B2-05B0-6F20-D320-9B35AC839C0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A83AA1-4AAA-4124-9D85-44EA7DB987A4}"/>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264284361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D6FFA-2B1A-FAEC-B5AE-D22603BEB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3D014-F435-196B-F366-C2AFD0B2E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38CCB-2F2F-90F5-AD62-2DD44F1F4DB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C6C5A55-A476-17EB-5ADD-2D810D284786}"/>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166600308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570D-C046-1182-5747-43AB79505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7E871-C8EA-8982-AD1A-F95CF32F8F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C191E-D9A8-31B1-17FF-906890072B8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9DA7F67-E565-75F4-53E9-B99C8780DCFB}"/>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32728098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69F39-AE4F-EAA8-E240-97D077DEF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59B4B-85E0-12A2-109D-3A3037997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DC6CA-7886-BE98-8502-3B6840B3F0A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DD7564A-71D6-1D80-6A39-DCF937B3A72D}"/>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33884493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1352F-E30E-F24F-7DEA-368056742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153A7-3B9E-93BD-937C-9067BEBB0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B671D0-8A66-6C8B-52D3-3BB76CA28A3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F6AF0BB-A64F-A2B8-8051-9D80CEF0E3D7}"/>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39786363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202E5-4F52-3393-3A1E-062E84F55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69BAA-9CC1-677A-41B9-6A331EEC44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621D1-BEA8-8535-593D-03987C79262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CE91443-2FA1-5DE9-CA2B-557616E3441A}"/>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37765704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179327427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1F63C-E6DB-5F5B-F91B-F3E73D7B8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F5E73-97DB-3CDF-4C1A-2CAFE8BC4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A9943-4519-5DB2-08B3-111E13713E9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607A7D5-F64E-D376-0489-56462E00F142}"/>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70076859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C2F15-3959-6EA2-6993-4CF5BDD9C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31908-D8C9-D348-C2B3-F9A50F24E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BC731-1705-5A21-62EF-6A230176080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929FD30-631B-3E7C-EDA2-AA27F333CAAD}"/>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581840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9/20/2025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9/20/2025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9/20/2025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9/20/2025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34AF-D405-8538-F93C-FDB6574EA9BE}"/>
            </a:ext>
          </a:extLst>
        </p:cNvPr>
        <p:cNvGrpSpPr/>
        <p:nvPr/>
      </p:nvGrpSpPr>
      <p:grpSpPr>
        <a:xfrm>
          <a:off x="0" y="0"/>
          <a:ext cx="0" cy="0"/>
          <a:chOff x="0" y="0"/>
          <a:chExt cx="0" cy="0"/>
        </a:xfrm>
      </p:grpSpPr>
      <p:pic>
        <p:nvPicPr>
          <p:cNvPr id="4" name="Picture 3" descr="Có thể là hình ảnh về 1 người, tiền và văn bản cho biết 'CHỮA NHẤT χ THƯỜNG NIÊN NĂM C THIÊN CHÚA hay tiền của... &quot;Anh em không thể vừa làm tôi Thiên Chúa, vừa làm tôi Tiền của dược.&quot; [LC 16, 1-13 すあ + $'">
            <a:extLst>
              <a:ext uri="{FF2B5EF4-FFF2-40B4-BE49-F238E27FC236}">
                <a16:creationId xmlns:a16="http://schemas.microsoft.com/office/drawing/2014/main" id="{E3E6CA94-85DF-5345-6600-69DAD01813AD}"/>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422274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22E5D-B30D-7098-7B15-ECB2F40372A6}"/>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9024BED7-EA78-7A69-CE8F-15876BFB1DFC}"/>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4619788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DẪN ĐƯA CON ĐI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Kim 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panose="02020603050405020304" pitchFamily="18" charset="0"/>
                <a:cs typeface="Times New Roman" panose="02020603050405020304" pitchFamily="18" charset="0"/>
              </a:rPr>
              <a:t>ĐK. Ánh sáng và chân lý Chúa xin dẫn bước con đi.</a:t>
            </a:r>
            <a:endParaRPr lang="en-US" sz="8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a:effectLst/>
                <a:latin typeface="Times New Roman (Headings)"/>
                <a:cs typeface="Arial" panose="020B0604020202020204" pitchFamily="34" charset="0"/>
              </a:rPr>
              <a:t>Tiến </a:t>
            </a:r>
            <a:r>
              <a:rPr lang="en-US" sz="8000" b="1" dirty="0" err="1">
                <a:effectLst/>
                <a:latin typeface="Times New Roman (Headings)"/>
                <a:cs typeface="Arial" panose="020B0604020202020204" pitchFamily="34" charset="0"/>
              </a:rPr>
              <a:t>mãi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về</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núi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về</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quang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1. Con sẽ tiến tới bàn thờ Chúa, gần Ngài lòng con sướng vui.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56561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Con sẽ nảy đàn tuyên xưng Chúa, rằng Ngài là Thượng đế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CA2FA-36F8-0030-9D5A-C3B8CD396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4487A-F9AC-8E70-F6A6-752EF878BB2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panose="02020603050405020304" pitchFamily="18" charset="0"/>
                <a:cs typeface="Times New Roman" panose="02020603050405020304" pitchFamily="18" charset="0"/>
              </a:rPr>
              <a:t>ĐK. Ánh sáng và chân lý Chúa xin dẫn bước con đi.</a:t>
            </a:r>
            <a:endParaRPr lang="en-US" sz="8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615693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44BB1-A958-9E43-4CF1-02B93DC21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15D6F-F96A-D0C5-F82E-016B950D7345}"/>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a:effectLst/>
                <a:latin typeface="Times New Roman (Headings)"/>
                <a:cs typeface="Arial" panose="020B0604020202020204" pitchFamily="34" charset="0"/>
              </a:rPr>
              <a:t>Tiến </a:t>
            </a:r>
            <a:r>
              <a:rPr lang="en-US" sz="8000" b="1" dirty="0" err="1">
                <a:effectLst/>
                <a:latin typeface="Times New Roman (Headings)"/>
                <a:cs typeface="Arial" panose="020B0604020202020204" pitchFamily="34" charset="0"/>
              </a:rPr>
              <a:t>mãi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về</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núi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về</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quang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8106573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8C3A8-510F-5D66-95D2-FE5625C8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9A24B-096C-0452-A6AC-0313E2FA10E5}"/>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2. Sao Chúa nỡ chối từ ruồng rẫy, vì Ngài là nơi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náu thân.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9236320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E2497-962D-5274-E949-AEBD9635B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B238E-83B0-A64F-EAB5-DD6C3AB14DF9}"/>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a:effectLst/>
                <a:latin typeface="Times New Roman (Headings)"/>
                <a:cs typeface="Arial" panose="020B0604020202020204" pitchFamily="34" charset="0"/>
              </a:rPr>
              <a:t>Sao Chúa </a:t>
            </a:r>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điêu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bị</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địch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uy</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hiếp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6599575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286E1-EFB3-EE14-AFB6-8E734E19B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C1483-4230-664D-B96D-19EF55E97F6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panose="02020603050405020304" pitchFamily="18" charset="0"/>
                <a:cs typeface="Times New Roman" panose="02020603050405020304" pitchFamily="18" charset="0"/>
              </a:rPr>
              <a:t>ĐK. Ánh sáng và chân lý Chúa xin dẫn bước con đi.</a:t>
            </a:r>
            <a:endParaRPr lang="en-US" sz="8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42828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E457B-7A84-6EE0-F1F9-AFB6A2E7A2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4E31E4-A2DE-3FC4-3BFE-81FDA863BE36}"/>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a:effectLst/>
                <a:latin typeface="Times New Roman (Headings)"/>
                <a:cs typeface="Arial" panose="020B0604020202020204" pitchFamily="34" charset="0"/>
              </a:rPr>
              <a:t>Tiến </a:t>
            </a:r>
            <a:r>
              <a:rPr lang="en-US" sz="8000" b="1" dirty="0" err="1">
                <a:effectLst/>
                <a:latin typeface="Times New Roman (Headings)"/>
                <a:cs typeface="Arial" panose="020B0604020202020204" pitchFamily="34" charset="0"/>
              </a:rPr>
              <a:t>mãi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về</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núi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về</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chốn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quang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3679052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E5531-BD54-3E92-BDC5-DE34361E7021}"/>
            </a:ext>
          </a:extLst>
        </p:cNvPr>
        <p:cNvGrpSpPr/>
        <p:nvPr/>
      </p:nvGrpSpPr>
      <p:grpSpPr>
        <a:xfrm>
          <a:off x="0" y="0"/>
          <a:ext cx="0" cy="0"/>
          <a:chOff x="0" y="0"/>
          <a:chExt cx="0" cy="0"/>
        </a:xfrm>
      </p:grpSpPr>
      <p:pic>
        <p:nvPicPr>
          <p:cNvPr id="4" name="Picture 3" descr="Có thể là hình ảnh về 1 người, tiền và văn bản cho biết 'CHỮA NHẤT χ THƯỜNG NIÊN NĂM C THIÊN CHÚA hay tiền của... &quot;Anh em không thể vừa làm tôi Thiên Chúa, vừa làm tôi Tiền của dược.&quot; [LC 16, 1-13 すあ + $'">
            <a:extLst>
              <a:ext uri="{FF2B5EF4-FFF2-40B4-BE49-F238E27FC236}">
                <a16:creationId xmlns:a16="http://schemas.microsoft.com/office/drawing/2014/main" id="{EC2CCD0F-FE38-38CC-04DE-BD930D9B4D52}"/>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193005695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9600" b="1" dirty="0">
                <a:solidFill>
                  <a:srgbClr val="EE0000"/>
                </a:solidFill>
                <a:latin typeface="Times New Roman (Headings)"/>
                <a:cs typeface="Arial" panose="020B0604020202020204" pitchFamily="34" charset="0"/>
              </a:rPr>
              <a:t>CT:</a:t>
            </a:r>
            <a:r>
              <a:rPr lang="en-US" sz="9600" b="1" i="1" dirty="0">
                <a:solidFill>
                  <a:srgbClr val="C00000"/>
                </a:solidFill>
                <a:latin typeface="Times New Roman (Headings)"/>
                <a:cs typeface="Arial" panose="020B0604020202020204" pitchFamily="34" charset="0"/>
              </a:rPr>
              <a:t> </a:t>
            </a:r>
            <a:r>
              <a:rPr lang="en-US" sz="9600" b="1" dirty="0">
                <a:latin typeface="Times New Roman (Headings)"/>
                <a:cs typeface="Arial" panose="020B0604020202020204" pitchFamily="34" charset="0"/>
              </a:rPr>
              <a:t>Vinh </a:t>
            </a:r>
            <a:r>
              <a:rPr lang="en-US" sz="9600" b="1" dirty="0" err="1">
                <a:latin typeface="Times New Roman (Headings)"/>
                <a:cs typeface="Arial" panose="020B0604020202020204" pitchFamily="34" charset="0"/>
              </a:rPr>
              <a:t>danh</a:t>
            </a:r>
            <a:r>
              <a:rPr lang="en-US" sz="9600" b="1" dirty="0">
                <a:latin typeface="Times New Roman (Headings)"/>
                <a:cs typeface="Arial" panose="020B0604020202020204" pitchFamily="34" charset="0"/>
              </a:rPr>
              <a:t> Thiên Chúa </a:t>
            </a:r>
            <a:r>
              <a:rPr lang="en-US" sz="9600" b="1" dirty="0" err="1">
                <a:latin typeface="Times New Roman (Headings)"/>
                <a:cs typeface="Arial" panose="020B0604020202020204" pitchFamily="34" charset="0"/>
              </a:rPr>
              <a:t>trên</a:t>
            </a:r>
            <a:r>
              <a:rPr lang="en-US" sz="9600" b="1" dirty="0">
                <a:latin typeface="Times New Roman (Headings)"/>
                <a:cs typeface="Arial" panose="020B0604020202020204" pitchFamily="34" charset="0"/>
              </a:rPr>
              <a:t> các </a:t>
            </a:r>
            <a:r>
              <a:rPr lang="en-US" sz="9600" b="1" dirty="0" err="1">
                <a:latin typeface="Times New Roman (Headings)"/>
                <a:cs typeface="Arial" panose="020B0604020202020204" pitchFamily="34" charset="0"/>
              </a:rPr>
              <a:t>tầng</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trời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r>
              <a:rPr lang="en-US" sz="9600" b="1" dirty="0" err="1">
                <a:solidFill>
                  <a:srgbClr val="FF3399"/>
                </a:solidFill>
                <a:effectLst/>
                <a:latin typeface="Times New Roman (Headings)"/>
                <a:cs typeface="Arial" panose="020B0604020202020204" pitchFamily="34" charset="0"/>
              </a:rPr>
              <a:t>A</a:t>
            </a:r>
            <a:r>
              <a:rPr lang="en-US" sz="8800" b="1" dirty="0" err="1">
                <a:solidFill>
                  <a:srgbClr val="FF3399"/>
                </a:solidFill>
                <a:effectLst/>
                <a:latin typeface="Times New Roman (Headings)"/>
                <a:cs typeface="Arial" panose="020B0604020202020204" pitchFamily="34" charset="0"/>
              </a:rPr>
              <a:t>+</a:t>
            </a:r>
            <a:r>
              <a:rPr lang="en-US" sz="9600" b="1" dirty="0" err="1">
                <a:solidFill>
                  <a:srgbClr val="FF3399"/>
                </a:solidFill>
                <a:effectLst/>
                <a:latin typeface="Times New Roman (Headings)"/>
                <a:cs typeface="Arial" panose="020B0604020202020204" pitchFamily="34" charset="0"/>
              </a:rPr>
              <a:t>B</a:t>
            </a:r>
            <a:r>
              <a:rPr lang="en-US" sz="9600" b="1" dirty="0">
                <a:solidFill>
                  <a:srgbClr val="FF3399"/>
                </a:solidFill>
                <a:latin typeface="Times New Roman (Headings)"/>
                <a:cs typeface="Arial" panose="020B0604020202020204" pitchFamily="34" charset="0"/>
              </a:rPr>
              <a:t>:</a:t>
            </a:r>
            <a:r>
              <a:rPr lang="en-US" sz="9600" b="1" dirty="0">
                <a:solidFill>
                  <a:srgbClr val="FF3399"/>
                </a:solidFill>
                <a:effectLst/>
                <a:latin typeface="Times New Roman (Headings)"/>
                <a:cs typeface="Arial" panose="020B0604020202020204" pitchFamily="34" charset="0"/>
              </a:rPr>
              <a:t> </a:t>
            </a:r>
            <a:r>
              <a:rPr lang="vi-VN" sz="9600" b="1" dirty="0">
                <a:effectLst/>
                <a:latin typeface="Times New Roman (Headings)"/>
                <a:cs typeface="Arial" panose="020B0604020202020204" pitchFamily="34" charset="0"/>
              </a:rPr>
              <a:t>và bình an dưới thế cho người thiện tâm.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solidFill>
                  <a:srgbClr val="EE0000"/>
                </a:solidFill>
                <a:effectLst/>
                <a:latin typeface="Times New Roman (Headings)"/>
                <a:cs typeface="Arial" panose="020B0604020202020204" pitchFamily="34" charset="0"/>
              </a:rPr>
              <a:t>A: </a:t>
            </a:r>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10000" b="1" dirty="0">
                <a:solidFill>
                  <a:schemeClr val="accent1"/>
                </a:solidFill>
                <a:effectLst/>
                <a:latin typeface="Times New Roman (Headings)"/>
                <a:cs typeface="Arial" panose="020B0604020202020204" pitchFamily="34" charset="0"/>
              </a:rPr>
              <a:t>B:</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11500" b="1" dirty="0">
                <a:solidFill>
                  <a:srgbClr val="EE0000"/>
                </a:solidFill>
                <a:effectLst/>
                <a:latin typeface="Times New Roman (Headings)"/>
                <a:cs typeface="Arial" panose="020B0604020202020204" pitchFamily="34" charset="0"/>
              </a:rPr>
              <a:t>A:</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9600" b="1" dirty="0">
                <a:solidFill>
                  <a:schemeClr val="accent1"/>
                </a:solidFill>
                <a:effectLst/>
                <a:latin typeface="Times New Roman (Headings)"/>
                <a:cs typeface="Arial" panose="020B0604020202020204" pitchFamily="34" charset="0"/>
              </a:rPr>
              <a:t>B: </a:t>
            </a:r>
            <a:r>
              <a:rPr lang="en-US" sz="9600" b="1" dirty="0" err="1">
                <a:effectLst/>
                <a:latin typeface="Times New Roman (Headings)"/>
                <a:cs typeface="Arial" panose="020B0604020202020204" pitchFamily="34" charset="0"/>
              </a:rPr>
              <a:t>chúng</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tôn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vinh</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r>
              <a:rPr lang="en-US" sz="8800" b="1" spc="100" dirty="0">
                <a:solidFill>
                  <a:srgbClr val="EE0000"/>
                </a:solidFill>
                <a:effectLst/>
                <a:latin typeface="Times New Roman (Headings)"/>
                <a:cs typeface="Arial" panose="020B0604020202020204" pitchFamily="34" charset="0"/>
              </a:rPr>
              <a:t>A:</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200" b="1" dirty="0">
                <a:solidFill>
                  <a:schemeClr val="accent1"/>
                </a:solidFill>
                <a:effectLst/>
                <a:latin typeface="Times New Roman (Headings)"/>
                <a:cs typeface="Arial" panose="020B0604020202020204" pitchFamily="34" charset="0"/>
              </a:rPr>
              <a:t>B:</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A: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a:solidFill>
                  <a:schemeClr val="accent1"/>
                </a:solidFill>
                <a:effectLst/>
                <a:latin typeface="Times New Roman (Headings)"/>
                <a:cs typeface="Arial" panose="020B0604020202020204" pitchFamily="34" charset="0"/>
              </a:rPr>
              <a:t>B: </a:t>
            </a:r>
            <a:r>
              <a:rPr lang="en-US" sz="7200" b="1" dirty="0" err="1">
                <a:effectLst/>
                <a:latin typeface="Times New Roman (Headings)"/>
                <a:cs typeface="Arial" panose="020B0604020202020204" pitchFamily="34" charset="0"/>
              </a:rPr>
              <a:t>Lạy</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A: </a:t>
            </a:r>
            <a:r>
              <a:rPr lang="vi-VN" sz="8800" b="1" dirty="0">
                <a:effectLst/>
                <a:latin typeface="Times New Roman (Headings)"/>
                <a:cs typeface="Arial" panose="020B0604020202020204" pitchFamily="34" charset="0"/>
              </a:rPr>
              <a:t>Chúa xóa tội trần gian,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xin thương xót chúng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xóa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tội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khẩn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ngự bên hữu </a:t>
            </a:r>
            <a:r>
              <a:rPr lang="vi-VN" sz="8000" b="1" dirty="0" err="1">
                <a:effectLst/>
                <a:latin typeface="Times New Roman (Headings)"/>
                <a:cs typeface="Arial" panose="020B0604020202020204" pitchFamily="34" charset="0"/>
              </a:rPr>
              <a:t>Ðức</a:t>
            </a:r>
            <a:r>
              <a:rPr lang="vi-VN" sz="8000" b="1" dirty="0">
                <a:effectLst/>
                <a:latin typeface="Times New Roman (Headings)"/>
                <a:cs typeface="Arial" panose="020B0604020202020204" pitchFamily="34" charset="0"/>
              </a:rPr>
              <a:t> Chúa Cha, 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chemeClr val="accent1"/>
                </a:solidFill>
                <a:latin typeface="Times New Roman (Headings)"/>
                <a:cs typeface="Arial" panose="020B0604020202020204" pitchFamily="34" charset="0"/>
              </a:rPr>
              <a:t>B:</a:t>
            </a:r>
            <a:r>
              <a:rPr lang="en-US" sz="8800" b="1" dirty="0">
                <a:solidFill>
                  <a:schemeClr val="accent1"/>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Ðấng</a:t>
            </a:r>
            <a:r>
              <a:rPr lang="en-US" sz="8800" b="1" dirty="0">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Ðấng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Tối</a:t>
            </a:r>
            <a:r>
              <a:rPr lang="en-US" sz="8000" b="1" dirty="0">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err="1">
                <a:solidFill>
                  <a:srgbClr val="FF3399"/>
                </a:solidFill>
                <a:latin typeface="Times New Roman (Headings)"/>
                <a:cs typeface="Arial" panose="020B0604020202020204" pitchFamily="34" charset="0"/>
              </a:rPr>
              <a:t>A+B</a:t>
            </a:r>
            <a:r>
              <a:rPr lang="en-US" sz="7200" b="1" dirty="0">
                <a:solidFill>
                  <a:srgbClr val="FF3399"/>
                </a:solidFill>
                <a:latin typeface="Times New Roman (Headings)"/>
                <a:cs typeface="Arial" panose="020B0604020202020204" pitchFamily="34" charset="0"/>
              </a:rPr>
              <a:t>: </a:t>
            </a:r>
            <a:r>
              <a:rPr lang="en-US" sz="7200" b="1" dirty="0" err="1">
                <a:latin typeface="Times New Roman (Headings)"/>
                <a:cs typeface="Arial" panose="020B0604020202020204" pitchFamily="34" charset="0"/>
              </a:rPr>
              <a:t>C</a:t>
            </a:r>
            <a:r>
              <a:rPr lang="en-US" sz="7200" b="1" dirty="0" err="1">
                <a:effectLst/>
                <a:latin typeface="Times New Roman (Headings)"/>
                <a:cs typeface="Arial" panose="020B0604020202020204" pitchFamily="34" charset="0"/>
              </a:rPr>
              <a:t>ùng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quang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 </a:t>
            </a:r>
            <a:r>
              <a:rPr lang="en-US" sz="7200" b="1" dirty="0">
                <a:solidFill>
                  <a:srgbClr val="FF0000"/>
                </a:solidFill>
                <a:effectLst/>
                <a:latin typeface="Times New Roman (Headings)"/>
                <a:cs typeface="Arial" panose="020B0604020202020204" pitchFamily="34" charset="0"/>
              </a:rPr>
              <a:t>Amen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4835F-1588-EDA8-C8FB-078968BDF717}"/>
            </a:ext>
          </a:extLst>
        </p:cNvPr>
        <p:cNvGrpSpPr/>
        <p:nvPr/>
      </p:nvGrpSpPr>
      <p:grpSpPr>
        <a:xfrm>
          <a:off x="0" y="0"/>
          <a:ext cx="0" cy="0"/>
          <a:chOff x="0" y="0"/>
          <a:chExt cx="0" cy="0"/>
        </a:xfrm>
      </p:grpSpPr>
      <p:pic>
        <p:nvPicPr>
          <p:cNvPr id="4" name="Picture 3" descr="Có thể là hình ảnh về 1 người, tiền và văn bản cho biết 'CHỮA NHẤT χ THƯỜNG NIÊN NĂM C THIÊN CHÚA hay tiền của... &quot;Anh em không thể vừa làm tôi Thiên Chúa, vừa làm tôi Tiền của dược.&quot; [LC 16, 1-13 すあ + $'">
            <a:extLst>
              <a:ext uri="{FF2B5EF4-FFF2-40B4-BE49-F238E27FC236}">
                <a16:creationId xmlns:a16="http://schemas.microsoft.com/office/drawing/2014/main" id="{1920ADAE-044D-E88C-3ADC-C7A140E2A172}"/>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410811898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ó thể là hình ảnh về văn bản cho biết 'BÀI ĐOC 1 Bài Bàitrichsách trích íchsách NGÔN SỨ A-MOT &quot;ĐỨC Chúa chống lại những ké lấy tiền bạc mua người CO bần.&quot; [Am 8, (Am8,47] 47]'">
            <a:extLst>
              <a:ext uri="{FF2B5EF4-FFF2-40B4-BE49-F238E27FC236}">
                <a16:creationId xmlns:a16="http://schemas.microsoft.com/office/drawing/2014/main" id="{6F684A22-E73B-F71D-815B-535BC719CAB3}"/>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247250202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112</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5400" b="1" i="1" dirty="0" err="1">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5400" b="1" i="1" dirty="0">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b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br>
            <a:br>
              <a:rPr lang="en-US" sz="1050" b="1" i="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(03 </a:t>
            </a:r>
            <a:r>
              <a:rPr lang="en-US" sz="5400" b="1" dirty="0" err="1">
                <a:latin typeface="Times New Roman" panose="02020603050405020304" pitchFamily="18" charset="0"/>
                <a:ea typeface="Sans Serif Collection" panose="020B0502040504020204" pitchFamily="34" charset="0"/>
                <a:cs typeface="Times New Roman" panose="02020603050405020304" pitchFamily="18" charset="0"/>
              </a:rPr>
              <a:t>câu</a:t>
            </a: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8000" b="1" dirty="0">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1</a:t>
            </a:r>
            <a:r>
              <a:rPr lang="en-US" sz="8000" b="1" dirty="0">
                <a:effectLst/>
                <a:latin typeface="Times New Roman (Headings)"/>
                <a:cs typeface="Arial" panose="020B0604020202020204" pitchFamily="34" charset="0"/>
              </a:rPr>
              <a:t>/3</a:t>
            </a:r>
            <a:r>
              <a:rPr lang="vi-VN" sz="8000" b="1" dirty="0">
                <a:effectLst/>
                <a:latin typeface="Times New Roman (Headings)"/>
                <a:cs typeface="Arial" panose="020B0604020202020204" pitchFamily="34" charset="0"/>
              </a:rPr>
              <a:t>. Hãy ngợi khen Chúa hỡi những người tôi tớ mọi nơi.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1325-B1E9-6C1E-F9F0-0221F7960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E4449-DFB9-553F-F199-DD3FEBC15BF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Nguyện cho Danh Chúa được ngợi ca đến muôn muôn đời.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9197022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phận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thấp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hèn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8114624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C6FFA-8655-BA91-2AE7-F491CDF5A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4144B-23DE-1C8D-9267-0737B3A6202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tự</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giờ</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9346102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03DAE-E1B1-DE4C-A2A0-172663CC6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B84D4-ED87-42CF-CDED-C738DA5F6A00}"/>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2/3.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cao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cả</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siêu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việt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mọi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828697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06F1C-9708-5345-67A0-E6F7BC4A4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F4E2B-8022-A9C3-DF7D-F5CD3FBB86EF}"/>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Từ</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thiên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nhìn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thấy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khắp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cả</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địa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8783739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C52FB-AF59-F004-0E2A-67C548B2C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253186-27D5-0CE8-1B69-25297E69080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phận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thấp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hèn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1958565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BB295-19C9-98B9-C0BA-DB9217E59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1F37C-4958-DF03-6779-D63FF8AB1562}"/>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tự</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giờ</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45017238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81A67-B640-2505-647D-2036F299B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998B5-5C32-2B1F-5F98-47999D0630C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3</a:t>
            </a:r>
            <a:r>
              <a:rPr lang="en-US" sz="8000" b="1" dirty="0">
                <a:effectLst/>
                <a:latin typeface="Times New Roman (Headings)"/>
                <a:cs typeface="Arial" panose="020B0604020202020204" pitchFamily="34" charset="0"/>
              </a:rPr>
              <a:t>/3</a:t>
            </a:r>
            <a:r>
              <a:rPr lang="vi-VN" sz="8000" b="1" dirty="0">
                <a:effectLst/>
                <a:latin typeface="Times New Roman (Headings)"/>
                <a:cs typeface="Arial" panose="020B0604020202020204" pitchFamily="34" charset="0"/>
              </a:rPr>
              <a:t>. Ngài thương kẻ khó, cất nhắc bạn từ chỗ bụi tro.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4420723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1D04D-2FB5-309F-E57E-A27E69E12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BD3868-DD45-0EA8-32FB-D90C63B75392}"/>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ban vinh quang, đồng hàng với những quân vương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2716057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2A585-C291-AE54-A9FC-9ED7C8002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E3754-364D-37E5-A861-0EE683B987B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phận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thấp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hèn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1514134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9903D-5974-DCD2-3786-2A7316877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2E6DB-4218-3202-7909-F70C07D6ABD2}"/>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tự</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giờ</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66019854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4D90E-D9BC-D436-41A3-FAC25A17F207}"/>
            </a:ext>
          </a:extLst>
        </p:cNvPr>
        <p:cNvGrpSpPr/>
        <p:nvPr/>
      </p:nvGrpSpPr>
      <p:grpSpPr>
        <a:xfrm>
          <a:off x="0" y="0"/>
          <a:ext cx="0" cy="0"/>
          <a:chOff x="0" y="0"/>
          <a:chExt cx="0" cy="0"/>
        </a:xfrm>
      </p:grpSpPr>
      <p:pic>
        <p:nvPicPr>
          <p:cNvPr id="3" name="Picture 2" descr="Có thể là hình ảnh về văn bản cho biết '滑 T sa IN 안 L Pa L BÀI ĐỌC AIĐOC2 2 LOVEISKINE ν LOVE osSPaRS is ον Love DOESMOTEINY SKIND. ននា្រ្រ PaRS DoESA Bài trích thư thứ nhất của thanh Phaolo tông đỗ gửi ông Timo-thê &quot;Hãy cầu xin Thiên Chúa cho mọi người. Thiên Chúa muốn cho mọi người được cuu độ.&quot; (1Tm2,18] 18] Tm 2,'">
            <a:extLst>
              <a:ext uri="{FF2B5EF4-FFF2-40B4-BE49-F238E27FC236}">
                <a16:creationId xmlns:a16="http://schemas.microsoft.com/office/drawing/2014/main" id="{2504F9BF-23C3-E3F6-5BBC-23632DD18D33}"/>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69056756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DD975-F664-78DF-9FAE-08CA8CC83A75}"/>
            </a:ext>
          </a:extLst>
        </p:cNvPr>
        <p:cNvGrpSpPr/>
        <p:nvPr/>
      </p:nvGrpSpPr>
      <p:grpSpPr>
        <a:xfrm>
          <a:off x="0" y="0"/>
          <a:ext cx="0" cy="0"/>
          <a:chOff x="0" y="0"/>
          <a:chExt cx="0" cy="0"/>
        </a:xfrm>
      </p:grpSpPr>
      <p:pic>
        <p:nvPicPr>
          <p:cNvPr id="4" name="Picture 3" descr="Có thể là hình ảnh về 1 người, tiền và văn bản cho biết 'CHỮA NHẤT χ THƯỜNG NIÊN NĂM C THIÊN CHÚA hay tiền của... &quot;Anh em không thể vừa làm tôi Thiên Chúa, vừa làm tôi Tiền của dược.&quot; [LC 16, 1-13 すあ + $'">
            <a:extLst>
              <a:ext uri="{FF2B5EF4-FFF2-40B4-BE49-F238E27FC236}">
                <a16:creationId xmlns:a16="http://schemas.microsoft.com/office/drawing/2014/main" id="{F26F4F92-AD55-C7E3-CBDC-1168F061BB60}"/>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421377776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330199"/>
            <a:ext cx="9144000" cy="4813301"/>
          </a:xfrm>
          <a:solidFill>
            <a:schemeClr val="bg1"/>
          </a:solidFill>
        </p:spPr>
        <p:txBody>
          <a:bodyPr lIns="91440" tIns="0" rIns="91440" bIns="0">
            <a:noAutofit/>
          </a:bodyPr>
          <a:lstStyle/>
          <a:p>
            <a:r>
              <a:rPr lang="en-US" sz="8000" b="1" i="1" dirty="0">
                <a:solidFill>
                  <a:srgbClr val="EE0000"/>
                </a:solidFill>
                <a:effectLst/>
                <a:latin typeface="Times New Roman (Headings)"/>
                <a:cs typeface="Arial" panose="020B0604020202020204" pitchFamily="34" charset="0"/>
              </a:rPr>
              <a:t>All… All...</a:t>
            </a:r>
            <a:r>
              <a:rPr lang="en-US" sz="8000" b="1" dirty="0">
                <a:solidFill>
                  <a:srgbClr val="EE0000"/>
                </a:solidFill>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phán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rằng</a:t>
            </a:r>
            <a:r>
              <a:rPr lang="en-US" sz="8000" b="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Lời</a:t>
            </a:r>
            <a:r>
              <a:rPr lang="en-US" sz="8000" b="1" i="1" dirty="0">
                <a:effectLst/>
                <a:latin typeface="Times New Roman (Headings)"/>
                <a:cs typeface="Arial" panose="020B0604020202020204" pitchFamily="34" charset="0"/>
              </a:rPr>
              <a:t> Cha </a:t>
            </a:r>
            <a:r>
              <a:rPr lang="en-US" sz="8000" b="1" i="1" dirty="0" err="1">
                <a:effectLst/>
                <a:latin typeface="Times New Roman (Headings)"/>
                <a:cs typeface="Arial" panose="020B0604020202020204" pitchFamily="34" charset="0"/>
              </a:rPr>
              <a:t>là</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chân</a:t>
            </a:r>
            <a:r>
              <a:rPr lang="en-US" sz="8000" b="1" i="1" dirty="0">
                <a:effectLst/>
                <a:latin typeface="Times New Roman (Headings)"/>
                <a:cs typeface="Arial" panose="020B0604020202020204" pitchFamily="34" charset="0"/>
              </a:rPr>
              <a:t> lý, </a:t>
            </a:r>
            <a:r>
              <a:rPr lang="en-US" sz="8000" b="1" i="1" dirty="0" err="1">
                <a:effectLst/>
                <a:latin typeface="Times New Roman (Headings)"/>
                <a:cs typeface="Arial" panose="020B0604020202020204" pitchFamily="34" charset="0"/>
              </a:rPr>
              <a:t>Lời</a:t>
            </a:r>
            <a:r>
              <a:rPr lang="en-US" sz="8000" b="1" i="1" dirty="0">
                <a:effectLst/>
                <a:latin typeface="Times New Roman (Headings)"/>
                <a:cs typeface="Arial" panose="020B0604020202020204" pitchFamily="34" charset="0"/>
              </a:rPr>
              <a:t> ban </a:t>
            </a:r>
            <a:r>
              <a:rPr lang="en-US" sz="8000" b="1" i="1" dirty="0" err="1">
                <a:effectLst/>
                <a:latin typeface="Times New Roman (Headings)"/>
                <a:cs typeface="Arial" panose="020B0604020202020204" pitchFamily="34" charset="0"/>
              </a:rPr>
              <a:t>niềm</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vui</a:t>
            </a:r>
            <a:endParaRPr lang="en-US" sz="8000" b="1" i="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50800"/>
            <a:ext cx="9144000" cy="635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u="sng" dirty="0">
                <a:solidFill>
                  <a:srgbClr val="FF0000"/>
                </a:solidFill>
                <a:latin typeface="Times New Roman" panose="02020603050405020304" pitchFamily="18" charset="0"/>
                <a:cs typeface="Times New Roman" panose="02020603050405020304" pitchFamily="18" charset="0"/>
              </a:rPr>
              <a:t>TUNG </a:t>
            </a:r>
            <a:r>
              <a:rPr lang="en-US" sz="3200" b="1" u="sng" dirty="0" err="1">
                <a:solidFill>
                  <a:srgbClr val="FF0000"/>
                </a:solidFill>
                <a:latin typeface="Times New Roman" panose="02020603050405020304" pitchFamily="18" charset="0"/>
                <a:cs typeface="Times New Roman" panose="02020603050405020304" pitchFamily="18" charset="0"/>
              </a:rPr>
              <a:t>HÔ</a:t>
            </a:r>
            <a:r>
              <a:rPr lang="en-US" sz="3200" b="1" u="sng" dirty="0">
                <a:solidFill>
                  <a:srgbClr val="FF0000"/>
                </a:solidFill>
                <a:latin typeface="Times New Roman" panose="02020603050405020304" pitchFamily="18" charset="0"/>
                <a:cs typeface="Times New Roman" panose="02020603050405020304" pitchFamily="18" charset="0"/>
              </a:rPr>
              <a:t> TIN </a:t>
            </a:r>
            <a:r>
              <a:rPr lang="en-US" sz="3200" b="1" u="sng" dirty="0" err="1">
                <a:solidFill>
                  <a:srgbClr val="FF0000"/>
                </a:solidFill>
                <a:latin typeface="Times New Roman" panose="02020603050405020304" pitchFamily="18" charset="0"/>
                <a:cs typeface="Times New Roman" panose="02020603050405020304" pitchFamily="18" charset="0"/>
              </a:rPr>
              <a:t>MỪNG</a:t>
            </a:r>
            <a:endParaRPr lang="vi-VN" sz="32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65F3-7093-0EC2-264B-B9FBEDD05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9FB56-98B7-8F01-187F-0001B0B908B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i="1" dirty="0" err="1">
                <a:effectLst/>
                <a:latin typeface="Times New Roman (Headings)"/>
                <a:cs typeface="Arial" panose="020B0604020202020204" pitchFamily="34" charset="0"/>
              </a:rPr>
              <a:t>sống</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xin</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Ngài</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thánh</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hoá</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chúng</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trong</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sự</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thật</a:t>
            </a:r>
            <a:r>
              <a:rPr lang="en-US" sz="8000" b="1" dirty="0">
                <a:latin typeface="Times New Roman (Headings)"/>
                <a:cs typeface="Arial" panose="020B0604020202020204" pitchFamily="34" charset="0"/>
              </a:rPr>
              <a:t>”.</a:t>
            </a:r>
            <a:br>
              <a:rPr lang="en-US" sz="8000" b="1" dirty="0">
                <a:latin typeface="Times New Roman (Headings)"/>
                <a:cs typeface="Arial" panose="020B0604020202020204" pitchFamily="34" charset="0"/>
              </a:rPr>
            </a:br>
            <a:r>
              <a:rPr lang="en-US" sz="8000" b="1" i="1" dirty="0">
                <a:solidFill>
                  <a:srgbClr val="EE0000"/>
                </a:solidFill>
                <a:latin typeface="Times New Roman (Headings)"/>
                <a:cs typeface="Arial" panose="020B0604020202020204" pitchFamily="34" charset="0"/>
              </a:rPr>
              <a:t>All…All…</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1908389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8FCBC-C40A-B889-6783-0AF70B3949F6}"/>
            </a:ext>
          </a:extLst>
        </p:cNvPr>
        <p:cNvGrpSpPr/>
        <p:nvPr/>
      </p:nvGrpSpPr>
      <p:grpSpPr>
        <a:xfrm>
          <a:off x="0" y="0"/>
          <a:ext cx="0" cy="0"/>
          <a:chOff x="0" y="0"/>
          <a:chExt cx="0" cy="0"/>
        </a:xfrm>
      </p:grpSpPr>
      <p:pic>
        <p:nvPicPr>
          <p:cNvPr id="2" name="Picture 1" descr="Có thể là hình ảnh về 1 người và văn bản cho biết '$ TIN MỪNG CHÚA GIÊSU KITÔ Theo Thánh Luca &quot;Anh em không thể vừa làm tôi Thiên Chúa, vữa làm tôi Tiền của được.&quot; [LC 16, 113'">
            <a:extLst>
              <a:ext uri="{FF2B5EF4-FFF2-40B4-BE49-F238E27FC236}">
                <a16:creationId xmlns:a16="http://schemas.microsoft.com/office/drawing/2014/main" id="{C49C8E9C-759C-1E4D-44D7-58AE250127EE}"/>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389242039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CT: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toàn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năng</a:t>
            </a:r>
            <a:r>
              <a:rPr lang="en-US" sz="88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hữu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Ki-</a:t>
            </a:r>
            <a:r>
              <a:rPr lang="en-US" sz="8800" b="1" dirty="0" err="1">
                <a:effectLst/>
                <a:latin typeface="Times New Roman (Headings)"/>
                <a:cs typeface="Arial" panose="020B0604020202020204" pitchFamily="34" charset="0"/>
              </a:rPr>
              <a:t>tô</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sinh bởi Đức Chúa Cha từ trước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nhờ Người mà muôn vật được tạo thành.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chịu đóng đinh vào thập giá vì chúng ta,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a:t>
            </a:r>
            <a:r>
              <a:rPr lang="vi-VN" sz="7200" b="1" dirty="0">
                <a:effectLst/>
                <a:latin typeface="Times New Roman (Headings)"/>
                <a:cs typeface="Arial" panose="020B0604020202020204" pitchFamily="34" charset="0"/>
              </a:rPr>
              <a:t>Phong-xi</a:t>
            </a:r>
            <a:r>
              <a:rPr lang="en-US" sz="7200" b="1" dirty="0">
                <a:effectLst/>
                <a:latin typeface="Times New Roman (Headings)"/>
                <a:cs typeface="Arial" panose="020B0604020202020204" pitchFamily="34" charset="0"/>
              </a:rPr>
              <a:t>-</a:t>
            </a:r>
            <a:r>
              <a:rPr lang="vi-VN" sz="7200" b="1" dirty="0">
                <a:effectLst/>
                <a:latin typeface="Times New Roman (Headings)"/>
                <a:cs typeface="Arial" panose="020B0604020202020204" pitchFamily="34" charset="0"/>
              </a:rPr>
              <a:t>ô</a:t>
            </a:r>
            <a:r>
              <a:rPr lang="en-US" sz="8000" b="1" dirty="0">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lên trời, ngự bên hữu Đức Chúa Cha.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Tôi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kính</a:t>
            </a:r>
            <a:r>
              <a:rPr lang="en-US" sz="7200" b="1" dirty="0">
                <a:effectLst/>
                <a:latin typeface="Times New Roman (Headings)"/>
                <a:cs typeface="Arial" panose="020B0604020202020204" pitchFamily="34" charset="0"/>
              </a:rPr>
              <a:t> Đức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Đấng</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sự</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sống</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Người được phụng thờ và tôn vinh cùng với Đức Chúa Cha và Đức Chúa Con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3B0EB-A4A4-4A23-458A-F7627B133E96}"/>
            </a:ext>
          </a:extLst>
        </p:cNvPr>
        <p:cNvGrpSpPr/>
        <p:nvPr/>
      </p:nvGrpSpPr>
      <p:grpSpPr>
        <a:xfrm>
          <a:off x="0" y="0"/>
          <a:ext cx="0" cy="0"/>
          <a:chOff x="0" y="0"/>
          <a:chExt cx="0" cy="0"/>
        </a:xfrm>
      </p:grpSpPr>
      <p:pic>
        <p:nvPicPr>
          <p:cNvPr id="4" name="Picture 3" descr="Có thể là hình ảnh về 1 người, tiền và văn bản cho biết 'CHỮA NHẤT χ THƯỜNG NIÊN NĂM C THIÊN CHÚA hay tiền của... &quot;Anh em không thể vừa làm tôi Thiên Chúa, vừa làm tôi Tiền của dược.&quot; [LC 16, 1-13 すあ + $'">
            <a:extLst>
              <a:ext uri="{FF2B5EF4-FFF2-40B4-BE49-F238E27FC236}">
                <a16:creationId xmlns:a16="http://schemas.microsoft.com/office/drawing/2014/main" id="{A036D581-1BDD-706C-5774-D05830A34B40}"/>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74793426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CHÚA</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Phanxico</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1.Này</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hoa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màu</a:t>
            </a:r>
            <a:r>
              <a:rPr lang="en-US" sz="8000" b="1" dirty="0">
                <a:effectLst/>
                <a:latin typeface="Times New Roman (Headings)"/>
                <a:cs typeface="Arial" panose="020B0604020202020204" pitchFamily="34" charset="0"/>
              </a:rPr>
              <a:t> Chúa ban, </a:t>
            </a:r>
          </a:p>
        </p:txBody>
      </p:sp>
    </p:spTree>
    <p:extLst>
      <p:ext uri="{BB962C8B-B14F-4D97-AF65-F5344CB8AC3E}">
        <p14:creationId xmlns:p14="http://schemas.microsoft.com/office/powerpoint/2010/main" val="56042738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trái nho thơm nồng hạt lúa ngát hương đồng bàn tay bao khổ công.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A798-468A-0C11-83D1-031682B0E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27F0-AE5E-C1DC-08E6-F61BE14EB7A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Cùng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đoái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4684188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3D4B9-C3AA-6EF1-C882-36B9C015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CFB18-3164-7B4C-0B8E-C64AD810463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và nguyện đổ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xuống muôn ơn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luôn</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triền miên.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760317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E42AD-5EBF-F7CC-398D-37C1E4499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EA90A-5ECD-6BF5-A5A8-C396E82C1E0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2. </a:t>
            </a:r>
            <a:r>
              <a:rPr lang="en-US" sz="8000" b="1" dirty="0" err="1">
                <a:effectLst/>
                <a:latin typeface="Times New Roman (Headings)"/>
                <a:cs typeface="Arial" panose="020B0604020202020204" pitchFamily="34" charset="0"/>
              </a:rPr>
              <a:t>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trót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69955481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6B9B0-BE66-6CF2-BF95-28C7B5990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527F1-7C56-B518-323F-4C0383CC23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7200" b="1" dirty="0">
                <a:effectLst/>
                <a:latin typeface="Times New Roman (Headings)"/>
                <a:cs typeface="Arial" panose="020B0604020202020204" pitchFamily="34" charset="0"/>
              </a:rPr>
              <a:t>Chúa như suối nguồn gội mát những tâm hồn ngày đêm luôn </a:t>
            </a:r>
            <a:br>
              <a:rPr lang="en-US" sz="7200" b="1" dirty="0">
                <a:effectLst/>
                <a:latin typeface="Times New Roman (Headings)"/>
                <a:cs typeface="Arial" panose="020B0604020202020204" pitchFamily="34" charset="0"/>
              </a:rPr>
            </a:br>
            <a:r>
              <a:rPr lang="vi-VN" sz="7200" b="1" dirty="0">
                <a:effectLst/>
                <a:latin typeface="Times New Roman (Headings)"/>
                <a:cs typeface="Arial" panose="020B0604020202020204" pitchFamily="34" charset="0"/>
              </a:rPr>
              <a:t>cậy trông</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5790766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0C879-3B98-4161-8C6E-E03E15F18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FC37F-2071-F8BB-4DDE-1F683E8EC7E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Cùng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đoái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8342228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06476-46AA-3628-69E3-FEBDE7027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CED54-3DA3-D702-DF7A-4C4ACED846E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và nguyện đổ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xuống muôn ơn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luôn</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triền miên.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5990590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CE83-6FFE-05A7-C833-970A7E83C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04621-7A4F-B40E-B19B-14EE13773F3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3.Nguyện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hồn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343659209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60BA4-5B58-1276-E5DB-D682EEA34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1F1B5-CD98-81C3-4814-B3DBA1A630E5}"/>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err="1">
                <a:effectLst/>
                <a:latin typeface="Times New Roman (Headings)"/>
                <a:cs typeface="Arial" panose="020B0604020202020204" pitchFamily="34" charset="0"/>
              </a:rPr>
              <a:t>biết</a:t>
            </a:r>
            <a:r>
              <a:rPr lang="en-US" sz="7200" b="1" dirty="0">
                <a:effectLst/>
                <a:latin typeface="Times New Roman (Headings)"/>
                <a:cs typeface="Arial" panose="020B0604020202020204" pitchFamily="34" charset="0"/>
              </a:rPr>
              <a:t> bao </a:t>
            </a:r>
            <a:r>
              <a:rPr lang="en-US" sz="7200" b="1" dirty="0" err="1">
                <a:effectLst/>
                <a:latin typeface="Times New Roman (Headings)"/>
                <a:cs typeface="Arial" panose="020B0604020202020204" pitchFamily="34" charset="0"/>
              </a:rPr>
              <a:t>lỗi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lầm</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mà</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vẫn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rộng</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muôn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hồng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ân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3515812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06D4E-2F9C-CB84-1246-193D6CB0B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7ED29-E8EE-D423-036B-E8C8F5E80D6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Cùng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đoái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2810601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118D7-598E-F691-EFCD-7348674D8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002FB-CEAE-BB77-95CB-ADAABA6E8F9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và nguyện đổ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xuống muôn ơn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luôn</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triền miên.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2782166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C783-343F-41E1-A9A3-C0E589351673}"/>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9CCBCF23-AD9F-5D42-DBB7-995EE45D93F5}"/>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171511861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8800" b="1" dirty="0">
                <a:latin typeface="Times New Roman (Headings)"/>
                <a:cs typeface="Arial" panose="020B0604020202020204" pitchFamily="34" charset="0"/>
              </a:rPr>
              <a:t>Chúa </a:t>
            </a:r>
            <a:r>
              <a:rPr lang="en-US" sz="8800" b="1" dirty="0" err="1">
                <a:latin typeface="Times New Roman (Headings)"/>
                <a:cs typeface="Arial" panose="020B0604020202020204" pitchFamily="34" charset="0"/>
              </a:rPr>
              <a:t>phán</a:t>
            </a:r>
            <a:r>
              <a:rPr lang="en-US" sz="8800" b="1" dirty="0">
                <a:latin typeface="Times New Roman (Headings)"/>
                <a:cs typeface="Arial" panose="020B0604020202020204" pitchFamily="34" charset="0"/>
              </a:rPr>
              <a:t>: Ta </a:t>
            </a:r>
            <a:r>
              <a:rPr lang="en-US" sz="8800" b="1" dirty="0" err="1">
                <a:latin typeface="Times New Roman (Headings)"/>
                <a:cs typeface="Arial" panose="020B0604020202020204" pitchFamily="34" charset="0"/>
              </a:rPr>
              <a:t>là</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mục</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tử</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tốt</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lành</a:t>
            </a:r>
            <a:r>
              <a:rPr lang="en-US" sz="8800" b="1" dirty="0">
                <a:latin typeface="Times New Roman (Headings)"/>
                <a:cs typeface="Arial" panose="020B0604020202020204" pitchFamily="34" charset="0"/>
              </a:rPr>
              <a:t>, ta </a:t>
            </a:r>
            <a:r>
              <a:rPr lang="en-US" sz="8800" b="1" dirty="0" err="1">
                <a:latin typeface="Times New Roman (Headings)"/>
                <a:cs typeface="Arial" panose="020B0604020202020204" pitchFamily="34" charset="0"/>
              </a:rPr>
              <a:t>biết</a:t>
            </a:r>
            <a:r>
              <a:rPr lang="en-US" sz="8800" b="1" dirty="0">
                <a:latin typeface="Times New Roman (Headings)"/>
                <a:cs typeface="Arial" panose="020B0604020202020204" pitchFamily="34" charset="0"/>
              </a:rPr>
              <a:t> các </a:t>
            </a:r>
            <a:r>
              <a:rPr lang="en-US" sz="8800" b="1" dirty="0" err="1">
                <a:latin typeface="Times New Roman (Headings)"/>
                <a:cs typeface="Arial" panose="020B0604020202020204" pitchFamily="34" charset="0"/>
              </a:rPr>
              <a:t>chiên</a:t>
            </a:r>
            <a:r>
              <a:rPr lang="en-US" sz="8800" b="1" dirty="0">
                <a:latin typeface="Times New Roman (Headings)"/>
                <a:cs typeface="Arial" panose="020B0604020202020204" pitchFamily="34" charset="0"/>
              </a:rPr>
              <a:t> Ta</a:t>
            </a:r>
          </a:p>
        </p:txBody>
      </p:sp>
      <p:sp>
        <p:nvSpPr>
          <p:cNvPr id="6" name="Title 1">
            <a:extLst>
              <a:ext uri="{FF2B5EF4-FFF2-40B4-BE49-F238E27FC236}">
                <a16:creationId xmlns:a16="http://schemas.microsoft.com/office/drawing/2014/main" id="{7245C7E0-AD08-9DB0-D243-A28F8F7A3746}"/>
              </a:ext>
            </a:extLst>
          </p:cNvPr>
          <p:cNvSpPr txBox="1">
            <a:spLocks/>
          </p:cNvSpPr>
          <p:nvPr/>
        </p:nvSpPr>
        <p:spPr>
          <a:xfrm>
            <a:off x="736600" y="0"/>
            <a:ext cx="7670800" cy="5080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233A-A4C7-EB77-3144-78F6A55B2E0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85E8734-82AC-62FA-FB99-277D354A2C19}"/>
              </a:ext>
            </a:extLst>
          </p:cNvPr>
          <p:cNvSpPr txBox="1">
            <a:spLocks/>
          </p:cNvSpPr>
          <p:nvPr/>
        </p:nvSpPr>
        <p:spPr>
          <a:xfrm>
            <a:off x="0" y="1"/>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8800" b="1" dirty="0" err="1">
                <a:latin typeface="Times New Roman (Headings)"/>
                <a:cs typeface="Arial" panose="020B0604020202020204" pitchFamily="34" charset="0"/>
              </a:rPr>
              <a:t>và</a:t>
            </a:r>
            <a:r>
              <a:rPr lang="en-US" sz="8800" b="1" dirty="0">
                <a:latin typeface="Times New Roman (Headings)"/>
                <a:cs typeface="Arial" panose="020B0604020202020204" pitchFamily="34" charset="0"/>
              </a:rPr>
              <a:t> các </a:t>
            </a:r>
            <a:r>
              <a:rPr lang="en-US" sz="8800" b="1" dirty="0" err="1">
                <a:latin typeface="Times New Roman (Headings)"/>
                <a:cs typeface="Arial" panose="020B0604020202020204" pitchFamily="34" charset="0"/>
              </a:rPr>
              <a:t>chiên</a:t>
            </a:r>
            <a:r>
              <a:rPr lang="en-US" sz="8800" b="1" dirty="0">
                <a:latin typeface="Times New Roman (Headings)"/>
                <a:cs typeface="Arial" panose="020B0604020202020204" pitchFamily="34" charset="0"/>
              </a:rPr>
              <a:t> Ta </a:t>
            </a:r>
            <a:r>
              <a:rPr lang="en-US" sz="8800" b="1" dirty="0" err="1">
                <a:latin typeface="Times New Roman (Headings)"/>
                <a:cs typeface="Arial" panose="020B0604020202020204" pitchFamily="34" charset="0"/>
              </a:rPr>
              <a:t>biết</a:t>
            </a:r>
            <a:r>
              <a:rPr lang="en-US" sz="8800" b="1" dirty="0">
                <a:latin typeface="Times New Roman (Headings)"/>
                <a:cs typeface="Arial" panose="020B0604020202020204" pitchFamily="34" charset="0"/>
              </a:rPr>
              <a:t> Ta.</a:t>
            </a:r>
          </a:p>
        </p:txBody>
      </p:sp>
    </p:spTree>
    <p:extLst>
      <p:ext uri="{BB962C8B-B14F-4D97-AF65-F5344CB8AC3E}">
        <p14:creationId xmlns:p14="http://schemas.microsoft.com/office/powerpoint/2010/main" val="304456690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CON KHÔNG XIN</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Ngọc Linh)</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1. Con </a:t>
            </a:r>
            <a:r>
              <a:rPr lang="en-US" sz="8800" b="1" dirty="0" err="1">
                <a:effectLst/>
                <a:latin typeface="Times New Roman (Headings)"/>
                <a:cs typeface="Arial" panose="020B0604020202020204" pitchFamily="34" charset="0"/>
              </a:rPr>
              <a:t>không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bạc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tiền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hoen</a:t>
            </a:r>
            <a:r>
              <a:rPr lang="en-US" sz="8800" b="1" dirty="0">
                <a:effectLst/>
                <a:latin typeface="Times New Roman (Headings)"/>
                <a:cs typeface="Arial" panose="020B0604020202020204" pitchFamily="34" charset="0"/>
              </a:rPr>
              <a:t> ố </a:t>
            </a:r>
            <a:r>
              <a:rPr lang="en-US" sz="8800" b="1" dirty="0" err="1">
                <a:effectLst/>
                <a:latin typeface="Times New Roman (Headings)"/>
                <a:cs typeface="Arial" panose="020B0604020202020204" pitchFamily="34" charset="0"/>
              </a:rPr>
              <a:t>đôi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tay</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52153937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con không cầu danh vọng làm hư mất lương tri.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DE67-0396-4438-3555-C90668888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FACCA-2CF0-D1A9-EA52-B49B03B9CD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Xin gian nan khốn cùng, gửi đến trong thường ngày,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924329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con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lấy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máu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hồng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tế</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hôm</a:t>
            </a:r>
            <a:r>
              <a:rPr lang="en-US" sz="8800" b="1" dirty="0">
                <a:effectLst/>
                <a:latin typeface="Times New Roman (Headings)"/>
                <a:cs typeface="Arial" panose="020B0604020202020204" pitchFamily="34" charset="0"/>
              </a:rPr>
              <a:t> nay.</a:t>
            </a:r>
          </a:p>
        </p:txBody>
      </p:sp>
    </p:spTree>
    <p:extLst>
      <p:ext uri="{BB962C8B-B14F-4D97-AF65-F5344CB8AC3E}">
        <p14:creationId xmlns:p14="http://schemas.microsoft.com/office/powerpoint/2010/main" val="364124727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A6884-A021-B950-A22D-6F3D8AC42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C2E8D-DEBD-2AEC-3484-487E1D367F0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ÐK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dẫn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còn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lo </a:t>
            </a:r>
            <a:r>
              <a:rPr lang="en-US" sz="8000" b="1" dirty="0" err="1">
                <a:effectLst/>
                <a:latin typeface="Times New Roman (Headings)"/>
                <a:cs typeface="Arial" panose="020B0604020202020204" pitchFamily="34" charset="0"/>
              </a:rPr>
              <a:t>gì</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Bao nhiêu cơn giông tố,</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9615052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6BFD4-977A-E650-4F33-DEC77084E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836D7-5340-3D50-9EA2-6F02B487B4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vững niềm tin ra khơi. Trên đôi môi rạng ngời, tim con mãi rung động.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9283041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54A6C-AEF8-0C0F-1152-2A78C79FB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0B077-D1C2-2743-7BB3-3D200C01CDB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Tin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tay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đâu</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lẻ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loi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97869449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72044-3C82-F13E-4EE4-BAE5A0D3E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C368D-C908-9492-8933-1F8BEF29D07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2. Con </a:t>
            </a:r>
            <a:r>
              <a:rPr lang="en-US" sz="8800" b="1" dirty="0" err="1">
                <a:effectLst/>
                <a:latin typeface="Times New Roman (Headings)"/>
                <a:cs typeface="Arial" panose="020B0604020202020204" pitchFamily="34" charset="0"/>
              </a:rPr>
              <a:t>không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cuộc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hạnh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mong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manh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39353100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23272-1DBB-2DD1-B27F-8561D4CC6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86366-734B-1FE2-32BD-75989C4D2265}"/>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con không cầu mối tình vùi thân chốn điêu linh.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8302752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3234E-85F6-A618-3090-60414F503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26EE0-0EBC-DA9B-5E64-BD8381C6C23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Xin giam nơi hãi hùng để thấy con kiên cường,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8931899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4AA33-EABF-2A09-F5ED-B7D58DD26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D3C9B-6951-89A1-7E2F-B7BE7E174DE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trong giông tố bão bùng con vững bước ung dung.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3550357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4030B-A259-0B82-CF16-D48BB747C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343C1-8F3B-7A33-0B55-D57AB667EFA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ÐK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dẫn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còn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lo </a:t>
            </a:r>
            <a:r>
              <a:rPr lang="en-US" sz="8000" b="1" dirty="0" err="1">
                <a:effectLst/>
                <a:latin typeface="Times New Roman (Headings)"/>
                <a:cs typeface="Arial" panose="020B0604020202020204" pitchFamily="34" charset="0"/>
              </a:rPr>
              <a:t>gì</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Bao nhiêu cơn giông tố,</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8961734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32790-E21C-FDAE-282B-B944BE96C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6572D-A7BC-7375-FDA0-DDB9CACA5A4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vững niềm tin ra khơi. Trên đôi môi rạng ngời, tim con mãi rung động.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0850808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3F770-C3E9-7C0C-F77D-28967DE74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516E2-1E56-A0EB-86CA-0D53B3E50C1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Tin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tay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đâu</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lẻ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loi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04188525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14ADE-33DC-BD2E-4EEC-373153358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7FCB0-87AE-8AD5-2D5E-3166B92A09F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3. Con </a:t>
            </a:r>
            <a:r>
              <a:rPr lang="en-US" sz="8800" b="1" dirty="0" err="1">
                <a:effectLst/>
                <a:latin typeface="Times New Roman (Headings)"/>
                <a:cs typeface="Arial" panose="020B0604020202020204" pitchFamily="34" charset="0"/>
              </a:rPr>
              <a:t>không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ngọt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bùi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lãng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chua</a:t>
            </a:r>
            <a:r>
              <a:rPr lang="en-US" sz="8800" b="1" dirty="0">
                <a:effectLst/>
                <a:latin typeface="Times New Roman (Headings)"/>
                <a:cs typeface="Arial" panose="020B0604020202020204" pitchFamily="34" charset="0"/>
              </a:rPr>
              <a:t> cay,</a:t>
            </a:r>
          </a:p>
        </p:txBody>
      </p:sp>
    </p:spTree>
    <p:extLst>
      <p:ext uri="{BB962C8B-B14F-4D97-AF65-F5344CB8AC3E}">
        <p14:creationId xmlns:p14="http://schemas.microsoft.com/office/powerpoint/2010/main" val="103130774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0FAC4-34A5-2AC7-1DB1-E798E195E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97759-6411-1019-D867-ABEF9D0E446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con không cầu yên hàn vùi sâu những thương đau.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1859852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BF274-24CB-0084-E75F-527DA6AF4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1CCBA-5DC1-F999-742F-1B152FF428F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Xin giam nơi hãi hùng để thấy con kiên cường,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6494875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64C9F-B184-45C8-5701-EC1AA9A56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80A6A-B437-97BE-0EAB-2DE3DA90786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trong giông tố bão bùng con vững bước ung dung.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3676050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A2CB5-3372-38F6-6BBD-4517078DD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640A2-2C37-5464-502B-6C553C4C8CC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ÐK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dẫn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còn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lo </a:t>
            </a:r>
            <a:r>
              <a:rPr lang="en-US" sz="8000" b="1" dirty="0" err="1">
                <a:effectLst/>
                <a:latin typeface="Times New Roman (Headings)"/>
                <a:cs typeface="Arial" panose="020B0604020202020204" pitchFamily="34" charset="0"/>
              </a:rPr>
              <a:t>gì</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Bao nhiêu cơn giông tố,</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534041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9EF2A-1ED9-79CB-0221-C6356DC79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A9B9E-9F37-635D-D80E-DD708C97A89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vững niềm tin ra khơi. Trên đôi môi rạng ngời, tim con mãi rung động.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6756524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C3970-06A2-72B7-1549-D8A6C50EE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97EDD-2A83-3C42-0016-28EF5C13AF1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Tin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tay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đâu</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lẻ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loi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2452594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4DA11-31D8-5F53-0EE9-43D9A2C40258}"/>
            </a:ext>
          </a:extLst>
        </p:cNvPr>
        <p:cNvGrpSpPr/>
        <p:nvPr/>
      </p:nvGrpSpPr>
      <p:grpSpPr>
        <a:xfrm>
          <a:off x="0" y="0"/>
          <a:ext cx="0" cy="0"/>
          <a:chOff x="0" y="0"/>
          <a:chExt cx="0" cy="0"/>
        </a:xfrm>
      </p:grpSpPr>
      <p:pic>
        <p:nvPicPr>
          <p:cNvPr id="4" name="Picture 3" descr="Có thể là hình ảnh về 1 người, tiền và văn bản cho biết 'CHỮA NHẤT χ THƯỜNG NIÊN NĂM C THIÊN CHÚA hay tiền của... &quot;Anh em không thể vừa làm tôi Thiên Chúa, vừa làm tôi Tiền của dược.&quot; [LC 16, 1-13 すあ + $'">
            <a:extLst>
              <a:ext uri="{FF2B5EF4-FFF2-40B4-BE49-F238E27FC236}">
                <a16:creationId xmlns:a16="http://schemas.microsoft.com/office/drawing/2014/main" id="{EC80BDFA-28D4-0B6D-E326-631BED371887}"/>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147515022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XIN VÂNG 1</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Mi </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Trầm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1. Mẹ ơi! Ðời con dõi bước theo Mẹ, lòng con quyết noi gương Mẹ,</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xin Mẹ dạy con hai tiếng xin vâng. Mẹ ơi! Ðường đi trăm ngàn nguy khó,</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5844606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hiểm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nguy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đó</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dạy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hai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6430146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ÐK</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dạy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hai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76382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41108-3CE4-AE96-4B75-20B7ECFD0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C2EF0-2FB2-F812-E5F1-D67AE30963F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Hôm</a:t>
            </a:r>
            <a:r>
              <a:rPr lang="en-US" sz="8800" b="1" dirty="0">
                <a:effectLst/>
                <a:latin typeface="Times New Roman (Headings)"/>
                <a:cs typeface="Arial" panose="020B0604020202020204" pitchFamily="34" charset="0"/>
              </a:rPr>
              <a:t> qua </a:t>
            </a:r>
            <a:r>
              <a:rPr lang="en-US" sz="8800" b="1" dirty="0" err="1">
                <a:effectLst/>
                <a:latin typeface="Times New Roman (Headings)"/>
                <a:cs typeface="Arial" panose="020B0604020202020204" pitchFamily="34" charset="0"/>
              </a:rPr>
              <a:t>hôm</a:t>
            </a:r>
            <a:r>
              <a:rPr lang="en-US" sz="8800" b="1" dirty="0">
                <a:effectLst/>
                <a:latin typeface="Times New Roman (Headings)"/>
                <a:cs typeface="Arial" panose="020B0604020202020204" pitchFamily="34" charset="0"/>
              </a:rPr>
              <a:t> nay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mai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52261112"/>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96928-79ED-5CDB-7DCA-53B37B916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AA43F-1B75-78AD-5F13-9382027DDEC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Mẹ dạy con hai tiếng xin vâng. Hôm nay tương lai và suốt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9189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5A98B-DEBB-F18B-1123-6A965AB6FDD7}"/>
            </a:ext>
          </a:extLst>
        </p:cNvPr>
        <p:cNvGrpSpPr/>
        <p:nvPr/>
      </p:nvGrpSpPr>
      <p:grpSpPr>
        <a:xfrm>
          <a:off x="0" y="0"/>
          <a:ext cx="0" cy="0"/>
          <a:chOff x="0" y="0"/>
          <a:chExt cx="0" cy="0"/>
        </a:xfrm>
      </p:grpSpPr>
      <p:pic>
        <p:nvPicPr>
          <p:cNvPr id="4" name="Picture 3" descr="Có thể là hình ảnh về 1 người, tiền và văn bản cho biết 'CHỮA NHẤT χ THƯỜNG NIÊN NĂM C THIÊN CHÚA hay tiền của... &quot;Anh em không thể vừa làm tôi Thiên Chúa, vừa làm tôi Tiền của dược.&quot; [LC 16, 1-13 すあ + $'">
            <a:extLst>
              <a:ext uri="{FF2B5EF4-FFF2-40B4-BE49-F238E27FC236}">
                <a16:creationId xmlns:a16="http://schemas.microsoft.com/office/drawing/2014/main" id="{E5648979-D22A-F507-ADB4-836F5B672F92}"/>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3122206280"/>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1196</TotalTime>
  <Words>4091</Words>
  <Application>Microsoft Office PowerPoint</Application>
  <PresentationFormat>On-screen Show (16:9)</PresentationFormat>
  <Paragraphs>388</Paragraphs>
  <Slides>237</Slides>
  <Notes>76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237</vt:i4>
      </vt:variant>
    </vt:vector>
  </HeadingPairs>
  <TitlesOfParts>
    <vt:vector size="244"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DẪN ĐƯA CON ĐI (Lm. Kim Long)</vt:lpstr>
      <vt:lpstr>ĐK. Ánh sáng và chân lý Chúa xin dẫn bước con đi.</vt:lpstr>
      <vt:lpstr>Tiến mãi về trên núi Thánh, về chốn quang minh Ngài.</vt:lpstr>
      <vt:lpstr>1. Con sẽ tiến tới bàn thờ Chúa, gần Ngài lòng con sướng vui.</vt:lpstr>
      <vt:lpstr>Con sẽ nảy đàn tuyên xưng Chúa, rằng Ngài là Thượng đế con.</vt:lpstr>
      <vt:lpstr>ĐK. Ánh sáng và chân lý Chúa xin dẫn bước con đi.</vt:lpstr>
      <vt:lpstr>Tiến mãi về trên núi Thánh, về chốn quang minh Ngài.</vt:lpstr>
      <vt:lpstr>2. Sao Chúa nỡ chối từ ruồng rẫy, vì Ngài là nơi  náu thân.</vt:lpstr>
      <vt:lpstr>Sao Chúa để con điêu linh mãi, bị địch thù uy  hiếp luôn.</vt:lpstr>
      <vt:lpstr>ĐK. Ánh sáng và chân lý Chúa xin dẫn bước con đi.</vt:lpstr>
      <vt:lpstr>Tiến mãi về trên núi Thánh, về chốn quang minh Ngài.</vt:lpstr>
      <vt:lpstr>PowerPoint Presentation</vt:lpstr>
      <vt:lpstr>KINH VINH DANH</vt:lpstr>
      <vt:lpstr>A+B: và bình an dưới thế cho người thiện tâm.</vt:lpstr>
      <vt:lpstr>A: Chúng con ca ngợi Chúa,</vt:lpstr>
      <vt:lpstr>B: chúng con chúc tụng Chúa,</vt:lpstr>
      <vt:lpstr>A: chúng   con  thờ lạy Chúa,</vt:lpstr>
      <vt:lpstr>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112 (Lm. Thái Nguyên)  (03 câu)</vt:lpstr>
      <vt:lpstr>1/3. Hãy ngợi khen Chúa hỡi những người tôi tớ mọi nơi.</vt:lpstr>
      <vt:lpstr>Nguyện cho Danh Chúa được ngợi ca đến muôn muôn đời. </vt:lpstr>
      <vt:lpstr>ĐK: Hãy ngợi khen Chúa, Đấng đã nâng cao lên phận thấp hèn.</vt:lpstr>
      <vt:lpstr>Hãy ngợi khen Chúa tự giờ  đây đến muôn muôn đời.</vt:lpstr>
      <vt:lpstr>2/3. Ngài thật cao cả, Chúa siêu việt trên hết mọi dân.</vt:lpstr>
      <vt:lpstr>Từ trên thiên cung, Ngài nhìn thấy khắp cả  địa cầu.</vt:lpstr>
      <vt:lpstr>ĐK: Hãy ngợi khen Chúa, Đấng đã nâng cao lên phận thấp hèn.</vt:lpstr>
      <vt:lpstr>Hãy ngợi khen Chúa tự giờ  đây đến muôn muôn đời.</vt:lpstr>
      <vt:lpstr>3/3. Ngài thương kẻ khó, cất nhắc bạn từ chỗ bụi tro.</vt:lpstr>
      <vt:lpstr>Ngài ban vinh quang, đồng hàng với những quân vương Ngài.</vt:lpstr>
      <vt:lpstr>ĐK: Hãy ngợi khen Chúa, Đấng đã nâng cao lên phận thấp hèn.</vt:lpstr>
      <vt:lpstr>Hãy ngợi khen Chúa tự giờ  đây đến muôn muôn đời.</vt:lpstr>
      <vt:lpstr>PowerPoint Presentation</vt:lpstr>
      <vt:lpstr>PowerPoint Presentation</vt:lpstr>
      <vt:lpstr>All… All...   Chúa phán rằng: “Lời Cha là chân lý, Lời ban niềm vui</vt:lpstr>
      <vt:lpstr>sống,  xin Ngài thánh hoá chúng trong sự thật”. All…All…</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DÂNG CHÚA  (Phanxico)</vt:lpstr>
      <vt:lpstr>1.Này con dâng Chúa hoa màu Chúa ban, </vt:lpstr>
      <vt:lpstr>trái nho thơm nồng hạt lúa ngát hương đồng bàn tay bao khổ công.</vt:lpstr>
      <vt:lpstr>ĐK. Cùng nguyện cầu Chúa đoái trông lễ vật dâng lên</vt:lpstr>
      <vt:lpstr>và nguyện đổ  xuống muôn ơn  luôn triền miên.</vt:lpstr>
      <vt:lpstr>2. Nguyện dâng lên Chúa trót đời  chúng con,</vt:lpstr>
      <vt:lpstr>Chúa như suối nguồn gội mát những tâm hồn ngày đêm luôn  cậy trông</vt:lpstr>
      <vt:lpstr>ĐK. Cùng nguyện cầu Chúa đoái trông lễ vật dâng lên</vt:lpstr>
      <vt:lpstr>và nguyện đổ  xuống muôn ơn  luôn triền miên.</vt:lpstr>
      <vt:lpstr>3.Nguyện dâng lên Chúa linh hồn chúng con</vt:lpstr>
      <vt:lpstr>biết bao lỗi lầm mà Chúa vẫn ân cần rộng ban muôn hồng ân.</vt:lpstr>
      <vt:lpstr>ĐK. Cùng nguyện cầu Chúa đoái trông lễ vật dâng lên</vt:lpstr>
      <vt:lpstr>và nguyện đổ  xuống muôn ơn  luôn triền miên.</vt:lpstr>
      <vt:lpstr>PowerPoint Presentation</vt:lpstr>
      <vt:lpstr>PowerPoint Presentation</vt:lpstr>
      <vt:lpstr>PowerPoint Presentation</vt:lpstr>
      <vt:lpstr>HIỆP LỄ CON KHÔNG XIN (Lm. Ngọc Linh)</vt:lpstr>
      <vt:lpstr>1. Con không xin bạc tiền làm hoen ố đôi tay,</vt:lpstr>
      <vt:lpstr>con không cầu danh vọng làm hư mất lương tri.</vt:lpstr>
      <vt:lpstr>Xin gian nan khốn cùng, gửi đến trong thường ngày,</vt:lpstr>
      <vt:lpstr>con xin lấy máu hồng dâng hiến tế hôm nay.</vt:lpstr>
      <vt:lpstr>ÐK: Có Chúa dẫn trong đời, con còn có lo gì. Bao nhiêu cơn giông tố,</vt:lpstr>
      <vt:lpstr>vững niềm tin ra khơi. Trên đôi môi rạng ngời, tim con mãi rung động.</vt:lpstr>
      <vt:lpstr>Tin yêu trong tay áo, có Ngài đâu  lẻ loi.</vt:lpstr>
      <vt:lpstr>2. Con không xin cuộc đời làm hạnh phúc mong manh,</vt:lpstr>
      <vt:lpstr>con không cầu mối tình vùi thân chốn điêu linh.</vt:lpstr>
      <vt:lpstr>Xin giam nơi hãi hùng để thấy con kiên cường,</vt:lpstr>
      <vt:lpstr>trong giông tố bão bùng con vững bước ung dung.</vt:lpstr>
      <vt:lpstr>ÐK: Có Chúa dẫn trong đời, con còn có lo gì. Bao nhiêu cơn giông tố,</vt:lpstr>
      <vt:lpstr>vững niềm tin ra khơi. Trên đôi môi rạng ngời, tim con mãi rung động.</vt:lpstr>
      <vt:lpstr>Tin yêu trong tay áo, có Ngài đâu  lẻ loi.</vt:lpstr>
      <vt:lpstr>3. Con không xin ngọt bùi tìm quên lãng chua cay,</vt:lpstr>
      <vt:lpstr>con không cầu yên hàn vùi sâu những thương đau.</vt:lpstr>
      <vt:lpstr>Xin giam nơi hãi hùng để thấy con kiên cường,</vt:lpstr>
      <vt:lpstr>trong giông tố bão bùng con vững bước ung dung.</vt:lpstr>
      <vt:lpstr>ÐK: Có Chúa dẫn trong đời, con còn có lo gì. Bao nhiêu cơn giông tố,</vt:lpstr>
      <vt:lpstr>vững niềm tin ra khơi. Trên đôi môi rạng ngời, tim con mãi rung động.</vt:lpstr>
      <vt:lpstr>Tin yêu trong tay áo, có Ngài đâu  lẻ loi.</vt:lpstr>
      <vt:lpstr>PowerPoint Presentation</vt:lpstr>
      <vt:lpstr>KẾT LỄ XIN VÂNG 1  (Lm. Mi Trầm)</vt:lpstr>
      <vt:lpstr>1. Mẹ ơi! Ðời con dõi bước theo Mẹ, lòng con quyết noi gương Mẹ,</vt:lpstr>
      <vt:lpstr>xin Mẹ dạy con hai tiếng xin vâng. Mẹ ơi! Ðường đi trăm ngàn nguy khó,</vt:lpstr>
      <vt:lpstr>hiểm nguy dâng tràn đây đó. Xin Mẹ dạy con hai tiếng xin vâng.</vt:lpstr>
      <vt:lpstr>ÐK. Xin vâng. Mẹ dạy con hai tiếng xin vâng.</vt:lpstr>
      <vt:lpstr>Hôm qua hôm nay và ngày mai xin vâng.</vt:lpstr>
      <vt:lpstr>Mẹ dạy con hai tiếng xin vâng. Hôm nay tương lai và suốt đời.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1288</cp:revision>
  <cp:lastPrinted>2025-03-29T15:09:16Z</cp:lastPrinted>
  <dcterms:created xsi:type="dcterms:W3CDTF">2023-01-29T22:00:16Z</dcterms:created>
  <dcterms:modified xsi:type="dcterms:W3CDTF">2025-09-20T13:31:22Z</dcterms:modified>
</cp:coreProperties>
</file>