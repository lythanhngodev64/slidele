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8"/>
  </p:notesMasterIdLst>
  <p:sldIdLst>
    <p:sldId id="10781"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0894" r:id="rId119"/>
    <p:sldId id="10283" r:id="rId120"/>
    <p:sldId id="10284" r:id="rId121"/>
    <p:sldId id="10790" r:id="rId122"/>
    <p:sldId id="10417" r:id="rId123"/>
    <p:sldId id="10791" r:id="rId124"/>
    <p:sldId id="10841" r:id="rId125"/>
    <p:sldId id="10842" r:id="rId126"/>
    <p:sldId id="10895" r:id="rId127"/>
    <p:sldId id="10180" r:id="rId128"/>
    <p:sldId id="10181" r:id="rId129"/>
    <p:sldId id="10258" r:id="rId130"/>
    <p:sldId id="10259" r:id="rId131"/>
    <p:sldId id="10260" r:id="rId132"/>
    <p:sldId id="10261" r:id="rId133"/>
    <p:sldId id="10262" r:id="rId134"/>
    <p:sldId id="10264" r:id="rId135"/>
    <p:sldId id="10265" r:id="rId136"/>
    <p:sldId id="10266" r:id="rId137"/>
    <p:sldId id="10267" r:id="rId138"/>
    <p:sldId id="10268" r:id="rId139"/>
    <p:sldId id="10269" r:id="rId140"/>
    <p:sldId id="10270" r:id="rId141"/>
    <p:sldId id="10271" r:id="rId142"/>
    <p:sldId id="10272" r:id="rId143"/>
    <p:sldId id="10896" r:id="rId144"/>
    <p:sldId id="10683" r:id="rId145"/>
    <p:sldId id="10256" r:id="rId146"/>
    <p:sldId id="10142" r:id="rId147"/>
    <p:sldId id="10501" r:id="rId148"/>
    <p:sldId id="10143" r:id="rId149"/>
    <p:sldId id="10733" r:id="rId150"/>
    <p:sldId id="10686" r:id="rId151"/>
    <p:sldId id="10734" r:id="rId152"/>
    <p:sldId id="10843" r:id="rId153"/>
    <p:sldId id="10844" r:id="rId154"/>
    <p:sldId id="10845" r:id="rId155"/>
    <p:sldId id="10846" r:id="rId156"/>
    <p:sldId id="10847" r:id="rId157"/>
    <p:sldId id="10848" r:id="rId158"/>
    <p:sldId id="10849" r:id="rId159"/>
    <p:sldId id="10850" r:id="rId160"/>
    <p:sldId id="10851" r:id="rId161"/>
    <p:sldId id="10852" r:id="rId162"/>
    <p:sldId id="10855" r:id="rId163"/>
    <p:sldId id="10853" r:id="rId164"/>
    <p:sldId id="10854" r:id="rId165"/>
    <p:sldId id="10684" r:id="rId166"/>
    <p:sldId id="10898" r:id="rId167"/>
    <p:sldId id="10280" r:id="rId168"/>
    <p:sldId id="10107" r:id="rId169"/>
    <p:sldId id="10856" r:id="rId170"/>
    <p:sldId id="10835" r:id="rId171"/>
    <p:sldId id="9864" r:id="rId172"/>
    <p:sldId id="10316" r:id="rId173"/>
    <p:sldId id="10317" r:id="rId174"/>
    <p:sldId id="10318" r:id="rId175"/>
    <p:sldId id="10319" r:id="rId176"/>
    <p:sldId id="10320" r:id="rId177"/>
    <p:sldId id="10321" r:id="rId178"/>
    <p:sldId id="10322" r:id="rId179"/>
    <p:sldId id="10323" r:id="rId180"/>
    <p:sldId id="10324" r:id="rId181"/>
    <p:sldId id="10325" r:id="rId182"/>
    <p:sldId id="10337" r:id="rId183"/>
    <p:sldId id="10326" r:id="rId184"/>
    <p:sldId id="10327" r:id="rId185"/>
    <p:sldId id="10328" r:id="rId186"/>
    <p:sldId id="10336" r:id="rId187"/>
    <p:sldId id="10329" r:id="rId188"/>
    <p:sldId id="10330" r:id="rId189"/>
    <p:sldId id="10331" r:id="rId190"/>
    <p:sldId id="10332" r:id="rId191"/>
    <p:sldId id="10333" r:id="rId192"/>
    <p:sldId id="10334" r:id="rId193"/>
    <p:sldId id="10335" r:id="rId194"/>
    <p:sldId id="10899" r:id="rId195"/>
    <p:sldId id="10651" r:id="rId196"/>
    <p:sldId id="10652" r:id="rId197"/>
    <p:sldId id="10653" r:id="rId198"/>
    <p:sldId id="10700" r:id="rId199"/>
    <p:sldId id="10753" r:id="rId200"/>
    <p:sldId id="10857" r:id="rId201"/>
    <p:sldId id="10858" r:id="rId202"/>
    <p:sldId id="10859" r:id="rId203"/>
    <p:sldId id="10860" r:id="rId204"/>
    <p:sldId id="10861" r:id="rId205"/>
    <p:sldId id="10862" r:id="rId206"/>
    <p:sldId id="10863" r:id="rId207"/>
    <p:sldId id="10864" r:id="rId208"/>
    <p:sldId id="10865" r:id="rId209"/>
    <p:sldId id="10866" r:id="rId210"/>
    <p:sldId id="10900" r:id="rId211"/>
    <p:sldId id="10252" r:id="rId212"/>
    <p:sldId id="10770" r:id="rId213"/>
    <p:sldId id="10212" r:id="rId214"/>
    <p:sldId id="10823" r:id="rId215"/>
    <p:sldId id="10824" r:id="rId216"/>
    <p:sldId id="10819" r:id="rId217"/>
    <p:sldId id="10820" r:id="rId218"/>
    <p:sldId id="10821" r:id="rId219"/>
    <p:sldId id="10822" r:id="rId220"/>
    <p:sldId id="10213" r:id="rId221"/>
    <p:sldId id="10816" r:id="rId222"/>
    <p:sldId id="10703" r:id="rId223"/>
    <p:sldId id="10867" r:id="rId224"/>
    <p:sldId id="10868" r:id="rId225"/>
    <p:sldId id="10869" r:id="rId226"/>
    <p:sldId id="10870" r:id="rId227"/>
    <p:sldId id="10871" r:id="rId228"/>
    <p:sldId id="10872" r:id="rId229"/>
    <p:sldId id="10873" r:id="rId230"/>
    <p:sldId id="10874" r:id="rId231"/>
    <p:sldId id="10875" r:id="rId232"/>
    <p:sldId id="10876" r:id="rId233"/>
    <p:sldId id="10877" r:id="rId234"/>
    <p:sldId id="10878" r:id="rId235"/>
    <p:sldId id="10879" r:id="rId236"/>
    <p:sldId id="10880" r:id="rId237"/>
    <p:sldId id="10881" r:id="rId238"/>
    <p:sldId id="10882" r:id="rId239"/>
    <p:sldId id="10883" r:id="rId240"/>
    <p:sldId id="10884" r:id="rId241"/>
    <p:sldId id="10885" r:id="rId242"/>
    <p:sldId id="10886" r:id="rId243"/>
    <p:sldId id="10887" r:id="rId244"/>
    <p:sldId id="10901" r:id="rId245"/>
    <p:sldId id="10769" r:id="rId246"/>
    <p:sldId id="10253" r:id="rId247"/>
    <p:sldId id="10254" r:id="rId248"/>
    <p:sldId id="10767" r:id="rId249"/>
    <p:sldId id="10888" r:id="rId250"/>
    <p:sldId id="10831" r:id="rId251"/>
    <p:sldId id="10889" r:id="rId252"/>
    <p:sldId id="10890" r:id="rId253"/>
    <p:sldId id="10891" r:id="rId254"/>
    <p:sldId id="10892" r:id="rId255"/>
    <p:sldId id="10893" r:id="rId256"/>
    <p:sldId id="10902" r:id="rId25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3354" y="153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2902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notesMaster" Target="notesMasters/notesMaster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presProps" Target="presProps.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viewProps" Target="viewProps.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theme" Target="theme/theme1.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tableStyles" Target="tableStyles.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microsoft.com/office/2016/11/relationships/changesInfo" Target="changesInfos/changesInfo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microsoft.com/office/2015/10/relationships/revisionInfo" Target="revisionInfo.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7/12/2025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46A3-7E98-A19A-71B6-47E25B7E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489AB-0363-49DD-7B93-D912B73C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5F3F-247A-0C2B-2E4B-A1AA6E78B5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8C7DF2-3A82-8A05-3887-FD430974DA98}"/>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3850568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2E823-7E43-E657-ED49-3CFA3A4D3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01C7C9-E542-BE16-CE63-1E17E5B0CE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51CF5C-016B-51BD-6CEE-C8377C27558C}"/>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72F15C6-114A-F180-C11C-ADCBBC4F1086}"/>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19207379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95897-5417-2834-56A6-20337FD16A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361E64-E64B-9EF7-5518-879CB759E5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0B8B3-40D6-C4FB-E8D4-B0E6BBE76C1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08810AC-B5AE-B2BD-0563-65EC107BCE6C}"/>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3029188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6C2B-54C6-4373-169B-E27D6EFFC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295C5-C0E7-61B4-AA7B-2C40ACBA1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2E08-7E83-8E78-C46C-B619F36F638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C11906-5B42-4D1D-063B-F722B77435C2}"/>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28373540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2C4F0-5486-15FE-BBF3-DDA0E22D2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89D26-5FB1-3576-2A83-F669C89DC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9DFFD-6184-8260-1C95-CA6B9016414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B94E2D2-530C-997D-EB49-AE5AB86C1891}"/>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31977392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8AB4F-DC3F-464C-F47C-995BF6040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5BAFA-09F7-5C67-90E1-CA1868440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A090D-E1B6-87C8-2FFA-99D08A93EFE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A4AACB-5DE3-33B3-A3F6-E9AC74C7DBBF}"/>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41815878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AC891-236C-DBCE-B5A9-C276E14F49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2C1A6C-1671-66C5-CE4C-6542D1D150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CE4ABB-CF3C-ED06-7A41-455E62DBD6E8}"/>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647AFB18-3AAE-2C36-42A9-DF4F98CA6B5B}"/>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9137964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06F06-A8A3-47CD-BBB3-93B48D8400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CB22D-67CD-9344-80DA-6487605F7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B589E6-3907-BDD2-08CC-05E3BD5E6B1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0CC5300-C5B4-00A4-D1EF-A65835FBB40B}"/>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33070559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0F1DE-958F-CD0D-EFD1-8451AE3F8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8EF293-38F4-7055-3773-2D3D5A684D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CADB5E-448C-11AA-54CF-DE27342BC5E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C9305C5-7D0F-237E-0573-6D01DCAB68D2}"/>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5685809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6A831-37D2-0B71-8B2D-5F81C117F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56BDA6-545E-5F81-0676-1262A266D4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0359DB-B40D-72B4-5C2B-9FF85BDC79C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AD594C1-0E7A-D128-92F0-83C38074D48A}"/>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14577183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0ACA2-F817-6CBD-23F6-E0215AA893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26A520-FF06-B43C-C739-0692B68D5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D52C1-2A23-B4F0-642F-348CC502D19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6FE7D41-84A8-4B6B-0905-E9583B36C65F}"/>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5542186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350D0-11FF-D378-76D8-C010D677A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81075-B99D-6573-C7E7-EC54A648C0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60145-4C00-49AC-DD05-F344EB0E2C29}"/>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70B965F8-3761-D90E-A357-7070C41E3F79}"/>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7923679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87889-75FE-E801-186B-60CAE648B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E3CC7-E58F-9E13-6D89-D47E4768BB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359D9-3376-659B-1752-AF4CED9A601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8DA533-FEE9-E554-02D4-045EDB860C42}"/>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40778438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715BD-0201-9C62-77A4-E0B1930CA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1BF9EA-568B-573E-DD6A-3C8C3040B5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805BBB-42D3-1677-DD16-C61ED671971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4B393B7-7FE2-9C3C-69AF-F1BE407B2501}"/>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10613572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A95A9-4B41-823F-5810-9A5DA1A9A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B7A520-53FA-3490-FF16-E722937FC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E4B5AE-996D-E1B6-2087-1C6938AD352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4CF810-9D9B-EF70-7B65-C2401BDF43ED}"/>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31118637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98EC5-DAB8-1973-8F18-D3BCE6017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609D8-D33E-CCC6-6559-E4ED7D5B3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EB9A2-C3E5-566F-C28E-A8E75FB7F69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C2F8EFA-3F43-94C0-62C4-42F214BF3693}"/>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42024803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0797A-491A-6BC6-73B6-E7F66695D8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219FD-2A73-31D9-F8B8-C7AF7B1A1A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B84E0-0807-B10B-DB95-BDE26A0AA4F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CFDBE5A-1816-1D74-5E8B-0339BD211109}"/>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12762552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BF434-9D74-7D8D-6AE6-7C2BC372D7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5405F6-F025-3265-0853-36C431951E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976273-C0A1-EB38-90CC-F10434B7907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D1E4235-1A2D-BD87-6301-BEB281ADEDCD}"/>
              </a:ext>
            </a:extLst>
          </p:cNvPr>
          <p:cNvSpPr>
            <a:spLocks noGrp="1"/>
          </p:cNvSpPr>
          <p:nvPr>
            <p:ph type="sldNum" sz="quarter" idx="5"/>
          </p:nvPr>
        </p:nvSpPr>
        <p:spPr/>
        <p:txBody>
          <a:bodyPr/>
          <a:lstStyle/>
          <a:p>
            <a:fld id="{648246CF-7178-41AD-B6F8-BACEEA28FBE0}" type="slidenum">
              <a:rPr lang="en-US" smtClean="0"/>
              <a:t>163</a:t>
            </a:fld>
            <a:endParaRPr lang="en-US"/>
          </a:p>
        </p:txBody>
      </p:sp>
    </p:spTree>
    <p:extLst>
      <p:ext uri="{BB962C8B-B14F-4D97-AF65-F5344CB8AC3E}">
        <p14:creationId xmlns:p14="http://schemas.microsoft.com/office/powerpoint/2010/main" val="41575456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94758-A8ED-6BAC-30E9-E524758F4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51071-CCC0-3A60-5116-B95219A870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B057F9-8DA5-F183-BAF2-6575CCEF44D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83BAE5AB-FB3F-31BA-1BC0-FA895BF66A44}"/>
              </a:ext>
            </a:extLst>
          </p:cNvPr>
          <p:cNvSpPr>
            <a:spLocks noGrp="1"/>
          </p:cNvSpPr>
          <p:nvPr>
            <p:ph type="sldNum" sz="quarter" idx="5"/>
          </p:nvPr>
        </p:nvSpPr>
        <p:spPr/>
        <p:txBody>
          <a:bodyPr/>
          <a:lstStyle/>
          <a:p>
            <a:fld id="{648246CF-7178-41AD-B6F8-BACEEA28FBE0}" type="slidenum">
              <a:rPr lang="en-US" smtClean="0"/>
              <a:t>164</a:t>
            </a:fld>
            <a:endParaRPr lang="en-US"/>
          </a:p>
        </p:txBody>
      </p:sp>
    </p:spTree>
    <p:extLst>
      <p:ext uri="{BB962C8B-B14F-4D97-AF65-F5344CB8AC3E}">
        <p14:creationId xmlns:p14="http://schemas.microsoft.com/office/powerpoint/2010/main" val="104379424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BEC7B-E200-4FB4-0792-CC519CEF1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1FBC2-C8E2-9757-7E80-50762682F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738E0-6190-77E0-14FA-00AAB4E19E6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9B5BCBD-F0AB-4286-AD24-47FFD00D1516}"/>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338499060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B5DC-776D-8B0C-97C0-F5DBDC726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5640F-7D82-79C5-C051-319C65E57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861C6-A9EA-1EF4-4D87-9689EBAC8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F22CC51-7DA3-0396-49D7-C72DBB7A7D96}"/>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8608483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58C9C-DB1E-7ABE-DB6D-D480471FE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3C834-A468-00EF-06DF-3D88C51403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9D5319-EF83-60B8-66FB-100FEE851E0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2477356-C853-0051-92B0-0881A1F05250}"/>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321651692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F57DE-DFFE-6950-9044-1EBC166B7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2B96DC-156B-C47D-FE77-9D53A5BD3D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E01FF-0BC6-FB92-9450-1A30F577010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A535A37-F212-5DF4-D4BB-526842832A53}"/>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34481787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76D20-A316-2004-215A-ECA685443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88F82D-E6AA-DD88-4015-31780B6363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1A8C6-C78D-430B-2881-7C26509DCA5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570686-65AC-8C14-1143-5682D92C74B1}"/>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12302454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F1433-614A-7FF2-AB06-F2CD4AC29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0E7E1-7617-3C19-46BC-CDFCAAE9C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A8C246-E177-DD4A-B029-E93DEF59D34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5C2F606-8A19-BE29-6820-2E4022A87A1B}"/>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28676336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39D78-FE5C-4DF7-A9D1-345A44338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AB66A-7572-4C6A-0441-F5C6B286F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3C637F-C953-C3DB-B667-AB519324906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2420C27-00DD-9610-DFC3-0CD6FBB67962}"/>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38752863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65474-6CAB-C382-ECA4-9DA84588FC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6FBBA-D895-DF29-D3F9-06170648FF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24280A-3EA9-2B4E-7A7F-7D83C51345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810FAA6-139F-3088-8CAF-E0C8A4E428EF}"/>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22091172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C212C-099D-10FA-A00C-C70D4EC66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29E69-159B-11DF-C66F-4C7732A832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69ADE2-4EBE-1195-F981-92DC491C08C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1B74451-0F47-9A0D-2B51-DC4F4A73EF3B}"/>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325310120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575C-55A5-31FF-0EA1-059F50DCD3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286116-3B14-E27E-9B32-861BA24F9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151CA2-7C12-8730-4FD1-EAB603F1F70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A06E90E-6613-8F2D-7FB8-21CD82517A3A}"/>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12705983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983A1-2031-DAC5-8F38-9A23481F4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06F66-E3C4-C7E0-77F5-C51F316FB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F686BB-BCD5-B69D-DF6A-3D4A9A162A8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5F411FA-2F18-01A3-5832-7EEEDF9D1FCD}"/>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31439206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7C45C-EC2E-BF69-C68D-501A6B93A9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7CD277-6F88-199E-EFDD-291FB83C9C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1A1B2-4ECF-395F-9E17-3AF970156F5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81F0FAE-C0AE-3D35-16D6-D9A1A85E4745}"/>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25944167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BD22-FE34-959C-3E32-666F9973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0AC0F-CCC3-C486-6EC8-CE6167D5D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40C7D-4E8F-0196-72F6-C9A382F288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34D948-C34F-1FEF-714C-AFE92CAB0F79}"/>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28514600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4F8AA-58B1-3E6E-04D1-2CBA8A110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CB5A7E-1C82-ECAF-63E9-C8D50B125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47FDB-6645-CF42-20F9-2BC4CFB9601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0217C27-4B07-7838-2594-53D56EF9ADB8}"/>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15831620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B0E74-51DF-42D3-F413-9F0D39781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B67EE-CB21-4B40-EB2D-F22BF6E6E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EDF5DB-2F1B-AB4A-8EC9-559E33C8386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F21DD78-10F7-EF3B-8685-26A3B4BF1F90}"/>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54667044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BCE7B-61AF-5B87-CBA9-B23804B13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E1617-615B-CC85-7207-7A67AAE78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ADC07-DDD7-3628-2420-7CA6A6601FE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ABCF32-EA19-6CA4-4AF8-6003C46F4D65}"/>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23840181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8B61A-7FF7-F0E4-B652-DF3EE8A57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B69C6-CC49-A6D6-F25B-F5BD88986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0CCBB-A929-9CD6-6CC3-D0D02755B32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50AA9CB-AC28-5CDF-77ED-AF79B8367C91}"/>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31197514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B6F-8C8A-9325-11F4-EE7048E1B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49CCA-D201-D111-F893-67E638D03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106BD-B16A-0482-04C8-196A33FD08D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1ABB59-91D2-B6B7-580B-36B32E7B65AE}"/>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188437065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D2FC3-9F84-E7F9-8FBA-9C69B1A19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02C78-3049-1A91-A33B-E64017F9F6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A232F-CAD7-B1A1-3C89-7F9A4441255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CB31575-8871-EF6F-41A9-AB9B765719BA}"/>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167971855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3CFC3-7102-344C-91FA-A45F500BA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766F5-2B4C-165F-5A88-025F7BFE9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50674-B113-090A-057C-D0997A23D20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068331C-04D9-3A63-4085-BBFF2A4BF02E}"/>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233504598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F0461-FCCA-573E-FF1D-8708580649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69069-4B48-0220-2585-0EFB457EDB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6262F-3A67-1F80-953D-F72DC23D48D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A257E9F-5D11-FD4B-133A-808EA9A1959F}"/>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283866060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3D2AF-B3B3-27BD-EA44-8F14CC7958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69BB9-9FC7-7A30-561B-665CB0D05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5A563-C853-0CA9-E7AD-299DFA00AA4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813E331-460E-73D7-B439-8C3D25639D2E}"/>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124263053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EBED9-DF7B-CF6D-9806-D7A74DF39B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AB2ECC-54CA-1BBB-E6B5-2DCD8554E5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66D4E4-00DD-B38B-C51E-ECA092CD635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3CC63BC-99C4-636A-FE41-6425F391FB2F}"/>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17422392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5E6D3-4F41-3063-1E21-99815487E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F944B-942E-73F8-9F51-D2547701E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74042-508F-392F-4326-F13B702AF98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A13EDF3-DE04-80D5-EC8A-97E3289E5432}"/>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357926653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5A357-195B-CDCD-ADE5-5BC159602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D2F9F1-79FF-B574-B7E9-21331B7E93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D9334D-6012-CCE3-29D1-CE6BA71D232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457AE12-D519-1B12-BA5E-66B3CFC6F41A}"/>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14590869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F4638-890B-6D24-A0AC-BAB2225958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29AC38-ECBB-953C-9B41-2823C1938F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384791-6AE5-B5B7-8540-BF11B35C74D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65A1965-EB0F-5AD9-3095-11AAE6489442}"/>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28860670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D6788-5594-12BC-E794-5EB59C2C6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E6C3D-E5D9-9B8B-54C7-F022297D73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8F6ED-6D92-F767-32C1-48CF4567F19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E16F6DE-5F55-C2E3-7BB1-B6C0A87ED642}"/>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7949335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32E9-06B1-E006-9492-41C6FC9411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4B9D1-5E44-178C-BD7B-E2BF12AA4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6FD72-BAD4-2B75-F19C-84B26D37871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9DCD9A8-746F-0786-EDF9-CF325FD61DA8}"/>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240593430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EB360-A407-DF6E-77CB-96B1E4AD6F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2AE30-D0AC-CB4B-C3F5-74CD498969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77257B-79E2-BF94-F586-6C2BFBD2F85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DEED601-F149-EE68-4F6C-8604BD855432}"/>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42189205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A1D71-1D04-63D0-9E75-B40887C44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2CAA4-ADFB-4EF1-5A2B-6B6B883453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CA5602-AF5C-2348-752A-01982F474FA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9468D1-5965-9253-359D-6AA3B062735C}"/>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210784588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35C34-D4C3-07A7-04FD-49A82B20E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B509C6-9E71-A3EA-1F98-7E9A8880A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B92E01-FA7B-74CB-59EE-4C09E65CB2A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646E3A4-F92D-A5A6-331C-5C5EDA2DED11}"/>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376225468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A89B8-4511-16EB-7D28-95B492A3E7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F960B-CDAA-D0B5-C2F1-1EC35CFBE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65A62-0A2B-F0F7-B5B4-05E904642DE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7D724BB-2816-BF56-084A-59EA06409108}"/>
              </a:ext>
            </a:extLst>
          </p:cNvPr>
          <p:cNvSpPr>
            <a:spLocks noGrp="1"/>
          </p:cNvSpPr>
          <p:nvPr>
            <p:ph type="sldNum" sz="quarter" idx="5"/>
          </p:nvPr>
        </p:nvSpPr>
        <p:spPr/>
        <p:txBody>
          <a:bodyPr/>
          <a:lstStyle/>
          <a:p>
            <a:fld id="{648246CF-7178-41AD-B6F8-BACEEA28FBE0}" type="slidenum">
              <a:rPr lang="en-US" smtClean="0"/>
              <a:t>234</a:t>
            </a:fld>
            <a:endParaRPr lang="en-US"/>
          </a:p>
        </p:txBody>
      </p:sp>
    </p:spTree>
    <p:extLst>
      <p:ext uri="{BB962C8B-B14F-4D97-AF65-F5344CB8AC3E}">
        <p14:creationId xmlns:p14="http://schemas.microsoft.com/office/powerpoint/2010/main" val="376351842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87A17-58D7-4754-3F4C-C581BD4147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B353B-3AF2-BA8F-A71A-F674FCF99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83643-6B58-618B-26FB-CC394238215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3F90E3A-04D2-DD8F-BC4A-C738A109AD6B}"/>
              </a:ext>
            </a:extLst>
          </p:cNvPr>
          <p:cNvSpPr>
            <a:spLocks noGrp="1"/>
          </p:cNvSpPr>
          <p:nvPr>
            <p:ph type="sldNum" sz="quarter" idx="5"/>
          </p:nvPr>
        </p:nvSpPr>
        <p:spPr/>
        <p:txBody>
          <a:bodyPr/>
          <a:lstStyle/>
          <a:p>
            <a:fld id="{648246CF-7178-41AD-B6F8-BACEEA28FBE0}" type="slidenum">
              <a:rPr lang="en-US" smtClean="0"/>
              <a:t>235</a:t>
            </a:fld>
            <a:endParaRPr lang="en-US"/>
          </a:p>
        </p:txBody>
      </p:sp>
    </p:spTree>
    <p:extLst>
      <p:ext uri="{BB962C8B-B14F-4D97-AF65-F5344CB8AC3E}">
        <p14:creationId xmlns:p14="http://schemas.microsoft.com/office/powerpoint/2010/main" val="5824022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B4F67-37FA-4A0A-C7EA-EEE8D294C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FE07F2-9AD8-DE6D-5AFF-EA6BF4F82F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E8A750-F755-A6CF-5466-C557C6EDB0E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2E78419-857D-7BB7-86F4-9BA7A09F0634}"/>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297425563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F673F-2B64-6830-7D56-10AE75024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CBE21B-C331-25B8-6B08-A7AEF9B118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49BBC3-E4BC-0107-81EF-7605FDAD770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74BB298-C506-BBDB-81D0-DDFC495BA7AC}"/>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286757975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76656-E170-C664-D20A-4E5635A26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68799-DC4D-4B5F-19A2-6F95BDE28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B62F3D-C512-5EFF-E285-BA4F1FDD172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AB7AD25-FA0F-70E2-5889-E57DC03F8D6C}"/>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237489789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6DD6C-6689-F587-2F6F-59AB3A716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E9AFB-E62C-9F84-C9F3-996B11D624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AB27C-8551-C25F-3B55-57171661382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43888B5-6E8E-BEBB-FB06-201B20D16557}"/>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3341548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0D963-8D83-C687-9F46-2337C6B6D3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39CE86-483F-361A-D7C7-CCC254440E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E4D370-5CEE-00C3-AE57-189A1AB359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174710E-05A9-16BD-2C68-87BE259E6259}"/>
              </a:ext>
            </a:extLst>
          </p:cNvPr>
          <p:cNvSpPr>
            <a:spLocks noGrp="1"/>
          </p:cNvSpPr>
          <p:nvPr>
            <p:ph type="sldNum" sz="quarter" idx="5"/>
          </p:nvPr>
        </p:nvSpPr>
        <p:spPr/>
        <p:txBody>
          <a:bodyPr/>
          <a:lstStyle/>
          <a:p>
            <a:fld id="{648246CF-7178-41AD-B6F8-BACEEA28FBE0}" type="slidenum">
              <a:rPr lang="en-US" smtClean="0"/>
              <a:t>240</a:t>
            </a:fld>
            <a:endParaRPr lang="en-US"/>
          </a:p>
        </p:txBody>
      </p:sp>
    </p:spTree>
    <p:extLst>
      <p:ext uri="{BB962C8B-B14F-4D97-AF65-F5344CB8AC3E}">
        <p14:creationId xmlns:p14="http://schemas.microsoft.com/office/powerpoint/2010/main" val="333424598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3477F-F910-3A4C-E721-F8D510C5AE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85AFA6-421F-237B-AFEF-254974012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6E7E4-2D4E-54C6-627E-A8119F112D0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919AA6-7F88-F281-5C38-B6BF360A286E}"/>
              </a:ext>
            </a:extLst>
          </p:cNvPr>
          <p:cNvSpPr>
            <a:spLocks noGrp="1"/>
          </p:cNvSpPr>
          <p:nvPr>
            <p:ph type="sldNum" sz="quarter" idx="5"/>
          </p:nvPr>
        </p:nvSpPr>
        <p:spPr/>
        <p:txBody>
          <a:bodyPr/>
          <a:lstStyle/>
          <a:p>
            <a:fld id="{648246CF-7178-41AD-B6F8-BACEEA28FBE0}" type="slidenum">
              <a:rPr lang="en-US" smtClean="0"/>
              <a:t>241</a:t>
            </a:fld>
            <a:endParaRPr lang="en-US"/>
          </a:p>
        </p:txBody>
      </p:sp>
    </p:spTree>
    <p:extLst>
      <p:ext uri="{BB962C8B-B14F-4D97-AF65-F5344CB8AC3E}">
        <p14:creationId xmlns:p14="http://schemas.microsoft.com/office/powerpoint/2010/main" val="288397395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974B6-3D59-6492-0DBE-E24E862687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1C8E1-B5ED-9F31-3157-F130A4513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1ECC34-A5ED-5795-BDF6-512A7E4ED6A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3A52E15-620A-21F0-3CA8-4B07806A01E1}"/>
              </a:ext>
            </a:extLst>
          </p:cNvPr>
          <p:cNvSpPr>
            <a:spLocks noGrp="1"/>
          </p:cNvSpPr>
          <p:nvPr>
            <p:ph type="sldNum" sz="quarter" idx="5"/>
          </p:nvPr>
        </p:nvSpPr>
        <p:spPr/>
        <p:txBody>
          <a:bodyPr/>
          <a:lstStyle/>
          <a:p>
            <a:fld id="{648246CF-7178-41AD-B6F8-BACEEA28FBE0}" type="slidenum">
              <a:rPr lang="en-US" smtClean="0"/>
              <a:t>242</a:t>
            </a:fld>
            <a:endParaRPr lang="en-US"/>
          </a:p>
        </p:txBody>
      </p:sp>
    </p:spTree>
    <p:extLst>
      <p:ext uri="{BB962C8B-B14F-4D97-AF65-F5344CB8AC3E}">
        <p14:creationId xmlns:p14="http://schemas.microsoft.com/office/powerpoint/2010/main" val="146726011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58BA3-68F0-640B-67C6-813AD5DD5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33412B-9510-4097-A3D4-4C6944EB2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BDE690-5C2A-815E-F8E4-842ECFF5E0D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AC07CCB-4127-96A0-D3D9-7822A8BBC12D}"/>
              </a:ext>
            </a:extLst>
          </p:cNvPr>
          <p:cNvSpPr>
            <a:spLocks noGrp="1"/>
          </p:cNvSpPr>
          <p:nvPr>
            <p:ph type="sldNum" sz="quarter" idx="5"/>
          </p:nvPr>
        </p:nvSpPr>
        <p:spPr/>
        <p:txBody>
          <a:bodyPr/>
          <a:lstStyle/>
          <a:p>
            <a:fld id="{648246CF-7178-41AD-B6F8-BACEEA28FBE0}" type="slidenum">
              <a:rPr lang="en-US" smtClean="0"/>
              <a:t>243</a:t>
            </a:fld>
            <a:endParaRPr lang="en-US"/>
          </a:p>
        </p:txBody>
      </p:sp>
    </p:spTree>
    <p:extLst>
      <p:ext uri="{BB962C8B-B14F-4D97-AF65-F5344CB8AC3E}">
        <p14:creationId xmlns:p14="http://schemas.microsoft.com/office/powerpoint/2010/main" val="393018707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246</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8F1A-18E0-7FDF-0C91-4FD1771C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F82F-F608-17E9-067F-6C9A99C46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97108-F377-5B65-EABB-20CE6D57B2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4BEFB3D-FB0D-3E38-66D9-8D47212A5AEA}"/>
              </a:ext>
            </a:extLst>
          </p:cNvPr>
          <p:cNvSpPr>
            <a:spLocks noGrp="1"/>
          </p:cNvSpPr>
          <p:nvPr>
            <p:ph type="sldNum" sz="quarter" idx="5"/>
          </p:nvPr>
        </p:nvSpPr>
        <p:spPr/>
        <p:txBody>
          <a:bodyPr/>
          <a:lstStyle/>
          <a:p>
            <a:fld id="{648246CF-7178-41AD-B6F8-BACEEA28FBE0}" type="slidenum">
              <a:rPr lang="en-US" smtClean="0"/>
              <a:t>247</a:t>
            </a:fld>
            <a:endParaRPr lang="en-US"/>
          </a:p>
        </p:txBody>
      </p:sp>
    </p:spTree>
    <p:extLst>
      <p:ext uri="{BB962C8B-B14F-4D97-AF65-F5344CB8AC3E}">
        <p14:creationId xmlns:p14="http://schemas.microsoft.com/office/powerpoint/2010/main" val="19591615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EE4B3-2B91-4732-5E34-28F96DE54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2B6BF-3DCF-C423-FAD9-47CA98B99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9AC16F-EE24-2C5F-96D9-921C0E69A0B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BDF435B-3F94-7F39-18EA-4652B29DD4DB}"/>
              </a:ext>
            </a:extLst>
          </p:cNvPr>
          <p:cNvSpPr>
            <a:spLocks noGrp="1"/>
          </p:cNvSpPr>
          <p:nvPr>
            <p:ph type="sldNum" sz="quarter" idx="5"/>
          </p:nvPr>
        </p:nvSpPr>
        <p:spPr/>
        <p:txBody>
          <a:bodyPr/>
          <a:lstStyle/>
          <a:p>
            <a:fld id="{648246CF-7178-41AD-B6F8-BACEEA28FBE0}" type="slidenum">
              <a:rPr lang="en-US" smtClean="0"/>
              <a:t>248</a:t>
            </a:fld>
            <a:endParaRPr lang="en-US"/>
          </a:p>
        </p:txBody>
      </p:sp>
    </p:spTree>
    <p:extLst>
      <p:ext uri="{BB962C8B-B14F-4D97-AF65-F5344CB8AC3E}">
        <p14:creationId xmlns:p14="http://schemas.microsoft.com/office/powerpoint/2010/main" val="402143384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FB722-42DD-7213-2DC9-0FF5BC2D5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19E6D-ED5B-AB7C-43B6-C136CD2845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95F5F6-107C-F802-41DC-171ED701D95C}"/>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2D1CBC4-B84F-05E7-5F13-41E01372234E}"/>
              </a:ext>
            </a:extLst>
          </p:cNvPr>
          <p:cNvSpPr>
            <a:spLocks noGrp="1"/>
          </p:cNvSpPr>
          <p:nvPr>
            <p:ph type="sldNum" sz="quarter" idx="5"/>
          </p:nvPr>
        </p:nvSpPr>
        <p:spPr/>
        <p:txBody>
          <a:bodyPr/>
          <a:lstStyle/>
          <a:p>
            <a:fld id="{648246CF-7178-41AD-B6F8-BACEEA28FBE0}" type="slidenum">
              <a:rPr lang="en-US" smtClean="0"/>
              <a:t>249</a:t>
            </a:fld>
            <a:endParaRPr lang="en-US"/>
          </a:p>
        </p:txBody>
      </p:sp>
    </p:spTree>
    <p:extLst>
      <p:ext uri="{BB962C8B-B14F-4D97-AF65-F5344CB8AC3E}">
        <p14:creationId xmlns:p14="http://schemas.microsoft.com/office/powerpoint/2010/main" val="352444381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04A26-468F-3C21-5266-519ACAB85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496E2-4C86-1C1E-95C2-7BED4BBC4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6829A-DD1C-9274-1F21-44BB164BAB3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3607AD5-DA85-E916-2521-6C33ADF3FE0A}"/>
              </a:ext>
            </a:extLst>
          </p:cNvPr>
          <p:cNvSpPr>
            <a:spLocks noGrp="1"/>
          </p:cNvSpPr>
          <p:nvPr>
            <p:ph type="sldNum" sz="quarter" idx="5"/>
          </p:nvPr>
        </p:nvSpPr>
        <p:spPr/>
        <p:txBody>
          <a:bodyPr/>
          <a:lstStyle/>
          <a:p>
            <a:fld id="{648246CF-7178-41AD-B6F8-BACEEA28FBE0}" type="slidenum">
              <a:rPr lang="en-US" smtClean="0"/>
              <a:t>250</a:t>
            </a:fld>
            <a:endParaRPr lang="en-US"/>
          </a:p>
        </p:txBody>
      </p:sp>
    </p:spTree>
    <p:extLst>
      <p:ext uri="{BB962C8B-B14F-4D97-AF65-F5344CB8AC3E}">
        <p14:creationId xmlns:p14="http://schemas.microsoft.com/office/powerpoint/2010/main" val="233914599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BF646-67FC-9658-0CD5-6C74EC1319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C43DD4-7D85-E58B-9393-5C7F3C9694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3CD19-8317-312A-0247-8BD9D279B6F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E05A2EE4-D1AF-2FA7-B477-5E2DEB52AC58}"/>
              </a:ext>
            </a:extLst>
          </p:cNvPr>
          <p:cNvSpPr>
            <a:spLocks noGrp="1"/>
          </p:cNvSpPr>
          <p:nvPr>
            <p:ph type="sldNum" sz="quarter" idx="5"/>
          </p:nvPr>
        </p:nvSpPr>
        <p:spPr/>
        <p:txBody>
          <a:bodyPr/>
          <a:lstStyle/>
          <a:p>
            <a:fld id="{648246CF-7178-41AD-B6F8-BACEEA28FBE0}" type="slidenum">
              <a:rPr lang="en-US" smtClean="0"/>
              <a:t>251</a:t>
            </a:fld>
            <a:endParaRPr lang="en-US"/>
          </a:p>
        </p:txBody>
      </p:sp>
    </p:spTree>
    <p:extLst>
      <p:ext uri="{BB962C8B-B14F-4D97-AF65-F5344CB8AC3E}">
        <p14:creationId xmlns:p14="http://schemas.microsoft.com/office/powerpoint/2010/main" val="122766938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CDCA9-ADCE-66B4-00CF-C5AB72FA3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C8A54A-BF9C-2F3D-031A-DAC9B634D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36171-EE93-18F2-E48F-281F2C11C05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D1F3234A-016B-3728-1E44-2B90EE34F2CA}"/>
              </a:ext>
            </a:extLst>
          </p:cNvPr>
          <p:cNvSpPr>
            <a:spLocks noGrp="1"/>
          </p:cNvSpPr>
          <p:nvPr>
            <p:ph type="sldNum" sz="quarter" idx="5"/>
          </p:nvPr>
        </p:nvSpPr>
        <p:spPr/>
        <p:txBody>
          <a:bodyPr/>
          <a:lstStyle/>
          <a:p>
            <a:fld id="{648246CF-7178-41AD-B6F8-BACEEA28FBE0}" type="slidenum">
              <a:rPr lang="en-US" smtClean="0"/>
              <a:t>252</a:t>
            </a:fld>
            <a:endParaRPr lang="en-US"/>
          </a:p>
        </p:txBody>
      </p:sp>
    </p:spTree>
    <p:extLst>
      <p:ext uri="{BB962C8B-B14F-4D97-AF65-F5344CB8AC3E}">
        <p14:creationId xmlns:p14="http://schemas.microsoft.com/office/powerpoint/2010/main" val="295290120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18F25-F22B-0A97-FB2D-04BBF5306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63628-EB9D-9A2D-61AE-ECE469155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A06AC0-5BAB-D77D-3AE1-30AD7653145E}"/>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7D0F8DD8-DA58-60DF-E744-D60CCEF04B8A}"/>
              </a:ext>
            </a:extLst>
          </p:cNvPr>
          <p:cNvSpPr>
            <a:spLocks noGrp="1"/>
          </p:cNvSpPr>
          <p:nvPr>
            <p:ph type="sldNum" sz="quarter" idx="5"/>
          </p:nvPr>
        </p:nvSpPr>
        <p:spPr/>
        <p:txBody>
          <a:bodyPr/>
          <a:lstStyle/>
          <a:p>
            <a:fld id="{648246CF-7178-41AD-B6F8-BACEEA28FBE0}" type="slidenum">
              <a:rPr lang="en-US" smtClean="0"/>
              <a:t>253</a:t>
            </a:fld>
            <a:endParaRPr lang="en-US"/>
          </a:p>
        </p:txBody>
      </p:sp>
    </p:spTree>
    <p:extLst>
      <p:ext uri="{BB962C8B-B14F-4D97-AF65-F5344CB8AC3E}">
        <p14:creationId xmlns:p14="http://schemas.microsoft.com/office/powerpoint/2010/main" val="888754229"/>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61FEF-AE6D-1763-7559-FE0BCFE29C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901DE-D393-B774-11CC-69805F3757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DF8E6-45C8-8C92-B471-873BE997E1B2}"/>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E3C6AA9-A80E-CC1C-2209-DAA9323159BA}"/>
              </a:ext>
            </a:extLst>
          </p:cNvPr>
          <p:cNvSpPr>
            <a:spLocks noGrp="1"/>
          </p:cNvSpPr>
          <p:nvPr>
            <p:ph type="sldNum" sz="quarter" idx="5"/>
          </p:nvPr>
        </p:nvSpPr>
        <p:spPr/>
        <p:txBody>
          <a:bodyPr/>
          <a:lstStyle/>
          <a:p>
            <a:fld id="{648246CF-7178-41AD-B6F8-BACEEA28FBE0}" type="slidenum">
              <a:rPr lang="en-US" smtClean="0"/>
              <a:t>254</a:t>
            </a:fld>
            <a:endParaRPr lang="en-US"/>
          </a:p>
        </p:txBody>
      </p:sp>
    </p:spTree>
    <p:extLst>
      <p:ext uri="{BB962C8B-B14F-4D97-AF65-F5344CB8AC3E}">
        <p14:creationId xmlns:p14="http://schemas.microsoft.com/office/powerpoint/2010/main" val="1502717169"/>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F764A-32FF-6B65-C53C-342C198AC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759E6-860D-4C67-B4C3-AD442B099C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C5082-EB4E-9F16-4A55-47BD97B2098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409DBC46-AA2E-BCE1-9A00-548C6F7DA749}"/>
              </a:ext>
            </a:extLst>
          </p:cNvPr>
          <p:cNvSpPr>
            <a:spLocks noGrp="1"/>
          </p:cNvSpPr>
          <p:nvPr>
            <p:ph type="sldNum" sz="quarter" idx="5"/>
          </p:nvPr>
        </p:nvSpPr>
        <p:spPr/>
        <p:txBody>
          <a:bodyPr/>
          <a:lstStyle/>
          <a:p>
            <a:fld id="{648246CF-7178-41AD-B6F8-BACEEA28FBE0}" type="slidenum">
              <a:rPr lang="en-US" smtClean="0"/>
              <a:t>255</a:t>
            </a:fld>
            <a:endParaRPr lang="en-US"/>
          </a:p>
        </p:txBody>
      </p:sp>
    </p:spTree>
    <p:extLst>
      <p:ext uri="{BB962C8B-B14F-4D97-AF65-F5344CB8AC3E}">
        <p14:creationId xmlns:p14="http://schemas.microsoft.com/office/powerpoint/2010/main" val="1049485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7/12/2025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7/12/2025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7/12/2025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7/12/2025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24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242.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24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24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250.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25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25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254.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25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2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E353A4-891A-142E-6F46-6A15DE819D9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2C669EB-8BDD-C2C7-C7C1-143651CAD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2D2A82F2-900C-BA5E-8598-F9827A38475E}"/>
              </a:ext>
            </a:extLst>
          </p:cNvPr>
          <p:cNvSpPr>
            <a:spLocks noGrp="1"/>
          </p:cNvSpPr>
          <p:nvPr>
            <p:ph idx="1"/>
          </p:nvPr>
        </p:nvSpPr>
        <p:spPr/>
        <p:txBody>
          <a:bodyPr/>
          <a:lstStyle/>
          <a:p>
            <a:endParaRPr lang="en-US"/>
          </a:p>
        </p:txBody>
      </p:sp>
      <p:pic>
        <p:nvPicPr>
          <p:cNvPr id="1030" name="Picture 6" descr="Có thể là hình ảnh về ‎1 người và ‎văn bản cho biết '‎AIT CHÚA NHẬT XV THƯỜNG NIÊN NĂM C LUẬT YÊU THƯƠNG VÀ DỤ NGÔN Người samari Tốt Lành أومتن_بفمن الاهُحَبر ابی من الحیالامن یعطش_ايراً 1 لى يُقبلالى ۲٩ لومنات- တဓ္ဲ منا ۶ فلاجَو &quot;Ai Aİlà lã ngưỡi thân cận của tôi ?&quot; [LC (LC10,2537) 10, 2537 MEH 1設正‎'‎‎">
            <a:extLst>
              <a:ext uri="{FF2B5EF4-FFF2-40B4-BE49-F238E27FC236}">
                <a16:creationId xmlns:a16="http://schemas.microsoft.com/office/drawing/2014/main" id="{D94195FB-1A4B-AE62-F616-AE8623DC4E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321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3F5A2-6954-8F32-6FB0-526FE8C6F12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98C37E-351C-F656-F517-605A52D89F3A}"/>
              </a:ext>
            </a:extLst>
          </p:cNvPr>
          <p:cNvSpPr>
            <a:spLocks noGrp="1"/>
          </p:cNvSpPr>
          <p:nvPr>
            <p:ph idx="1"/>
          </p:nvPr>
        </p:nvSpPr>
        <p:spPr/>
        <p:txBody>
          <a:bodyPr/>
          <a:lstStyle/>
          <a:p>
            <a:endParaRPr lang="en-US"/>
          </a:p>
        </p:txBody>
      </p:sp>
      <p:pic>
        <p:nvPicPr>
          <p:cNvPr id="1030" name="Picture 6" descr="Có thể là hình ảnh về ‎1 người và ‎văn bản cho biết '‎AIT CHÚA NHẬT XV THƯỜNG NIÊN NĂM C LUẬT YÊU THƯƠNG VÀ DỤ NGÔN Người samari Tốt Lành أومتن_بفمن الاهُحَبر ابی من الحیالامن یعطش_ايراً 1 لى يُقبلالى ۲٩ لومنات- တဓ္ဲ منا ۶ فلاجَو &quot;Ai Aİlà lã ngưỡi thân cận của tôi ?&quot; [LC (LC10,2537) 10, 2537 MEH 1設正‎'‎‎">
            <a:extLst>
              <a:ext uri="{FF2B5EF4-FFF2-40B4-BE49-F238E27FC236}">
                <a16:creationId xmlns:a16="http://schemas.microsoft.com/office/drawing/2014/main" id="{F5EA47FE-01DA-0326-0D85-BC1C5B198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2861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LẠY</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CHÚA BAO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NGÀY</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THÁNG</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Kim Long)</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8800" b="1" dirty="0" err="1">
                <a:effectLst/>
                <a:latin typeface="Times New Roman" panose="02020603050405020304" pitchFamily="18" charset="0"/>
                <a:cs typeface="Times New Roman" panose="02020603050405020304" pitchFamily="18" charset="0"/>
              </a:rPr>
              <a:t>ĐK</a:t>
            </a:r>
            <a:r>
              <a:rPr lang="vi-VN" sz="8800" b="1" dirty="0">
                <a:effectLst/>
                <a:latin typeface="Times New Roman" panose="02020603050405020304" pitchFamily="18" charset="0"/>
                <a:cs typeface="Times New Roman" panose="02020603050405020304" pitchFamily="18" charset="0"/>
              </a:rPr>
              <a:t>. Lạy Chúa bao ngày tháng con hằng mơ ước,</a:t>
            </a:r>
            <a:endParaRPr lang="en-US" sz="8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600" b="1" dirty="0" err="1">
                <a:effectLst/>
                <a:latin typeface="Times New Roman (Headings)"/>
                <a:cs typeface="Arial" panose="020B0604020202020204" pitchFamily="34" charset="0"/>
              </a:rPr>
              <a:t>tìm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về</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bên</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nguồn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vui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suối</a:t>
            </a:r>
            <a:r>
              <a:rPr lang="en-US" sz="9600" b="1" dirty="0">
                <a:effectLst/>
                <a:latin typeface="Times New Roman (Headings)"/>
                <a:cs typeface="Arial" panose="020B0604020202020204" pitchFamily="34" charset="0"/>
              </a:rPr>
              <a:t> an </a:t>
            </a:r>
            <a:r>
              <a:rPr lang="en-US" sz="9600" b="1" dirty="0" err="1">
                <a:effectLst/>
                <a:latin typeface="Times New Roman (Headings)"/>
                <a:cs typeface="Arial" panose="020B0604020202020204" pitchFamily="34" charset="0"/>
              </a:rPr>
              <a:t>hòa</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8500" b="1" dirty="0">
                <a:effectLst/>
                <a:latin typeface="Times New Roman (Headings)"/>
                <a:cs typeface="Arial" panose="020B0604020202020204" pitchFamily="34" charset="0"/>
              </a:rPr>
              <a:t>1. Nai rừng luôn khát khao, luôn khát khao dòng nước:</a:t>
            </a:r>
            <a:endParaRPr lang="en-US" sz="8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28852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44FC-4D23-242A-FFDF-FBF661EC6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AC3ED-4CD9-AD73-FF1D-77BA032B1B1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9000" b="1" dirty="0">
                <a:effectLst/>
                <a:latin typeface="Times New Roman (Headings)"/>
                <a:cs typeface="Arial" panose="020B0604020202020204" pitchFamily="34" charset="0"/>
              </a:rPr>
              <a:t>ước mong về hằng ước mong về, về bên suối trong.</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125814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38C82-6468-4403-9C12-BEC41B655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FC139E-D54D-742D-D2B5-48FA92702587}"/>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vi-VN" sz="8800" b="1" dirty="0" err="1">
                <a:effectLst/>
                <a:latin typeface="Times New Roman" panose="02020603050405020304" pitchFamily="18" charset="0"/>
                <a:cs typeface="Times New Roman" panose="02020603050405020304" pitchFamily="18" charset="0"/>
              </a:rPr>
              <a:t>ĐK</a:t>
            </a:r>
            <a:r>
              <a:rPr lang="vi-VN" sz="8800" b="1" dirty="0">
                <a:effectLst/>
                <a:latin typeface="Times New Roman" panose="02020603050405020304" pitchFamily="18" charset="0"/>
                <a:cs typeface="Times New Roman" panose="02020603050405020304" pitchFamily="18" charset="0"/>
              </a:rPr>
              <a:t>. Lạy Chúa bao ngày tháng con hằng mơ ước,</a:t>
            </a:r>
            <a:endParaRPr lang="en-US" sz="8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802802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FB4BA-30D6-8AB6-E412-3ECD5D5F86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96DBF-B965-B356-79B2-945917619634}"/>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en-US" sz="9600" b="1" dirty="0" err="1">
                <a:effectLst/>
                <a:latin typeface="Times New Roman (Headings)"/>
                <a:cs typeface="Arial" panose="020B0604020202020204" pitchFamily="34" charset="0"/>
              </a:rPr>
              <a:t>tìm</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về</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bên</a:t>
            </a:r>
            <a:r>
              <a:rPr lang="en-US" sz="9600" b="1" dirty="0">
                <a:effectLst/>
                <a:latin typeface="Times New Roman (Headings)"/>
                <a:cs typeface="Arial" panose="020B0604020202020204" pitchFamily="34" charset="0"/>
              </a:rPr>
              <a:t> Chúa </a:t>
            </a:r>
            <a:r>
              <a:rPr lang="en-US" sz="9600" b="1" dirty="0" err="1">
                <a:effectLst/>
                <a:latin typeface="Times New Roman (Headings)"/>
                <a:cs typeface="Arial" panose="020B0604020202020204" pitchFamily="34" charset="0"/>
              </a:rPr>
              <a:t>nguồn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vui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suối</a:t>
            </a:r>
            <a:r>
              <a:rPr lang="en-US" sz="9600" b="1" dirty="0">
                <a:effectLst/>
                <a:latin typeface="Times New Roman (Headings)"/>
                <a:cs typeface="Arial" panose="020B0604020202020204" pitchFamily="34" charset="0"/>
              </a:rPr>
              <a:t> an </a:t>
            </a:r>
            <a:r>
              <a:rPr lang="en-US" sz="9600" b="1" dirty="0" err="1">
                <a:effectLst/>
                <a:latin typeface="Times New Roman (Headings)"/>
                <a:cs typeface="Arial" panose="020B0604020202020204" pitchFamily="34" charset="0"/>
              </a:rPr>
              <a:t>hòa</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211169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B843E-89F7-4780-6703-04C8C3ADED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796E75-087D-6AE4-4E66-313FD1D285CD}"/>
              </a:ext>
            </a:extLst>
          </p:cNvPr>
          <p:cNvSpPr>
            <a:spLocks noGrp="1"/>
          </p:cNvSpPr>
          <p:nvPr>
            <p:ph idx="1"/>
          </p:nvPr>
        </p:nvSpPr>
        <p:spPr/>
        <p:txBody>
          <a:bodyPr/>
          <a:lstStyle/>
          <a:p>
            <a:endParaRPr lang="en-US"/>
          </a:p>
        </p:txBody>
      </p:sp>
      <p:pic>
        <p:nvPicPr>
          <p:cNvPr id="1030" name="Picture 6" descr="Có thể là hình ảnh về ‎1 người và ‎văn bản cho biết '‎AIT CHÚA NHẬT XV THƯỜNG NIÊN NĂM C LUẬT YÊU THƯƠNG VÀ DỤ NGÔN Người samari Tốt Lành أومتن_بفمن الاهُحَبر ابی من الحیالامن یعطش_ايراً 1 لى يُقبلالى ۲٩ لومنات- တဓ္ဲ منا ۶ فلاجَو &quot;Ai Aİlà lã ngưỡi thân cận của tôi ?&quot; [LC (LC10,2537) 10, 2537 MEH 1設正‎'‎‎">
            <a:extLst>
              <a:ext uri="{FF2B5EF4-FFF2-40B4-BE49-F238E27FC236}">
                <a16:creationId xmlns:a16="http://schemas.microsoft.com/office/drawing/2014/main" id="{64967D85-B3EC-31CF-A618-127B3AF800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059192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vi-VN" sz="10000" b="1" dirty="0">
                <a:effectLst/>
                <a:latin typeface="Times New Roman (Headings)"/>
                <a:cs typeface="Arial" panose="020B0604020202020204" pitchFamily="34" charset="0"/>
              </a:rPr>
              <a:t>và bình an dưới thế cho người thiện tâm.</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tôn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vinh</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8800" b="1" dirty="0" err="1">
                <a:effectLst/>
                <a:latin typeface="Times New Roman (Headings)"/>
                <a:cs typeface="Arial" panose="020B0604020202020204" pitchFamily="34" charset="0"/>
              </a:rPr>
              <a:t>chúng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cảm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quang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cả</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502851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6DD9A-953C-D207-88AF-C4E87D8A4B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74A6D6-95CC-85DA-E211-402693909922}"/>
              </a:ext>
            </a:extLst>
          </p:cNvPr>
          <p:cNvSpPr>
            <a:spLocks noGrp="1"/>
          </p:cNvSpPr>
          <p:nvPr>
            <p:ph idx="1"/>
          </p:nvPr>
        </p:nvSpPr>
        <p:spPr/>
        <p:txBody>
          <a:bodyPr/>
          <a:lstStyle/>
          <a:p>
            <a:endParaRPr lang="en-US"/>
          </a:p>
        </p:txBody>
      </p:sp>
      <p:pic>
        <p:nvPicPr>
          <p:cNvPr id="1030" name="Picture 6" descr="Có thể là hình ảnh về ‎1 người và ‎văn bản cho biết '‎AIT CHÚA NHẬT XV THƯỜNG NIÊN NĂM C LUẬT YÊU THƯƠNG VÀ DỤ NGÔN Người samari Tốt Lành أومتن_بفمن الاهُحَبر ابی من الحیالامن یعطش_ايراً 1 لى يُقبلالى ۲٩ لومنات- တဓ္ဲ منا ۶ فلاجَو &quot;Ai Aİlà lã ngưỡi thân cận của tôi ?&quot; [LC (LC10,2537) 10, 2537 MEH 1設正‎'‎‎">
            <a:extLst>
              <a:ext uri="{FF2B5EF4-FFF2-40B4-BE49-F238E27FC236}">
                <a16:creationId xmlns:a16="http://schemas.microsoft.com/office/drawing/2014/main" id="{BE53D347-F1C6-D121-2F4D-0D2A1B81CC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865935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A287D1D8-D62C-A7C3-2AC9-06908C6E34EE}"/>
              </a:ext>
            </a:extLst>
          </p:cNvPr>
          <p:cNvSpPr>
            <a:spLocks noGrp="1"/>
          </p:cNvSpPr>
          <p:nvPr>
            <p:ph idx="1"/>
          </p:nvPr>
        </p:nvSpPr>
        <p:spPr/>
        <p:txBody>
          <a:bodyPr/>
          <a:lstStyle/>
          <a:p>
            <a:endParaRPr lang="en-US"/>
          </a:p>
        </p:txBody>
      </p:sp>
      <p:pic>
        <p:nvPicPr>
          <p:cNvPr id="2" name="Picture 2" descr="Có thể là hình ảnh về 2 người và văn bản cho biết 'BÀI ĐỌC AIĐỌC1 1 15J0mm 1ጠሞራ 색검식에관터 Bài trichsách trích ĐỆ NHỊ LUẬT &quot;Lời chúa Ở rất gần anh em, để anh em dem ra thực hãnh.&quot; [Dnl 30, 10 10-14) 14)'">
            <a:extLst>
              <a:ext uri="{FF2B5EF4-FFF2-40B4-BE49-F238E27FC236}">
                <a16:creationId xmlns:a16="http://schemas.microsoft.com/office/drawing/2014/main" id="{5521CBE5-22E2-0762-2A5A-6AB6CE2A68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803250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65</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500" b="1" dirty="0">
                <a:effectLst/>
                <a:latin typeface="Times New Roman (Headings)"/>
                <a:cs typeface="Arial" panose="020B0604020202020204" pitchFamily="34" charset="0"/>
              </a:rPr>
              <a:t>1. Này con dâng lời nguyện xin: tình yêu thương Ngài hãy biểu lộ,</a:t>
            </a:r>
            <a:endParaRPr lang="en-US" sz="8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00400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nguyện thương con theo đức nhân hậu.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811462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Nhậm lời con Ngài ơi, chiếu theo đức cả từ bi.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6982357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0B97-5A5E-E01D-7F77-E3FF8C576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52A9-68B7-99D4-D06F-501F9D3256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Vì lòng tín trung Ngài, nguyện xót thương thân phận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210051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34DF-3B3B-6585-A38A-F71066C42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49EF9-EBFF-612B-9418-506EAA435FE0}"/>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Các </a:t>
            </a:r>
            <a:r>
              <a:rPr lang="en-US" sz="8800" b="1" dirty="0" err="1">
                <a:effectLst/>
                <a:latin typeface="Times New Roman (Headings)"/>
                <a:cs typeface="Arial" panose="020B0604020202020204" pitchFamily="34" charset="0"/>
              </a:rPr>
              <a:t>bạn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khiêm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effectLst/>
                <a:latin typeface="Times New Roman (Headings)"/>
                <a:cs typeface="Arial" panose="020B0604020202020204" pitchFamily="34" charset="0"/>
              </a:rPr>
              <a:t> lo </a:t>
            </a:r>
            <a:r>
              <a:rPr lang="en-US" sz="8800" b="1" dirty="0" err="1">
                <a:effectLst/>
                <a:latin typeface="Times New Roman (Headings)"/>
                <a:cs typeface="Arial" panose="020B0604020202020204" pitchFamily="34" charset="0"/>
              </a:rPr>
              <a:t>tìm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kiếm</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13479847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A6275-3255-005D-BEF9-238789B90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B0774-EC4B-3194-6416-3F2C63A77CE7}"/>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các </a:t>
            </a:r>
            <a:r>
              <a:rPr lang="en-US" sz="9600" b="1" dirty="0" err="1">
                <a:effectLst/>
                <a:latin typeface="Times New Roman (Headings)"/>
                <a:cs typeface="Arial" panose="020B0604020202020204" pitchFamily="34" charset="0"/>
              </a:rPr>
              <a:t>bạn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hồi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sinh</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75485105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2EF2F-7699-86AA-F13C-BB8B92EF4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C7ED96-1080-5708-D6B2-5EA582BB7A2B}"/>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500" b="1" dirty="0">
                <a:latin typeface="Times New Roman (Headings)"/>
                <a:cs typeface="Arial" panose="020B0604020202020204" pitchFamily="34" charset="0"/>
              </a:rPr>
              <a:t>2</a:t>
            </a:r>
            <a:r>
              <a:rPr lang="vi-VN" sz="8500" b="1" dirty="0">
                <a:effectLst/>
                <a:latin typeface="Times New Roman (Headings)"/>
                <a:cs typeface="Arial" panose="020B0604020202020204" pitchFamily="34" charset="0"/>
              </a:rPr>
              <a:t>. Phần con cơ hàn khổ đau, thầm kêu xin cùng Chúa nhân từ,</a:t>
            </a:r>
            <a:endParaRPr lang="en-US" sz="8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8578698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DABF7-B705-7E93-F9C3-141A8DB8EB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5A802-ED48-C036-BB64-C3E2C193B8CB}"/>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đỡ</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hộ</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phù</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613342961"/>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1B3D0-F433-149D-1871-CFDA24D985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F002A-B94F-A84B-9D32-2544F3C62A1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miệng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hát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cả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bài</a:t>
            </a:r>
            <a:r>
              <a:rPr lang="en-US" sz="8800" b="1" dirty="0">
                <a:effectLst/>
                <a:latin typeface="Times New Roman (Headings)"/>
                <a:cs typeface="Arial" panose="020B0604020202020204" pitchFamily="34" charset="0"/>
              </a:rPr>
              <a:t> ca,</a:t>
            </a:r>
          </a:p>
        </p:txBody>
      </p:sp>
    </p:spTree>
    <p:extLst>
      <p:ext uri="{BB962C8B-B14F-4D97-AF65-F5344CB8AC3E}">
        <p14:creationId xmlns:p14="http://schemas.microsoft.com/office/powerpoint/2010/main" val="49192794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5CB002-EFC6-0CE3-9514-2EDE56935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3D2D5-3655-5DBB-BAB7-9C467ABE375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mãi</a:t>
            </a:r>
            <a:r>
              <a:rPr lang="en-US" sz="8800" b="1" dirty="0">
                <a:effectLst/>
                <a:latin typeface="Times New Roman (Headings)"/>
                <a:cs typeface="Arial" panose="020B0604020202020204" pitchFamily="34" charset="0"/>
              </a:rPr>
              <a:t> tri </a:t>
            </a:r>
            <a:r>
              <a:rPr lang="en-US" sz="8800" b="1" dirty="0" err="1">
                <a:effectLst/>
                <a:latin typeface="Times New Roman (Headings)"/>
                <a:cs typeface="Arial" panose="020B0604020202020204" pitchFamily="34" charset="0"/>
              </a:rPr>
              <a:t>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đời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107434"/>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94925-A9CB-4733-6A4D-0B6B1D2E8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6BE88-BE5A-CB9C-F6EA-46AD3C6CB366}"/>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Các </a:t>
            </a:r>
            <a:r>
              <a:rPr lang="en-US" sz="8800" b="1" dirty="0" err="1">
                <a:effectLst/>
                <a:latin typeface="Times New Roman (Headings)"/>
                <a:cs typeface="Arial" panose="020B0604020202020204" pitchFamily="34" charset="0"/>
              </a:rPr>
              <a:t>bạn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khiêm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effectLst/>
                <a:latin typeface="Times New Roman (Headings)"/>
                <a:cs typeface="Arial" panose="020B0604020202020204" pitchFamily="34" charset="0"/>
              </a:rPr>
              <a:t> lo </a:t>
            </a:r>
            <a:r>
              <a:rPr lang="en-US" sz="8800" b="1" dirty="0" err="1">
                <a:effectLst/>
                <a:latin typeface="Times New Roman (Headings)"/>
                <a:cs typeface="Arial" panose="020B0604020202020204" pitchFamily="34" charset="0"/>
              </a:rPr>
              <a:t>tìm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kiếm</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01898714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0FDC8-DFDE-0649-97EF-769ADCF55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102375-6A8A-A1BD-77A4-C9387419E926}"/>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các </a:t>
            </a:r>
            <a:r>
              <a:rPr lang="en-US" sz="9600" b="1" dirty="0" err="1">
                <a:effectLst/>
                <a:latin typeface="Times New Roman (Headings)"/>
                <a:cs typeface="Arial" panose="020B0604020202020204" pitchFamily="34" charset="0"/>
              </a:rPr>
              <a:t>bạn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hồi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sinh</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70045615"/>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30BCB-743F-C56B-5430-87A3F48F6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E3309-724F-DBEE-9A9E-AD55DC52F591}"/>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500" b="1" dirty="0">
                <a:effectLst/>
                <a:latin typeface="Times New Roman (Headings)"/>
                <a:cs typeface="Arial" panose="020B0604020202020204" pitchFamily="34" charset="0"/>
              </a:rPr>
              <a:t>3. Vì Chúa thương người cùng đinh, và không chê bỏ</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kẻ</a:t>
            </a:r>
            <a:r>
              <a:rPr lang="en-US" sz="8500" b="1" dirty="0">
                <a:effectLst/>
                <a:latin typeface="Times New Roman (Headings)"/>
                <a:cs typeface="Arial" panose="020B0604020202020204" pitchFamily="34" charset="0"/>
              </a:rPr>
              <a:t> than </a:t>
            </a:r>
            <a:r>
              <a:rPr lang="en-US" sz="8500" b="1" dirty="0" err="1">
                <a:effectLst/>
                <a:latin typeface="Times New Roman (Headings)"/>
                <a:cs typeface="Arial" panose="020B0604020202020204" pitchFamily="34" charset="0"/>
              </a:rPr>
              <a:t>tình</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hằng</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kêu</a:t>
            </a:r>
            <a:endParaRPr lang="en-US" sz="8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3156743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1782F-51F7-BF52-D67B-86E2D8370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B0565-D0B8-DDA6-A831-9F256AD3F3B5}"/>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xin tìm kiếm nhan Ngài. Người hiền hãy mừng vui,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06027134"/>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C61A6-F4B2-E938-3186-67FBC04B2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4C2AA-8D17-BB3B-9B85-DF7E33A9E4E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miệng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hát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cả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bài</a:t>
            </a:r>
            <a:r>
              <a:rPr lang="en-US" sz="8800" b="1" dirty="0">
                <a:effectLst/>
                <a:latin typeface="Times New Roman (Headings)"/>
                <a:cs typeface="Arial" panose="020B0604020202020204" pitchFamily="34" charset="0"/>
              </a:rPr>
              <a:t> ca,</a:t>
            </a:r>
          </a:p>
        </p:txBody>
      </p:sp>
    </p:spTree>
    <p:extLst>
      <p:ext uri="{BB962C8B-B14F-4D97-AF65-F5344CB8AC3E}">
        <p14:creationId xmlns:p14="http://schemas.microsoft.com/office/powerpoint/2010/main" val="4232303827"/>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8DCE4-F279-04EE-A380-B51758948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AD4D8-CE07-B924-EF2C-E1740730900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hãy hoan hỉ và hồi sinh. Ngợi mừng Chúa cao vời,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841064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90F77-05B8-BC59-197F-F3D360D3F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400F2-3A95-761E-5993-7EC0A74B8DB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trời đất bao la biển khơi.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672829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C3832-6524-7FED-A199-4F4440318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797FE-70EC-F09D-6394-2565B591F0DE}"/>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ĐK</a:t>
            </a:r>
            <a:r>
              <a:rPr lang="en-US" sz="8800" b="1" dirty="0">
                <a:effectLst/>
                <a:latin typeface="Times New Roman (Headings)"/>
                <a:cs typeface="Arial" panose="020B0604020202020204" pitchFamily="34" charset="0"/>
              </a:rPr>
              <a:t>: Các </a:t>
            </a:r>
            <a:r>
              <a:rPr lang="en-US" sz="8800" b="1" dirty="0" err="1">
                <a:effectLst/>
                <a:latin typeface="Times New Roman (Headings)"/>
                <a:cs typeface="Arial" panose="020B0604020202020204" pitchFamily="34" charset="0"/>
              </a:rPr>
              <a:t>bạn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khiêm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vui</a:t>
            </a:r>
            <a:r>
              <a:rPr lang="en-US" sz="8800" b="1" dirty="0">
                <a:effectLst/>
                <a:latin typeface="Times New Roman (Headings)"/>
                <a:cs typeface="Arial" panose="020B0604020202020204" pitchFamily="34" charset="0"/>
              </a:rPr>
              <a:t> lo </a:t>
            </a:r>
            <a:r>
              <a:rPr lang="en-US" sz="8800" b="1" dirty="0" err="1">
                <a:effectLst/>
                <a:latin typeface="Times New Roman (Headings)"/>
                <a:cs typeface="Arial" panose="020B0604020202020204" pitchFamily="34" charset="0"/>
              </a:rPr>
              <a:t>tìm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kiếm</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85850848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3774C-1B67-0C6B-3BA1-F0972E1FD6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0DF75-B32C-7143-D695-B86DBC3ECC25}"/>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lòng</a:t>
            </a:r>
            <a:r>
              <a:rPr lang="en-US" sz="9600" b="1" dirty="0">
                <a:effectLst/>
                <a:latin typeface="Times New Roman (Headings)"/>
                <a:cs typeface="Arial" panose="020B0604020202020204" pitchFamily="34" charset="0"/>
              </a:rPr>
              <a:t> các </a:t>
            </a:r>
            <a:r>
              <a:rPr lang="en-US" sz="9600" b="1" dirty="0" err="1">
                <a:effectLst/>
                <a:latin typeface="Times New Roman (Headings)"/>
                <a:cs typeface="Arial" panose="020B0604020202020204" pitchFamily="34" charset="0"/>
              </a:rPr>
              <a:t>bạn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hồi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sinh</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78583448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F5CE8DDD-44F1-46DF-BDCC-BE0F816F7919}"/>
              </a:ext>
            </a:extLst>
          </p:cNvPr>
          <p:cNvSpPr>
            <a:spLocks noGrp="1"/>
          </p:cNvSpPr>
          <p:nvPr>
            <p:ph idx="1"/>
          </p:nvPr>
        </p:nvSpPr>
        <p:spPr/>
        <p:txBody>
          <a:bodyPr/>
          <a:lstStyle/>
          <a:p>
            <a:endParaRPr lang="en-US"/>
          </a:p>
        </p:txBody>
      </p:sp>
      <p:pic>
        <p:nvPicPr>
          <p:cNvPr id="12290" name="Picture 2" descr="Có thể là hình ảnh về văn bản cho biết 'IC N BÀI ĐOC BAIĐỌC2 2 वामा ቸርዝ! HNCSUT/ HAEC SUTA CEETA SUNT Bài trích thư của thánh Phaolo tông đỗ gửi tìn ทนิ้น côloxê &quot;Muôn loai đều do Thiên Chúa tạo dựng, nhờ ĐỨC Kito và cho ĐỨC Kito.&quot; (CI (CI1,15-20) 1,'">
            <a:extLst>
              <a:ext uri="{FF2B5EF4-FFF2-40B4-BE49-F238E27FC236}">
                <a16:creationId xmlns:a16="http://schemas.microsoft.com/office/drawing/2014/main" id="{2FF1C7CF-6E04-8FE2-F830-093AE903E8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612110"/>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E6B4A-8F81-1883-2A04-CBA86E8CF8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B93537-13F0-1773-D3E0-6668A6BBB289}"/>
              </a:ext>
            </a:extLst>
          </p:cNvPr>
          <p:cNvSpPr>
            <a:spLocks noGrp="1"/>
          </p:cNvSpPr>
          <p:nvPr>
            <p:ph idx="1"/>
          </p:nvPr>
        </p:nvSpPr>
        <p:spPr/>
        <p:txBody>
          <a:bodyPr/>
          <a:lstStyle/>
          <a:p>
            <a:endParaRPr lang="en-US"/>
          </a:p>
        </p:txBody>
      </p:sp>
      <p:pic>
        <p:nvPicPr>
          <p:cNvPr id="1030" name="Picture 6" descr="Có thể là hình ảnh về ‎1 người và ‎văn bản cho biết '‎AIT CHÚA NHẬT XV THƯỜNG NIÊN NĂM C LUẬT YÊU THƯƠNG VÀ DỤ NGÔN Người samari Tốt Lành أومتن_بفمن الاهُحَبر ابی من الحیالامن یعطش_ايراً 1 لى يُقبلالى ۲٩ لومنات- တဓ္ဲ منا ۶ فلاجَو &quot;Ai Aİlà lã ngưỡi thân cận của tôi ?&quot; [LC (LC10,2537) 10, 2537 MEH 1設正‎'‎‎">
            <a:extLst>
              <a:ext uri="{FF2B5EF4-FFF2-40B4-BE49-F238E27FC236}">
                <a16:creationId xmlns:a16="http://schemas.microsoft.com/office/drawing/2014/main" id="{5ED3FE1B-0E64-0814-25EE-A3F05C0DEB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807037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409575"/>
            <a:ext cx="9144000" cy="4733925"/>
          </a:xfrm>
          <a:solidFill>
            <a:schemeClr val="bg1"/>
          </a:solidFill>
        </p:spPr>
        <p:txBody>
          <a:bodyPr lIns="91440" tIns="0" rIns="91440" bIns="0">
            <a:noAutofit/>
          </a:bodyPr>
          <a:lstStyle/>
          <a:p>
            <a:r>
              <a:rPr lang="en-US" sz="8000" b="1" i="1" dirty="0">
                <a:effectLst/>
                <a:latin typeface="Times New Roman (Headings)"/>
                <a:cs typeface="Arial" panose="020B0604020202020204" pitchFamily="34" charset="0"/>
              </a:rPr>
              <a:t>All… All...</a:t>
            </a:r>
            <a:r>
              <a:rPr lang="en-US" sz="8000" b="1" dirty="0">
                <a:effectLst/>
                <a:latin typeface="Times New Roman (Headings)"/>
                <a:cs typeface="Arial" panose="020B0604020202020204" pitchFamily="34" charset="0"/>
              </a:rPr>
              <a:t> </a:t>
            </a:r>
            <a:br>
              <a:rPr lang="en-US" sz="8000" b="1" dirty="0">
                <a:effectLst/>
                <a:latin typeface="Times New Roman (Headings)"/>
                <a:cs typeface="Arial" panose="020B0604020202020204" pitchFamily="34" charset="0"/>
              </a:rPr>
            </a:br>
            <a:r>
              <a:rPr lang="en-US" sz="8000" b="1" dirty="0" err="1">
                <a:effectLst/>
                <a:latin typeface="Times New Roman (Headings)"/>
                <a:cs typeface="Arial" panose="020B0604020202020204" pitchFamily="34" charset="0"/>
              </a:rPr>
              <a:t>Chúc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tụng</a:t>
            </a:r>
            <a:r>
              <a:rPr lang="en-US" sz="8000" b="1" dirty="0">
                <a:effectLst/>
                <a:latin typeface="Times New Roman (Headings)"/>
                <a:cs typeface="Arial" panose="020B0604020202020204" pitchFamily="34" charset="0"/>
              </a:rPr>
              <a:t> Đức Vua,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danh</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mà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đến</a:t>
            </a:r>
            <a:r>
              <a:rPr lang="en-US" sz="8000" b="1" dirty="0">
                <a:effectLst/>
                <a:latin typeface="Times New Roman (Headings)"/>
                <a:cs typeface="Arial" panose="020B0604020202020204" pitchFamily="34" charset="0"/>
              </a:rPr>
              <a:t>. </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409575"/>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u="sng" dirty="0">
                <a:solidFill>
                  <a:srgbClr val="FF0000"/>
                </a:solidFill>
                <a:latin typeface="Arial" panose="020B0604020202020204" pitchFamily="34" charset="0"/>
                <a:cs typeface="Arial" panose="020B0604020202020204" pitchFamily="34" charset="0"/>
              </a:rPr>
              <a:t>TUNG </a:t>
            </a:r>
            <a:r>
              <a:rPr lang="en-US" sz="2000" b="1" u="sng" dirty="0" err="1">
                <a:solidFill>
                  <a:srgbClr val="FF0000"/>
                </a:solidFill>
                <a:latin typeface="Arial" panose="020B0604020202020204" pitchFamily="34" charset="0"/>
                <a:cs typeface="Arial" panose="020B0604020202020204" pitchFamily="34" charset="0"/>
              </a:rPr>
              <a:t>HÔ</a:t>
            </a:r>
            <a:r>
              <a:rPr lang="en-US" sz="2000" b="1" u="sng" dirty="0">
                <a:solidFill>
                  <a:srgbClr val="FF0000"/>
                </a:solidFill>
                <a:latin typeface="Arial" panose="020B0604020202020204" pitchFamily="34" charset="0"/>
                <a:cs typeface="Arial" panose="020B0604020202020204" pitchFamily="34" charset="0"/>
              </a:rPr>
              <a:t> TIN </a:t>
            </a:r>
            <a:r>
              <a:rPr lang="en-US" sz="2000" b="1" u="sng" dirty="0" err="1">
                <a:solidFill>
                  <a:srgbClr val="FF0000"/>
                </a:solidFill>
                <a:latin typeface="Arial" panose="020B0604020202020204" pitchFamily="34" charset="0"/>
                <a:cs typeface="Arial" panose="020B0604020202020204" pitchFamily="34" charset="0"/>
              </a:rPr>
              <a:t>MỪNG</a:t>
            </a:r>
            <a:endParaRPr lang="vi-VN" sz="20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9600" b="1" dirty="0">
                <a:effectLst/>
                <a:latin typeface="Times New Roman (Headings)"/>
                <a:cs typeface="Arial" panose="020B0604020202020204" pitchFamily="34" charset="0"/>
              </a:rPr>
              <a:t>Bình an </a:t>
            </a:r>
            <a:r>
              <a:rPr lang="en-US" sz="9600" b="1" dirty="0" err="1">
                <a:effectLst/>
                <a:latin typeface="Times New Roman (Headings)"/>
                <a:cs typeface="Arial" panose="020B0604020202020204" pitchFamily="34" charset="0"/>
              </a:rPr>
              <a:t>trên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trời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và</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vinh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quang</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ABD45-F275-7342-4457-78DED388A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90B62-58E7-FEDE-B51A-0DBE6DE0C18C}"/>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en-US" sz="8800" b="1" dirty="0" err="1">
                <a:effectLst/>
                <a:latin typeface="Times New Roman (Headings)"/>
                <a:cs typeface="Arial" panose="020B0604020202020204" pitchFamily="34" charset="0"/>
              </a:rPr>
              <a:t>trên</a:t>
            </a:r>
            <a:r>
              <a:rPr lang="en-US" sz="8800" b="1" dirty="0">
                <a:effectLst/>
                <a:latin typeface="Times New Roman (Headings)"/>
                <a:cs typeface="Arial" panose="020B0604020202020204" pitchFamily="34" charset="0"/>
              </a:rPr>
              <a:t> các </a:t>
            </a:r>
            <a:r>
              <a:rPr lang="en-US" sz="8800" b="1" dirty="0" err="1">
                <a:effectLst/>
                <a:latin typeface="Times New Roman (Headings)"/>
                <a:cs typeface="Arial" panose="020B0604020202020204" pitchFamily="34" charset="0"/>
              </a:rPr>
              <a:t>tầng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trời</a:t>
            </a:r>
            <a:r>
              <a:rPr lang="en-US" sz="8800" b="1" dirty="0">
                <a:effectLst/>
                <a:latin typeface="Times New Roman (Headings)"/>
                <a:cs typeface="Arial" panose="020B0604020202020204" pitchFamily="34" charset="0"/>
              </a:rPr>
              <a:t>.</a:t>
            </a:r>
            <a:br>
              <a:rPr lang="en-US" sz="8800" b="1" dirty="0">
                <a:effectLst/>
                <a:latin typeface="Times New Roman (Headings)"/>
                <a:cs typeface="Arial" panose="020B0604020202020204" pitchFamily="34" charset="0"/>
              </a:rPr>
            </a:br>
            <a:r>
              <a:rPr lang="en-US" sz="8800" b="1" i="1" dirty="0">
                <a:effectLst/>
                <a:latin typeface="Times New Roman (Headings)"/>
                <a:cs typeface="Arial" panose="020B0604020202020204" pitchFamily="34" charset="0"/>
              </a:rPr>
              <a:t>All…All…</a:t>
            </a:r>
          </a:p>
        </p:txBody>
      </p:sp>
    </p:spTree>
    <p:extLst>
      <p:ext uri="{BB962C8B-B14F-4D97-AF65-F5344CB8AC3E}">
        <p14:creationId xmlns:p14="http://schemas.microsoft.com/office/powerpoint/2010/main" val="371602581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BB91-0935-EDC2-3337-DAC432E5B9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3E9546-71E2-28A7-CA41-94630F96B8C6}"/>
              </a:ext>
            </a:extLst>
          </p:cNvPr>
          <p:cNvSpPr>
            <a:spLocks noGrp="1"/>
          </p:cNvSpPr>
          <p:nvPr>
            <p:ph idx="1"/>
          </p:nvPr>
        </p:nvSpPr>
        <p:spPr/>
        <p:txBody>
          <a:bodyPr/>
          <a:lstStyle/>
          <a:p>
            <a:endParaRPr lang="en-US"/>
          </a:p>
        </p:txBody>
      </p:sp>
      <p:pic>
        <p:nvPicPr>
          <p:cNvPr id="1026" name="Picture 2" descr="Có thể là hình ảnh về 2 người và văn bản cho biết 'CHÚA NHẬT χν THƯỜNG NIÊN NĂM C Dụ ngôn NGƯỜI SAMARIA NHÂN HÂU &quot;Ngươi hãy yêu mễn Chữa là Thiên Chữa ngươi hết lòng, hết linh hồn, hết sữc và hết trì khôn ngươi, và hãy thương mễn anh em như chĩnh mình.&quot; (Lc 10, 25-37)'">
            <a:extLst>
              <a:ext uri="{FF2B5EF4-FFF2-40B4-BE49-F238E27FC236}">
                <a16:creationId xmlns:a16="http://schemas.microsoft.com/office/drawing/2014/main" id="{DD851A09-785F-7A1B-1D1A-95568F079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1714" cy="5143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5513759"/>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95CF3-5660-C834-3DFE-A5CDD23863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764965-D994-A2C7-3355-D55904BA73D2}"/>
              </a:ext>
            </a:extLst>
          </p:cNvPr>
          <p:cNvSpPr>
            <a:spLocks noGrp="1"/>
          </p:cNvSpPr>
          <p:nvPr>
            <p:ph idx="1"/>
          </p:nvPr>
        </p:nvSpPr>
        <p:spPr/>
        <p:txBody>
          <a:bodyPr/>
          <a:lstStyle/>
          <a:p>
            <a:endParaRPr lang="en-US"/>
          </a:p>
        </p:txBody>
      </p:sp>
      <p:pic>
        <p:nvPicPr>
          <p:cNvPr id="1030" name="Picture 6" descr="Có thể là hình ảnh về ‎1 người và ‎văn bản cho biết '‎AIT CHÚA NHẬT XV THƯỜNG NIÊN NĂM C LUẬT YÊU THƯƠNG VÀ DỤ NGÔN Người samari Tốt Lành أومتن_بفمن الاهُحَبر ابی من الحیالامن یعطش_ايراً 1 لى يُقبلالى ۲٩ لومنات- တဓ္ဲ منا ۶ فلاجَو &quot;Ai Aİlà lã ngưỡi thân cận của tôi ?&quot; [LC (LC10,2537) 10, 2537 MEH 1設正‎'‎‎">
            <a:extLst>
              <a:ext uri="{FF2B5EF4-FFF2-40B4-BE49-F238E27FC236}">
                <a16:creationId xmlns:a16="http://schemas.microsoft.com/office/drawing/2014/main" id="{15E38FF5-C410-336E-5F6D-DB3136100E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774048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CỦA</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LỄ</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CON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DÂNG</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Nguyễn Duy)</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Lời nguyện cầu như hương bay thắm thiết như trời mây.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042738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Dâng lên Ngài nguyện ước với đầy tuổi thơ dâng trọn từ đây.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A27DF-C603-22AB-BD06-E0E30DDE2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1979E-1AB2-9A53-97E0-E954CEC9E74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a:t>
            </a:r>
            <a:r>
              <a:rPr lang="en-US" sz="8800" b="1" dirty="0" err="1">
                <a:effectLst/>
                <a:latin typeface="Times New Roman (Headings)"/>
                <a:cs typeface="Arial" panose="020B0604020202020204" pitchFamily="34" charset="0"/>
              </a:rPr>
              <a:t>Từng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tấm</a:t>
            </a:r>
            <a:r>
              <a:rPr lang="en-US" sz="8800" b="1" dirty="0">
                <a:effectLst/>
                <a:latin typeface="Times New Roman (Headings)"/>
                <a:cs typeface="Arial" panose="020B0604020202020204" pitchFamily="34" charset="0"/>
              </a:rPr>
              <a:t> bánh con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để</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tiến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khoan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nhân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6236300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A1E0C-60D3-55D9-433B-D7DAF7FAF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07387-4825-1751-9F3F-509DA7D42F4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Chút tình đoàn con bé thơ dâng Ngài từng phút mong chờ.</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0146859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60E6-AD8E-75AF-3815-55CD709C9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94EE5C-63C3-B9C1-011A-B88BD14426E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Lời nguyện cầu như hương bay thắm thiết như trời mây.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95739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44F0C-3470-7C66-DBCE-492954F4A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B0752-A936-5770-2138-9E04D6D08A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Dâng lên Ngài nguyện ước với đầy tuổi thơ dâng trọn từ đây.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8650869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5367A-FE2D-4AC9-FDB8-280B5D06E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C2122-8900-F793-26E1-4165C11FC0B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2</a:t>
            </a:r>
            <a:r>
              <a:rPr lang="vi-VN" sz="8800" b="1" dirty="0">
                <a:effectLst/>
                <a:latin typeface="Times New Roman (Headings)"/>
                <a:cs typeface="Arial" panose="020B0604020202020204" pitchFamily="34" charset="0"/>
              </a:rPr>
              <a:t>. Nguyện Chúa xuống muôn ơn cuộc sống mãi khang an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91561050"/>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D6869-8303-A5F1-3D38-27CFF66E8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73E9A-8CB7-CF98-B164-55F31409E79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cho mẹ và cha chúng con suốt đời hạnh phúc dư tràn.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3867132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F575B-A5D8-EFD7-82EC-4CB11DB84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D183CC-41B9-05A9-8381-F3E9BBD2557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Lời nguyện cầu như hương bay thắm thiết như trời mây.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3580317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36D68-70F3-1896-06C8-97958CF5E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5DE1A-FCD5-454E-4145-B7F3CB307BC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Dâng lên Ngài nguyện ước với đầy tuổi thơ dâng trọn từ đây.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2949839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B069A8-BBE6-EF0C-90E5-A15BA1F14F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9C7CE-C6C7-8C05-E2F5-3F7067BC738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9600" b="1" dirty="0">
                <a:effectLst/>
                <a:latin typeface="Times New Roman (Headings)"/>
                <a:cs typeface="Arial" panose="020B0604020202020204" pitchFamily="34" charset="0"/>
              </a:rPr>
              <a:t>3. Giọt nước vỡ tan ra là kiếp sông đơn sơ</a:t>
            </a:r>
            <a:endParaRPr lang="en-US" sz="96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15800703"/>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AC8EC-3993-D35E-28BE-1DE9D7D10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F5F3D-9F5A-DCCE-C49E-18B62AE223C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xin </a:t>
            </a:r>
            <a:r>
              <a:rPr lang="vi-VN" sz="8800" b="1" dirty="0" err="1">
                <a:effectLst/>
                <a:latin typeface="Times New Roman (Headings)"/>
                <a:cs typeface="Arial" panose="020B0604020202020204" pitchFamily="34" charset="0"/>
              </a:rPr>
              <a:t>đuợc</a:t>
            </a:r>
            <a:r>
              <a:rPr lang="vi-VN" sz="8800" b="1" dirty="0">
                <a:effectLst/>
                <a:latin typeface="Times New Roman (Headings)"/>
                <a:cs typeface="Arial" panose="020B0604020202020204" pitchFamily="34" charset="0"/>
              </a:rPr>
              <a:t> hòa trong lễ dâng ly </a:t>
            </a:r>
            <a:r>
              <a:rPr lang="vi-VN" sz="8800" b="1" dirty="0" err="1">
                <a:effectLst/>
                <a:latin typeface="Times New Roman (Headings)"/>
                <a:cs typeface="Arial" panose="020B0604020202020204" pitchFamily="34" charset="0"/>
              </a:rPr>
              <a:t>rược</a:t>
            </a:r>
            <a:r>
              <a:rPr lang="vi-VN" sz="8800" b="1" dirty="0">
                <a:effectLst/>
                <a:latin typeface="Times New Roman (Headings)"/>
                <a:cs typeface="Arial" panose="020B0604020202020204" pitchFamily="34" charset="0"/>
              </a:rPr>
              <a:t> nồng thắm ân tình.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2942459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F7B91-B147-7CE8-0724-F1EA0F0EF0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690B44-99CB-516F-DCFD-4242B43F7FD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err="1">
                <a:effectLst/>
                <a:latin typeface="Times New Roman (Headings)"/>
                <a:cs typeface="Arial" panose="020B0604020202020204" pitchFamily="34" charset="0"/>
              </a:rPr>
              <a:t>ĐK</a:t>
            </a:r>
            <a:r>
              <a:rPr lang="vi-VN" sz="8000" b="1" dirty="0">
                <a:effectLst/>
                <a:latin typeface="Times New Roman (Headings)"/>
                <a:cs typeface="Arial" panose="020B0604020202020204" pitchFamily="34" charset="0"/>
              </a:rPr>
              <a:t>. Lời nguyện cầu như hương bay thắm thiết như trời mây.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99371335"/>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8CDCE-E07B-D863-C786-2F2242C8A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9D04A-A7EC-8AE4-9BC9-53111C8D8CB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Dâng lên Ngài nguyện ước với đầy tuổi thơ dâng trọn từ đây.</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3648125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50AE2-5E3F-B60D-5DA9-768EFAB033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AF8D01-EB6C-FBEE-473E-DB545BE8B6E3}"/>
              </a:ext>
            </a:extLst>
          </p:cNvPr>
          <p:cNvSpPr>
            <a:spLocks noGrp="1"/>
          </p:cNvSpPr>
          <p:nvPr>
            <p:ph idx="1"/>
          </p:nvPr>
        </p:nvSpPr>
        <p:spPr/>
        <p:txBody>
          <a:bodyPr/>
          <a:lstStyle/>
          <a:p>
            <a:endParaRPr lang="en-US"/>
          </a:p>
        </p:txBody>
      </p:sp>
      <p:pic>
        <p:nvPicPr>
          <p:cNvPr id="1030" name="Picture 6" descr="Có thể là hình ảnh về ‎1 người và ‎văn bản cho biết '‎AIT CHÚA NHẬT XV THƯỜNG NIÊN NĂM C LUẬT YÊU THƯƠNG VÀ DỤ NGÔN Người samari Tốt Lành أومتن_بفمن الاهُحَبر ابی من الحیالامن یعطش_ايراً 1 لى يُقبلالى ۲٩ لومنات- တဓ္ဲ منا ۶ فلاجَو &quot;Ai Aİlà lã ngưỡi thân cận của tôi ?&quot; [LC (LC10,2537) 10, 2537 MEH 1設正‎'‎‎">
            <a:extLst>
              <a:ext uri="{FF2B5EF4-FFF2-40B4-BE49-F238E27FC236}">
                <a16:creationId xmlns:a16="http://schemas.microsoft.com/office/drawing/2014/main" id="{38D13C31-DB14-452A-8608-5C086D961D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9525221"/>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736600" y="12700"/>
            <a:ext cx="7670800" cy="457761"/>
          </a:xfrm>
        </p:spPr>
        <p:txBody>
          <a:bodyPr lIns="91440" tIns="0" rIns="91440" bIns="0" anchor="b">
            <a:normAutofit/>
          </a:body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dirty="0">
                <a:latin typeface="Times New Roman (Headings)"/>
                <a:cs typeface="Arial" panose="020B0604020202020204" pitchFamily="34" charset="0"/>
              </a:rPr>
              <a:t>Chúa </a:t>
            </a:r>
            <a:r>
              <a:rPr lang="en-US" sz="9600" b="1" dirty="0" err="1">
                <a:latin typeface="Times New Roman (Headings)"/>
                <a:cs typeface="Arial" panose="020B0604020202020204" pitchFamily="34" charset="0"/>
              </a:rPr>
              <a:t>phán</a:t>
            </a:r>
            <a:r>
              <a:rPr lang="en-US" sz="9600" b="1" dirty="0">
                <a:latin typeface="Times New Roman (Headings)"/>
                <a:cs typeface="Arial" panose="020B0604020202020204" pitchFamily="34" charset="0"/>
              </a:rPr>
              <a:t>: “Ai </a:t>
            </a:r>
            <a:r>
              <a:rPr lang="en-US" sz="9600" b="1" dirty="0" err="1">
                <a:latin typeface="Times New Roman (Headings)"/>
                <a:cs typeface="Arial" panose="020B0604020202020204" pitchFamily="34" charset="0"/>
              </a:rPr>
              <a:t>ăn</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thịt</a:t>
            </a:r>
            <a:r>
              <a:rPr lang="en-US" sz="9600" b="1" dirty="0">
                <a:latin typeface="Times New Roman (Headings)"/>
                <a:cs typeface="Arial" panose="020B0604020202020204" pitchFamily="34" charset="0"/>
              </a:rPr>
              <a:t> Ta </a:t>
            </a:r>
            <a:r>
              <a:rPr lang="en-US" sz="9600" b="1" dirty="0" err="1">
                <a:latin typeface="Times New Roman (Headings)"/>
                <a:cs typeface="Arial" panose="020B0604020202020204" pitchFamily="34" charset="0"/>
              </a:rPr>
              <a:t>và</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uống</a:t>
            </a:r>
            <a:r>
              <a:rPr lang="en-US" sz="9600" b="1" dirty="0">
                <a:latin typeface="Times New Roman (Headings)"/>
                <a:cs typeface="Arial" panose="020B0604020202020204" pitchFamily="34" charset="0"/>
              </a:rPr>
              <a:t> </a:t>
            </a:r>
            <a:r>
              <a:rPr lang="en-US" sz="9600" b="1" dirty="0" err="1">
                <a:latin typeface="Times New Roman (Headings)"/>
                <a:cs typeface="Arial" panose="020B0604020202020204" pitchFamily="34" charset="0"/>
              </a:rPr>
              <a:t>máu</a:t>
            </a:r>
            <a:r>
              <a:rPr lang="en-US" sz="9600" b="1" dirty="0">
                <a:latin typeface="Times New Roman (Headings)"/>
                <a:cs typeface="Arial" panose="020B0604020202020204" pitchFamily="34" charset="0"/>
              </a:rPr>
              <a:t> Ta,</a:t>
            </a:r>
          </a:p>
        </p:txBody>
      </p:sp>
    </p:spTree>
    <p:extLst>
      <p:ext uri="{BB962C8B-B14F-4D97-AF65-F5344CB8AC3E}">
        <p14:creationId xmlns:p14="http://schemas.microsoft.com/office/powerpoint/2010/main" val="215767542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FB68-8CB8-968E-BDDB-3D465166A44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C0EEAE3-85E2-F4D6-28FA-EE752037D9C6}"/>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nn-NO" sz="8800" b="1">
                <a:latin typeface="Times New Roman (Headings)"/>
                <a:cs typeface="Arial" panose="020B0604020202020204" pitchFamily="34" charset="0"/>
              </a:rPr>
              <a:t>thì ở trong Ta, và Ta ở trong kẻ ấy”.</a:t>
            </a:r>
            <a:endParaRPr lang="en-US" sz="8800" b="1" dirty="0">
              <a:latin typeface="Times New Roman (Headings)"/>
              <a:cs typeface="Arial" panose="020B0604020202020204" pitchFamily="34" charset="0"/>
            </a:endParaRPr>
          </a:p>
        </p:txBody>
      </p:sp>
    </p:spTree>
    <p:extLst>
      <p:ext uri="{BB962C8B-B14F-4D97-AF65-F5344CB8AC3E}">
        <p14:creationId xmlns:p14="http://schemas.microsoft.com/office/powerpoint/2010/main" val="122283334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TÌNH CON</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DÂNG CHÚA</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là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trái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sẻ</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52153937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85B6-E2BD-648B-179B-895C1F67C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26F9-B316-7B2A-47B9-4B324E79B2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dám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dám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sống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cho</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178299313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0C6CF-1963-6306-CC39-51995F364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1BC13-8C99-F972-3B6D-DB0C1E2BFD1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hết tình cho mọi người, Thiên đàng đâu phải chuyện bâng quơ,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198118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94C3-AA3B-D406-45D4-17D019CCF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B3B15-CE9D-13B2-7BCE-A3FCB71E7E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Chúa đâu phải là chuyện vu vơ, nhưng là chính cuộc đời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5575599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6BEDE-88E3-AB9F-86CA-CA9D58896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708E1-739C-1D11-928F-3DD6E43728E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tặng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rằng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những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nan</a:t>
            </a:r>
          </a:p>
        </p:txBody>
      </p:sp>
    </p:spTree>
    <p:extLst>
      <p:ext uri="{BB962C8B-B14F-4D97-AF65-F5344CB8AC3E}">
        <p14:creationId xmlns:p14="http://schemas.microsoft.com/office/powerpoint/2010/main" val="242533712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B46DC-CD6E-31B6-4086-B44EE3486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17A18-5C9C-E43E-7877-50B21D95445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Gọi con giữa muôn </a:t>
            </a:r>
            <a:r>
              <a:rPr lang="vi-VN" sz="8000" b="1" dirty="0" err="1">
                <a:effectLst/>
                <a:latin typeface="Times New Roman (Headings)"/>
                <a:cs typeface="Arial" panose="020B0604020202020204" pitchFamily="34" charset="0"/>
              </a:rPr>
              <a:t>muôn</a:t>
            </a:r>
            <a:r>
              <a:rPr lang="vi-VN" sz="8000" b="1" dirty="0">
                <a:effectLst/>
                <a:latin typeface="Times New Roman (Headings)"/>
                <a:cs typeface="Arial" panose="020B0604020202020204" pitchFamily="34" charset="0"/>
              </a:rPr>
              <a:t> người, tìm con giữa nơi bùn nhơ.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1176397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517C-87D7-5EB2-3B13-69347E088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5373-F1E9-969E-9EAA-1C63F82107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nhưng cuộc sống vẫn đầy ân ban. Con hân hoan phụng sự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6884273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01CD8-1AA8-F4C4-2F34-1AECB419C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3BBB7-2FCB-3F9A-271C-BA036985710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cho cân xứng Chúa ơi, để cho cân xứng Chúa 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7613259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F545B-9D42-FE2B-D0FB-8D94D3919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15FEC-9CF2-19DC-6039-D1C8E13AD9D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trong mọi người tình con dâng Chúa không ngơi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3100234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B5DD6-32F1-084C-B9D5-53B498090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65B45-F074-0278-75D4-5D61BF1471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là niềm vui hạnh phúc suốt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9568880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A8012-D805-AE50-5729-8D534767BB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70B271-68AF-CE03-01CF-349C277240D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2.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dù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có</a:t>
            </a:r>
            <a:r>
              <a:rPr lang="en-US" sz="8000" b="1" dirty="0">
                <a:effectLst/>
                <a:latin typeface="Times New Roman (Headings)"/>
                <a:cs typeface="Arial" panose="020B0604020202020204" pitchFamily="34" charset="0"/>
              </a:rPr>
              <a:t> bao </a:t>
            </a:r>
            <a:r>
              <a:rPr lang="en-US" sz="8000" b="1" dirty="0" err="1">
                <a:effectLst/>
                <a:latin typeface="Times New Roman (Headings)"/>
                <a:cs typeface="Arial" panose="020B0604020202020204" pitchFamily="34" charset="0"/>
              </a:rPr>
              <a:t>nhiêu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khổ</a:t>
            </a:r>
            <a:r>
              <a:rPr lang="en-US" sz="8000" b="1" dirty="0">
                <a:latin typeface="Times New Roman (Headings)"/>
                <a:cs typeface="Arial" panose="020B0604020202020204" pitchFamily="34" charset="0"/>
              </a:rPr>
              <a:t> v</a:t>
            </a:r>
            <a:r>
              <a:rPr lang="vi-VN" sz="8000" b="1" dirty="0" err="1">
                <a:latin typeface="Times New Roman (Headings)"/>
                <a:cs typeface="Arial" panose="020B0604020202020204" pitchFamily="34" charset="0"/>
              </a:rPr>
              <a:t>ẫn</a:t>
            </a:r>
            <a:r>
              <a:rPr lang="vi-VN" sz="8000" b="1" dirty="0">
                <a:latin typeface="Times New Roman (Headings)"/>
                <a:cs typeface="Arial" panose="020B0604020202020204" pitchFamily="34" charset="0"/>
              </a:rPr>
              <a:t> luôn nỗ</a:t>
            </a:r>
            <a:r>
              <a:rPr lang="en-US" sz="8000" b="1" dirty="0">
                <a:latin typeface="Times New Roman (Headings)"/>
                <a:cs typeface="Arial" panose="020B0604020202020204" pitchFamily="34" charset="0"/>
              </a:rPr>
              <a:t> </a:t>
            </a:r>
            <a:r>
              <a:rPr lang="en-US" sz="8000" b="1" dirty="0" err="1">
                <a:latin typeface="Times New Roman (Headings)"/>
                <a:cs typeface="Arial" panose="020B0604020202020204" pitchFamily="34" charset="0"/>
              </a:rPr>
              <a:t>lực</a:t>
            </a:r>
            <a:r>
              <a:rPr lang="en-US" sz="8000" b="1" dirty="0">
                <a:latin typeface="Times New Roman (Headings)"/>
                <a:cs typeface="Arial" panose="020B0604020202020204" pitchFamily="34" charset="0"/>
              </a:rPr>
              <a:t> </a:t>
            </a:r>
            <a:r>
              <a:rPr lang="vi-VN" sz="8000" b="1" dirty="0">
                <a:latin typeface="Times New Roman (Headings)"/>
                <a:cs typeface="Arial" panose="020B0604020202020204" pitchFamily="34" charset="0"/>
              </a:rPr>
              <a:t>và</a:t>
            </a:r>
            <a:r>
              <a:rPr lang="en-US" sz="8000" b="1" dirty="0">
                <a:latin typeface="Times New Roman (Headings)"/>
                <a:cs typeface="Arial" panose="020B0604020202020204" pitchFamily="34" charset="0"/>
              </a:rPr>
              <a:t> </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7564648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C3128-D2FA-1863-0368-F7E0FBEC30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D4E28-13A6-4E12-6FAE-024B444C6F9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phó thác hết mực, nỗ lực để vươn lên, phó thác để trọn tình,</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019261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7095F-5806-A77D-81F6-5A00E9796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C63D98-478C-2CE4-6BB5-6139D14883C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với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thật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trung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sẳn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sàng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chấp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nhận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2804804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2FD4B-A76C-4295-6D18-7DEC2F4E8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F32BBC-301A-DB88-7148-EF5F97159AE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bao hy </a:t>
            </a:r>
            <a:r>
              <a:rPr lang="en-US" sz="8800" b="1" dirty="0" err="1">
                <a:effectLst/>
                <a:latin typeface="Times New Roman (Headings)"/>
                <a:cs typeface="Arial" panose="020B0604020202020204" pitchFamily="34" charset="0"/>
              </a:rPr>
              <a:t>sinh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sống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tác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động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Thần</a:t>
            </a:r>
            <a:r>
              <a:rPr lang="en-US" sz="8800" b="1" dirty="0">
                <a:effectLst/>
                <a:latin typeface="Times New Roman (Headings)"/>
                <a:cs typeface="Arial" panose="020B0604020202020204" pitchFamily="34" charset="0"/>
              </a:rPr>
              <a:t> Linh.</a:t>
            </a:r>
          </a:p>
        </p:txBody>
      </p:sp>
    </p:spTree>
    <p:extLst>
      <p:ext uri="{BB962C8B-B14F-4D97-AF65-F5344CB8AC3E}">
        <p14:creationId xmlns:p14="http://schemas.microsoft.com/office/powerpoint/2010/main" val="4057396987"/>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1B372-DEE4-261D-70EB-0EC7AC89E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18C8E-4DA2-3B32-CD74-5305694849A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tặng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rằng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những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nan</a:t>
            </a:r>
          </a:p>
        </p:txBody>
      </p:sp>
    </p:spTree>
    <p:extLst>
      <p:ext uri="{BB962C8B-B14F-4D97-AF65-F5344CB8AC3E}">
        <p14:creationId xmlns:p14="http://schemas.microsoft.com/office/powerpoint/2010/main" val="138469723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864EA-BB3A-AB84-3B73-8CE144A7D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E202B-B5B8-5FDC-3B30-158B3218401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Gọi con giữa muôn </a:t>
            </a:r>
            <a:r>
              <a:rPr lang="vi-VN" sz="8000" b="1" dirty="0" err="1">
                <a:effectLst/>
                <a:latin typeface="Times New Roman (Headings)"/>
                <a:cs typeface="Arial" panose="020B0604020202020204" pitchFamily="34" charset="0"/>
              </a:rPr>
              <a:t>muôn</a:t>
            </a:r>
            <a:r>
              <a:rPr lang="vi-VN" sz="8000" b="1" dirty="0">
                <a:effectLst/>
                <a:latin typeface="Times New Roman (Headings)"/>
                <a:cs typeface="Arial" panose="020B0604020202020204" pitchFamily="34" charset="0"/>
              </a:rPr>
              <a:t> người, tìm con giữa nơi bùn nhơ.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035933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65A04-F48A-C9A6-EB1D-C3344461B9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7CE534-F9AF-04DF-3249-F049CDF2BB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nhưng cuộc sống vẫn đầy ân ban. Con hân hoan phụng sự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7150339"/>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8598C-7B3E-C12C-2DBD-0097BC102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1F2AC-030A-2639-96A6-0EB0FE1587E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cho cân xứng Chúa ơi, để cho cân xứng Chúa 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25275894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5F91E-9FF3-BE34-92D0-39FB10CCB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6229F2-B475-184A-3C36-989C37ECBCD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trong mọi người tình con dâng Chúa không ngơi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5571793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057B8-3D07-247C-E6DF-C2DF8DE0A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D336D-1FFC-0373-8A18-62FA6B0DDF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là niềm vui hạnh phúc suốt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208097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909C4-D538-F186-9D02-FCB779973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F9F6D0-899A-F013-BCDC-E6CE2A0B1FF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3.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con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cho</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khiêm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bé</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nhỏ</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4141508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E2C0F-18B2-E774-D2FE-1165C155C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F1F47-B7D9-7BA6-D4E7-379C97DBC82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dám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dám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vác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thập</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mỗi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theo</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6329463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2122B-DB6C-24A2-8796-B64DE29F2A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F4D7B-12AF-D214-22C7-2204426E24A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trong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phục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vụ</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sống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trọn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thần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của</a:t>
            </a:r>
            <a:r>
              <a:rPr lang="en-US" sz="8800" b="1" dirty="0">
                <a:effectLst/>
                <a:latin typeface="Times New Roman (Headings)"/>
                <a:cs typeface="Arial" panose="020B0604020202020204" pitchFamily="34" charset="0"/>
              </a:rPr>
              <a:t> Giê-</a:t>
            </a:r>
            <a:r>
              <a:rPr lang="en-US" sz="8800" b="1" dirty="0" err="1">
                <a:effectLst/>
                <a:latin typeface="Times New Roman (Headings)"/>
                <a:cs typeface="Arial" panose="020B0604020202020204" pitchFamily="34" charset="0"/>
              </a:rPr>
              <a:t>su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13864584"/>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11786-8544-484B-6335-7086CDFA6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0C0775-B707-2D69-FAB7-E8546DFC3D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khó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nghèo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khiết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xin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sẵn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sàng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chết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thân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3397845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5356A-3D2F-B763-37D2-6CBEA1AB06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C4C34-E9CD-455E-0D7D-34D0937DC9E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đã</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tặng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rằng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đây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những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gian</a:t>
            </a:r>
            <a:r>
              <a:rPr lang="en-US" sz="8000" b="1" dirty="0">
                <a:effectLst/>
                <a:latin typeface="Times New Roman (Headings)"/>
                <a:cs typeface="Arial" panose="020B0604020202020204" pitchFamily="34" charset="0"/>
              </a:rPr>
              <a:t> nan</a:t>
            </a:r>
          </a:p>
        </p:txBody>
      </p:sp>
    </p:spTree>
    <p:extLst>
      <p:ext uri="{BB962C8B-B14F-4D97-AF65-F5344CB8AC3E}">
        <p14:creationId xmlns:p14="http://schemas.microsoft.com/office/powerpoint/2010/main" val="358224086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1B30-2955-D892-1397-6C5A0EB00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60E87E-08B1-267D-AD11-EE4CBF6CAED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Gọi con giữa muôn </a:t>
            </a:r>
            <a:r>
              <a:rPr lang="vi-VN" sz="8000" b="1" dirty="0" err="1">
                <a:effectLst/>
                <a:latin typeface="Times New Roman (Headings)"/>
                <a:cs typeface="Arial" panose="020B0604020202020204" pitchFamily="34" charset="0"/>
              </a:rPr>
              <a:t>muôn</a:t>
            </a:r>
            <a:r>
              <a:rPr lang="vi-VN" sz="8000" b="1" dirty="0">
                <a:effectLst/>
                <a:latin typeface="Times New Roman (Headings)"/>
                <a:cs typeface="Arial" panose="020B0604020202020204" pitchFamily="34" charset="0"/>
              </a:rPr>
              <a:t> người, tìm con giữa nơi bùn nhơ.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885243"/>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6FF71-884D-7B5B-1CF9-6A92B8119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DF8AB2-E739-FDC7-E9FF-22F4576677D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nhưng cuộc sống vẫn đầy ân ban. Con hân hoan phụng sự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17624368"/>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49F5A-B03C-657A-D581-8B6F849924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D8448-E195-B91C-63A7-880989DF7D1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cho cân xứng Chúa ơi, để cho cân xứng Chúa 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2593967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C4D08-D874-60A7-DB21-A132E7E2CA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E41FE-AC4C-1FCB-83AF-8A031A514EC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trong mọi người tình con dâng Chúa không ngơi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6196480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AAFD-5026-20C0-0C89-B221F32810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CEE11-42C5-D153-0713-31A41803E66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là niềm vui hạnh phúc suốt đời.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73156738"/>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CFB4C-0B1B-29BE-6862-7C2A7070C4B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EC81E0-2FA7-007F-1C2E-E740ACE58277}"/>
              </a:ext>
            </a:extLst>
          </p:cNvPr>
          <p:cNvSpPr>
            <a:spLocks noGrp="1"/>
          </p:cNvSpPr>
          <p:nvPr>
            <p:ph idx="1"/>
          </p:nvPr>
        </p:nvSpPr>
        <p:spPr/>
        <p:txBody>
          <a:bodyPr/>
          <a:lstStyle/>
          <a:p>
            <a:endParaRPr lang="en-US"/>
          </a:p>
        </p:txBody>
      </p:sp>
      <p:pic>
        <p:nvPicPr>
          <p:cNvPr id="1030" name="Picture 6" descr="Có thể là hình ảnh về ‎1 người và ‎văn bản cho biết '‎AIT CHÚA NHẬT XV THƯỜNG NIÊN NĂM C LUẬT YÊU THƯƠNG VÀ DỤ NGÔN Người samari Tốt Lành أومتن_بفمن الاهُحَبر ابی من الحیالامن یعطش_ايراً 1 لى يُقبلالى ۲٩ لومنات- တဓ္ဲ منا ۶ فلاجَو &quot;Ai Aİlà lã ngưỡi thân cận của tôi ?&quot; [LC (LC10,2537) 10, 2537 MEH 1設正‎'‎‎">
            <a:extLst>
              <a:ext uri="{FF2B5EF4-FFF2-40B4-BE49-F238E27FC236}">
                <a16:creationId xmlns:a16="http://schemas.microsoft.com/office/drawing/2014/main" id="{AB7E0FC1-866C-77D6-01AA-DD00F858D4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496769"/>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CON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XIN</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MẸ</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vi-VN"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Văn Chi)</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400" b="1" dirty="0" err="1">
                <a:effectLst/>
                <a:latin typeface="Times New Roman (Headings)"/>
                <a:cs typeface="Arial" panose="020B0604020202020204" pitchFamily="34" charset="0"/>
              </a:rPr>
              <a:t>ÐK</a:t>
            </a:r>
            <a:r>
              <a:rPr lang="vi-VN" sz="8400" b="1" dirty="0">
                <a:effectLst/>
                <a:latin typeface="Times New Roman (Headings)"/>
                <a:cs typeface="Arial" panose="020B0604020202020204" pitchFamily="34" charset="0"/>
              </a:rPr>
              <a:t>. Mẹ ơi! Trước nhan Mẹ con dâng về Mẹ. Một tràng hoa Mân Côi</a:t>
            </a:r>
            <a:endParaRPr lang="en-US" sz="84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3464943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BFFB-6B52-48AE-6162-2C8F7C8C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4FCD-BA0B-57A3-DCDC-4DAE018CED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chan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chứa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997881582"/>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64209-BC3F-A014-6D18-21737106C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2C8CD-2114-4FB2-65A0-DCABAC2414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hòa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hiền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92071801"/>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3443A-27A3-27A8-691D-BBA895695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7C11EA-1298-456F-054B-03C413BA2DB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Tựa ngàn hoa thắm tươi, xin dâng lên Mẹ thương yêu.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31113081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68EF2-5520-05F7-72DB-D8243E88F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A9C2F-C53E-44AB-7FFB-738F592FE9E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1. Trong </a:t>
            </a:r>
            <a:r>
              <a:rPr lang="en-US" sz="8000" b="1" dirty="0" err="1">
                <a:effectLst/>
                <a:latin typeface="Times New Roman (Headings)"/>
                <a:cs typeface="Arial" panose="020B0604020202020204" pitchFamily="34" charset="0"/>
              </a:rPr>
              <a:t>khi</a:t>
            </a:r>
            <a:r>
              <a:rPr lang="en-US" sz="8000" b="1" dirty="0">
                <a:effectLst/>
                <a:latin typeface="Times New Roman (Headings)"/>
                <a:cs typeface="Arial" panose="020B0604020202020204" pitchFamily="34" charset="0"/>
              </a:rPr>
              <a:t> an </a:t>
            </a:r>
            <a:r>
              <a:rPr lang="en-US" sz="8000" b="1" dirty="0" err="1">
                <a:effectLst/>
                <a:latin typeface="Times New Roman (Headings)"/>
                <a:cs typeface="Arial" panose="020B0604020202020204" pitchFamily="34" charset="0"/>
              </a:rPr>
              <a:t>vui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Mẹ</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xin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trọn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niềm</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trìu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mến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7663868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F6698-3C8C-0BE9-53C9-135A28432F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8DA640-A475-9858-273C-FC4D619399E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Trong khi cô đơn xin dâng về Mẹ đời những gian truân Mẹ sẽ ủi an.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52433403"/>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594CA-6DD1-057C-866A-C7D3EB11FC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583C71-1B0C-2883-C7B0-B5B850C6DE9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ÐK</a:t>
            </a:r>
            <a:r>
              <a:rPr lang="vi-VN" sz="8800" b="1" dirty="0">
                <a:effectLst/>
                <a:latin typeface="Times New Roman (Headings)"/>
                <a:cs typeface="Arial" panose="020B0604020202020204" pitchFamily="34" charset="0"/>
              </a:rPr>
              <a:t>. Mẹ ơi! Trước nhan Mẹ con dâng về Mẹ. Một tràng hoa Mân Côi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82969348"/>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A2D7B-B6DB-73E7-F46D-23E4E291D2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7E9215-B585-D8DF-7E3A-191AAA5B00C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và</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lời</a:t>
            </a:r>
            <a:r>
              <a:rPr lang="en-US" sz="9600" b="1" dirty="0">
                <a:effectLst/>
                <a:latin typeface="Times New Roman (Headings)"/>
                <a:cs typeface="Arial" panose="020B0604020202020204" pitchFamily="34" charset="0"/>
              </a:rPr>
              <a:t> ca </a:t>
            </a:r>
            <a:r>
              <a:rPr lang="en-US" sz="9600" b="1" dirty="0" err="1">
                <a:effectLst/>
                <a:latin typeface="Times New Roman (Headings)"/>
                <a:cs typeface="Arial" panose="020B0604020202020204" pitchFamily="34" charset="0"/>
              </a:rPr>
              <a:t>chan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chứa</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tình</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yêu</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456652772"/>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A4F89-D348-CB7D-B418-2735409CD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2BDEBD-F1F2-6345-A9CA-A56BBC51ED7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tiếng</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hòa</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Mẹ</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hiền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889533214"/>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C320A-B904-7ED2-24BA-EE1CCC2A5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D35776-25B3-53CD-8C60-12087B0CA77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Tựa ngàn hoa thắm tươi, xin dâng lên Mẹ thương yêu.</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20960876"/>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B451-610F-42A6-932E-AB8B562A75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CA541D-8DBA-7A59-828F-84B972CAFB1D}"/>
              </a:ext>
            </a:extLst>
          </p:cNvPr>
          <p:cNvSpPr>
            <a:spLocks noGrp="1"/>
          </p:cNvSpPr>
          <p:nvPr>
            <p:ph idx="1"/>
          </p:nvPr>
        </p:nvSpPr>
        <p:spPr/>
        <p:txBody>
          <a:bodyPr/>
          <a:lstStyle/>
          <a:p>
            <a:endParaRPr lang="en-US"/>
          </a:p>
        </p:txBody>
      </p:sp>
      <p:pic>
        <p:nvPicPr>
          <p:cNvPr id="1030" name="Picture 6" descr="Có thể là hình ảnh về ‎1 người và ‎văn bản cho biết '‎AIT CHÚA NHẬT XV THƯỜNG NIÊN NĂM C LUẬT YÊU THƯƠNG VÀ DỤ NGÔN Người samari Tốt Lành أومتن_بفمن الاهُحَبر ابی من الحیالامن یعطش_ايراً 1 لى يُقبلالى ۲٩ لومنات- တဓ္ဲ منا ۶ فلاجَو &quot;Ai Aİlà lã ngưỡi thân cận của tôi ?&quot; [LC (LC10,2537) 10, 2537 MEH 1設正‎'‎‎">
            <a:extLst>
              <a:ext uri="{FF2B5EF4-FFF2-40B4-BE49-F238E27FC236}">
                <a16:creationId xmlns:a16="http://schemas.microsoft.com/office/drawing/2014/main" id="{6AC6A626-4BD4-4B23-C49B-E16F99ADDF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4935123"/>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684</TotalTime>
  <Words>4247</Words>
  <Application>Microsoft Office PowerPoint</Application>
  <PresentationFormat>On-screen Show (16:9)</PresentationFormat>
  <Paragraphs>425</Paragraphs>
  <Slides>256</Slides>
  <Notes>94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256</vt:i4>
      </vt:variant>
    </vt:vector>
  </HeadingPairs>
  <TitlesOfParts>
    <vt:vector size="263"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LẠY CHÚA BAO NGÀY THÁNG (Lm. Kim Long)</vt:lpstr>
      <vt:lpstr>ĐK. Lạy Chúa bao ngày tháng con hằng mơ ước,</vt:lpstr>
      <vt:lpstr>tìm về bên Chúa nguồn vui suối an hòa.</vt:lpstr>
      <vt:lpstr>1. Nai rừng luôn khát khao, luôn khát khao dòng nước:</vt:lpstr>
      <vt:lpstr>ước mong về hằng ước mong về, về bên suối trong.</vt:lpstr>
      <vt:lpstr>ĐK. Lạy Chúa bao ngày tháng con hằng mơ ước,</vt:lpstr>
      <vt:lpstr>tìm về bên Chúa nguồn vui suối an hòa.</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65 (Lm. Thái Nguyên)</vt:lpstr>
      <vt:lpstr>1. Này con dâng lời nguyện xin: tình yêu thương Ngài hãy biểu lộ,</vt:lpstr>
      <vt:lpstr>nguyện thương con theo đức nhân hậu.</vt:lpstr>
      <vt:lpstr>Nhậm lời con Ngài ơi, chiếu theo đức cả từ bi.</vt:lpstr>
      <vt:lpstr>Vì lòng tín trung Ngài, nguyện xót thương thân phận con.</vt:lpstr>
      <vt:lpstr>ĐK: Các bạn khiêm cung, hãy mừng vui lo tìm kiếm Chúa,</vt:lpstr>
      <vt:lpstr>lòng các bạn hãy hồi sinh.</vt:lpstr>
      <vt:lpstr>2. Phần con cơ hàn khổ đau, thầm kêu xin cùng Chúa nhân từ,</vt:lpstr>
      <vt:lpstr>Ngài gia ân nâng đỡ hộ phù.</vt:lpstr>
      <vt:lpstr>Và này đây miệng con hát khen Chúa cả bài ca,</vt:lpstr>
      <vt:lpstr>ngợi mừng chúc tụng Ngài, và mãi tri ân ngàn đời.</vt:lpstr>
      <vt:lpstr>ĐK: Các bạn khiêm cung, hãy mừng vui lo tìm kiếm Chúa,</vt:lpstr>
      <vt:lpstr>lòng các bạn hãy hồi sinh.</vt:lpstr>
      <vt:lpstr>3. Vì Chúa thương người cùng đinh, và không chê bỏ kẻ than tình hằng kêu</vt:lpstr>
      <vt:lpstr>xin tìm kiếm nhan Ngài. Người hiền hãy mừng vui,</vt:lpstr>
      <vt:lpstr>Và này đây miệng con hát khen Chúa cả bài ca,</vt:lpstr>
      <vt:lpstr>hãy hoan hỉ và hồi sinh. Ngợi mừng Chúa cao vời,</vt:lpstr>
      <vt:lpstr>trời đất bao la biển khơi.</vt:lpstr>
      <vt:lpstr>ĐK: Các bạn khiêm cung, hãy mừng vui lo tìm kiếm Chúa,</vt:lpstr>
      <vt:lpstr>lòng các bạn hãy hồi sinh.</vt:lpstr>
      <vt:lpstr>PowerPoint Presentation</vt:lpstr>
      <vt:lpstr>PowerPoint Presentation</vt:lpstr>
      <vt:lpstr>All… All...  Chúc tụng Đức Vua, Đấng nhân danh Chúa mà đến. </vt:lpstr>
      <vt:lpstr>Bình an trên trời và vinh quang</vt:lpstr>
      <vt:lpstr>trên các tầng trời. All…All…</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CỦA LỄ  CON DÂNG (Lm. Nguyễn Duy)</vt:lpstr>
      <vt:lpstr>ĐK. Lời nguyện cầu như hương bay thắm thiết như trời mây.</vt:lpstr>
      <vt:lpstr>Dâng lên Ngài nguyện ước với đầy tuổi thơ dâng trọn từ đây.</vt:lpstr>
      <vt:lpstr>1. Từng tấm bánh con dâng để tiến Chúa khoan nhân.</vt:lpstr>
      <vt:lpstr>Chút tình đoàn con bé thơ dâng Ngài từng phút mong chờ.</vt:lpstr>
      <vt:lpstr>ĐK. Lời nguyện cầu như hương bay thắm thiết như trời mây.</vt:lpstr>
      <vt:lpstr>Dâng lên Ngài nguyện ước với đầy tuổi thơ dâng trọn từ đây.</vt:lpstr>
      <vt:lpstr>2. Nguyện Chúa xuống muôn ơn cuộc sống mãi khang an</vt:lpstr>
      <vt:lpstr>cho mẹ và cha chúng con suốt đời hạnh phúc dư tràn.</vt:lpstr>
      <vt:lpstr>ĐK. Lời nguyện cầu như hương bay thắm thiết như trời mây.</vt:lpstr>
      <vt:lpstr>Dâng lên Ngài nguyện ước với đầy tuổi thơ dâng trọn từ đây.</vt:lpstr>
      <vt:lpstr>3. Giọt nước vỡ tan ra là kiếp sông đơn sơ</vt:lpstr>
      <vt:lpstr>xin đuợc hòa trong lễ dâng ly rược nồng thắm ân tình.</vt:lpstr>
      <vt:lpstr>ĐK. Lời nguyện cầu như hương bay thắm thiết như trời mây.</vt:lpstr>
      <vt:lpstr>Dâng lên Ngài nguyện ước với đầy tuổi thơ dâng trọn từ đây.</vt:lpstr>
      <vt:lpstr>PowerPoint Presentation</vt:lpstr>
      <vt:lpstr>CA HIỆP LỄ</vt:lpstr>
      <vt:lpstr>PowerPoint Presentation</vt:lpstr>
      <vt:lpstr>HIỆP LỄ TÌNH CON DÂNG CHÚA (Lm. Thái Nguyên)</vt:lpstr>
      <vt:lpstr>1. Tình con dâng cho Chúa là trái tim không san sẻ,</vt:lpstr>
      <vt:lpstr>dám yêu hết mình và dám sống hết tình, hết mình cho Thiên Chúa,</vt:lpstr>
      <vt:lpstr>hết tình cho mọi người, Thiên đàng đâu phải chuyện bâng quơ,</vt:lpstr>
      <vt:lpstr>Chúa đâu phải là chuyện vu vơ, nhưng là chính cuộc đời con.</vt:lpstr>
      <vt:lpstr>ĐK: Con xin dâng cuộc đời Chúa đã ban tặng dù rằng đây những gian nan</vt:lpstr>
      <vt:lpstr>Gọi con giữa muôn muôn người, tìm con giữa nơi bùn nhơ.</vt:lpstr>
      <vt:lpstr>nhưng cuộc sống vẫn đầy ân ban. Con hân hoan phụng sự Chúa</vt:lpstr>
      <vt:lpstr>để cho cân xứng Chúa ơi, để cho cân xứng Chúa ơi.</vt:lpstr>
      <vt:lpstr>trong mọi người tình con dâng Chúa không ngơi</vt:lpstr>
      <vt:lpstr>là niềm vui hạnh phúc suốt đời.</vt:lpstr>
      <vt:lpstr>2. Tình con dâng cho Chúa dù có bao nhiêu gian khổ vẫn luôn nỗ lực và </vt:lpstr>
      <vt:lpstr>phó thác hết mực, nỗ lực để vươn lên, phó thác để trọn tình,</vt:lpstr>
      <vt:lpstr>yêu Ngài với lòng thật trung trinh, sẳn sàng chấp nhận</vt:lpstr>
      <vt:lpstr>bao hy sinh, sống theo tác động Thần Linh.</vt:lpstr>
      <vt:lpstr>ĐK: Con xin dâng cuộc đời Chúa đã ban tặng dù rằng đây những gian nan</vt:lpstr>
      <vt:lpstr>Gọi con giữa muôn muôn người, tìm con giữa nơi bùn nhơ.</vt:lpstr>
      <vt:lpstr>nhưng cuộc sống vẫn đầy ân ban. Con hân hoan phụng sự Chúa</vt:lpstr>
      <vt:lpstr>để cho cân xứng Chúa ơi, để cho cân xứng Chúa ơi.</vt:lpstr>
      <vt:lpstr>trong mọi người tình con dâng Chúa không ngơi</vt:lpstr>
      <vt:lpstr>là niềm vui hạnh phúc suốt đời.</vt:lpstr>
      <vt:lpstr>3. Tình con con dâng cho Chúa là sống khiêm nhu bé nhỏ,</vt:lpstr>
      <vt:lpstr>dám quên chính mình và dám vác thập hình, mỗi ngày đi theo Chúa</vt:lpstr>
      <vt:lpstr>trong tình yêu phục vụ, sống trọn tinh thần của Giê-su,</vt:lpstr>
      <vt:lpstr>khó nghèo khiết tình và xin vâng, sẵn sàng chết vì tình thân.</vt:lpstr>
      <vt:lpstr>ĐK: Con xin dâng cuộc đời Chúa đã ban tặng dù rằng đây những gian nan</vt:lpstr>
      <vt:lpstr>Gọi con giữa muôn muôn người, tìm con giữa nơi bùn nhơ.</vt:lpstr>
      <vt:lpstr>nhưng cuộc sống vẫn đầy ân ban. Con hân hoan phụng sự Chúa</vt:lpstr>
      <vt:lpstr>để cho cân xứng Chúa ơi, để cho cân xứng Chúa ơi.</vt:lpstr>
      <vt:lpstr>trong mọi người tình con dâng Chúa không ngơi</vt:lpstr>
      <vt:lpstr>là niềm vui hạnh phúc suốt đời.</vt:lpstr>
      <vt:lpstr>PowerPoint Presentation</vt:lpstr>
      <vt:lpstr>KẾT LỄ CON XIN DÂNG MẸ  (Lm. Văn Chi)</vt:lpstr>
      <vt:lpstr>ÐK. Mẹ ơi! Trước nhan Mẹ con dâng về Mẹ. Một tràng hoa Mân Côi</vt:lpstr>
      <vt:lpstr>và ngàn lời ca chan chứa tình yêu.</vt:lpstr>
      <vt:lpstr>Lời con tiếng ca hòa dâng lên Mẹ hiền.</vt:lpstr>
      <vt:lpstr>Tựa ngàn hoa thắm tươi, xin dâng lên Mẹ thương yêu.</vt:lpstr>
      <vt:lpstr>1. Trong khi an vui con dâng lên Mẹ tình yêu xin dâng trọn niềm trìu mến.</vt:lpstr>
      <vt:lpstr>Trong khi cô đơn xin dâng về Mẹ đời những gian truân Mẹ sẽ ủi an.</vt:lpstr>
      <vt:lpstr>ÐK. Mẹ ơi! Trước nhan Mẹ con dâng về Mẹ. Một tràng hoa Mân Côi</vt:lpstr>
      <vt:lpstr>và ngàn lời ca chan chứa tình yêu.</vt:lpstr>
      <vt:lpstr>Lời con tiếng ca hòa dâng lên Mẹ hiền.</vt:lpstr>
      <vt:lpstr>Tựa ngàn hoa thắm tươi, xin dâng lên Mẹ thương yêu.</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590</cp:revision>
  <cp:lastPrinted>2025-03-29T15:09:16Z</cp:lastPrinted>
  <dcterms:created xsi:type="dcterms:W3CDTF">2023-01-29T22:00:16Z</dcterms:created>
  <dcterms:modified xsi:type="dcterms:W3CDTF">2025-07-12T16:38:05Z</dcterms:modified>
</cp:coreProperties>
</file>