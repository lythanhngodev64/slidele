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60" r:id="rId2"/>
  </p:sldMasterIdLst>
  <p:notesMasterIdLst>
    <p:notesMasterId r:id="rId196"/>
  </p:notesMasterIdLst>
  <p:sldIdLst>
    <p:sldId id="9788" r:id="rId3"/>
    <p:sldId id="321" r:id="rId4"/>
    <p:sldId id="371" r:id="rId5"/>
    <p:sldId id="322" r:id="rId6"/>
    <p:sldId id="372" r:id="rId7"/>
    <p:sldId id="323" r:id="rId8"/>
    <p:sldId id="9865" r:id="rId9"/>
    <p:sldId id="324" r:id="rId10"/>
    <p:sldId id="9866" r:id="rId11"/>
    <p:sldId id="9867" r:id="rId12"/>
    <p:sldId id="992" r:id="rId13"/>
    <p:sldId id="9868" r:id="rId14"/>
    <p:sldId id="9869" r:id="rId15"/>
    <p:sldId id="9870" r:id="rId16"/>
    <p:sldId id="9871" r:id="rId17"/>
    <p:sldId id="9872" r:id="rId18"/>
    <p:sldId id="9873" r:id="rId19"/>
    <p:sldId id="9874" r:id="rId20"/>
    <p:sldId id="1000" r:id="rId21"/>
    <p:sldId id="1001" r:id="rId22"/>
    <p:sldId id="9876" r:id="rId23"/>
    <p:sldId id="9877" r:id="rId24"/>
    <p:sldId id="9878" r:id="rId25"/>
    <p:sldId id="304" r:id="rId26"/>
    <p:sldId id="9879" r:id="rId27"/>
    <p:sldId id="9880" r:id="rId28"/>
    <p:sldId id="9881" r:id="rId29"/>
    <p:sldId id="9882" r:id="rId30"/>
    <p:sldId id="9883" r:id="rId31"/>
    <p:sldId id="9884" r:id="rId32"/>
    <p:sldId id="9885" r:id="rId33"/>
    <p:sldId id="9886" r:id="rId34"/>
    <p:sldId id="9887" r:id="rId35"/>
    <p:sldId id="9889" r:id="rId36"/>
    <p:sldId id="9890" r:id="rId37"/>
    <p:sldId id="9891" r:id="rId38"/>
    <p:sldId id="9892" r:id="rId39"/>
    <p:sldId id="9893" r:id="rId40"/>
    <p:sldId id="9894" r:id="rId41"/>
    <p:sldId id="9895" r:id="rId42"/>
    <p:sldId id="9896" r:id="rId43"/>
    <p:sldId id="9897" r:id="rId44"/>
    <p:sldId id="9898" r:id="rId45"/>
    <p:sldId id="9899" r:id="rId46"/>
    <p:sldId id="9900" r:id="rId47"/>
    <p:sldId id="9901" r:id="rId48"/>
    <p:sldId id="9902" r:id="rId49"/>
    <p:sldId id="9903" r:id="rId50"/>
    <p:sldId id="9904" r:id="rId51"/>
    <p:sldId id="9905" r:id="rId52"/>
    <p:sldId id="9906" r:id="rId53"/>
    <p:sldId id="9907" r:id="rId54"/>
    <p:sldId id="9908" r:id="rId55"/>
    <p:sldId id="9909" r:id="rId56"/>
    <p:sldId id="9910" r:id="rId57"/>
    <p:sldId id="9911" r:id="rId58"/>
    <p:sldId id="9912" r:id="rId59"/>
    <p:sldId id="9913" r:id="rId60"/>
    <p:sldId id="9914" r:id="rId61"/>
    <p:sldId id="9915" r:id="rId62"/>
    <p:sldId id="9916" r:id="rId63"/>
    <p:sldId id="9917" r:id="rId64"/>
    <p:sldId id="9918" r:id="rId65"/>
    <p:sldId id="9919" r:id="rId66"/>
    <p:sldId id="9920" r:id="rId67"/>
    <p:sldId id="9921" r:id="rId68"/>
    <p:sldId id="9922" r:id="rId69"/>
    <p:sldId id="9923" r:id="rId70"/>
    <p:sldId id="9924" r:id="rId71"/>
    <p:sldId id="9925" r:id="rId72"/>
    <p:sldId id="9926" r:id="rId73"/>
    <p:sldId id="9927" r:id="rId74"/>
    <p:sldId id="9928" r:id="rId75"/>
    <p:sldId id="9929" r:id="rId76"/>
    <p:sldId id="9930" r:id="rId77"/>
    <p:sldId id="9931" r:id="rId78"/>
    <p:sldId id="9932" r:id="rId79"/>
    <p:sldId id="9933" r:id="rId80"/>
    <p:sldId id="9934" r:id="rId81"/>
    <p:sldId id="9935" r:id="rId82"/>
    <p:sldId id="341" r:id="rId83"/>
    <p:sldId id="409" r:id="rId84"/>
    <p:sldId id="342" r:id="rId85"/>
    <p:sldId id="417" r:id="rId86"/>
    <p:sldId id="343" r:id="rId87"/>
    <p:sldId id="344" r:id="rId88"/>
    <p:sldId id="9936" r:id="rId89"/>
    <p:sldId id="345" r:id="rId90"/>
    <p:sldId id="418" r:id="rId91"/>
    <p:sldId id="346" r:id="rId92"/>
    <p:sldId id="347" r:id="rId93"/>
    <p:sldId id="412" r:id="rId94"/>
    <p:sldId id="348" r:id="rId95"/>
    <p:sldId id="349" r:id="rId96"/>
    <p:sldId id="350" r:id="rId97"/>
    <p:sldId id="419" r:id="rId98"/>
    <p:sldId id="351" r:id="rId99"/>
    <p:sldId id="413" r:id="rId100"/>
    <p:sldId id="352" r:id="rId101"/>
    <p:sldId id="353" r:id="rId102"/>
    <p:sldId id="415" r:id="rId103"/>
    <p:sldId id="354" r:id="rId104"/>
    <p:sldId id="355" r:id="rId105"/>
    <p:sldId id="401" r:id="rId106"/>
    <p:sldId id="356" r:id="rId107"/>
    <p:sldId id="402" r:id="rId108"/>
    <p:sldId id="357" r:id="rId109"/>
    <p:sldId id="403" r:id="rId110"/>
    <p:sldId id="358" r:id="rId111"/>
    <p:sldId id="359" r:id="rId112"/>
    <p:sldId id="9937" r:id="rId113"/>
    <p:sldId id="405" r:id="rId114"/>
    <p:sldId id="406" r:id="rId115"/>
    <p:sldId id="407" r:id="rId116"/>
    <p:sldId id="408" r:id="rId117"/>
    <p:sldId id="365" r:id="rId118"/>
    <p:sldId id="366" r:id="rId119"/>
    <p:sldId id="422" r:id="rId120"/>
    <p:sldId id="423" r:id="rId121"/>
    <p:sldId id="424" r:id="rId122"/>
    <p:sldId id="9793" r:id="rId123"/>
    <p:sldId id="9814" r:id="rId124"/>
    <p:sldId id="9798" r:id="rId125"/>
    <p:sldId id="9794" r:id="rId126"/>
    <p:sldId id="9795" r:id="rId127"/>
    <p:sldId id="9796" r:id="rId128"/>
    <p:sldId id="9797" r:id="rId129"/>
    <p:sldId id="9858" r:id="rId130"/>
    <p:sldId id="9859" r:id="rId131"/>
    <p:sldId id="9860" r:id="rId132"/>
    <p:sldId id="9861" r:id="rId133"/>
    <p:sldId id="9862" r:id="rId134"/>
    <p:sldId id="9863" r:id="rId135"/>
    <p:sldId id="9810" r:id="rId136"/>
    <p:sldId id="385" r:id="rId137"/>
    <p:sldId id="9815" r:id="rId138"/>
    <p:sldId id="9799" r:id="rId139"/>
    <p:sldId id="9848" r:id="rId140"/>
    <p:sldId id="9847" r:id="rId141"/>
    <p:sldId id="9816" r:id="rId142"/>
    <p:sldId id="9849" r:id="rId143"/>
    <p:sldId id="9850" r:id="rId144"/>
    <p:sldId id="9851" r:id="rId145"/>
    <p:sldId id="9852" r:id="rId146"/>
    <p:sldId id="9853" r:id="rId147"/>
    <p:sldId id="9854" r:id="rId148"/>
    <p:sldId id="9855" r:id="rId149"/>
    <p:sldId id="9856" r:id="rId150"/>
    <p:sldId id="9857" r:id="rId151"/>
    <p:sldId id="9811" r:id="rId152"/>
    <p:sldId id="9800" r:id="rId153"/>
    <p:sldId id="9801" r:id="rId154"/>
    <p:sldId id="9802" r:id="rId155"/>
    <p:sldId id="9813" r:id="rId156"/>
    <p:sldId id="9809" r:id="rId157"/>
    <p:sldId id="9817" r:id="rId158"/>
    <p:sldId id="9808" r:id="rId159"/>
    <p:sldId id="9818" r:id="rId160"/>
    <p:sldId id="9819" r:id="rId161"/>
    <p:sldId id="9820" r:id="rId162"/>
    <p:sldId id="9821" r:id="rId163"/>
    <p:sldId id="9822" r:id="rId164"/>
    <p:sldId id="9823" r:id="rId165"/>
    <p:sldId id="9824" r:id="rId166"/>
    <p:sldId id="9825" r:id="rId167"/>
    <p:sldId id="9826" r:id="rId168"/>
    <p:sldId id="9812" r:id="rId169"/>
    <p:sldId id="9864" r:id="rId170"/>
    <p:sldId id="9828" r:id="rId171"/>
    <p:sldId id="9803" r:id="rId172"/>
    <p:sldId id="9829" r:id="rId173"/>
    <p:sldId id="9830" r:id="rId174"/>
    <p:sldId id="9831" r:id="rId175"/>
    <p:sldId id="9832" r:id="rId176"/>
    <p:sldId id="9833" r:id="rId177"/>
    <p:sldId id="9834" r:id="rId178"/>
    <p:sldId id="9835" r:id="rId179"/>
    <p:sldId id="9836" r:id="rId180"/>
    <p:sldId id="9837" r:id="rId181"/>
    <p:sldId id="9838" r:id="rId182"/>
    <p:sldId id="9839" r:id="rId183"/>
    <p:sldId id="9840" r:id="rId184"/>
    <p:sldId id="9841" r:id="rId185"/>
    <p:sldId id="9842" r:id="rId186"/>
    <p:sldId id="9843" r:id="rId187"/>
    <p:sldId id="9844" r:id="rId188"/>
    <p:sldId id="9845" r:id="rId189"/>
    <p:sldId id="9846" r:id="rId190"/>
    <p:sldId id="9827" r:id="rId191"/>
    <p:sldId id="9804" r:id="rId192"/>
    <p:sldId id="9805" r:id="rId193"/>
    <p:sldId id="9806" r:id="rId194"/>
    <p:sldId id="9789" r:id="rId19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100269-CCA5-42B0-A349-0021EC7AED96}" v="112" dt="2025-03-29T17:05:52.474"/>
    <p1510:client id="{ABD4904B-081A-47C6-B87B-1F2506E329D6}" v="11" dt="2025-03-30T04:50:59.0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93" autoAdjust="0"/>
  </p:normalViewPr>
  <p:slideViewPr>
    <p:cSldViewPr>
      <p:cViewPr>
        <p:scale>
          <a:sx n="100" d="100"/>
          <a:sy n="100" d="100"/>
        </p:scale>
        <p:origin x="1128" y="726"/>
      </p:cViewPr>
      <p:guideLst>
        <p:guide orient="horz" pos="1620"/>
        <p:guide pos="2880"/>
      </p:guideLst>
    </p:cSldViewPr>
  </p:slideViewPr>
  <p:outlineViewPr>
    <p:cViewPr>
      <p:scale>
        <a:sx n="33" d="100"/>
        <a:sy n="33" d="100"/>
      </p:scale>
      <p:origin x="0" y="5083"/>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190" Type="http://schemas.openxmlformats.org/officeDocument/2006/relationships/slide" Target="slides/slide188.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notesMaster" Target="notesMasters/notesMaster1.xml"/><Relationship Id="rId200" Type="http://schemas.openxmlformats.org/officeDocument/2006/relationships/tableStyles" Target="tableStyle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presProps" Target="presProps.xml"/><Relationship Id="rId201" Type="http://schemas.microsoft.com/office/2016/11/relationships/changesInfo" Target="changesInfos/changesInfo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viewProps" Target="viewProps.xml"/><Relationship Id="rId202" Type="http://schemas.microsoft.com/office/2015/10/relationships/revisionInfo" Target="revisionInfo.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pChg chg="mod">
          <ac:chgData name="Người dùng Khách" userId="" providerId="Windows Live" clId="Web-{1B100269-CCA5-42B0-A349-0021EC7AED96}" dt="2025-03-29T17:03:17.563" v="101"/>
          <ac:spMkLst>
            <pc:docMk/>
            <pc:sldMk cId="3407074290" sldId="9804"/>
            <ac:spMk id="2" creationId="{FF213ED9-071A-B96A-D586-EE72042D1A42}"/>
          </ac:spMkLst>
        </pc:spChg>
      </pc:sldChg>
      <pc:sldChg chg="modSp">
        <pc:chgData name="Người dùng Khách" userId="" providerId="Windows Live" clId="Web-{1B100269-CCA5-42B0-A349-0021EC7AED96}" dt="2025-03-29T16:56:35.910" v="59" actId="20577"/>
        <pc:sldMkLst>
          <pc:docMk/>
          <pc:sldMk cId="3731749232" sldId="9805"/>
        </pc:sldMkLst>
        <pc:spChg chg="mod">
          <ac:chgData name="Người dùng Khách" userId="" providerId="Windows Live" clId="Web-{1B100269-CCA5-42B0-A349-0021EC7AED96}" dt="2025-03-29T16:56:35.910" v="59" actId="20577"/>
          <ac:spMkLst>
            <pc:docMk/>
            <pc:sldMk cId="3731749232" sldId="9805"/>
            <ac:spMk id="2" creationId="{900F3DC3-AA19-4627-E1D2-F58BE6BF87AB}"/>
          </ac:spMkLst>
        </pc:spChg>
      </pc:sldChg>
      <pc:sldChg chg="modSp add del">
        <pc:chgData name="Người dùng Khách" userId="" providerId="Windows Live" clId="Web-{1B100269-CCA5-42B0-A349-0021EC7AED96}" dt="2025-03-29T17:01:56.827" v="94"/>
        <pc:sldMkLst>
          <pc:docMk/>
          <pc:sldMk cId="2605310120" sldId="9806"/>
        </pc:sldMkLst>
        <pc:spChg chg="mod">
          <ac:chgData name="Người dùng Khách" userId="" providerId="Windows Live" clId="Web-{1B100269-CCA5-42B0-A349-0021EC7AED96}" dt="2025-03-29T17:00:38.871" v="92" actId="20577"/>
          <ac:spMkLst>
            <pc:docMk/>
            <pc:sldMk cId="2605310120" sldId="9806"/>
            <ac:spMk id="2" creationId="{A039484E-7A70-A803-87ED-2ADF14F3FA18}"/>
          </ac:spMkLst>
        </pc:spChg>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pChg chg="mod">
          <ac:chgData name="Người dùng Khách" userId="" providerId="Windows Live" clId="Web-{1B100269-CCA5-42B0-A349-0021EC7AED96}" dt="2025-03-29T16:45:46.704" v="6" actId="20577"/>
          <ac:spMkLst>
            <pc:docMk/>
            <pc:sldMk cId="1623123200" sldId="9846"/>
            <ac:spMk id="2" creationId="{731C825A-A998-5FED-BA3A-0369EEC37D3B}"/>
          </ac:spMkLst>
        </pc:spChg>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pChg chg="mod">
          <ac:chgData name="Lý Thanh Ngô" userId="d1fb4545a5d636d2" providerId="LiveId" clId="{3EBE4935-0AA5-7D46-87F5-3833BB1987ED}" dt="2025-03-29T16:43:48.894" v="478" actId="20577"/>
          <ac:spMkLst>
            <pc:docMk/>
            <pc:sldMk cId="1623123200" sldId="9846"/>
            <ac:spMk id="2" creationId="{731C825A-A998-5FED-BA3A-0369EEC37D3B}"/>
          </ac:spMkLst>
        </pc:spChg>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pChg chg="mod">
          <ac:chgData name="Lý Thanh Ngô" userId="d1fb4545a5d636d2" providerId="LiveId" clId="{ABD4904B-081A-47C6-B87B-1F2506E329D6}" dt="2025-03-30T04:46:46.660" v="1619" actId="403"/>
          <ac:spMkLst>
            <pc:docMk/>
            <pc:sldMk cId="0" sldId="407"/>
            <ac:spMk id="100354" creationId="{9924CBCE-BCC2-2D75-0656-190BF10204EB}"/>
          </ac:spMkLst>
        </pc:spChg>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pChg chg="mod">
          <ac:chgData name="Lý Thanh Ngô" userId="d1fb4545a5d636d2" providerId="LiveId" clId="{ABD4904B-081A-47C6-B87B-1F2506E329D6}" dt="2025-03-30T04:45:56.103" v="1600" actId="255"/>
          <ac:spMkLst>
            <pc:docMk/>
            <pc:sldMk cId="0" sldId="422"/>
            <ac:spMk id="118786" creationId="{0E9026CF-E3C1-80A5-DF3E-BD30D2809E7B}"/>
          </ac:spMkLst>
        </pc:spChg>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pChg chg="mod">
          <ac:chgData name="Lý Thanh Ngô" userId="d1fb4545a5d636d2" providerId="LiveId" clId="{ABD4904B-081A-47C6-B87B-1F2506E329D6}" dt="2025-03-27T01:36:16.241" v="2" actId="20577"/>
          <ac:spMkLst>
            <pc:docMk/>
            <pc:sldMk cId="3769639125" sldId="9788"/>
            <ac:spMk id="2" creationId="{00000000-0000-0000-0000-000000000000}"/>
          </ac:spMkLst>
        </pc:spChg>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pChg chg="mod">
          <ac:chgData name="Lý Thanh Ngô" userId="d1fb4545a5d636d2" providerId="LiveId" clId="{ABD4904B-081A-47C6-B87B-1F2506E329D6}" dt="2025-03-27T07:57:01.325" v="632" actId="255"/>
          <ac:spMkLst>
            <pc:docMk/>
            <pc:sldMk cId="1691264668" sldId="9815"/>
            <ac:spMk id="2" creationId="{89B3AD20-B95E-E71A-7E56-13823DA2BF7C}"/>
          </ac:spMkLst>
        </pc:spChg>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pChg chg="mod">
          <ac:chgData name="Lý Thanh Ngô" userId="d1fb4545a5d636d2" providerId="LiveId" clId="{ABD4904B-081A-47C6-B87B-1F2506E329D6}" dt="2025-03-27T07:56:39.364" v="627" actId="14100"/>
          <ac:spMkLst>
            <pc:docMk/>
            <pc:sldMk cId="448704284" sldId="9817"/>
            <ac:spMk id="2" creationId="{40672D23-004D-C608-7A75-5B6E37918238}"/>
          </ac:spMkLst>
        </pc:spChg>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pChg chg="mod">
          <ac:chgData name="Lý Thanh Ngô" userId="d1fb4545a5d636d2" providerId="LiveId" clId="{ABD4904B-081A-47C6-B87B-1F2506E329D6}" dt="2025-03-27T07:57:38.855" v="633" actId="255"/>
          <ac:spMkLst>
            <pc:docMk/>
            <pc:sldMk cId="3958862344" sldId="9828"/>
            <ac:spMk id="2" creationId="{D0246500-8CC8-29EB-4E73-82029E0996B3}"/>
          </ac:spMkLst>
        </pc:spChg>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pChg chg="mod">
          <ac:chgData name="Lý Thanh Ngô" userId="d1fb4545a5d636d2" providerId="LiveId" clId="{ABD4904B-081A-47C6-B87B-1F2506E329D6}" dt="2025-03-27T08:07:08.232" v="675" actId="20577"/>
          <ac:spMkLst>
            <pc:docMk/>
            <pc:sldMk cId="1623123200" sldId="9846"/>
            <ac:spMk id="2" creationId="{731C825A-A998-5FED-BA3A-0369EEC37D3B}"/>
          </ac:spMkLst>
        </pc:spChg>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pChg chg="mod">
          <ac:chgData name="Lý Thanh Ngô" userId="d1fb4545a5d636d2" providerId="LiveId" clId="{ABD4904B-081A-47C6-B87B-1F2506E329D6}" dt="2025-03-27T07:33:41.081" v="265" actId="20577"/>
          <ac:spMkLst>
            <pc:docMk/>
            <pc:sldMk cId="2696584302" sldId="9853"/>
            <ac:spMk id="2" creationId="{C1FE6B19-E2A8-42B0-287A-9672AFF734B6}"/>
          </ac:spMkLst>
        </pc:spChg>
      </pc:sldChg>
      <pc:sldChg chg="modSp add mod">
        <pc:chgData name="Lý Thanh Ngô" userId="d1fb4545a5d636d2" providerId="LiveId" clId="{ABD4904B-081A-47C6-B87B-1F2506E329D6}" dt="2025-03-27T07:33:47.606" v="267"/>
        <pc:sldMkLst>
          <pc:docMk/>
          <pc:sldMk cId="3862663970" sldId="9854"/>
        </pc:sldMkLst>
        <pc:spChg chg="mod">
          <ac:chgData name="Lý Thanh Ngô" userId="d1fb4545a5d636d2" providerId="LiveId" clId="{ABD4904B-081A-47C6-B87B-1F2506E329D6}" dt="2025-03-27T07:33:47.606" v="267"/>
          <ac:spMkLst>
            <pc:docMk/>
            <pc:sldMk cId="3862663970" sldId="9854"/>
            <ac:spMk id="2" creationId="{BDA41AE6-1CAE-84FB-903C-4B35F62B54BE}"/>
          </ac:spMkLst>
        </pc:spChg>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pChg chg="mod">
          <ac:chgData name="Lý Thanh Ngô" userId="d1fb4545a5d636d2" providerId="LiveId" clId="{ABD4904B-081A-47C6-B87B-1F2506E329D6}" dt="2025-03-27T08:01:14.171" v="640" actId="20577"/>
          <ac:spMkLst>
            <pc:docMk/>
            <pc:sldMk cId="130758898" sldId="9858"/>
            <ac:spMk id="2" creationId="{334713A2-DD9E-85ED-1825-FD411963B301}"/>
          </ac:spMkLst>
        </pc:spChg>
      </pc:sldChg>
      <pc:sldChg chg="modSp add mod setBg modNotesTx">
        <pc:chgData name="Lý Thanh Ngô" userId="d1fb4545a5d636d2" providerId="LiveId" clId="{ABD4904B-081A-47C6-B87B-1F2506E329D6}" dt="2025-03-27T08:01:56.112" v="648" actId="255"/>
        <pc:sldMkLst>
          <pc:docMk/>
          <pc:sldMk cId="826091572" sldId="9859"/>
        </pc:sldMkLst>
        <pc:spChg chg="mod">
          <ac:chgData name="Lý Thanh Ngô" userId="d1fb4545a5d636d2" providerId="LiveId" clId="{ABD4904B-081A-47C6-B87B-1F2506E329D6}" dt="2025-03-27T08:01:56.112" v="648" actId="255"/>
          <ac:spMkLst>
            <pc:docMk/>
            <pc:sldMk cId="826091572" sldId="9859"/>
            <ac:spMk id="2" creationId="{A0422BB0-9CD5-503D-829D-E894D8421F3F}"/>
          </ac:spMkLst>
        </pc:spChg>
      </pc:sldChg>
      <pc:sldChg chg="modSp add mod setBg modNotesTx">
        <pc:chgData name="Lý Thanh Ngô" userId="d1fb4545a5d636d2" providerId="LiveId" clId="{ABD4904B-081A-47C6-B87B-1F2506E329D6}" dt="2025-03-27T08:02:17.352" v="653" actId="20577"/>
        <pc:sldMkLst>
          <pc:docMk/>
          <pc:sldMk cId="3848815841" sldId="9860"/>
        </pc:sldMkLst>
        <pc:spChg chg="mod">
          <ac:chgData name="Lý Thanh Ngô" userId="d1fb4545a5d636d2" providerId="LiveId" clId="{ABD4904B-081A-47C6-B87B-1F2506E329D6}" dt="2025-03-27T08:02:17.352" v="653" actId="20577"/>
          <ac:spMkLst>
            <pc:docMk/>
            <pc:sldMk cId="3848815841" sldId="9860"/>
            <ac:spMk id="2" creationId="{01A2536D-0172-38E0-8D49-B3955A2EEE42}"/>
          </ac:spMkLst>
        </pc:spChg>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pChg chg="mod">
          <ac:chgData name="Lý Thanh Ngô" userId="d1fb4545a5d636d2" providerId="LiveId" clId="{ABD4904B-081A-47C6-B87B-1F2506E329D6}" dt="2025-03-30T04:57:15.734" v="1881" actId="21"/>
          <ac:spMkLst>
            <pc:docMk/>
            <pc:sldMk cId="1525044725" sldId="9888"/>
            <ac:spMk id="87042" creationId="{7756D753-FF1D-EA79-D236-E78BB6ED5D28}"/>
          </ac:spMkLst>
        </pc:spChg>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pChg chg="mod">
          <ac:chgData name="Lý Thanh Ngô" userId="d1fb4545a5d636d2" providerId="LiveId" clId="{ABD4904B-081A-47C6-B87B-1F2506E329D6}" dt="2025-03-30T04:58:45.926" v="1907" actId="123"/>
          <ac:spMkLst>
            <pc:docMk/>
            <pc:sldMk cId="316058304" sldId="9894"/>
            <ac:spMk id="87042" creationId="{6AE3D2FD-7CD8-5777-694C-219E2C68FD14}"/>
          </ac:spMkLst>
        </pc:spChg>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pChg chg="mod">
          <ac:chgData name="Lý Thanh Ngô" userId="d1fb4545a5d636d2" providerId="LiveId" clId="{ABD4904B-081A-47C6-B87B-1F2506E329D6}" dt="2025-03-30T04:58:51.566" v="1909" actId="123"/>
          <ac:spMkLst>
            <pc:docMk/>
            <pc:sldMk cId="367318003" sldId="9896"/>
            <ac:spMk id="87042" creationId="{56DD4740-5735-8D0B-4278-7E94A346518A}"/>
          </ac:spMkLst>
        </pc:spChg>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pChg chg="mod">
          <ac:chgData name="Lý Thanh Ngô" userId="d1fb4545a5d636d2" providerId="LiveId" clId="{ABD4904B-081A-47C6-B87B-1F2506E329D6}" dt="2025-03-30T04:59:22.598" v="1919" actId="123"/>
          <ac:spMkLst>
            <pc:docMk/>
            <pc:sldMk cId="1290835927" sldId="9903"/>
            <ac:spMk id="46082" creationId="{6866C225-1C24-5CF3-9345-273A894C07DF}"/>
          </ac:spMkLst>
        </pc:spChg>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3/30/2025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202124"/>
                </a:solidFill>
                <a:effectLst/>
                <a:latin typeface="Roboto" panose="02000000000000000000" pitchFamily="2" charset="0"/>
              </a:rPr>
              <a:t>2. Lạy Chúa! mũi đồng nào đâm thấu con tim, đinh nhọn nào còn loang máu đào, tủi nhục nào còn vương trên mắt. Lạy Chúa! những bước nào gục ngã đau thương, bao roi đòn hằn vết thê lương đường tình đó Ngài dành cho con.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890526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0" i="0" dirty="0">
                <a:solidFill>
                  <a:srgbClr val="202124"/>
                </a:solidFill>
                <a:effectLst/>
                <a:latin typeface="Roboto" panose="02000000000000000000" pitchFamily="2" charset="0"/>
              </a:rPr>
              <a:t>2. Lạy Chúa! mũi đồng nào đâm thấu con tim, đinh nhọn nào còn loang máu đào, tủi nhục nào còn vương trên mắt. Lạy Chúa! những bước nào gục ngã đau thương, bao roi đòn hằn vết thê lương đường tình đó Ngài dành cho con.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1130040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0" i="0" dirty="0">
                <a:solidFill>
                  <a:srgbClr val="202124"/>
                </a:solidFill>
                <a:effectLst/>
                <a:latin typeface="Roboto" panose="02000000000000000000" pitchFamily="2" charset="0"/>
              </a:rPr>
              <a:t>2. Lạy Chúa! mũi đồng nào đâm thấu con tim, đinh nhọn nào còn loang máu đào, tủi nhục nào còn vương trên mắt. Lạy Chúa! những bước nào gục ngã đau thương, bao roi đòn hằn vết thê lương đường tình đó Ngài dành cho con.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572823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0000"/>
                </a:solidFill>
                <a:effectLst/>
                <a:latin typeface="Arial" panose="020B0604020202020204" pitchFamily="34" charset="0"/>
              </a:rPr>
              <a:t>1.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chúc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tụng</a:t>
            </a:r>
            <a:r>
              <a:rPr lang="en-US" b="0" i="0" dirty="0">
                <a:solidFill>
                  <a:srgbClr val="FF0000"/>
                </a:solidFill>
                <a:effectLst/>
                <a:latin typeface="Arial" panose="020B0604020202020204" pitchFamily="34" charset="0"/>
              </a:rPr>
              <a:t> Chúa </a:t>
            </a:r>
            <a:r>
              <a:rPr lang="en-US" b="0" i="0" dirty="0" err="1">
                <a:solidFill>
                  <a:srgbClr val="FF0000"/>
                </a:solidFill>
                <a:effectLst/>
                <a:latin typeface="Arial" panose="020B0604020202020204" pitchFamily="34" charset="0"/>
              </a:rPr>
              <a:t>trong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mọi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miệng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luôn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ngợi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khen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Ngài</a:t>
            </a:r>
            <a:r>
              <a:rPr lang="en-US" b="0" i="0" dirty="0">
                <a:solidFill>
                  <a:srgbClr val="FF0000"/>
                </a:solidFill>
                <a:effectLst/>
                <a:latin typeface="Arial" panose="020B0604020202020204" pitchFamily="34" charset="0"/>
              </a:rPr>
              <a:t>.  Trong Chúa </a:t>
            </a:r>
            <a:r>
              <a:rPr lang="en-US" b="0" i="0" dirty="0" err="1">
                <a:solidFill>
                  <a:srgbClr val="FF0000"/>
                </a:solidFill>
                <a:effectLst/>
                <a:latin typeface="Arial" panose="020B0604020202020204" pitchFamily="34" charset="0"/>
              </a:rPr>
              <a:t>hồn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hãnh</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diện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bạn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nghèo</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nghe</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và</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mừng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vui</a:t>
            </a:r>
            <a:r>
              <a:rPr lang="en-US" b="0" i="0" dirty="0">
                <a:solidFill>
                  <a:srgbClr val="FF0000"/>
                </a:solidFill>
                <a:effectLst/>
                <a:latin typeface="Arial" panose="020B0604020202020204" pitchFamily="34" charset="0"/>
              </a:rPr>
              <a:t>.</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719829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96F-9D20-976A-2BB9-5875C7038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B5F31-B4F9-E904-3767-705DCCCEC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5A67A-3611-8C1C-EFD2-7CCEE90F0DBC}"/>
              </a:ext>
            </a:extLst>
          </p:cNvPr>
          <p:cNvSpPr>
            <a:spLocks noGrp="1"/>
          </p:cNvSpPr>
          <p:nvPr>
            <p:ph type="body" idx="1"/>
          </p:nvPr>
        </p:nvSpPr>
        <p:spPr/>
        <p:txBody>
          <a:bodyPr/>
          <a:lstStyle/>
          <a:p>
            <a:r>
              <a:rPr lang="en-US" b="0" i="0" dirty="0">
                <a:solidFill>
                  <a:srgbClr val="FF0000"/>
                </a:solidFill>
                <a:effectLst/>
                <a:latin typeface="Arial" panose="020B0604020202020204" pitchFamily="34" charset="0"/>
              </a:rPr>
              <a:t>1.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chúc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tụng</a:t>
            </a:r>
            <a:r>
              <a:rPr lang="en-US" b="0" i="0" dirty="0">
                <a:solidFill>
                  <a:srgbClr val="FF0000"/>
                </a:solidFill>
                <a:effectLst/>
                <a:latin typeface="Arial" panose="020B0604020202020204" pitchFamily="34" charset="0"/>
              </a:rPr>
              <a:t> Chúa </a:t>
            </a:r>
            <a:r>
              <a:rPr lang="en-US" b="0" i="0" dirty="0" err="1">
                <a:solidFill>
                  <a:srgbClr val="FF0000"/>
                </a:solidFill>
                <a:effectLst/>
                <a:latin typeface="Arial" panose="020B0604020202020204" pitchFamily="34" charset="0"/>
              </a:rPr>
              <a:t>trong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mọi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miệng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luôn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ngợi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khen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Ngài</a:t>
            </a:r>
            <a:r>
              <a:rPr lang="en-US" b="0" i="0" dirty="0">
                <a:solidFill>
                  <a:srgbClr val="FF0000"/>
                </a:solidFill>
                <a:effectLst/>
                <a:latin typeface="Arial" panose="020B0604020202020204" pitchFamily="34" charset="0"/>
              </a:rPr>
              <a:t>.  Trong Chúa </a:t>
            </a:r>
            <a:r>
              <a:rPr lang="en-US" b="0" i="0" dirty="0" err="1">
                <a:solidFill>
                  <a:srgbClr val="FF0000"/>
                </a:solidFill>
                <a:effectLst/>
                <a:latin typeface="Arial" panose="020B0604020202020204" pitchFamily="34" charset="0"/>
              </a:rPr>
              <a:t>hồn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hãnh</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diện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bạn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nghèo</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nghe</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và</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mừng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vui</a:t>
            </a:r>
            <a:r>
              <a:rPr lang="en-US" b="0" i="0" dirty="0">
                <a:solidFill>
                  <a:srgbClr val="FF0000"/>
                </a:solidFill>
                <a:effectLst/>
                <a:latin typeface="Arial" panose="020B0604020202020204" pitchFamily="34" charset="0"/>
              </a:rPr>
              <a:t>.</a:t>
            </a:r>
            <a:endParaRPr lang="en-US" dirty="0"/>
          </a:p>
        </p:txBody>
      </p:sp>
      <p:sp>
        <p:nvSpPr>
          <p:cNvPr id="4" name="Slide Number Placeholder 3">
            <a:extLst>
              <a:ext uri="{FF2B5EF4-FFF2-40B4-BE49-F238E27FC236}">
                <a16:creationId xmlns:a16="http://schemas.microsoft.com/office/drawing/2014/main" id="{A17AB875-3BCC-3C2C-FFB3-44396AD97B65}"/>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244208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6C2D-5173-F25A-457D-D3CA53F51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6F590-AEEE-0FFE-BAC0-5309E2D3D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D1C7B-45C0-6172-0363-23FF543596C8}"/>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Bạn hãy cùng tôi ca ngợi Chúa, cùng nhau tán tạ Danh Ngài.  Tôi khấn cầu Chúa chí từ, Chúa đã thương nghe che chở đời tôi</a:t>
            </a:r>
            <a:r>
              <a:rPr lang="en-US" b="0" i="0" dirty="0">
                <a:solidFill>
                  <a:srgbClr val="FF0000"/>
                </a:solidFill>
                <a:effectLst/>
                <a:latin typeface="Arial" panose="020B0604020202020204" pitchFamily="34" charset="0"/>
              </a:rPr>
              <a:t>.</a:t>
            </a:r>
          </a:p>
          <a:p>
            <a:endParaRPr lang="en-US" dirty="0"/>
          </a:p>
        </p:txBody>
      </p:sp>
      <p:sp>
        <p:nvSpPr>
          <p:cNvPr id="4" name="Slide Number Placeholder 3">
            <a:extLst>
              <a:ext uri="{FF2B5EF4-FFF2-40B4-BE49-F238E27FC236}">
                <a16:creationId xmlns:a16="http://schemas.microsoft.com/office/drawing/2014/main" id="{D55C42CD-4A32-884D-37BD-444F2E08776D}"/>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3497034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86C29-B489-5DB8-7644-954368F69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0EECB-39DC-0AFB-BDDE-F201ECD61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F3752-3044-1823-26C0-7AA8553D8BEC}"/>
              </a:ext>
            </a:extLst>
          </p:cNvPr>
          <p:cNvSpPr>
            <a:spLocks noGrp="1"/>
          </p:cNvSpPr>
          <p:nvPr>
            <p:ph type="body" idx="1"/>
          </p:nvPr>
        </p:nvSpPr>
        <p:spPr/>
        <p:txBody>
          <a:bodyPr/>
          <a:lstStyle/>
          <a:p>
            <a:r>
              <a:rPr lang="en-US" b="0" i="0" dirty="0">
                <a:solidFill>
                  <a:srgbClr val="FF0000"/>
                </a:solidFill>
                <a:effectLst/>
                <a:latin typeface="Arial" panose="020B0604020202020204" pitchFamily="34" charset="0"/>
              </a:rPr>
              <a:t>1.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chúc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tụng</a:t>
            </a:r>
            <a:r>
              <a:rPr lang="en-US" b="0" i="0" dirty="0">
                <a:solidFill>
                  <a:srgbClr val="FF0000"/>
                </a:solidFill>
                <a:effectLst/>
                <a:latin typeface="Arial" panose="020B0604020202020204" pitchFamily="34" charset="0"/>
              </a:rPr>
              <a:t> Chúa </a:t>
            </a:r>
            <a:r>
              <a:rPr lang="en-US" b="0" i="0" dirty="0" err="1">
                <a:solidFill>
                  <a:srgbClr val="FF0000"/>
                </a:solidFill>
                <a:effectLst/>
                <a:latin typeface="Arial" panose="020B0604020202020204" pitchFamily="34" charset="0"/>
              </a:rPr>
              <a:t>trong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mọi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miệng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luôn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ngợi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khen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Ngài</a:t>
            </a:r>
            <a:r>
              <a:rPr lang="en-US" b="0" i="0" dirty="0">
                <a:solidFill>
                  <a:srgbClr val="FF0000"/>
                </a:solidFill>
                <a:effectLst/>
                <a:latin typeface="Arial" panose="020B0604020202020204" pitchFamily="34" charset="0"/>
              </a:rPr>
              <a:t>.  Trong Chúa </a:t>
            </a:r>
            <a:r>
              <a:rPr lang="en-US" b="0" i="0" dirty="0" err="1">
                <a:solidFill>
                  <a:srgbClr val="FF0000"/>
                </a:solidFill>
                <a:effectLst/>
                <a:latin typeface="Arial" panose="020B0604020202020204" pitchFamily="34" charset="0"/>
              </a:rPr>
              <a:t>hồn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hãnh</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diện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bạn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nghèo</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nghe</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và</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mừng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vui</a:t>
            </a:r>
            <a:r>
              <a:rPr lang="en-US" b="0" i="0" dirty="0">
                <a:solidFill>
                  <a:srgbClr val="FF0000"/>
                </a:solidFill>
                <a:effectLst/>
                <a:latin typeface="Arial" panose="020B0604020202020204" pitchFamily="34" charset="0"/>
              </a:rPr>
              <a:t>.</a:t>
            </a:r>
            <a:endParaRPr lang="en-US" dirty="0"/>
          </a:p>
        </p:txBody>
      </p:sp>
      <p:sp>
        <p:nvSpPr>
          <p:cNvPr id="4" name="Slide Number Placeholder 3">
            <a:extLst>
              <a:ext uri="{FF2B5EF4-FFF2-40B4-BE49-F238E27FC236}">
                <a16:creationId xmlns:a16="http://schemas.microsoft.com/office/drawing/2014/main" id="{7EC05903-DFAC-EB05-B395-F69C4F5728BD}"/>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2536879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91AB-0837-357B-0ACE-072A0359D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71EE0-CAF4-072F-EF70-69548357F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CCC36-B72A-6277-6201-88CD3252BCA0}"/>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3. Hãy hướng về Chúa vui mừng lên, bạn không hổ ngươi bẽ mặt.  Chúa cứu người trong khổ sầu thoát mọi lo âu khỏi cảnh bể dâu.</a:t>
            </a:r>
            <a:endParaRPr lang="en-US" dirty="0"/>
          </a:p>
        </p:txBody>
      </p:sp>
      <p:sp>
        <p:nvSpPr>
          <p:cNvPr id="4" name="Slide Number Placeholder 3">
            <a:extLst>
              <a:ext uri="{FF2B5EF4-FFF2-40B4-BE49-F238E27FC236}">
                <a16:creationId xmlns:a16="http://schemas.microsoft.com/office/drawing/2014/main" id="{2ACF97B8-4745-EF6C-D6CC-DF9835B9FC39}"/>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432581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D5D98-4267-17E6-0B2E-39E782D2D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10102-4608-D232-F53F-69DC184A9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AA5706-D3E0-2EAD-0DCF-6837E72884F1}"/>
              </a:ext>
            </a:extLst>
          </p:cNvPr>
          <p:cNvSpPr>
            <a:spLocks noGrp="1"/>
          </p:cNvSpPr>
          <p:nvPr>
            <p:ph type="body" idx="1"/>
          </p:nvPr>
        </p:nvSpPr>
        <p:spPr/>
        <p:txBody>
          <a:bodyPr/>
          <a:lstStyle/>
          <a:p>
            <a:r>
              <a:rPr lang="en-US" b="0" i="0" dirty="0">
                <a:solidFill>
                  <a:srgbClr val="FF0000"/>
                </a:solidFill>
                <a:effectLst/>
                <a:latin typeface="Arial" panose="020B0604020202020204" pitchFamily="34" charset="0"/>
              </a:rPr>
              <a:t>1.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chúc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tụng</a:t>
            </a:r>
            <a:r>
              <a:rPr lang="en-US" b="0" i="0" dirty="0">
                <a:solidFill>
                  <a:srgbClr val="FF0000"/>
                </a:solidFill>
                <a:effectLst/>
                <a:latin typeface="Arial" panose="020B0604020202020204" pitchFamily="34" charset="0"/>
              </a:rPr>
              <a:t> Chúa </a:t>
            </a:r>
            <a:r>
              <a:rPr lang="en-US" b="0" i="0" dirty="0" err="1">
                <a:solidFill>
                  <a:srgbClr val="FF0000"/>
                </a:solidFill>
                <a:effectLst/>
                <a:latin typeface="Arial" panose="020B0604020202020204" pitchFamily="34" charset="0"/>
              </a:rPr>
              <a:t>trong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mọi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miệng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luôn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ngợi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khen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Ngài</a:t>
            </a:r>
            <a:r>
              <a:rPr lang="en-US" b="0" i="0" dirty="0">
                <a:solidFill>
                  <a:srgbClr val="FF0000"/>
                </a:solidFill>
                <a:effectLst/>
                <a:latin typeface="Arial" panose="020B0604020202020204" pitchFamily="34" charset="0"/>
              </a:rPr>
              <a:t>.  Trong Chúa </a:t>
            </a:r>
            <a:r>
              <a:rPr lang="en-US" b="0" i="0" dirty="0" err="1">
                <a:solidFill>
                  <a:srgbClr val="FF0000"/>
                </a:solidFill>
                <a:effectLst/>
                <a:latin typeface="Arial" panose="020B0604020202020204" pitchFamily="34" charset="0"/>
              </a:rPr>
              <a:t>hồn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hãnh</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diện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bạn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nghèo</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nghe</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và</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mừng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vui</a:t>
            </a:r>
            <a:r>
              <a:rPr lang="en-US" b="0" i="0" dirty="0">
                <a:solidFill>
                  <a:srgbClr val="FF0000"/>
                </a:solidFill>
                <a:effectLst/>
                <a:latin typeface="Arial" panose="020B0604020202020204" pitchFamily="34" charset="0"/>
              </a:rPr>
              <a:t>.</a:t>
            </a:r>
            <a:endParaRPr lang="en-US" dirty="0"/>
          </a:p>
        </p:txBody>
      </p:sp>
      <p:sp>
        <p:nvSpPr>
          <p:cNvPr id="4" name="Slide Number Placeholder 3">
            <a:extLst>
              <a:ext uri="{FF2B5EF4-FFF2-40B4-BE49-F238E27FC236}">
                <a16:creationId xmlns:a16="http://schemas.microsoft.com/office/drawing/2014/main" id="{324FD2D4-57B7-FCEE-C9FB-EA9CB8D754EF}"/>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2548707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2928424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131313"/>
                </a:solidFill>
                <a:effectLst/>
                <a:latin typeface="Roboto" panose="02000000000000000000" pitchFamily="2" charset="0"/>
              </a:rPr>
              <a:t>1. Ngày nào con thứ thân thưa: Xin Cha chia phần sản nghiệp. Để rồi con bước ra đi, mang theo những túi </a:t>
            </a:r>
            <a:r>
              <a:rPr lang="vi-VN" b="0" i="0" dirty="0" err="1">
                <a:solidFill>
                  <a:srgbClr val="131313"/>
                </a:solidFill>
                <a:effectLst/>
                <a:latin typeface="Roboto" panose="02000000000000000000" pitchFamily="2" charset="0"/>
              </a:rPr>
              <a:t>đam</a:t>
            </a:r>
            <a:r>
              <a:rPr lang="vi-VN" b="0" i="0" dirty="0">
                <a:solidFill>
                  <a:srgbClr val="131313"/>
                </a:solidFill>
                <a:effectLst/>
                <a:latin typeface="Roboto" panose="02000000000000000000" pitchFamily="2" charset="0"/>
              </a:rPr>
              <a:t> mê. Vào đời ươm trong hoa bướm, rượu nồng say men ái tình. Cuộc tình ngày thêm ngao ngán, héo hon nặng bao nỗi buồn.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170</a:t>
            </a:fld>
            <a:endParaRPr lang="en-US"/>
          </a:p>
        </p:txBody>
      </p:sp>
    </p:spTree>
    <p:extLst>
      <p:ext uri="{BB962C8B-B14F-4D97-AF65-F5344CB8AC3E}">
        <p14:creationId xmlns:p14="http://schemas.microsoft.com/office/powerpoint/2010/main" val="3043622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2CFC-0B16-318F-01D3-91816B527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558C3-44F4-C5D8-D293-0552CE2F1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15A14-8C6C-BC35-5167-A1E672B501E2}"/>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1. Ngày nào con thứ thân thưa: Xin Cha chia phần sản nghiệp. Để rồi con bước ra đi, mang theo những túi </a:t>
            </a:r>
            <a:r>
              <a:rPr lang="vi-VN" b="0" i="0" dirty="0" err="1">
                <a:solidFill>
                  <a:srgbClr val="131313"/>
                </a:solidFill>
                <a:effectLst/>
                <a:latin typeface="Roboto" panose="02000000000000000000" pitchFamily="2" charset="0"/>
              </a:rPr>
              <a:t>đam</a:t>
            </a:r>
            <a:r>
              <a:rPr lang="vi-VN" b="0" i="0" dirty="0">
                <a:solidFill>
                  <a:srgbClr val="131313"/>
                </a:solidFill>
                <a:effectLst/>
                <a:latin typeface="Roboto" panose="02000000000000000000" pitchFamily="2" charset="0"/>
              </a:rPr>
              <a:t> mê. Vào đời ươm trong hoa bướm, rượu nồng say men ái tình. Cuộc tình ngày thêm ngao ngán, héo hon nặng bao nỗi buồn.</a:t>
            </a:r>
            <a:endParaRPr lang="en-US" dirty="0"/>
          </a:p>
        </p:txBody>
      </p:sp>
      <p:sp>
        <p:nvSpPr>
          <p:cNvPr id="4" name="Slide Number Placeholder 3">
            <a:extLst>
              <a:ext uri="{FF2B5EF4-FFF2-40B4-BE49-F238E27FC236}">
                <a16:creationId xmlns:a16="http://schemas.microsoft.com/office/drawing/2014/main" id="{E71E17E1-35DB-FE97-D181-DF08FA1DD194}"/>
              </a:ext>
            </a:extLst>
          </p:cNvPr>
          <p:cNvSpPr>
            <a:spLocks noGrp="1"/>
          </p:cNvSpPr>
          <p:nvPr>
            <p:ph type="sldNum" sz="quarter" idx="5"/>
          </p:nvPr>
        </p:nvSpPr>
        <p:spPr/>
        <p:txBody>
          <a:bodyPr/>
          <a:lstStyle/>
          <a:p>
            <a:fld id="{648246CF-7178-41AD-B6F8-BACEEA28FBE0}" type="slidenum">
              <a:rPr lang="en-US" smtClean="0"/>
              <a:t>171</a:t>
            </a:fld>
            <a:endParaRPr lang="en-US"/>
          </a:p>
        </p:txBody>
      </p:sp>
    </p:spTree>
    <p:extLst>
      <p:ext uri="{BB962C8B-B14F-4D97-AF65-F5344CB8AC3E}">
        <p14:creationId xmlns:p14="http://schemas.microsoft.com/office/powerpoint/2010/main" val="2293672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A649-D378-72EF-87FF-2182DC947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C1EFC-39E2-E4D4-0FC4-F78BA5854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2AAF7B-25A2-AA4B-5C48-E11D1B70422A}"/>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1. Ngày nào con thứ thân thưa: Xin Cha chia phần sản nghiệp. Để rồi con bước ra đi, mang theo những túi </a:t>
            </a:r>
            <a:r>
              <a:rPr lang="vi-VN" b="0" i="0" dirty="0" err="1">
                <a:solidFill>
                  <a:srgbClr val="131313"/>
                </a:solidFill>
                <a:effectLst/>
                <a:latin typeface="Roboto" panose="02000000000000000000" pitchFamily="2" charset="0"/>
              </a:rPr>
              <a:t>đam</a:t>
            </a:r>
            <a:r>
              <a:rPr lang="vi-VN" b="0" i="0" dirty="0">
                <a:solidFill>
                  <a:srgbClr val="131313"/>
                </a:solidFill>
                <a:effectLst/>
                <a:latin typeface="Roboto" panose="02000000000000000000" pitchFamily="2" charset="0"/>
              </a:rPr>
              <a:t> mê. Vào đời ươm trong hoa bướm, rượu nồng say men ái tình. Cuộc tình ngày thêm ngao ngán, héo hon nặng bao nỗi buồn.</a:t>
            </a:r>
            <a:endParaRPr lang="en-US" dirty="0"/>
          </a:p>
        </p:txBody>
      </p:sp>
      <p:sp>
        <p:nvSpPr>
          <p:cNvPr id="4" name="Slide Number Placeholder 3">
            <a:extLst>
              <a:ext uri="{FF2B5EF4-FFF2-40B4-BE49-F238E27FC236}">
                <a16:creationId xmlns:a16="http://schemas.microsoft.com/office/drawing/2014/main" id="{C5C38C96-4BB0-E18B-C5D8-C5BBDC11CA4C}"/>
              </a:ext>
            </a:extLst>
          </p:cNvPr>
          <p:cNvSpPr>
            <a:spLocks noGrp="1"/>
          </p:cNvSpPr>
          <p:nvPr>
            <p:ph type="sldNum" sz="quarter" idx="5"/>
          </p:nvPr>
        </p:nvSpPr>
        <p:spPr/>
        <p:txBody>
          <a:bodyPr/>
          <a:lstStyle/>
          <a:p>
            <a:fld id="{648246CF-7178-41AD-B6F8-BACEEA28FBE0}" type="slidenum">
              <a:rPr lang="en-US" smtClean="0"/>
              <a:t>172</a:t>
            </a:fld>
            <a:endParaRPr lang="en-US"/>
          </a:p>
        </p:txBody>
      </p:sp>
    </p:spTree>
    <p:extLst>
      <p:ext uri="{BB962C8B-B14F-4D97-AF65-F5344CB8AC3E}">
        <p14:creationId xmlns:p14="http://schemas.microsoft.com/office/powerpoint/2010/main" val="1698889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C0D1E-DB51-3EFF-548C-297B8F6B2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51BEE-DA6E-862F-B100-2EF48802D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F6AEC1-7233-6893-FA2D-4C9E31DD4CBD}"/>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1. Ngày nào con thứ thân thưa: Xin Cha chia phần sản nghiệp. Để rồi con bước ra đi, mang theo những túi </a:t>
            </a:r>
            <a:r>
              <a:rPr lang="vi-VN" b="0" i="0" dirty="0" err="1">
                <a:solidFill>
                  <a:srgbClr val="131313"/>
                </a:solidFill>
                <a:effectLst/>
                <a:latin typeface="Roboto" panose="02000000000000000000" pitchFamily="2" charset="0"/>
              </a:rPr>
              <a:t>đam</a:t>
            </a:r>
            <a:r>
              <a:rPr lang="vi-VN" b="0" i="0" dirty="0">
                <a:solidFill>
                  <a:srgbClr val="131313"/>
                </a:solidFill>
                <a:effectLst/>
                <a:latin typeface="Roboto" panose="02000000000000000000" pitchFamily="2" charset="0"/>
              </a:rPr>
              <a:t> mê. Vào đời ươm trong hoa bướm, rượu nồng say men ái tình. Cuộc tình ngày thêm ngao ngán, héo hon nặng bao nỗi buồn.</a:t>
            </a:r>
            <a:endParaRPr lang="en-US" dirty="0"/>
          </a:p>
        </p:txBody>
      </p:sp>
      <p:sp>
        <p:nvSpPr>
          <p:cNvPr id="4" name="Slide Number Placeholder 3">
            <a:extLst>
              <a:ext uri="{FF2B5EF4-FFF2-40B4-BE49-F238E27FC236}">
                <a16:creationId xmlns:a16="http://schemas.microsoft.com/office/drawing/2014/main" id="{B1FE83E5-BE06-DD4C-38D6-5B05330C1E99}"/>
              </a:ext>
            </a:extLst>
          </p:cNvPr>
          <p:cNvSpPr>
            <a:spLocks noGrp="1"/>
          </p:cNvSpPr>
          <p:nvPr>
            <p:ph type="sldNum" sz="quarter" idx="5"/>
          </p:nvPr>
        </p:nvSpPr>
        <p:spPr/>
        <p:txBody>
          <a:bodyPr/>
          <a:lstStyle/>
          <a:p>
            <a:fld id="{648246CF-7178-41AD-B6F8-BACEEA28FBE0}" type="slidenum">
              <a:rPr lang="en-US" smtClean="0"/>
              <a:t>173</a:t>
            </a:fld>
            <a:endParaRPr lang="en-US"/>
          </a:p>
        </p:txBody>
      </p:sp>
    </p:spTree>
    <p:extLst>
      <p:ext uri="{BB962C8B-B14F-4D97-AF65-F5344CB8AC3E}">
        <p14:creationId xmlns:p14="http://schemas.microsoft.com/office/powerpoint/2010/main" val="2149221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9D2A0-6C70-16C0-A095-0E026D6AE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AB4DE-AF6F-14EF-F4BF-7132E8841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B02CC-6D02-4841-80F9-2F0046F1D657}"/>
              </a:ext>
            </a:extLst>
          </p:cNvPr>
          <p:cNvSpPr>
            <a:spLocks noGrp="1"/>
          </p:cNvSpPr>
          <p:nvPr>
            <p:ph type="body" idx="1"/>
          </p:nvPr>
        </p:nvSpPr>
        <p:spPr/>
        <p:txBody>
          <a:bodyPr/>
          <a:lstStyle/>
          <a:p>
            <a:r>
              <a:rPr lang="vi-VN" b="0" i="0" dirty="0" err="1">
                <a:solidFill>
                  <a:srgbClr val="131313"/>
                </a:solidFill>
                <a:effectLst/>
                <a:latin typeface="Roboto" panose="02000000000000000000" pitchFamily="2" charset="0"/>
              </a:rPr>
              <a:t>ĐK</a:t>
            </a:r>
            <a:r>
              <a:rPr lang="vi-VN" b="0" i="0" dirty="0">
                <a:solidFill>
                  <a:srgbClr val="131313"/>
                </a:solidFill>
                <a:effectLst/>
                <a:latin typeface="Roboto" panose="02000000000000000000" pitchFamily="2" charset="0"/>
              </a:rPr>
              <a:t>. Bao la ôi tấm lòng Cha thứ tha bỏ qua bao lỗi lầm xưa. Con xin đoan hứa từ nay yêu Chúa ngàn thu đền đáp tình Cha.</a:t>
            </a:r>
            <a:endParaRPr lang="en-US" dirty="0"/>
          </a:p>
        </p:txBody>
      </p:sp>
      <p:sp>
        <p:nvSpPr>
          <p:cNvPr id="4" name="Slide Number Placeholder 3">
            <a:extLst>
              <a:ext uri="{FF2B5EF4-FFF2-40B4-BE49-F238E27FC236}">
                <a16:creationId xmlns:a16="http://schemas.microsoft.com/office/drawing/2014/main" id="{51D9461B-5A77-9418-3AF1-EAECC213AD9C}"/>
              </a:ext>
            </a:extLst>
          </p:cNvPr>
          <p:cNvSpPr>
            <a:spLocks noGrp="1"/>
          </p:cNvSpPr>
          <p:nvPr>
            <p:ph type="sldNum" sz="quarter" idx="5"/>
          </p:nvPr>
        </p:nvSpPr>
        <p:spPr/>
        <p:txBody>
          <a:bodyPr/>
          <a:lstStyle/>
          <a:p>
            <a:fld id="{648246CF-7178-41AD-B6F8-BACEEA28FBE0}" type="slidenum">
              <a:rPr lang="en-US" smtClean="0"/>
              <a:t>174</a:t>
            </a:fld>
            <a:endParaRPr lang="en-US"/>
          </a:p>
        </p:txBody>
      </p:sp>
    </p:spTree>
    <p:extLst>
      <p:ext uri="{BB962C8B-B14F-4D97-AF65-F5344CB8AC3E}">
        <p14:creationId xmlns:p14="http://schemas.microsoft.com/office/powerpoint/2010/main" val="3676367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A488B-CE01-A7B4-8A95-E7D1779F9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1B23F-735D-3F56-62BF-B768F506C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2F822-D416-F9BA-3CAE-B45EB0ACD005}"/>
              </a:ext>
            </a:extLst>
          </p:cNvPr>
          <p:cNvSpPr>
            <a:spLocks noGrp="1"/>
          </p:cNvSpPr>
          <p:nvPr>
            <p:ph type="body" idx="1"/>
          </p:nvPr>
        </p:nvSpPr>
        <p:spPr/>
        <p:txBody>
          <a:bodyPr/>
          <a:lstStyle/>
          <a:p>
            <a:r>
              <a:rPr lang="vi-VN" b="0" i="0" dirty="0" err="1">
                <a:solidFill>
                  <a:srgbClr val="131313"/>
                </a:solidFill>
                <a:effectLst/>
                <a:latin typeface="Roboto" panose="02000000000000000000" pitchFamily="2" charset="0"/>
              </a:rPr>
              <a:t>ĐK</a:t>
            </a:r>
            <a:r>
              <a:rPr lang="vi-VN" b="0" i="0" dirty="0">
                <a:solidFill>
                  <a:srgbClr val="131313"/>
                </a:solidFill>
                <a:effectLst/>
                <a:latin typeface="Roboto" panose="02000000000000000000" pitchFamily="2" charset="0"/>
              </a:rPr>
              <a:t>. Bao la ôi tấm lòng Cha thứ tha bỏ qua bao lỗi lầm xưa. Con xin đoan hứa từ nay yêu Chúa ngàn thu đền đáp tình Cha.</a:t>
            </a:r>
            <a:endParaRPr lang="en-US" dirty="0"/>
          </a:p>
        </p:txBody>
      </p:sp>
      <p:sp>
        <p:nvSpPr>
          <p:cNvPr id="4" name="Slide Number Placeholder 3">
            <a:extLst>
              <a:ext uri="{FF2B5EF4-FFF2-40B4-BE49-F238E27FC236}">
                <a16:creationId xmlns:a16="http://schemas.microsoft.com/office/drawing/2014/main" id="{2A0CDDD4-DAE3-ED24-BD2D-FE98B814CBCF}"/>
              </a:ext>
            </a:extLst>
          </p:cNvPr>
          <p:cNvSpPr>
            <a:spLocks noGrp="1"/>
          </p:cNvSpPr>
          <p:nvPr>
            <p:ph type="sldNum" sz="quarter" idx="5"/>
          </p:nvPr>
        </p:nvSpPr>
        <p:spPr/>
        <p:txBody>
          <a:bodyPr/>
          <a:lstStyle/>
          <a:p>
            <a:fld id="{648246CF-7178-41AD-B6F8-BACEEA28FBE0}" type="slidenum">
              <a:rPr lang="en-US" smtClean="0"/>
              <a:t>175</a:t>
            </a:fld>
            <a:endParaRPr lang="en-US"/>
          </a:p>
        </p:txBody>
      </p:sp>
    </p:spTree>
    <p:extLst>
      <p:ext uri="{BB962C8B-B14F-4D97-AF65-F5344CB8AC3E}">
        <p14:creationId xmlns:p14="http://schemas.microsoft.com/office/powerpoint/2010/main" val="1513898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2803A-4588-E251-D373-417EF1AC5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6EA21-93F5-0363-A146-E605CC622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AA1BC-8481-5997-BCE8-88C9CE1363B8}"/>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2. Ngày này Cha những mong con, thương con đêm hằng thức chờ. Bụi mù xa </a:t>
            </a:r>
            <a:r>
              <a:rPr lang="vi-VN" b="0" i="0" dirty="0" err="1">
                <a:solidFill>
                  <a:srgbClr val="131313"/>
                </a:solidFill>
                <a:effectLst/>
                <a:latin typeface="Roboto" panose="02000000000000000000" pitchFamily="2" charset="0"/>
              </a:rPr>
              <a:t>tắp</a:t>
            </a:r>
            <a:r>
              <a:rPr lang="vi-VN" b="0" i="0" dirty="0">
                <a:solidFill>
                  <a:srgbClr val="131313"/>
                </a:solidFill>
                <a:effectLst/>
                <a:latin typeface="Roboto" panose="02000000000000000000" pitchFamily="2" charset="0"/>
              </a:rPr>
              <a:t> phương nao, con yêu đắm đuối nơi nao. Nửa tình con mang đi mất, nửa tình Cha mang não nề. Lệ sầu mờ đôi mắt ngóng, ước mong ngày con trở về.</a:t>
            </a:r>
            <a:endParaRPr lang="en-US" dirty="0"/>
          </a:p>
        </p:txBody>
      </p:sp>
      <p:sp>
        <p:nvSpPr>
          <p:cNvPr id="4" name="Slide Number Placeholder 3">
            <a:extLst>
              <a:ext uri="{FF2B5EF4-FFF2-40B4-BE49-F238E27FC236}">
                <a16:creationId xmlns:a16="http://schemas.microsoft.com/office/drawing/2014/main" id="{89D5CCCC-122B-6C39-E393-C95F365ECAE4}"/>
              </a:ext>
            </a:extLst>
          </p:cNvPr>
          <p:cNvSpPr>
            <a:spLocks noGrp="1"/>
          </p:cNvSpPr>
          <p:nvPr>
            <p:ph type="sldNum" sz="quarter" idx="5"/>
          </p:nvPr>
        </p:nvSpPr>
        <p:spPr/>
        <p:txBody>
          <a:bodyPr/>
          <a:lstStyle/>
          <a:p>
            <a:fld id="{648246CF-7178-41AD-B6F8-BACEEA28FBE0}" type="slidenum">
              <a:rPr lang="en-US" smtClean="0"/>
              <a:t>176</a:t>
            </a:fld>
            <a:endParaRPr lang="en-US"/>
          </a:p>
        </p:txBody>
      </p:sp>
    </p:spTree>
    <p:extLst>
      <p:ext uri="{BB962C8B-B14F-4D97-AF65-F5344CB8AC3E}">
        <p14:creationId xmlns:p14="http://schemas.microsoft.com/office/powerpoint/2010/main" val="2831482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97923-5638-8C33-EC70-ABCE9D8B9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B0CB1-A7C8-0AD6-38B3-4D369EB1A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59036-3ACF-EF96-4D43-1D8040D4DE5C}"/>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2. Ngày này Cha những mong con, thương con đêm hằng thức chờ. Bụi mù xa </a:t>
            </a:r>
            <a:r>
              <a:rPr lang="vi-VN" b="0" i="0" dirty="0" err="1">
                <a:solidFill>
                  <a:srgbClr val="131313"/>
                </a:solidFill>
                <a:effectLst/>
                <a:latin typeface="Roboto" panose="02000000000000000000" pitchFamily="2" charset="0"/>
              </a:rPr>
              <a:t>tắp</a:t>
            </a:r>
            <a:r>
              <a:rPr lang="vi-VN" b="0" i="0" dirty="0">
                <a:solidFill>
                  <a:srgbClr val="131313"/>
                </a:solidFill>
                <a:effectLst/>
                <a:latin typeface="Roboto" panose="02000000000000000000" pitchFamily="2" charset="0"/>
              </a:rPr>
              <a:t> phương nao, con yêu đắm đuối nơi nao. Nửa tình con mang đi mất, nửa tình Cha mang não nề. Lệ sầu mờ đôi mắt ngóng, ước mong ngày con trở về.</a:t>
            </a:r>
            <a:endParaRPr lang="en-US" dirty="0"/>
          </a:p>
        </p:txBody>
      </p:sp>
      <p:sp>
        <p:nvSpPr>
          <p:cNvPr id="4" name="Slide Number Placeholder 3">
            <a:extLst>
              <a:ext uri="{FF2B5EF4-FFF2-40B4-BE49-F238E27FC236}">
                <a16:creationId xmlns:a16="http://schemas.microsoft.com/office/drawing/2014/main" id="{B4278BD5-113B-3320-B8BF-7885D4BCF3B2}"/>
              </a:ext>
            </a:extLst>
          </p:cNvPr>
          <p:cNvSpPr>
            <a:spLocks noGrp="1"/>
          </p:cNvSpPr>
          <p:nvPr>
            <p:ph type="sldNum" sz="quarter" idx="5"/>
          </p:nvPr>
        </p:nvSpPr>
        <p:spPr/>
        <p:txBody>
          <a:bodyPr/>
          <a:lstStyle/>
          <a:p>
            <a:fld id="{648246CF-7178-41AD-B6F8-BACEEA28FBE0}" type="slidenum">
              <a:rPr lang="en-US" smtClean="0"/>
              <a:t>177</a:t>
            </a:fld>
            <a:endParaRPr lang="en-US"/>
          </a:p>
        </p:txBody>
      </p:sp>
    </p:spTree>
    <p:extLst>
      <p:ext uri="{BB962C8B-B14F-4D97-AF65-F5344CB8AC3E}">
        <p14:creationId xmlns:p14="http://schemas.microsoft.com/office/powerpoint/2010/main" val="3490640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10EA-31E6-4963-8729-59FB3821E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9ECC7-C996-5583-09B4-FDCACD680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53591-D7D3-05A4-0E27-A9E3030B8A1B}"/>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2. Ngày này Cha những mong con, thương con đêm hằng thức chờ. Bụi mù xa </a:t>
            </a:r>
            <a:r>
              <a:rPr lang="vi-VN" b="0" i="0" dirty="0" err="1">
                <a:solidFill>
                  <a:srgbClr val="131313"/>
                </a:solidFill>
                <a:effectLst/>
                <a:latin typeface="Roboto" panose="02000000000000000000" pitchFamily="2" charset="0"/>
              </a:rPr>
              <a:t>tắp</a:t>
            </a:r>
            <a:r>
              <a:rPr lang="vi-VN" b="0" i="0" dirty="0">
                <a:solidFill>
                  <a:srgbClr val="131313"/>
                </a:solidFill>
                <a:effectLst/>
                <a:latin typeface="Roboto" panose="02000000000000000000" pitchFamily="2" charset="0"/>
              </a:rPr>
              <a:t> phương nao, con yêu đắm đuối nơi nao. Nửa tình con mang đi mất, nửa tình Cha mang não nề. Lệ sầu mờ đôi mắt ngóng, ước mong ngày con trở về.</a:t>
            </a:r>
            <a:endParaRPr lang="en-US" dirty="0"/>
          </a:p>
        </p:txBody>
      </p:sp>
      <p:sp>
        <p:nvSpPr>
          <p:cNvPr id="4" name="Slide Number Placeholder 3">
            <a:extLst>
              <a:ext uri="{FF2B5EF4-FFF2-40B4-BE49-F238E27FC236}">
                <a16:creationId xmlns:a16="http://schemas.microsoft.com/office/drawing/2014/main" id="{C5213A30-3B89-9C6A-D14C-DB1395244042}"/>
              </a:ext>
            </a:extLst>
          </p:cNvPr>
          <p:cNvSpPr>
            <a:spLocks noGrp="1"/>
          </p:cNvSpPr>
          <p:nvPr>
            <p:ph type="sldNum" sz="quarter" idx="5"/>
          </p:nvPr>
        </p:nvSpPr>
        <p:spPr/>
        <p:txBody>
          <a:bodyPr/>
          <a:lstStyle/>
          <a:p>
            <a:fld id="{648246CF-7178-41AD-B6F8-BACEEA28FBE0}" type="slidenum">
              <a:rPr lang="en-US" smtClean="0"/>
              <a:t>178</a:t>
            </a:fld>
            <a:endParaRPr lang="en-US"/>
          </a:p>
        </p:txBody>
      </p:sp>
    </p:spTree>
    <p:extLst>
      <p:ext uri="{BB962C8B-B14F-4D97-AF65-F5344CB8AC3E}">
        <p14:creationId xmlns:p14="http://schemas.microsoft.com/office/powerpoint/2010/main" val="2702688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1070A-98B7-F2C5-F162-3E40E4304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029BD-075E-8D55-ACE2-0646E5528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5DFA1-C904-E980-169D-B580261EFA4D}"/>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2. Ngày này Cha những mong con, thương con đêm hằng thức chờ. Bụi mù xa </a:t>
            </a:r>
            <a:r>
              <a:rPr lang="vi-VN" b="0" i="0" dirty="0" err="1">
                <a:solidFill>
                  <a:srgbClr val="131313"/>
                </a:solidFill>
                <a:effectLst/>
                <a:latin typeface="Roboto" panose="02000000000000000000" pitchFamily="2" charset="0"/>
              </a:rPr>
              <a:t>tắp</a:t>
            </a:r>
            <a:r>
              <a:rPr lang="vi-VN" b="0" i="0" dirty="0">
                <a:solidFill>
                  <a:srgbClr val="131313"/>
                </a:solidFill>
                <a:effectLst/>
                <a:latin typeface="Roboto" panose="02000000000000000000" pitchFamily="2" charset="0"/>
              </a:rPr>
              <a:t> phương nao, con yêu đắm đuối nơi nao. Nửa tình con mang đi mất, nửa tình Cha mang não nề. Lệ sầu mờ đôi mắt ngóng, ước mong ngày con trở về.</a:t>
            </a:r>
            <a:endParaRPr lang="en-US" dirty="0"/>
          </a:p>
        </p:txBody>
      </p:sp>
      <p:sp>
        <p:nvSpPr>
          <p:cNvPr id="4" name="Slide Number Placeholder 3">
            <a:extLst>
              <a:ext uri="{FF2B5EF4-FFF2-40B4-BE49-F238E27FC236}">
                <a16:creationId xmlns:a16="http://schemas.microsoft.com/office/drawing/2014/main" id="{2C0CD22D-9905-9C8E-0426-4DD99EDECEF4}"/>
              </a:ext>
            </a:extLst>
          </p:cNvPr>
          <p:cNvSpPr>
            <a:spLocks noGrp="1"/>
          </p:cNvSpPr>
          <p:nvPr>
            <p:ph type="sldNum" sz="quarter" idx="5"/>
          </p:nvPr>
        </p:nvSpPr>
        <p:spPr/>
        <p:txBody>
          <a:bodyPr/>
          <a:lstStyle/>
          <a:p>
            <a:fld id="{648246CF-7178-41AD-B6F8-BACEEA28FBE0}" type="slidenum">
              <a:rPr lang="en-US" smtClean="0"/>
              <a:t>179</a:t>
            </a:fld>
            <a:endParaRPr lang="en-US"/>
          </a:p>
        </p:txBody>
      </p:sp>
    </p:spTree>
    <p:extLst>
      <p:ext uri="{BB962C8B-B14F-4D97-AF65-F5344CB8AC3E}">
        <p14:creationId xmlns:p14="http://schemas.microsoft.com/office/powerpoint/2010/main" val="39546864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20A4E-1F38-21D8-F2FC-873D119BD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3F4C5-D4E2-A646-690B-EE0F671F7D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482FAC-1250-0CE6-BED9-8CBD13187653}"/>
              </a:ext>
            </a:extLst>
          </p:cNvPr>
          <p:cNvSpPr>
            <a:spLocks noGrp="1"/>
          </p:cNvSpPr>
          <p:nvPr>
            <p:ph type="body" idx="1"/>
          </p:nvPr>
        </p:nvSpPr>
        <p:spPr/>
        <p:txBody>
          <a:bodyPr/>
          <a:lstStyle/>
          <a:p>
            <a:r>
              <a:rPr lang="vi-VN" b="0" i="0" dirty="0" err="1">
                <a:solidFill>
                  <a:srgbClr val="131313"/>
                </a:solidFill>
                <a:effectLst/>
                <a:latin typeface="Roboto" panose="02000000000000000000" pitchFamily="2" charset="0"/>
              </a:rPr>
              <a:t>ĐK</a:t>
            </a:r>
            <a:r>
              <a:rPr lang="vi-VN" b="0" i="0" dirty="0">
                <a:solidFill>
                  <a:srgbClr val="131313"/>
                </a:solidFill>
                <a:effectLst/>
                <a:latin typeface="Roboto" panose="02000000000000000000" pitchFamily="2" charset="0"/>
              </a:rPr>
              <a:t>. Bao la ôi tấm lòng Cha thứ tha bỏ qua bao lỗi lầm xưa. Con xin đoan hứa từ nay yêu Chúa ngàn thu đền đáp tình Cha.</a:t>
            </a:r>
            <a:endParaRPr lang="en-US" dirty="0"/>
          </a:p>
        </p:txBody>
      </p:sp>
      <p:sp>
        <p:nvSpPr>
          <p:cNvPr id="4" name="Slide Number Placeholder 3">
            <a:extLst>
              <a:ext uri="{FF2B5EF4-FFF2-40B4-BE49-F238E27FC236}">
                <a16:creationId xmlns:a16="http://schemas.microsoft.com/office/drawing/2014/main" id="{224C2645-2143-C59B-58A8-ACE3A137A34E}"/>
              </a:ext>
            </a:extLst>
          </p:cNvPr>
          <p:cNvSpPr>
            <a:spLocks noGrp="1"/>
          </p:cNvSpPr>
          <p:nvPr>
            <p:ph type="sldNum" sz="quarter" idx="5"/>
          </p:nvPr>
        </p:nvSpPr>
        <p:spPr/>
        <p:txBody>
          <a:bodyPr/>
          <a:lstStyle/>
          <a:p>
            <a:fld id="{648246CF-7178-41AD-B6F8-BACEEA28FBE0}" type="slidenum">
              <a:rPr lang="en-US" smtClean="0"/>
              <a:t>180</a:t>
            </a:fld>
            <a:endParaRPr lang="en-US"/>
          </a:p>
        </p:txBody>
      </p:sp>
    </p:spTree>
    <p:extLst>
      <p:ext uri="{BB962C8B-B14F-4D97-AF65-F5344CB8AC3E}">
        <p14:creationId xmlns:p14="http://schemas.microsoft.com/office/powerpoint/2010/main" val="17249488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47D8-5D42-DFBE-D1BE-475B47114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2AE0A-CD3B-ED60-6F82-CB7B5042C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C895D-B0EE-8830-53C4-AB5815627395}"/>
              </a:ext>
            </a:extLst>
          </p:cNvPr>
          <p:cNvSpPr>
            <a:spLocks noGrp="1"/>
          </p:cNvSpPr>
          <p:nvPr>
            <p:ph type="body" idx="1"/>
          </p:nvPr>
        </p:nvSpPr>
        <p:spPr/>
        <p:txBody>
          <a:bodyPr/>
          <a:lstStyle/>
          <a:p>
            <a:r>
              <a:rPr lang="vi-VN" b="0" i="0" dirty="0" err="1">
                <a:solidFill>
                  <a:srgbClr val="131313"/>
                </a:solidFill>
                <a:effectLst/>
                <a:latin typeface="Roboto" panose="02000000000000000000" pitchFamily="2" charset="0"/>
              </a:rPr>
              <a:t>ĐK</a:t>
            </a:r>
            <a:r>
              <a:rPr lang="vi-VN" b="0" i="0" dirty="0">
                <a:solidFill>
                  <a:srgbClr val="131313"/>
                </a:solidFill>
                <a:effectLst/>
                <a:latin typeface="Roboto" panose="02000000000000000000" pitchFamily="2" charset="0"/>
              </a:rPr>
              <a:t>. Bao la ôi tấm lòng Cha thứ tha bỏ qua bao lỗi lầm xưa. Con xin đoan hứa từ nay yêu Chúa ngàn thu đền đáp tình Cha.</a:t>
            </a:r>
            <a:endParaRPr lang="en-US" dirty="0"/>
          </a:p>
        </p:txBody>
      </p:sp>
      <p:sp>
        <p:nvSpPr>
          <p:cNvPr id="4" name="Slide Number Placeholder 3">
            <a:extLst>
              <a:ext uri="{FF2B5EF4-FFF2-40B4-BE49-F238E27FC236}">
                <a16:creationId xmlns:a16="http://schemas.microsoft.com/office/drawing/2014/main" id="{44754000-5911-8F7D-D5E5-F95A79DEA16F}"/>
              </a:ext>
            </a:extLst>
          </p:cNvPr>
          <p:cNvSpPr>
            <a:spLocks noGrp="1"/>
          </p:cNvSpPr>
          <p:nvPr>
            <p:ph type="sldNum" sz="quarter" idx="5"/>
          </p:nvPr>
        </p:nvSpPr>
        <p:spPr/>
        <p:txBody>
          <a:bodyPr/>
          <a:lstStyle/>
          <a:p>
            <a:fld id="{648246CF-7178-41AD-B6F8-BACEEA28FBE0}" type="slidenum">
              <a:rPr lang="en-US" smtClean="0"/>
              <a:t>181</a:t>
            </a:fld>
            <a:endParaRPr lang="en-US"/>
          </a:p>
        </p:txBody>
      </p:sp>
    </p:spTree>
    <p:extLst>
      <p:ext uri="{BB962C8B-B14F-4D97-AF65-F5344CB8AC3E}">
        <p14:creationId xmlns:p14="http://schemas.microsoft.com/office/powerpoint/2010/main" val="30938118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84A05-2CAC-3884-617C-F18D1DD1E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4E09F-3B8F-FF28-4E0D-3054877AE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3E5D8-32A8-A6EA-A8B5-186CF23252D9}"/>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3. Một chiều con thứ cô đơn, tâm tư tan rời giấc mộng. Chợt lòng nghe tiếng xa xăm, đâu như tiếng khóc âm thầm. Phụ tình con nay đâu dám, trở về ôi bao lỗi lầm. Gửi về cùng Cha yêu dấu, biết chăng lòng hối lỗi rồi.</a:t>
            </a:r>
            <a:endParaRPr lang="en-US" dirty="0"/>
          </a:p>
        </p:txBody>
      </p:sp>
      <p:sp>
        <p:nvSpPr>
          <p:cNvPr id="4" name="Slide Number Placeholder 3">
            <a:extLst>
              <a:ext uri="{FF2B5EF4-FFF2-40B4-BE49-F238E27FC236}">
                <a16:creationId xmlns:a16="http://schemas.microsoft.com/office/drawing/2014/main" id="{8EF1E8A0-764A-21EE-2BF6-B9AF1D663534}"/>
              </a:ext>
            </a:extLst>
          </p:cNvPr>
          <p:cNvSpPr>
            <a:spLocks noGrp="1"/>
          </p:cNvSpPr>
          <p:nvPr>
            <p:ph type="sldNum" sz="quarter" idx="5"/>
          </p:nvPr>
        </p:nvSpPr>
        <p:spPr/>
        <p:txBody>
          <a:bodyPr/>
          <a:lstStyle/>
          <a:p>
            <a:fld id="{648246CF-7178-41AD-B6F8-BACEEA28FBE0}" type="slidenum">
              <a:rPr lang="en-US" smtClean="0"/>
              <a:t>182</a:t>
            </a:fld>
            <a:endParaRPr lang="en-US"/>
          </a:p>
        </p:txBody>
      </p:sp>
    </p:spTree>
    <p:extLst>
      <p:ext uri="{BB962C8B-B14F-4D97-AF65-F5344CB8AC3E}">
        <p14:creationId xmlns:p14="http://schemas.microsoft.com/office/powerpoint/2010/main" val="3246296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39717-EF8A-9BA9-0995-E68D72264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13D9F-FB72-E39D-B7E0-E7051D3C7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CB7C50-5CC5-A4FF-7FE6-78ACE8C71D9E}"/>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3. Một chiều con thứ cô đơn, tâm tư tan rời giấc mộng. Chợt lòng nghe tiếng xa xăm, đâu như tiếng khóc âm thầm. Phụ tình con nay đâu dám, trở về ôi bao lỗi lầm. Gửi về cùng Cha yêu dấu, biết chăng lòng hối lỗi rồi.</a:t>
            </a:r>
            <a:endParaRPr lang="en-US" dirty="0"/>
          </a:p>
        </p:txBody>
      </p:sp>
      <p:sp>
        <p:nvSpPr>
          <p:cNvPr id="4" name="Slide Number Placeholder 3">
            <a:extLst>
              <a:ext uri="{FF2B5EF4-FFF2-40B4-BE49-F238E27FC236}">
                <a16:creationId xmlns:a16="http://schemas.microsoft.com/office/drawing/2014/main" id="{44D689AF-8B02-B331-7956-4EA1E3EC8E27}"/>
              </a:ext>
            </a:extLst>
          </p:cNvPr>
          <p:cNvSpPr>
            <a:spLocks noGrp="1"/>
          </p:cNvSpPr>
          <p:nvPr>
            <p:ph type="sldNum" sz="quarter" idx="5"/>
          </p:nvPr>
        </p:nvSpPr>
        <p:spPr/>
        <p:txBody>
          <a:bodyPr/>
          <a:lstStyle/>
          <a:p>
            <a:fld id="{648246CF-7178-41AD-B6F8-BACEEA28FBE0}" type="slidenum">
              <a:rPr lang="en-US" smtClean="0"/>
              <a:t>183</a:t>
            </a:fld>
            <a:endParaRPr lang="en-US"/>
          </a:p>
        </p:txBody>
      </p:sp>
    </p:spTree>
    <p:extLst>
      <p:ext uri="{BB962C8B-B14F-4D97-AF65-F5344CB8AC3E}">
        <p14:creationId xmlns:p14="http://schemas.microsoft.com/office/powerpoint/2010/main" val="25059378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B26C2-AF41-CD79-1860-ABE1FA548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65CC-EE48-1162-EC82-ADFD470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F9D56-0CF8-07BB-D76A-1AFDFCA647CB}"/>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3. Một chiều con thứ cô đơn, tâm tư tan rời giấc mộng. Chợt lòng nghe tiếng xa xăm, đâu như tiếng khóc âm thầm. Phụ tình con nay đâu dám, trở về ôi bao lỗi lầm. Gửi về cùng Cha yêu dấu, biết chăng lòng hối lỗi rồi.</a:t>
            </a:r>
            <a:endParaRPr lang="en-US" dirty="0"/>
          </a:p>
        </p:txBody>
      </p:sp>
      <p:sp>
        <p:nvSpPr>
          <p:cNvPr id="4" name="Slide Number Placeholder 3">
            <a:extLst>
              <a:ext uri="{FF2B5EF4-FFF2-40B4-BE49-F238E27FC236}">
                <a16:creationId xmlns:a16="http://schemas.microsoft.com/office/drawing/2014/main" id="{B1882A6C-63FE-18FD-F78D-126606F94FB3}"/>
              </a:ext>
            </a:extLst>
          </p:cNvPr>
          <p:cNvSpPr>
            <a:spLocks noGrp="1"/>
          </p:cNvSpPr>
          <p:nvPr>
            <p:ph type="sldNum" sz="quarter" idx="5"/>
          </p:nvPr>
        </p:nvSpPr>
        <p:spPr/>
        <p:txBody>
          <a:bodyPr/>
          <a:lstStyle/>
          <a:p>
            <a:fld id="{648246CF-7178-41AD-B6F8-BACEEA28FBE0}" type="slidenum">
              <a:rPr lang="en-US" smtClean="0"/>
              <a:t>184</a:t>
            </a:fld>
            <a:endParaRPr lang="en-US"/>
          </a:p>
        </p:txBody>
      </p:sp>
    </p:spTree>
    <p:extLst>
      <p:ext uri="{BB962C8B-B14F-4D97-AF65-F5344CB8AC3E}">
        <p14:creationId xmlns:p14="http://schemas.microsoft.com/office/powerpoint/2010/main" val="3307051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42B36-2BBC-0592-DDED-7D4F1E7F7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E9645-41A0-F7D7-31DD-AC2ADF6E77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5EA0C-3279-3528-A64D-F4349AF0F7EF}"/>
              </a:ext>
            </a:extLst>
          </p:cNvPr>
          <p:cNvSpPr>
            <a:spLocks noGrp="1"/>
          </p:cNvSpPr>
          <p:nvPr>
            <p:ph type="body" idx="1"/>
          </p:nvPr>
        </p:nvSpPr>
        <p:spPr/>
        <p:txBody>
          <a:bodyPr/>
          <a:lstStyle/>
          <a:p>
            <a:r>
              <a:rPr lang="vi-VN" b="0" i="0" dirty="0">
                <a:solidFill>
                  <a:srgbClr val="131313"/>
                </a:solidFill>
                <a:effectLst/>
                <a:latin typeface="Roboto" panose="02000000000000000000" pitchFamily="2" charset="0"/>
              </a:rPr>
              <a:t>3. Một chiều con thứ cô đơn, tâm tư tan rời giấc mộng. Chợt lòng nghe tiếng xa xăm, đâu như tiếng khóc âm thầm. Phụ tình con nay đâu dám, trở về ôi bao lỗi lầm. Gửi về cùng Cha yêu dấu, biết chăng lòng hối lỗi rồi.</a:t>
            </a:r>
            <a:endParaRPr lang="en-US" dirty="0"/>
          </a:p>
        </p:txBody>
      </p:sp>
      <p:sp>
        <p:nvSpPr>
          <p:cNvPr id="4" name="Slide Number Placeholder 3">
            <a:extLst>
              <a:ext uri="{FF2B5EF4-FFF2-40B4-BE49-F238E27FC236}">
                <a16:creationId xmlns:a16="http://schemas.microsoft.com/office/drawing/2014/main" id="{65071453-C925-4A88-86EB-0E07D96ECA31}"/>
              </a:ext>
            </a:extLst>
          </p:cNvPr>
          <p:cNvSpPr>
            <a:spLocks noGrp="1"/>
          </p:cNvSpPr>
          <p:nvPr>
            <p:ph type="sldNum" sz="quarter" idx="5"/>
          </p:nvPr>
        </p:nvSpPr>
        <p:spPr/>
        <p:txBody>
          <a:bodyPr/>
          <a:lstStyle/>
          <a:p>
            <a:fld id="{648246CF-7178-41AD-B6F8-BACEEA28FBE0}" type="slidenum">
              <a:rPr lang="en-US" smtClean="0"/>
              <a:t>185</a:t>
            </a:fld>
            <a:endParaRPr lang="en-US"/>
          </a:p>
        </p:txBody>
      </p:sp>
    </p:spTree>
    <p:extLst>
      <p:ext uri="{BB962C8B-B14F-4D97-AF65-F5344CB8AC3E}">
        <p14:creationId xmlns:p14="http://schemas.microsoft.com/office/powerpoint/2010/main" val="23688512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6D416-D385-7659-C1BA-D9BB864BE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83040-8408-1564-911C-9F00EE49BA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986960-ED51-6A25-5ED7-E94B2F7840EF}"/>
              </a:ext>
            </a:extLst>
          </p:cNvPr>
          <p:cNvSpPr>
            <a:spLocks noGrp="1"/>
          </p:cNvSpPr>
          <p:nvPr>
            <p:ph type="body" idx="1"/>
          </p:nvPr>
        </p:nvSpPr>
        <p:spPr/>
        <p:txBody>
          <a:bodyPr/>
          <a:lstStyle/>
          <a:p>
            <a:r>
              <a:rPr lang="vi-VN" b="0" i="0" dirty="0" err="1">
                <a:solidFill>
                  <a:srgbClr val="131313"/>
                </a:solidFill>
                <a:effectLst/>
                <a:latin typeface="Roboto" panose="02000000000000000000" pitchFamily="2" charset="0"/>
              </a:rPr>
              <a:t>ĐK</a:t>
            </a:r>
            <a:r>
              <a:rPr lang="vi-VN" b="0" i="0" dirty="0">
                <a:solidFill>
                  <a:srgbClr val="131313"/>
                </a:solidFill>
                <a:effectLst/>
                <a:latin typeface="Roboto" panose="02000000000000000000" pitchFamily="2" charset="0"/>
              </a:rPr>
              <a:t>. Bao la ôi tấm lòng Cha thứ tha bỏ qua bao lỗi lầm xưa. Con xin đoan hứa từ nay yêu Chúa ngàn thu đền đáp tình Cha.</a:t>
            </a:r>
            <a:endParaRPr lang="en-US" dirty="0"/>
          </a:p>
        </p:txBody>
      </p:sp>
      <p:sp>
        <p:nvSpPr>
          <p:cNvPr id="4" name="Slide Number Placeholder 3">
            <a:extLst>
              <a:ext uri="{FF2B5EF4-FFF2-40B4-BE49-F238E27FC236}">
                <a16:creationId xmlns:a16="http://schemas.microsoft.com/office/drawing/2014/main" id="{D3E71B35-79B6-670F-8519-F1DDBF70B75E}"/>
              </a:ext>
            </a:extLst>
          </p:cNvPr>
          <p:cNvSpPr>
            <a:spLocks noGrp="1"/>
          </p:cNvSpPr>
          <p:nvPr>
            <p:ph type="sldNum" sz="quarter" idx="5"/>
          </p:nvPr>
        </p:nvSpPr>
        <p:spPr/>
        <p:txBody>
          <a:bodyPr/>
          <a:lstStyle/>
          <a:p>
            <a:fld id="{648246CF-7178-41AD-B6F8-BACEEA28FBE0}" type="slidenum">
              <a:rPr lang="en-US" smtClean="0"/>
              <a:t>186</a:t>
            </a:fld>
            <a:endParaRPr lang="en-US"/>
          </a:p>
        </p:txBody>
      </p:sp>
    </p:spTree>
    <p:extLst>
      <p:ext uri="{BB962C8B-B14F-4D97-AF65-F5344CB8AC3E}">
        <p14:creationId xmlns:p14="http://schemas.microsoft.com/office/powerpoint/2010/main" val="29696757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22A38-C728-72C9-CFF5-EFA1150F6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03D6E6-DF87-E392-B7E8-D719EFEE99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0F0EC7-5679-A291-1320-F127ABA0ECC6}"/>
              </a:ext>
            </a:extLst>
          </p:cNvPr>
          <p:cNvSpPr>
            <a:spLocks noGrp="1"/>
          </p:cNvSpPr>
          <p:nvPr>
            <p:ph type="body" idx="1"/>
          </p:nvPr>
        </p:nvSpPr>
        <p:spPr/>
        <p:txBody>
          <a:bodyPr/>
          <a:lstStyle/>
          <a:p>
            <a:r>
              <a:rPr lang="vi-VN" b="0" i="0" dirty="0" err="1">
                <a:solidFill>
                  <a:srgbClr val="131313"/>
                </a:solidFill>
                <a:effectLst/>
                <a:latin typeface="Roboto" panose="02000000000000000000" pitchFamily="2" charset="0"/>
              </a:rPr>
              <a:t>ĐK</a:t>
            </a:r>
            <a:r>
              <a:rPr lang="vi-VN" b="0" i="0" dirty="0">
                <a:solidFill>
                  <a:srgbClr val="131313"/>
                </a:solidFill>
                <a:effectLst/>
                <a:latin typeface="Roboto" panose="02000000000000000000" pitchFamily="2" charset="0"/>
              </a:rPr>
              <a:t>. Bao la ôi tấm lòng Cha thứ tha bỏ qua bao lỗi lầm xưa. Con xin đoan hứa từ nay yêu Chúa ngàn thu đền đáp tình Cha.</a:t>
            </a:r>
            <a:endParaRPr lang="en-US" dirty="0"/>
          </a:p>
        </p:txBody>
      </p:sp>
      <p:sp>
        <p:nvSpPr>
          <p:cNvPr id="4" name="Slide Number Placeholder 3">
            <a:extLst>
              <a:ext uri="{FF2B5EF4-FFF2-40B4-BE49-F238E27FC236}">
                <a16:creationId xmlns:a16="http://schemas.microsoft.com/office/drawing/2014/main" id="{E88D7BA0-AE84-06D6-321B-3506B30E8986}"/>
              </a:ext>
            </a:extLst>
          </p:cNvPr>
          <p:cNvSpPr>
            <a:spLocks noGrp="1"/>
          </p:cNvSpPr>
          <p:nvPr>
            <p:ph type="sldNum" sz="quarter" idx="5"/>
          </p:nvPr>
        </p:nvSpPr>
        <p:spPr/>
        <p:txBody>
          <a:bodyPr/>
          <a:lstStyle/>
          <a:p>
            <a:fld id="{648246CF-7178-41AD-B6F8-BACEEA28FBE0}" type="slidenum">
              <a:rPr lang="en-US" smtClean="0"/>
              <a:t>187</a:t>
            </a:fld>
            <a:endParaRPr lang="en-US"/>
          </a:p>
        </p:txBody>
      </p:sp>
    </p:spTree>
    <p:extLst>
      <p:ext uri="{BB962C8B-B14F-4D97-AF65-F5344CB8AC3E}">
        <p14:creationId xmlns:p14="http://schemas.microsoft.com/office/powerpoint/2010/main" val="3607693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3/30/2025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3/30/2025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3/30/2025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6655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33104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17906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16868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29007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52190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01880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57438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78728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42550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2326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3/30/2025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6000" r="-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C99C4AFC-49E7-4410-AD5D-CE20BB0DBB8C}" type="datetimeFigureOut">
              <a:rPr lang="en-US" smtClean="0">
                <a:solidFill>
                  <a:prstClr val="black">
                    <a:tint val="75000"/>
                  </a:prstClr>
                </a:solidFill>
              </a:rPr>
              <a:pPr/>
              <a:t>3/30/2025</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62057267"/>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
            <a:ext cx="9144000" cy="5143499"/>
          </a:xfrm>
        </p:spPr>
        <p:txBody>
          <a:bodyPr>
            <a:normAutofit/>
          </a:bodyPr>
          <a:lstStyle/>
          <a:p>
            <a:pPr algn="just"/>
            <a:r>
              <a:rPr lang="en-US" sz="4600" b="0" dirty="0">
                <a:solidFill>
                  <a:srgbClr val="7030A0"/>
                </a:solidFill>
                <a:effectLst/>
                <a:latin typeface="+mj-lt"/>
                <a:cs typeface="Times New Roman" pitchFamily="18" charset="0"/>
              </a:rPr>
              <a:t>3</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81600"/>
          </a:xfrm>
          <a:prstGeom prst="rect">
            <a:avLst/>
          </a:prstGeom>
        </p:spPr>
      </p:pic>
    </p:spTree>
    <p:extLst>
      <p:ext uri="{BB962C8B-B14F-4D97-AF65-F5344CB8AC3E}">
        <p14:creationId xmlns:p14="http://schemas.microsoft.com/office/powerpoint/2010/main" val="3769639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59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1640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735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15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746019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057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31203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br>
              <a:rPr lang="en-US" altLang="en-US" sz="4400" b="1" dirty="0">
                <a:solidFill>
                  <a:srgbClr val="FF0000"/>
                </a:solidFill>
                <a:latin typeface="Times New Roman" panose="02020603050405020304" pitchFamily="18" charset="0"/>
                <a:cs typeface="Times New Roman" panose="02020603050405020304" pitchFamily="18" charset="0"/>
              </a:rPr>
            </a:b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br>
              <a:rPr lang="en-US" altLang="en-US" sz="4400" b="1" dirty="0">
                <a:solidFill>
                  <a:srgbClr val="FF0000"/>
                </a:solidFill>
                <a:latin typeface="Times New Roman" panose="02020603050405020304" pitchFamily="18" charset="0"/>
                <a:cs typeface="Times New Roman" panose="02020603050405020304" pitchFamily="18" charset="0"/>
              </a:rPr>
            </a:br>
            <a:r>
              <a:rPr lang="vi-VN" altLang="en-US" sz="9500" b="1" dirty="0">
                <a:solidFill>
                  <a:schemeClr val="tx1"/>
                </a:solidFill>
                <a:latin typeface="Times New Roman" panose="02020603050405020304" pitchFamily="18" charset="0"/>
                <a:cs typeface="Times New Roman" panose="02020603050405020304" pitchFamily="18" charset="0"/>
              </a:rPr>
              <a:t>Lạy Chúa,</a:t>
            </a:r>
            <a:r>
              <a:rPr lang="en-US" altLang="en-US" sz="9500" b="1" dirty="0">
                <a:solidFill>
                  <a:schemeClr val="tx1"/>
                </a:solidFill>
                <a:latin typeface="Times New Roman" panose="02020603050405020304" pitchFamily="18" charset="0"/>
                <a:cs typeface="Times New Roman" panose="02020603050405020304" pitchFamily="18" charset="0"/>
              </a:rPr>
              <a:t> </a:t>
            </a:r>
            <a:r>
              <a:rPr lang="vi-VN" altLang="en-US" sz="9500" b="1" dirty="0">
                <a:solidFill>
                  <a:schemeClr val="tx1"/>
                </a:solidFill>
                <a:latin typeface="Times New Roman" panose="02020603050405020304" pitchFamily="18" charset="0"/>
                <a:cs typeface="Times New Roman" panose="02020603050405020304" pitchFamily="18" charset="0"/>
              </a:rPr>
              <a:t>con sấp mình xuống trước mặt Chúa.</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tin thật Chúa ở khắp mọi nơi, 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85C94-8AC9-5CE8-CDB0-137C4BDC15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6AE3D2FD-7CD8-5777-694C-219E2C68FD1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hằng nghe lời con cầu nguyện. Xin Chúa rất nhân từ hãy đoái xem</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058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sự</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nghèo</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ngặt</a:t>
            </a:r>
            <a:r>
              <a:rPr lang="en-US" altLang="en-US" sz="9600" b="1" dirty="0">
                <a:solidFill>
                  <a:schemeClr val="tx1"/>
                </a:solidFill>
                <a:latin typeface="Times New Roman" panose="02020603050405020304" pitchFamily="18" charset="0"/>
                <a:cs typeface="Times New Roman" panose="02020603050405020304" pitchFamily="18" charset="0"/>
              </a:rPr>
              <a:t> con </a:t>
            </a:r>
            <a:r>
              <a:rPr lang="en-US" altLang="en-US" sz="9600" b="1" dirty="0" err="1">
                <a:solidFill>
                  <a:schemeClr val="tx1"/>
                </a:solidFill>
                <a:latin typeface="Times New Roman" panose="02020603050405020304" pitchFamily="18" charset="0"/>
                <a:cs typeface="Times New Roman" panose="02020603050405020304" pitchFamily="18" charset="0"/>
              </a:rPr>
              <a:t>và</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nhận</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lời</a:t>
            </a:r>
            <a:r>
              <a:rPr lang="en-US" altLang="en-US" sz="9600" b="1" dirty="0">
                <a:solidFill>
                  <a:schemeClr val="tx1"/>
                </a:solidFill>
                <a:latin typeface="Times New Roman" panose="02020603050405020304" pitchFamily="18" charset="0"/>
                <a:cs typeface="Times New Roman" panose="02020603050405020304" pitchFamily="18" charset="0"/>
              </a:rPr>
              <a:t> con </a:t>
            </a:r>
            <a:r>
              <a:rPr lang="en-US" altLang="en-US" sz="9600" b="1" dirty="0" err="1">
                <a:solidFill>
                  <a:schemeClr val="tx1"/>
                </a:solidFill>
                <a:latin typeface="Times New Roman" panose="02020603050405020304" pitchFamily="18" charset="0"/>
                <a:cs typeface="Times New Roman" panose="02020603050405020304" pitchFamily="18" charset="0"/>
              </a:rPr>
              <a:t>nguyện</a:t>
            </a:r>
            <a:r>
              <a:rPr lang="en-US" altLang="en-US" sz="9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FAAF0-2EEB-F5F2-AC19-C77FC194162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6DD4740-5735-8D0B-4278-7E94A346518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9600" b="1" dirty="0">
                <a:solidFill>
                  <a:schemeClr val="tx1"/>
                </a:solidFill>
                <a:latin typeface="Times New Roman" panose="02020603050405020304" pitchFamily="18" charset="0"/>
                <a:cs typeface="Times New Roman" panose="02020603050405020304" pitchFamily="18" charset="0"/>
              </a:rPr>
              <a:t>Lạy Chúa, xin hãy mở miệng lưỡi con ra,</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180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thì</a:t>
            </a:r>
            <a:r>
              <a:rPr lang="en-US" altLang="en-US" sz="9600" b="1" dirty="0">
                <a:solidFill>
                  <a:schemeClr val="tx1"/>
                </a:solidFill>
                <a:latin typeface="Times New Roman" panose="02020603050405020304" pitchFamily="18" charset="0"/>
                <a:cs typeface="Times New Roman" panose="02020603050405020304" pitchFamily="18" charset="0"/>
              </a:rPr>
              <a:t> con </a:t>
            </a:r>
            <a:r>
              <a:rPr lang="en-US" altLang="en-US" sz="9600" b="1" dirty="0" err="1">
                <a:solidFill>
                  <a:schemeClr val="tx1"/>
                </a:solidFill>
                <a:latin typeface="Times New Roman" panose="02020603050405020304" pitchFamily="18" charset="0"/>
                <a:cs typeface="Times New Roman" panose="02020603050405020304" pitchFamily="18" charset="0"/>
              </a:rPr>
              <a:t>sẽ</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cao</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rao</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những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lời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ngợi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khen</a:t>
            </a:r>
            <a:r>
              <a:rPr lang="en-US" altLang="en-US" sz="96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Amen.</a:t>
            </a:r>
          </a:p>
        </p:txBody>
      </p:sp>
    </p:spTree>
    <p:extLst>
      <p:ext uri="{BB962C8B-B14F-4D97-AF65-F5344CB8AC3E}">
        <p14:creationId xmlns:p14="http://schemas.microsoft.com/office/powerpoint/2010/main" val="2539266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4AB02-C8A8-DCCC-F1EF-2373FC9DC599}"/>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866C225-1C24-5CF3-9345-273A894C07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08359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đực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000" b="1" dirty="0">
                <a:solidFill>
                  <a:schemeClr val="tx1"/>
                </a:solidFill>
                <a:latin typeface="Times New Roman" panose="02020603050405020304" pitchFamily="18" charset="0"/>
                <a:cs typeface="Times New Roman" panose="02020603050405020304" pitchFamily="18" charset="0"/>
              </a:rPr>
            </a:br>
            <a:r>
              <a:rPr lang="vi-VN" altLang="en-US" sz="80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l"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6000" b="1" dirty="0" err="1">
                <a:solidFill>
                  <a:srgbClr val="FF0000"/>
                </a:solidFill>
                <a:latin typeface="Times New Roman" panose="02020603050405020304" pitchFamily="18" charset="0"/>
                <a:cs typeface="Times New Roman" panose="02020603050405020304" pitchFamily="18" charset="0"/>
              </a:rPr>
              <a:t>Thứ</a:t>
            </a:r>
            <a:r>
              <a:rPr lang="en-US" altLang="en-US" sz="6000" b="1" dirty="0">
                <a:solidFill>
                  <a:srgbClr val="FF0000"/>
                </a:solidFill>
                <a:latin typeface="Times New Roman" panose="02020603050405020304" pitchFamily="18" charset="0"/>
                <a:cs typeface="Times New Roman" panose="02020603050405020304" pitchFamily="18" charset="0"/>
              </a:rPr>
              <a:t> </a:t>
            </a:r>
            <a:r>
              <a:rPr lang="en-US" altLang="en-US" sz="6000" b="1" dirty="0" err="1">
                <a:solidFill>
                  <a:srgbClr val="FF0000"/>
                </a:solidFill>
                <a:latin typeface="Times New Roman" panose="02020603050405020304" pitchFamily="18" charset="0"/>
                <a:cs typeface="Times New Roman" panose="02020603050405020304" pitchFamily="18" charset="0"/>
              </a:rPr>
              <a:t>nhất</a:t>
            </a:r>
            <a:r>
              <a:rPr lang="en-US" altLang="en-US" sz="6000" b="1" dirty="0">
                <a:solidFill>
                  <a:srgbClr val="FF0000"/>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là</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phép</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Rửa</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tội</a:t>
            </a:r>
            <a:r>
              <a:rPr lang="en-US" altLang="en-US" sz="6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br>
              <a:rPr lang="en-US" altLang="en-US" sz="6000" b="1" dirty="0">
                <a:solidFill>
                  <a:srgbClr val="FF0000"/>
                </a:solidFill>
                <a:latin typeface="Times New Roman" panose="02020603050405020304" pitchFamily="18" charset="0"/>
                <a:cs typeface="Times New Roman" panose="02020603050405020304" pitchFamily="18" charset="0"/>
              </a:rPr>
            </a:br>
            <a:r>
              <a:rPr lang="en-US" altLang="en-US" sz="6000" b="1" dirty="0" err="1">
                <a:solidFill>
                  <a:srgbClr val="FF0000"/>
                </a:solidFill>
                <a:latin typeface="Times New Roman" panose="02020603050405020304" pitchFamily="18" charset="0"/>
                <a:cs typeface="Times New Roman" panose="02020603050405020304" pitchFamily="18" charset="0"/>
              </a:rPr>
              <a:t>Thứ</a:t>
            </a:r>
            <a:r>
              <a:rPr lang="en-US" altLang="en-US" sz="6000" b="1" dirty="0">
                <a:solidFill>
                  <a:srgbClr val="FF0000"/>
                </a:solidFill>
                <a:latin typeface="Times New Roman" panose="02020603050405020304" pitchFamily="18" charset="0"/>
                <a:cs typeface="Times New Roman" panose="02020603050405020304" pitchFamily="18" charset="0"/>
              </a:rPr>
              <a:t> </a:t>
            </a:r>
            <a:r>
              <a:rPr lang="en-US" altLang="en-US" sz="6000" b="1" dirty="0" err="1">
                <a:solidFill>
                  <a:srgbClr val="FF0000"/>
                </a:solidFill>
                <a:latin typeface="Times New Roman" panose="02020603050405020304" pitchFamily="18" charset="0"/>
                <a:cs typeface="Times New Roman" panose="02020603050405020304" pitchFamily="18" charset="0"/>
              </a:rPr>
              <a:t>hai</a:t>
            </a:r>
            <a:r>
              <a:rPr lang="en-US" altLang="en-US" sz="6000" b="1" dirty="0">
                <a:solidFill>
                  <a:srgbClr val="FF0000"/>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là</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phép</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Thêm</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sức</a:t>
            </a:r>
            <a:r>
              <a:rPr lang="en-US" altLang="en-US" sz="60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0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0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87C6F-C7E1-4FFD-2450-CD44510FB1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4CDDC2-83AD-5119-C5E0-9DE041EAFAB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968493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chemeClr val="tx1"/>
                </a:solidFill>
                <a:latin typeface="Times New Roman" panose="02020603050405020304" pitchFamily="18" charset="0"/>
                <a:cs typeface="Times New Roman" panose="02020603050405020304" pitchFamily="18" charset="0"/>
              </a:rPr>
              <a:t>Lạy Cha trên trời,</a:t>
            </a:r>
            <a:r>
              <a:rPr lang="en-US" altLang="en-US" sz="6500" b="1" dirty="0">
                <a:solidFill>
                  <a:schemeClr val="tx1"/>
                </a:solidFill>
                <a:latin typeface="Times New Roman" panose="02020603050405020304" pitchFamily="18" charset="0"/>
                <a:cs typeface="Times New Roman" panose="02020603050405020304" pitchFamily="18" charset="0"/>
              </a:rPr>
              <a:t> </a:t>
            </a:r>
            <a:r>
              <a:rPr lang="vi-VN" altLang="en-US" sz="65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6500" b="1" dirty="0">
                <a:solidFill>
                  <a:schemeClr val="tx1"/>
                </a:solidFill>
                <a:latin typeface="Times New Roman" panose="02020603050405020304" pitchFamily="18" charset="0"/>
                <a:cs typeface="Times New Roman" panose="02020603050405020304" pitchFamily="18" charset="0"/>
              </a:rPr>
              <a:t>/ </a:t>
            </a:r>
            <a:r>
              <a:rPr lang="vi-VN" altLang="en-US" sz="6500" b="1" dirty="0">
                <a:solidFill>
                  <a:schemeClr val="tx1"/>
                </a:solidFill>
                <a:latin typeface="Times New Roman" panose="02020603050405020304" pitchFamily="18" charset="0"/>
                <a:cs typeface="Times New Roman" panose="02020603050405020304" pitchFamily="18" charset="0"/>
              </a:rPr>
              <a:t>trong Chúa </a:t>
            </a:r>
            <a:r>
              <a:rPr lang="vi-VN" altLang="en-US" sz="6500" b="1" dirty="0" err="1">
                <a:solidFill>
                  <a:schemeClr val="tx1"/>
                </a:solidFill>
                <a:latin typeface="Times New Roman" panose="02020603050405020304" pitchFamily="18" charset="0"/>
                <a:cs typeface="Times New Roman" panose="02020603050405020304" pitchFamily="18" charset="0"/>
              </a:rPr>
              <a:t>Giêsu</a:t>
            </a:r>
            <a:r>
              <a:rPr lang="vi-VN" altLang="en-US" sz="6500" b="1" dirty="0">
                <a:solidFill>
                  <a:schemeClr val="tx1"/>
                </a:solidFill>
                <a:latin typeface="Times New Roman" panose="02020603050405020304" pitchFamily="18" charset="0"/>
                <a:cs typeface="Times New Roman" panose="02020603050405020304" pitchFamily="18" charset="0"/>
              </a:rPr>
              <a:t> </a:t>
            </a:r>
            <a:r>
              <a:rPr lang="vi-VN" altLang="en-US" sz="6500" b="1" dirty="0" err="1">
                <a:solidFill>
                  <a:schemeClr val="tx1"/>
                </a:solidFill>
                <a:latin typeface="Times New Roman" panose="02020603050405020304" pitchFamily="18" charset="0"/>
                <a:cs typeface="Times New Roman" panose="02020603050405020304" pitchFamily="18" charset="0"/>
              </a:rPr>
              <a:t>Kitô</a:t>
            </a:r>
            <a:r>
              <a:rPr lang="vi-VN" altLang="en-US" sz="6500" b="1" dirty="0">
                <a:solidFill>
                  <a:schemeClr val="tx1"/>
                </a:solidFill>
                <a:latin typeface="Times New Roman" panose="02020603050405020304" pitchFamily="18" charset="0"/>
                <a:cs typeface="Times New Roman" panose="02020603050405020304" pitchFamily="18" charset="0"/>
              </a:rPr>
              <a:t>, Con Cha và Anh của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r>
              <a:rPr lang="en-US" altLang="en-US" sz="7200" b="1" dirty="0">
                <a:solidFill>
                  <a:schemeClr val="tx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bởi Chúa Thánh Thần,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ubtitle 2">
            <a:extLst>
              <a:ext uri="{FF2B5EF4-FFF2-40B4-BE49-F238E27FC236}">
                <a16:creationId xmlns:a16="http://schemas.microsoft.com/office/drawing/2014/main" id="{9924CBCE-BCC2-2D75-0656-190BF10204E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7200" b="1" dirty="0">
                <a:solidFill>
                  <a:schemeClr val="tx1"/>
                </a:solidFill>
                <a:latin typeface="Times New Roman" panose="02020603050405020304" pitchFamily="18" charset="0"/>
                <a:cs typeface="Times New Roman" panose="02020603050405020304" pitchFamily="18" charset="0"/>
              </a:rPr>
              <a:t>khơi dậy trong chúng con</a:t>
            </a:r>
            <a:r>
              <a:rPr lang="en-US" altLang="en-US" sz="7200" b="1" dirty="0">
                <a:solidFill>
                  <a:schemeClr val="tx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niềm hy vọng hồng phúc hướng về Nước Cha trị đến.</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r>
              <a:rPr lang="vi-VN" altLang="en-US" sz="60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000" b="1" dirty="0">
                <a:solidFill>
                  <a:schemeClr val="tx1"/>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algn="just" eaLnBrk="1" hangingPunct="1"/>
            <a:r>
              <a:rPr lang="vi-VN" altLang="en-US" sz="66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trong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vững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lòng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mong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đất</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mới</a:t>
            </a:r>
            <a:r>
              <a:rPr lang="en-US" altLang="en-US" sz="6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ubtitle 2">
            <a:extLst>
              <a:ext uri="{FF2B5EF4-FFF2-40B4-BE49-F238E27FC236}">
                <a16:creationId xmlns:a16="http://schemas.microsoft.com/office/drawing/2014/main" id="{0E9026CF-E3C1-80A5-DF3E-BD30D2809E7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000" b="1" dirty="0">
                <a:solidFill>
                  <a:schemeClr val="tx1"/>
                </a:solidFill>
                <a:latin typeface="Times New Roman" panose="02020603050405020304" pitchFamily="18" charset="0"/>
                <a:cs typeface="Times New Roman" panose="02020603050405020304" pitchFamily="18" charset="0"/>
              </a:rPr>
              <a:t>Xin cho ân sủng của Năm Thánh này</a:t>
            </a:r>
            <a:r>
              <a:rPr lang="en-US" altLang="en-US" sz="6000" b="1" dirty="0">
                <a:solidFill>
                  <a:schemeClr val="tx1"/>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khơi dậy trong chúng con, là </a:t>
            </a:r>
            <a:r>
              <a:rPr lang="vi-VN" altLang="en-US" sz="6000" b="1" i="1" dirty="0">
                <a:solidFill>
                  <a:schemeClr val="tx1"/>
                </a:solidFill>
                <a:latin typeface="Times New Roman" panose="02020603050405020304" pitchFamily="18" charset="0"/>
                <a:cs typeface="Times New Roman" panose="02020603050405020304" pitchFamily="18" charset="0"/>
              </a:rPr>
              <a:t>Những Người Lữ Hành Hy Vọng</a:t>
            </a:r>
            <a:r>
              <a:rPr lang="vi-VN" altLang="en-US" sz="6000" b="1" dirty="0">
                <a:solidFill>
                  <a:schemeClr val="tx1"/>
                </a:solidFill>
                <a:latin typeface="Times New Roman" panose="02020603050405020304" pitchFamily="18" charset="0"/>
                <a:cs typeface="Times New Roman" panose="02020603050405020304" pitchFamily="18" charset="0"/>
              </a:rPr>
              <a:t>,</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niềm</a:t>
            </a:r>
            <a:r>
              <a:rPr lang="en-US" altLang="en-US" sz="6000" b="1" dirty="0">
                <a:solidFill>
                  <a:schemeClr val="tx1"/>
                </a:solidFill>
                <a:latin typeface="Times New Roman" panose="02020603050405020304" pitchFamily="18" charset="0"/>
                <a:cs typeface="Times New Roman" panose="02020603050405020304" pitchFamily="18" charset="0"/>
              </a:rPr>
              <a:t> khao </a:t>
            </a:r>
            <a:r>
              <a:rPr lang="en-US" altLang="en-US" sz="6000" b="1" dirty="0" err="1">
                <a:solidFill>
                  <a:schemeClr val="tx1"/>
                </a:solidFill>
                <a:latin typeface="Times New Roman" panose="02020603050405020304" pitchFamily="18" charset="0"/>
                <a:cs typeface="Times New Roman" panose="02020603050405020304" pitchFamily="18" charset="0"/>
              </a:rPr>
              <a:t>khát</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kho</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tàng</a:t>
            </a:r>
            <a:r>
              <a:rPr lang="en-US" altLang="en-US" sz="6000" b="1" dirty="0">
                <a:solidFill>
                  <a:schemeClr val="tx1"/>
                </a:solidFill>
                <a:latin typeface="Times New Roman" panose="02020603050405020304" pitchFamily="18" charset="0"/>
                <a:cs typeface="Times New Roman" panose="02020603050405020304" pitchFamily="18" charset="0"/>
              </a:rPr>
              <a:t> ở </a:t>
            </a:r>
            <a:r>
              <a:rPr lang="en-US" altLang="en-US" sz="6000" b="1" dirty="0" err="1">
                <a:solidFill>
                  <a:schemeClr val="tx1"/>
                </a:solidFill>
                <a:latin typeface="Times New Roman" panose="02020603050405020304" pitchFamily="18" charset="0"/>
                <a:cs typeface="Times New Roman" panose="02020603050405020304" pitchFamily="18" charset="0"/>
              </a:rPr>
              <a:t>trên</a:t>
            </a:r>
            <a:r>
              <a:rPr lang="en-US" altLang="en-US" sz="6000" b="1" dirty="0">
                <a:solidFill>
                  <a:schemeClr val="tx1"/>
                </a:solidFill>
                <a:latin typeface="Times New Roman" panose="02020603050405020304" pitchFamily="18" charset="0"/>
                <a:cs typeface="Times New Roman" panose="02020603050405020304" pitchFamily="18" charset="0"/>
              </a:rPr>
              <a:t> </a:t>
            </a:r>
            <a:r>
              <a:rPr lang="en-US" altLang="en-US" sz="6000" b="1" dirty="0" err="1">
                <a:solidFill>
                  <a:schemeClr val="tx1"/>
                </a:solidFill>
                <a:latin typeface="Times New Roman" panose="02020603050405020304" pitchFamily="18" charset="0"/>
                <a:cs typeface="Times New Roman" panose="02020603050405020304" pitchFamily="18" charset="0"/>
              </a:rPr>
              <a:t>trời</a:t>
            </a:r>
            <a:r>
              <a:rPr lang="en-US" altLang="en-US" sz="60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C000"/>
                </a:solidFill>
                <a:latin typeface="Times New Roman" panose="02020603050405020304" pitchFamily="18" charset="0"/>
                <a:cs typeface="Times New Roman" panose="02020603050405020304" pitchFamily="18" charset="0"/>
              </a:rPr>
              <a:t>Amen.</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01E881-29E7-D5FB-FFA7-39B6C6E2E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182AB-1A1E-C15F-0016-71E6D272116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b="1" dirty="0">
                <a:solidFill>
                  <a:srgbClr val="FF0000"/>
                </a:solidFill>
                <a:effectLst/>
                <a:latin typeface="Arial" panose="020B0604020202020204" pitchFamily="34" charset="0"/>
                <a:ea typeface="Sans Serif Collection" panose="020B0502040504020204" pitchFamily="34" charset="0"/>
                <a:cs typeface="Arial" panose="020B0604020202020204" pitchFamily="34" charset="0"/>
              </a:rPr>
              <a:t>Ca </a:t>
            </a:r>
            <a:r>
              <a:rPr lang="en-US" b="1" dirty="0" err="1">
                <a:solidFill>
                  <a:srgbClr val="FF0000"/>
                </a:solidFill>
                <a:latin typeface="Arial" panose="020B0604020202020204" pitchFamily="34" charset="0"/>
                <a:ea typeface="Sans Serif Collection" panose="020B0502040504020204" pitchFamily="34" charset="0"/>
                <a:cs typeface="Arial" panose="020B0604020202020204" pitchFamily="34" charset="0"/>
              </a:rPr>
              <a:t>N</a:t>
            </a:r>
            <a:r>
              <a:rPr lang="en-US" b="1" dirty="0" err="1">
                <a:solidFill>
                  <a:srgbClr val="FF0000"/>
                </a:solidFill>
                <a:effectLst/>
                <a:latin typeface="Arial" panose="020B0604020202020204" pitchFamily="34" charset="0"/>
                <a:ea typeface="Sans Serif Collection" panose="020B0502040504020204" pitchFamily="34" charset="0"/>
                <a:cs typeface="Arial" panose="020B0604020202020204" pitchFamily="34" charset="0"/>
              </a:rPr>
              <a:t>hập</a:t>
            </a:r>
            <a:r>
              <a:rPr lang="en-US" b="1" dirty="0">
                <a:solidFill>
                  <a:srgbClr val="FF0000"/>
                </a:solidFill>
                <a:effectLst/>
                <a:latin typeface="Arial" panose="020B0604020202020204" pitchFamily="34" charset="0"/>
                <a:ea typeface="Sans Serif Collection" panose="020B0502040504020204" pitchFamily="34" charset="0"/>
                <a:cs typeface="Arial" panose="020B0604020202020204" pitchFamily="34" charset="0"/>
              </a:rPr>
              <a:t> </a:t>
            </a:r>
            <a:r>
              <a:rPr lang="en-US" b="1" dirty="0" err="1">
                <a:solidFill>
                  <a:srgbClr val="FF0000"/>
                </a:solidFill>
                <a:effectLst/>
                <a:latin typeface="Arial" panose="020B0604020202020204" pitchFamily="34" charset="0"/>
                <a:ea typeface="Sans Serif Collection" panose="020B0502040504020204" pitchFamily="34" charset="0"/>
                <a:cs typeface="Arial" panose="020B0604020202020204" pitchFamily="34" charset="0"/>
              </a:rPr>
              <a:t>lễ</a:t>
            </a:r>
            <a:br>
              <a:rPr lang="en-US" sz="6000" b="1" dirty="0">
                <a:effectLst/>
                <a:latin typeface="Arial" panose="020B0604020202020204" pitchFamily="34" charset="0"/>
                <a:ea typeface="Sans Serif Collection" panose="020B0502040504020204" pitchFamily="34" charset="0"/>
                <a:cs typeface="Arial" panose="020B0604020202020204" pitchFamily="34" charset="0"/>
              </a:rPr>
            </a:br>
            <a:r>
              <a:rPr lang="vi-VN" sz="6600" b="1" i="0" dirty="0">
                <a:solidFill>
                  <a:srgbClr val="7030A0"/>
                </a:solidFill>
                <a:effectLst/>
                <a:latin typeface="Arial" panose="020B0604020202020204" pitchFamily="34" charset="0"/>
                <a:ea typeface="Sans Serif Collection" panose="020B0502040504020204" pitchFamily="34" charset="0"/>
                <a:cs typeface="Arial" panose="020B0604020202020204" pitchFamily="34" charset="0"/>
              </a:rPr>
              <a:t>CON ĐƯỜNG CHÚA </a:t>
            </a:r>
            <a:br>
              <a:rPr lang="en-US" sz="6600" b="1" i="0" dirty="0">
                <a:solidFill>
                  <a:srgbClr val="7030A0"/>
                </a:solidFill>
                <a:effectLst/>
                <a:latin typeface="Arial" panose="020B0604020202020204" pitchFamily="34" charset="0"/>
                <a:ea typeface="Sans Serif Collection" panose="020B0502040504020204" pitchFamily="34" charset="0"/>
                <a:cs typeface="Arial" panose="020B0604020202020204" pitchFamily="34" charset="0"/>
              </a:rPr>
            </a:br>
            <a:r>
              <a:rPr lang="vi-VN" sz="6600" b="1" i="0" dirty="0">
                <a:solidFill>
                  <a:srgbClr val="7030A0"/>
                </a:solidFill>
                <a:effectLst/>
                <a:latin typeface="Arial" panose="020B0604020202020204" pitchFamily="34" charset="0"/>
                <a:ea typeface="Sans Serif Collection" panose="020B0502040504020204" pitchFamily="34" charset="0"/>
                <a:cs typeface="Arial" panose="020B0604020202020204" pitchFamily="34" charset="0"/>
              </a:rPr>
              <a:t>ĐÃ ĐI QUA</a:t>
            </a:r>
            <a:br>
              <a:rPr lang="en-US" sz="6000" b="1" i="0" dirty="0">
                <a:solidFill>
                  <a:srgbClr val="202124"/>
                </a:solidFill>
                <a:effectLst/>
                <a:latin typeface="Arial" panose="020B0604020202020204" pitchFamily="34" charset="0"/>
                <a:ea typeface="Sans Serif Collection" panose="020B0502040504020204" pitchFamily="34" charset="0"/>
                <a:cs typeface="Arial" panose="020B0604020202020204" pitchFamily="34" charset="0"/>
              </a:rPr>
            </a:br>
            <a:r>
              <a:rPr lang="en-US" sz="3600" b="1" i="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rPr>
              <a:t>(Văn Chi)</a:t>
            </a:r>
            <a:endParaRPr lang="en-US" sz="6000" b="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endParaRPr>
          </a:p>
        </p:txBody>
      </p:sp>
    </p:spTree>
    <p:extLst>
      <p:ext uri="{BB962C8B-B14F-4D97-AF65-F5344CB8AC3E}">
        <p14:creationId xmlns:p14="http://schemas.microsoft.com/office/powerpoint/2010/main" val="368169867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EFCE80-4D4A-D635-BE88-F16092CA4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DBA0B-0F80-9FB8-2416-207E64980B4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000" b="1" i="0" dirty="0">
                <a:effectLst/>
                <a:latin typeface="Roboto" panose="02000000000000000000" pitchFamily="2" charset="0"/>
              </a:rPr>
              <a:t>1. Lạy Chúa, con đường nào Chúa đã đi qua, con đường nào Ngài ra pháp trường,</a:t>
            </a:r>
            <a:endParaRPr lang="en-US" sz="7000" b="1" dirty="0">
              <a:effectLst/>
            </a:endParaRPr>
          </a:p>
        </p:txBody>
      </p:sp>
    </p:spTree>
    <p:extLst>
      <p:ext uri="{BB962C8B-B14F-4D97-AF65-F5344CB8AC3E}">
        <p14:creationId xmlns:p14="http://schemas.microsoft.com/office/powerpoint/2010/main" val="6271419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B017D2-B775-98EE-161A-FCCFAE86C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6F6BF-E90F-F533-8D24-4053B60EAB58}"/>
              </a:ext>
            </a:extLst>
          </p:cNvPr>
          <p:cNvSpPr>
            <a:spLocks noGrp="1"/>
          </p:cNvSpPr>
          <p:nvPr>
            <p:ph type="ctrTitle"/>
          </p:nvPr>
        </p:nvSpPr>
        <p:spPr>
          <a:xfrm>
            <a:off x="0" y="0"/>
            <a:ext cx="9144000" cy="5143500"/>
          </a:xfrm>
          <a:solidFill>
            <a:schemeClr val="bg1"/>
          </a:solidFill>
        </p:spPr>
        <p:txBody>
          <a:bodyPr lIns="182880" tIns="91440" rIns="182880" bIns="91440">
            <a:noAutofit/>
          </a:bodyPr>
          <a:lstStyle/>
          <a:p>
            <a:pPr algn="l"/>
            <a:r>
              <a:rPr lang="vi-VN" sz="7500" b="1" i="0" dirty="0">
                <a:effectLst/>
                <a:latin typeface="Roboto" panose="02000000000000000000" pitchFamily="2" charset="0"/>
              </a:rPr>
              <a:t>mão gai nào h</a:t>
            </a:r>
            <a:r>
              <a:rPr lang="en-US" sz="7500" b="1" i="0" dirty="0">
                <a:effectLst/>
                <a:latin typeface="Roboto" panose="02000000000000000000" pitchFamily="2" charset="0"/>
              </a:rPr>
              <a:t>ằ</a:t>
            </a:r>
            <a:r>
              <a:rPr lang="vi-VN" sz="7500" b="1" i="0" dirty="0">
                <a:effectLst/>
                <a:latin typeface="Roboto" panose="02000000000000000000" pitchFamily="2" charset="0"/>
              </a:rPr>
              <a:t>n lên đau xót?</a:t>
            </a:r>
            <a:r>
              <a:rPr lang="en-US" sz="7500" b="1" i="0" dirty="0">
                <a:effectLst/>
                <a:latin typeface="Roboto" panose="02000000000000000000" pitchFamily="2" charset="0"/>
              </a:rPr>
              <a:t> </a:t>
            </a:r>
            <a:r>
              <a:rPr lang="vi-VN" sz="7500" b="1" i="0" dirty="0">
                <a:effectLst/>
                <a:latin typeface="Arial" panose="020B0604020202020204" pitchFamily="34" charset="0"/>
                <a:cs typeface="Arial" panose="020B0604020202020204" pitchFamily="34" charset="0"/>
              </a:rPr>
              <a:t>Lạy Chúa, thánh giá nào Ngài vác trên vai, </a:t>
            </a:r>
            <a:endParaRPr lang="en-US" sz="7500" b="1" dirty="0">
              <a:effectLst/>
            </a:endParaRPr>
          </a:p>
        </p:txBody>
      </p:sp>
    </p:spTree>
    <p:extLst>
      <p:ext uri="{BB962C8B-B14F-4D97-AF65-F5344CB8AC3E}">
        <p14:creationId xmlns:p14="http://schemas.microsoft.com/office/powerpoint/2010/main" val="19028923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3357BC-F877-3A1D-B588-FAA14C25B3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931F6-3F34-150D-21DC-B6BD40FD8270}"/>
              </a:ext>
            </a:extLst>
          </p:cNvPr>
          <p:cNvSpPr>
            <a:spLocks noGrp="1"/>
          </p:cNvSpPr>
          <p:nvPr>
            <p:ph type="ctrTitle"/>
          </p:nvPr>
        </p:nvSpPr>
        <p:spPr>
          <a:xfrm>
            <a:off x="0" y="0"/>
            <a:ext cx="9144000" cy="5143500"/>
          </a:xfrm>
          <a:solidFill>
            <a:schemeClr val="bg1"/>
          </a:solidFill>
        </p:spPr>
        <p:txBody>
          <a:bodyPr lIns="182880" tIns="91440" rIns="182880" bIns="91440">
            <a:noAutofit/>
          </a:bodyPr>
          <a:lstStyle/>
          <a:p>
            <a:pPr algn="l"/>
            <a:r>
              <a:rPr lang="vi-VN" sz="7400" b="1" i="0" dirty="0">
                <a:effectLst/>
                <a:latin typeface="Arial" panose="020B0604020202020204" pitchFamily="34" charset="0"/>
                <a:cs typeface="Arial" panose="020B0604020202020204" pitchFamily="34" charset="0"/>
              </a:rPr>
              <a:t>đau thương nào phủ kín tâm tư, đường tình đó Ngài dành cho con.</a:t>
            </a:r>
            <a:endParaRPr lang="en-US" sz="74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841121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02F248-B85E-312B-2029-8F0894EBD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5FE4A7-AE65-29B4-218A-264BAE64937F}"/>
              </a:ext>
            </a:extLst>
          </p:cNvPr>
          <p:cNvSpPr>
            <a:spLocks noGrp="1"/>
          </p:cNvSpPr>
          <p:nvPr>
            <p:ph type="ctrTitle"/>
          </p:nvPr>
        </p:nvSpPr>
        <p:spPr>
          <a:xfrm>
            <a:off x="0" y="0"/>
            <a:ext cx="9144000" cy="5143500"/>
          </a:xfrm>
          <a:solidFill>
            <a:schemeClr val="bg1"/>
          </a:solidFill>
        </p:spPr>
        <p:txBody>
          <a:bodyPr lIns="182880" tIns="91440" rIns="182880" bIns="91440">
            <a:noAutofit/>
          </a:bodyPr>
          <a:lstStyle/>
          <a:p>
            <a:pPr algn="l"/>
            <a:r>
              <a:rPr lang="vi-VN" sz="7100" b="1" dirty="0" err="1">
                <a:effectLst/>
                <a:latin typeface="Arial" panose="020B0604020202020204" pitchFamily="34" charset="0"/>
                <a:cs typeface="Arial" panose="020B0604020202020204" pitchFamily="34" charset="0"/>
              </a:rPr>
              <a:t>ĐK</a:t>
            </a:r>
            <a:r>
              <a:rPr lang="en-US" sz="7100" b="1" dirty="0">
                <a:latin typeface="Arial" panose="020B0604020202020204" pitchFamily="34" charset="0"/>
                <a:cs typeface="Arial" panose="020B0604020202020204" pitchFamily="34" charset="0"/>
              </a:rPr>
              <a:t>:</a:t>
            </a:r>
            <a:r>
              <a:rPr lang="vi-VN" sz="7100" b="1" dirty="0">
                <a:effectLst/>
                <a:latin typeface="Arial" panose="020B0604020202020204" pitchFamily="34" charset="0"/>
                <a:cs typeface="Arial" panose="020B0604020202020204" pitchFamily="34" charset="0"/>
              </a:rPr>
              <a:t> Lạy Chúa, xin cho con bước đi với Ngài, xin cho con cùng vác với Ngài</a:t>
            </a:r>
            <a:endParaRPr lang="en-US" sz="71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426131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B084F2-B3B1-99D6-F0B6-336181540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4407E-448E-974A-1E74-348EB5EA68C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300" b="1" dirty="0">
                <a:effectLst/>
                <a:latin typeface="Arial" panose="020B0604020202020204" pitchFamily="34" charset="0"/>
                <a:cs typeface="Arial" panose="020B0604020202020204" pitchFamily="34" charset="0"/>
              </a:rPr>
              <a:t>thập giá trên đường đời con đi. Lạ</a:t>
            </a:r>
            <a:r>
              <a:rPr lang="en-US" sz="7300" b="1" dirty="0">
                <a:effectLst/>
                <a:latin typeface="Arial" panose="020B0604020202020204" pitchFamily="34" charset="0"/>
                <a:cs typeface="Arial" panose="020B0604020202020204" pitchFamily="34" charset="0"/>
              </a:rPr>
              <a:t>y</a:t>
            </a:r>
            <a:r>
              <a:rPr lang="vi-VN" sz="7300" b="1" dirty="0">
                <a:effectLst/>
                <a:latin typeface="Arial" panose="020B0604020202020204" pitchFamily="34" charset="0"/>
                <a:cs typeface="Arial" panose="020B0604020202020204" pitchFamily="34" charset="0"/>
              </a:rPr>
              <a:t> Chúa</a:t>
            </a:r>
            <a:r>
              <a:rPr lang="en-US" sz="7300" b="1" dirty="0">
                <a:latin typeface="Arial" panose="020B0604020202020204" pitchFamily="34" charset="0"/>
                <a:cs typeface="Arial" panose="020B0604020202020204" pitchFamily="34" charset="0"/>
              </a:rPr>
              <a:t>,</a:t>
            </a:r>
            <a:r>
              <a:rPr lang="vi-VN" sz="7300" b="1" dirty="0">
                <a:effectLst/>
                <a:latin typeface="Arial" panose="020B0604020202020204" pitchFamily="34" charset="0"/>
                <a:cs typeface="Arial" panose="020B0604020202020204" pitchFamily="34" charset="0"/>
              </a:rPr>
              <a:t> xin cho con đóng đinh với Ngài,</a:t>
            </a:r>
            <a:endParaRPr lang="en-US" sz="73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765645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EECDE-E26B-FC78-B292-440AA725D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8B24D-57A3-7314-7AFF-506DCC464647}"/>
              </a:ext>
            </a:extLst>
          </p:cNvPr>
          <p:cNvSpPr>
            <a:spLocks noGrp="1"/>
          </p:cNvSpPr>
          <p:nvPr>
            <p:ph type="ctrTitle"/>
          </p:nvPr>
        </p:nvSpPr>
        <p:spPr>
          <a:xfrm>
            <a:off x="0" y="0"/>
            <a:ext cx="9144000" cy="5143500"/>
          </a:xfrm>
          <a:solidFill>
            <a:schemeClr val="bg1"/>
          </a:solidFill>
        </p:spPr>
        <p:txBody>
          <a:bodyPr lIns="182880" tIns="91440" rIns="182880" bIns="91440">
            <a:noAutofit/>
          </a:bodyPr>
          <a:lstStyle/>
          <a:p>
            <a:pPr algn="l"/>
            <a:r>
              <a:rPr lang="vi-VN" sz="7500" b="1" dirty="0">
                <a:effectLst/>
                <a:latin typeface="Arial" panose="020B0604020202020204" pitchFamily="34" charset="0"/>
                <a:cs typeface="Arial" panose="020B0604020202020204" pitchFamily="34" charset="0"/>
              </a:rPr>
              <a:t>xin cho con cùng chết với Ngài để được sống với Ngài vinh quang.</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26767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3952E-21BB-7323-8DAF-1ED0DF526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713A2-DD9E-85ED-1825-FD411963B30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000" b="1" i="0" dirty="0">
                <a:effectLst/>
                <a:latin typeface="Roboto" panose="02000000000000000000" pitchFamily="2" charset="0"/>
              </a:rPr>
              <a:t>2. Lạy Chúa! mũi đồng nào đâm thấu con tim, đinh nhọn nào còn loang máu đào,</a:t>
            </a:r>
            <a:endParaRPr lang="en-US" sz="7000" b="1" dirty="0">
              <a:effectLst/>
            </a:endParaRPr>
          </a:p>
        </p:txBody>
      </p:sp>
    </p:spTree>
    <p:extLst>
      <p:ext uri="{BB962C8B-B14F-4D97-AF65-F5344CB8AC3E}">
        <p14:creationId xmlns:p14="http://schemas.microsoft.com/office/powerpoint/2010/main" val="13075889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D6E28-9E36-83FA-4674-D1886853E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22BB0-9CD5-503D-829D-E894D8421F3F}"/>
              </a:ext>
            </a:extLst>
          </p:cNvPr>
          <p:cNvSpPr>
            <a:spLocks noGrp="1"/>
          </p:cNvSpPr>
          <p:nvPr>
            <p:ph type="ctrTitle"/>
          </p:nvPr>
        </p:nvSpPr>
        <p:spPr>
          <a:xfrm>
            <a:off x="0" y="0"/>
            <a:ext cx="9144000" cy="5143500"/>
          </a:xfrm>
          <a:solidFill>
            <a:schemeClr val="bg1"/>
          </a:solidFill>
        </p:spPr>
        <p:txBody>
          <a:bodyPr lIns="182880" tIns="91440" rIns="182880" bIns="91440">
            <a:noAutofit/>
          </a:bodyPr>
          <a:lstStyle/>
          <a:p>
            <a:pPr algn="l"/>
            <a:r>
              <a:rPr lang="vi-VN" sz="6800" b="1" i="0" dirty="0">
                <a:effectLst/>
                <a:latin typeface="Roboto" panose="02000000000000000000" pitchFamily="2" charset="0"/>
              </a:rPr>
              <a:t>tủi nhục nào còn vương trên mắt. Lạy Chúa! những bước nào gục ngã đau thương, </a:t>
            </a:r>
            <a:endParaRPr lang="en-US" sz="6800" b="1" dirty="0">
              <a:effectLst/>
            </a:endParaRPr>
          </a:p>
        </p:txBody>
      </p:sp>
    </p:spTree>
    <p:extLst>
      <p:ext uri="{BB962C8B-B14F-4D97-AF65-F5344CB8AC3E}">
        <p14:creationId xmlns:p14="http://schemas.microsoft.com/office/powerpoint/2010/main" val="82609157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01C2C-3F6A-5615-D268-EB7DD03D8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2536D-0172-38E0-8D49-B3955A2EEE42}"/>
              </a:ext>
            </a:extLst>
          </p:cNvPr>
          <p:cNvSpPr>
            <a:spLocks noGrp="1"/>
          </p:cNvSpPr>
          <p:nvPr>
            <p:ph type="ctrTitle"/>
          </p:nvPr>
        </p:nvSpPr>
        <p:spPr>
          <a:xfrm>
            <a:off x="0" y="0"/>
            <a:ext cx="9144000" cy="5143500"/>
          </a:xfrm>
          <a:solidFill>
            <a:schemeClr val="bg1"/>
          </a:solidFill>
        </p:spPr>
        <p:txBody>
          <a:bodyPr lIns="182880" tIns="91440" rIns="182880" bIns="91440">
            <a:noAutofit/>
          </a:bodyPr>
          <a:lstStyle/>
          <a:p>
            <a:pPr algn="l"/>
            <a:r>
              <a:rPr lang="vi-VN" sz="7400" b="1" i="0" dirty="0">
                <a:effectLst/>
                <a:latin typeface="Arial" panose="020B0604020202020204" pitchFamily="34" charset="0"/>
                <a:cs typeface="Arial" panose="020B0604020202020204" pitchFamily="34" charset="0"/>
              </a:rPr>
              <a:t>bao roi đòn hằn vết thê lương đường tình đó Ngài dành cho con.</a:t>
            </a:r>
            <a:endParaRPr lang="en-US" sz="74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881584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226F7-E842-0E37-07C2-57BB4315F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F564E-C63F-D1F1-79E3-9FADF2C0F881}"/>
              </a:ext>
            </a:extLst>
          </p:cNvPr>
          <p:cNvSpPr>
            <a:spLocks noGrp="1"/>
          </p:cNvSpPr>
          <p:nvPr>
            <p:ph type="ctrTitle"/>
          </p:nvPr>
        </p:nvSpPr>
        <p:spPr>
          <a:xfrm>
            <a:off x="0" y="0"/>
            <a:ext cx="9144000" cy="5143500"/>
          </a:xfrm>
          <a:solidFill>
            <a:schemeClr val="bg1"/>
          </a:solidFill>
        </p:spPr>
        <p:txBody>
          <a:bodyPr lIns="182880" tIns="91440" rIns="182880" bIns="91440">
            <a:noAutofit/>
          </a:bodyPr>
          <a:lstStyle/>
          <a:p>
            <a:pPr algn="l"/>
            <a:r>
              <a:rPr lang="vi-VN" sz="7100" b="1" dirty="0" err="1">
                <a:effectLst/>
                <a:latin typeface="Arial" panose="020B0604020202020204" pitchFamily="34" charset="0"/>
                <a:cs typeface="Arial" panose="020B0604020202020204" pitchFamily="34" charset="0"/>
              </a:rPr>
              <a:t>ĐK</a:t>
            </a:r>
            <a:r>
              <a:rPr lang="en-US" sz="7100" b="1" dirty="0">
                <a:latin typeface="Arial" panose="020B0604020202020204" pitchFamily="34" charset="0"/>
                <a:cs typeface="Arial" panose="020B0604020202020204" pitchFamily="34" charset="0"/>
              </a:rPr>
              <a:t>:</a:t>
            </a:r>
            <a:r>
              <a:rPr lang="vi-VN" sz="7100" b="1" dirty="0">
                <a:effectLst/>
                <a:latin typeface="Arial" panose="020B0604020202020204" pitchFamily="34" charset="0"/>
                <a:cs typeface="Arial" panose="020B0604020202020204" pitchFamily="34" charset="0"/>
              </a:rPr>
              <a:t> Lạy Chúa, xin cho con bước đi với Ngài, xin cho con cùng vác với Ngài</a:t>
            </a:r>
            <a:endParaRPr lang="en-US" sz="71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705951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32F28-164B-B46E-7495-A8832A805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DEFD4-62B1-F022-5F79-C960729D3FE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300" b="1" dirty="0">
                <a:effectLst/>
                <a:latin typeface="Arial" panose="020B0604020202020204" pitchFamily="34" charset="0"/>
                <a:cs typeface="Arial" panose="020B0604020202020204" pitchFamily="34" charset="0"/>
              </a:rPr>
              <a:t>thập giá trên đường đời con đi. Lạ</a:t>
            </a:r>
            <a:r>
              <a:rPr lang="en-US" sz="7300" b="1" dirty="0">
                <a:effectLst/>
                <a:latin typeface="Arial" panose="020B0604020202020204" pitchFamily="34" charset="0"/>
                <a:cs typeface="Arial" panose="020B0604020202020204" pitchFamily="34" charset="0"/>
              </a:rPr>
              <a:t>y</a:t>
            </a:r>
            <a:r>
              <a:rPr lang="vi-VN" sz="7300" b="1" dirty="0">
                <a:effectLst/>
                <a:latin typeface="Arial" panose="020B0604020202020204" pitchFamily="34" charset="0"/>
                <a:cs typeface="Arial" panose="020B0604020202020204" pitchFamily="34" charset="0"/>
              </a:rPr>
              <a:t> Chúa</a:t>
            </a:r>
            <a:r>
              <a:rPr lang="en-US" sz="7300" b="1" dirty="0">
                <a:latin typeface="Arial" panose="020B0604020202020204" pitchFamily="34" charset="0"/>
                <a:cs typeface="Arial" panose="020B0604020202020204" pitchFamily="34" charset="0"/>
              </a:rPr>
              <a:t>,</a:t>
            </a:r>
            <a:r>
              <a:rPr lang="vi-VN" sz="7300" b="1" dirty="0">
                <a:effectLst/>
                <a:latin typeface="Arial" panose="020B0604020202020204" pitchFamily="34" charset="0"/>
                <a:cs typeface="Arial" panose="020B0604020202020204" pitchFamily="34" charset="0"/>
              </a:rPr>
              <a:t> xin cho con đóng đinh với Ngài,</a:t>
            </a:r>
            <a:endParaRPr lang="en-US" sz="73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13372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E2FEB-9D54-6E07-E73D-6E2F7371B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73E9B-EB15-7BE9-E974-93FCB796A9D8}"/>
              </a:ext>
            </a:extLst>
          </p:cNvPr>
          <p:cNvSpPr>
            <a:spLocks noGrp="1"/>
          </p:cNvSpPr>
          <p:nvPr>
            <p:ph type="ctrTitle"/>
          </p:nvPr>
        </p:nvSpPr>
        <p:spPr>
          <a:xfrm>
            <a:off x="0" y="0"/>
            <a:ext cx="9144000" cy="5143500"/>
          </a:xfrm>
          <a:solidFill>
            <a:schemeClr val="bg1"/>
          </a:solidFill>
        </p:spPr>
        <p:txBody>
          <a:bodyPr lIns="182880" tIns="91440" rIns="182880" bIns="91440">
            <a:noAutofit/>
          </a:bodyPr>
          <a:lstStyle/>
          <a:p>
            <a:pPr algn="l"/>
            <a:r>
              <a:rPr lang="vi-VN" sz="7500" b="1" dirty="0">
                <a:effectLst/>
                <a:latin typeface="Arial" panose="020B0604020202020204" pitchFamily="34" charset="0"/>
                <a:cs typeface="Arial" panose="020B0604020202020204" pitchFamily="34" charset="0"/>
              </a:rPr>
              <a:t>xin cho con cùng chết với Ngài để được sống với Ngài vinh quang.</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183137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96AD63-65D3-BCE1-38EE-AD91BB5FD2E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3AAAFC-7E8E-D1FC-575A-B0272A66007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755389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Gs</a:t>
            </a:r>
            <a:r>
              <a:rPr lang="en-US" sz="3800" b="1" dirty="0">
                <a:latin typeface="Arial" panose="020B0604020202020204" pitchFamily="34" charset="0"/>
                <a:cs typeface="Arial" panose="020B0604020202020204" pitchFamily="34" charset="0"/>
              </a:rPr>
              <a:t> 5, </a:t>
            </a:r>
            <a:r>
              <a:rPr lang="en-US" sz="3800" b="1" dirty="0" err="1">
                <a:latin typeface="Arial" panose="020B0604020202020204" pitchFamily="34" charset="0"/>
                <a:cs typeface="Arial" panose="020B0604020202020204" pitchFamily="34" charset="0"/>
              </a:rPr>
              <a:t>9a</a:t>
            </a:r>
            <a:r>
              <a:rPr lang="en-US" sz="3800" b="1" dirty="0">
                <a:latin typeface="Arial" panose="020B0604020202020204" pitchFamily="34" charset="0"/>
                <a:cs typeface="Arial" panose="020B0604020202020204" pitchFamily="34" charset="0"/>
              </a:rPr>
              <a:t>. 10-12</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909756"/>
            <a:ext cx="9144000" cy="3323987"/>
          </a:xfrm>
          <a:prstGeom prst="rect">
            <a:avLst/>
          </a:prstGeom>
          <a:noFill/>
        </p:spPr>
        <p:txBody>
          <a:bodyPr wrap="square">
            <a:spAutoFit/>
          </a:bodyPr>
          <a:lstStyle/>
          <a:p>
            <a:r>
              <a:rPr lang="en-US" sz="7000" b="1" i="1" dirty="0">
                <a:solidFill>
                  <a:srgbClr val="7030A0"/>
                </a:solidFill>
                <a:latin typeface="Arial" panose="020B0604020202020204" pitchFamily="34" charset="0"/>
                <a:cs typeface="Arial" panose="020B0604020202020204" pitchFamily="34" charset="0"/>
              </a:rPr>
              <a:t>“</a:t>
            </a:r>
            <a:r>
              <a:rPr lang="en-US" sz="7000" b="1" i="1" dirty="0" err="1">
                <a:solidFill>
                  <a:srgbClr val="7030A0"/>
                </a:solidFill>
                <a:latin typeface="Arial" panose="020B0604020202020204" pitchFamily="34" charset="0"/>
                <a:cs typeface="Arial" panose="020B0604020202020204" pitchFamily="34" charset="0"/>
              </a:rPr>
              <a:t>Dân</a:t>
            </a:r>
            <a:r>
              <a:rPr lang="en-US" sz="7000" b="1" i="1" dirty="0">
                <a:solidFill>
                  <a:srgbClr val="7030A0"/>
                </a:solidFill>
                <a:latin typeface="Arial" panose="020B0604020202020204" pitchFamily="34" charset="0"/>
                <a:cs typeface="Arial" panose="020B0604020202020204" pitchFamily="34" charset="0"/>
              </a:rPr>
              <a:t> Chúa </a:t>
            </a:r>
            <a:r>
              <a:rPr lang="en-US" sz="7000" b="1" i="1" dirty="0" err="1">
                <a:solidFill>
                  <a:srgbClr val="7030A0"/>
                </a:solidFill>
                <a:latin typeface="Arial" panose="020B0604020202020204" pitchFamily="34" charset="0"/>
                <a:cs typeface="Arial" panose="020B0604020202020204" pitchFamily="34" charset="0"/>
              </a:rPr>
              <a:t>tiến</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vào</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đất</a:t>
            </a:r>
            <a:r>
              <a:rPr lang="en-US" sz="7000" b="1" i="1" dirty="0">
                <a:solidFill>
                  <a:srgbClr val="7030A0"/>
                </a:solidFill>
                <a:latin typeface="Arial" panose="020B0604020202020204" pitchFamily="34" charset="0"/>
                <a:cs typeface="Arial" panose="020B0604020202020204" pitchFamily="34" charset="0"/>
              </a:rPr>
              <a:t> Chúa </a:t>
            </a:r>
            <a:r>
              <a:rPr lang="en-US" sz="7000" b="1" i="1" dirty="0" err="1">
                <a:solidFill>
                  <a:srgbClr val="7030A0"/>
                </a:solidFill>
                <a:latin typeface="Arial" panose="020B0604020202020204" pitchFamily="34" charset="0"/>
                <a:cs typeface="Arial" panose="020B0604020202020204" pitchFamily="34" charset="0"/>
              </a:rPr>
              <a:t>hứa</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và</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mừng</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Lễ</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Vượt</a:t>
            </a:r>
            <a:r>
              <a:rPr lang="en-US" sz="7000" b="1" i="1" dirty="0">
                <a:solidFill>
                  <a:srgbClr val="7030A0"/>
                </a:solidFill>
                <a:latin typeface="Arial" panose="020B0604020202020204" pitchFamily="34" charset="0"/>
                <a:cs typeface="Arial" panose="020B0604020202020204" pitchFamily="34" charset="0"/>
              </a:rPr>
              <a:t> Qua”</a:t>
            </a:r>
            <a:endParaRPr lang="vi-VN" sz="7000" b="1" i="1" dirty="0">
              <a:solidFill>
                <a:srgbClr val="7030A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A7210C8-01DF-51DB-3853-C95430401C95}"/>
              </a:ext>
            </a:extLst>
          </p:cNvPr>
          <p:cNvSpPr txBox="1"/>
          <p:nvPr/>
        </p:nvSpPr>
        <p:spPr>
          <a:xfrm>
            <a:off x="0" y="4439721"/>
            <a:ext cx="9144000" cy="677108"/>
          </a:xfrm>
          <a:prstGeom prst="rect">
            <a:avLst/>
          </a:prstGeom>
          <a:noFill/>
        </p:spPr>
        <p:txBody>
          <a:bodyPr wrap="square">
            <a:spAutoFit/>
          </a:bodyPr>
          <a:lstStyle/>
          <a:p>
            <a:r>
              <a:rPr lang="vi-VN" sz="3800" dirty="0">
                <a:latin typeface="Arial" panose="020B0604020202020204" pitchFamily="34" charset="0"/>
                <a:cs typeface="Arial" panose="020B0604020202020204" pitchFamily="34" charset="0"/>
              </a:rPr>
              <a:t>Bài trích sách Giô-suê.</a:t>
            </a:r>
          </a:p>
        </p:txBody>
      </p:sp>
    </p:spTree>
    <p:extLst>
      <p:ext uri="{BB962C8B-B14F-4D97-AF65-F5344CB8AC3E}">
        <p14:creationId xmlns:p14="http://schemas.microsoft.com/office/powerpoint/2010/main" val="247250202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43CD-762A-2E5B-6EF4-5A3E9F9FA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3AD20-B95E-E71A-7E56-13823DA2BF7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6000" b="1" dirty="0" err="1">
                <a:solidFill>
                  <a:srgbClr val="FF0000"/>
                </a:solidFill>
                <a:effectLst/>
                <a:latin typeface="Arial" panose="020B0604020202020204" pitchFamily="34" charset="0"/>
                <a:ea typeface="Sans Serif Collection" panose="020B0502040504020204" pitchFamily="34" charset="0"/>
                <a:cs typeface="Arial" panose="020B0604020202020204" pitchFamily="34" charset="0"/>
              </a:rPr>
              <a:t>Đáp</a:t>
            </a:r>
            <a:r>
              <a:rPr lang="en-US" sz="6000" b="1" dirty="0">
                <a:solidFill>
                  <a:srgbClr val="FF0000"/>
                </a:solidFill>
                <a:effectLst/>
                <a:latin typeface="Arial" panose="020B0604020202020204" pitchFamily="34" charset="0"/>
                <a:ea typeface="Sans Serif Collection" panose="020B0502040504020204" pitchFamily="34" charset="0"/>
                <a:cs typeface="Arial" panose="020B0604020202020204" pitchFamily="34" charset="0"/>
              </a:rPr>
              <a:t> ca</a:t>
            </a:r>
            <a:br>
              <a:rPr lang="en-US" sz="6000" b="1" dirty="0">
                <a:effectLst/>
                <a:latin typeface="Arial" panose="020B0604020202020204" pitchFamily="34" charset="0"/>
                <a:ea typeface="Sans Serif Collection" panose="020B0502040504020204" pitchFamily="34" charset="0"/>
                <a:cs typeface="Arial" panose="020B0604020202020204" pitchFamily="34" charset="0"/>
              </a:rPr>
            </a:br>
            <a:r>
              <a:rPr lang="vi-VN" sz="7500" b="1" i="0" dirty="0">
                <a:solidFill>
                  <a:srgbClr val="7030A0"/>
                </a:solidFill>
                <a:effectLst/>
                <a:latin typeface="Arial" panose="020B0604020202020204" pitchFamily="34" charset="0"/>
                <a:ea typeface="Sans Serif Collection" panose="020B0502040504020204" pitchFamily="34" charset="0"/>
                <a:cs typeface="Arial" panose="020B0604020202020204" pitchFamily="34" charset="0"/>
              </a:rPr>
              <a:t>THÁNH VỊNH 33</a:t>
            </a:r>
            <a:br>
              <a:rPr lang="en-US" sz="6000" b="1" i="0" dirty="0">
                <a:solidFill>
                  <a:srgbClr val="202124"/>
                </a:solidFill>
                <a:effectLst/>
                <a:latin typeface="Arial" panose="020B0604020202020204" pitchFamily="34" charset="0"/>
                <a:ea typeface="Sans Serif Collection" panose="020B0502040504020204" pitchFamily="34" charset="0"/>
                <a:cs typeface="Arial" panose="020B0604020202020204" pitchFamily="34" charset="0"/>
              </a:rPr>
            </a:br>
            <a:r>
              <a:rPr lang="en-US" sz="3600" b="1" i="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rPr>
              <a:t>(</a:t>
            </a:r>
            <a:r>
              <a:rPr lang="en-US" sz="3600" b="1" i="1" dirty="0" err="1">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rPr>
              <a:t>Lm</a:t>
            </a:r>
            <a:r>
              <a:rPr lang="en-US" sz="3600" b="1" i="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rPr>
              <a:t>. Thái Nguyên)</a:t>
            </a:r>
            <a:endParaRPr lang="en-US" sz="6000" b="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endParaRPr>
          </a:p>
        </p:txBody>
      </p:sp>
    </p:spTree>
    <p:extLst>
      <p:ext uri="{BB962C8B-B14F-4D97-AF65-F5344CB8AC3E}">
        <p14:creationId xmlns:p14="http://schemas.microsoft.com/office/powerpoint/2010/main" val="169126466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582A-3A90-D2A9-125D-B40D30E63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9F752-64A9-AEFA-6988-B977A51087C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a:effectLst/>
                <a:latin typeface="Arial" panose="020B0604020202020204" pitchFamily="34" charset="0"/>
                <a:cs typeface="Arial" panose="020B0604020202020204" pitchFamily="34" charset="0"/>
              </a:rPr>
              <a:t>1. </a:t>
            </a:r>
            <a:r>
              <a:rPr lang="en-US" sz="7500" b="1" dirty="0" err="1">
                <a:effectLst/>
                <a:latin typeface="Arial" panose="020B0604020202020204" pitchFamily="34" charset="0"/>
                <a:cs typeface="Arial" panose="020B0604020202020204" pitchFamily="34" charset="0"/>
              </a:rPr>
              <a:t>Tôi</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chúc</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tụng</a:t>
            </a:r>
            <a:r>
              <a:rPr lang="en-US" sz="7500" b="1" dirty="0">
                <a:effectLst/>
                <a:latin typeface="Arial" panose="020B0604020202020204" pitchFamily="34" charset="0"/>
                <a:cs typeface="Arial" panose="020B0604020202020204" pitchFamily="34" charset="0"/>
              </a:rPr>
              <a:t> Chúa </a:t>
            </a:r>
            <a:r>
              <a:rPr lang="en-US" sz="7500" b="1" dirty="0" err="1">
                <a:effectLst/>
                <a:latin typeface="Arial" panose="020B0604020202020204" pitchFamily="34" charset="0"/>
                <a:cs typeface="Arial" panose="020B0604020202020204" pitchFamily="34" charset="0"/>
              </a:rPr>
              <a:t>trong</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mọi</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lúc</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miệng</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tôi</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luôn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ngợi</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khen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Ngài</a:t>
            </a:r>
            <a:r>
              <a:rPr lang="en-US" sz="7500" b="1" dirty="0">
                <a:effectLst/>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851411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64090-3547-4C5C-7BD5-4AC019725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0A5E2-77DC-7B9F-1C02-600C97B0A74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a:effectLst/>
                <a:latin typeface="Arial" panose="020B0604020202020204" pitchFamily="34" charset="0"/>
                <a:cs typeface="Arial" panose="020B0604020202020204" pitchFamily="34" charset="0"/>
              </a:rPr>
              <a:t>Trong Chúa </a:t>
            </a:r>
            <a:r>
              <a:rPr lang="en-US" sz="7500" b="1" dirty="0" err="1">
                <a:effectLst/>
                <a:latin typeface="Arial" panose="020B0604020202020204" pitchFamily="34" charset="0"/>
                <a:cs typeface="Arial" panose="020B0604020202020204" pitchFamily="34" charset="0"/>
              </a:rPr>
              <a:t>hồn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tôi</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hãnh</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diện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bạn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nghèo</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hãy</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nghe</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và</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hãy</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mừng</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vui</a:t>
            </a:r>
            <a:r>
              <a:rPr lang="en-US" sz="7500" b="1" dirty="0">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1115874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3AEB-8611-ECF4-628C-A2EF553DE1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09534-BEB3-C67E-5908-D762E61D6AB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500" b="1" i="0" dirty="0" err="1">
                <a:effectLst/>
                <a:latin typeface="Arial" panose="020B0604020202020204" pitchFamily="34" charset="0"/>
                <a:cs typeface="Arial" panose="020B0604020202020204" pitchFamily="34" charset="0"/>
              </a:rPr>
              <a:t>ĐK</a:t>
            </a:r>
            <a:r>
              <a:rPr lang="en-US" sz="7500" b="1" dirty="0">
                <a:latin typeface="Arial" panose="020B0604020202020204" pitchFamily="34" charset="0"/>
                <a:cs typeface="Arial" panose="020B0604020202020204" pitchFamily="34" charset="0"/>
              </a:rPr>
              <a:t>:</a:t>
            </a:r>
            <a:r>
              <a:rPr lang="vi-VN" sz="7500" b="1" i="0" dirty="0">
                <a:effectLst/>
                <a:latin typeface="Arial" panose="020B0604020202020204" pitchFamily="34" charset="0"/>
                <a:cs typeface="Arial" panose="020B0604020202020204" pitchFamily="34" charset="0"/>
              </a:rPr>
              <a:t>Các bạn nếm thử và xem cho biết Chúa thiện hảo thay,</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850649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52758-3368-6663-294E-FAFCCBC54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FA78D-4BB5-A754-6E32-22F8A02EEB4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500" b="1" i="0" dirty="0">
                <a:effectLst/>
                <a:latin typeface="Arial" panose="020B0604020202020204" pitchFamily="34" charset="0"/>
                <a:cs typeface="Arial" panose="020B0604020202020204" pitchFamily="34" charset="0"/>
              </a:rPr>
              <a:t>phúc ai tìm nương tựa Ngài.</a:t>
            </a:r>
            <a:br>
              <a:rPr lang="en-US" sz="7500" b="1" i="0" dirty="0">
                <a:effectLst/>
                <a:latin typeface="Arial" panose="020B0604020202020204" pitchFamily="34" charset="0"/>
                <a:cs typeface="Arial" panose="020B0604020202020204" pitchFamily="34" charset="0"/>
              </a:rPr>
            </a:br>
            <a:br>
              <a:rPr lang="en-US" sz="7500" b="1" i="0" dirty="0">
                <a:effectLst/>
                <a:latin typeface="Arial" panose="020B0604020202020204" pitchFamily="34" charset="0"/>
                <a:cs typeface="Arial" panose="020B0604020202020204" pitchFamily="34" charset="0"/>
              </a:rPr>
            </a:b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281660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49E01-C686-7FE0-D82B-1A47E5AF6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313AE-8DE9-EF7A-A539-00E8E541870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a:effectLst/>
                <a:latin typeface="Arial" panose="020B0604020202020204" pitchFamily="34" charset="0"/>
                <a:cs typeface="Arial" panose="020B0604020202020204" pitchFamily="34" charset="0"/>
              </a:rPr>
              <a:t>2. </a:t>
            </a:r>
            <a:r>
              <a:rPr lang="en-US" sz="7500" b="1" dirty="0" err="1">
                <a:effectLst/>
                <a:latin typeface="Arial" panose="020B0604020202020204" pitchFamily="34" charset="0"/>
                <a:cs typeface="Arial" panose="020B0604020202020204" pitchFamily="34" charset="0"/>
              </a:rPr>
              <a:t>Bạn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hãy</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cùng</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tôi</a:t>
            </a:r>
            <a:r>
              <a:rPr lang="en-US" sz="7500" b="1" dirty="0">
                <a:effectLst/>
                <a:latin typeface="Arial" panose="020B0604020202020204" pitchFamily="34" charset="0"/>
                <a:cs typeface="Arial" panose="020B0604020202020204" pitchFamily="34" charset="0"/>
              </a:rPr>
              <a:t> ca </a:t>
            </a:r>
            <a:r>
              <a:rPr lang="en-US" sz="7500" b="1" dirty="0" err="1">
                <a:effectLst/>
                <a:latin typeface="Arial" panose="020B0604020202020204" pitchFamily="34" charset="0"/>
                <a:cs typeface="Arial" panose="020B0604020202020204" pitchFamily="34" charset="0"/>
              </a:rPr>
              <a:t>ngợi</a:t>
            </a:r>
            <a:r>
              <a:rPr lang="en-US" sz="7500" b="1" dirty="0">
                <a:effectLst/>
                <a:latin typeface="Arial" panose="020B0604020202020204" pitchFamily="34" charset="0"/>
                <a:cs typeface="Arial" panose="020B0604020202020204" pitchFamily="34" charset="0"/>
              </a:rPr>
              <a:t> Chúa, </a:t>
            </a:r>
            <a:r>
              <a:rPr lang="en-US" sz="7500" b="1" dirty="0" err="1">
                <a:effectLst/>
                <a:latin typeface="Arial" panose="020B0604020202020204" pitchFamily="34" charset="0"/>
                <a:cs typeface="Arial" panose="020B0604020202020204" pitchFamily="34" charset="0"/>
              </a:rPr>
              <a:t>cùng</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nhau</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tán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tạ</a:t>
            </a:r>
            <a:r>
              <a:rPr lang="en-US" sz="7500" b="1" dirty="0">
                <a:effectLst/>
                <a:latin typeface="Arial" panose="020B0604020202020204" pitchFamily="34" charset="0"/>
                <a:cs typeface="Arial" panose="020B0604020202020204" pitchFamily="34" charset="0"/>
              </a:rPr>
              <a:t> Danh </a:t>
            </a:r>
            <a:r>
              <a:rPr lang="en-US" sz="7500" b="1" dirty="0" err="1">
                <a:effectLst/>
                <a:latin typeface="Arial" panose="020B0604020202020204" pitchFamily="34" charset="0"/>
                <a:cs typeface="Arial" panose="020B0604020202020204" pitchFamily="34" charset="0"/>
              </a:rPr>
              <a:t>Ngài</a:t>
            </a:r>
            <a:r>
              <a:rPr lang="en-US" sz="7500" b="1" dirty="0">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41464359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FA1C5-5C07-908A-6A35-2A1DEEB7D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41746-D780-1DA4-8C37-16E02E72EE0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a:effectLst/>
                <a:latin typeface="Arial" panose="020B0604020202020204" pitchFamily="34" charset="0"/>
                <a:cs typeface="Arial" panose="020B0604020202020204" pitchFamily="34" charset="0"/>
              </a:rPr>
              <a:t>Trong Chúa </a:t>
            </a:r>
            <a:r>
              <a:rPr lang="en-US" sz="7500" b="1" dirty="0" err="1">
                <a:effectLst/>
                <a:latin typeface="Arial" panose="020B0604020202020204" pitchFamily="34" charset="0"/>
                <a:cs typeface="Arial" panose="020B0604020202020204" pitchFamily="34" charset="0"/>
              </a:rPr>
              <a:t>hồn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tôi</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hãnh</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diện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bạn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nghèo</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hãy</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nghe</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và</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hãy</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mừng</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vui</a:t>
            </a:r>
            <a:r>
              <a:rPr lang="en-US" sz="7500" b="1" dirty="0">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3821123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3145-330A-6CE5-F394-0D9E41B4A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D3FEE-CC89-6381-FFA2-FDED90B6A25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500" b="1" i="0" dirty="0" err="1">
                <a:effectLst/>
                <a:latin typeface="Arial" panose="020B0604020202020204" pitchFamily="34" charset="0"/>
                <a:cs typeface="Arial" panose="020B0604020202020204" pitchFamily="34" charset="0"/>
              </a:rPr>
              <a:t>ĐK</a:t>
            </a:r>
            <a:r>
              <a:rPr lang="en-US" sz="7500" b="1" dirty="0">
                <a:latin typeface="Arial" panose="020B0604020202020204" pitchFamily="34" charset="0"/>
                <a:cs typeface="Arial" panose="020B0604020202020204" pitchFamily="34" charset="0"/>
              </a:rPr>
              <a:t>:</a:t>
            </a:r>
            <a:r>
              <a:rPr lang="vi-VN" sz="7500" b="1" i="0" dirty="0">
                <a:effectLst/>
                <a:latin typeface="Arial" panose="020B0604020202020204" pitchFamily="34" charset="0"/>
                <a:cs typeface="Arial" panose="020B0604020202020204" pitchFamily="34" charset="0"/>
              </a:rPr>
              <a:t>Các bạn nếm thử và xem cho biết Chúa thiện hảo thay,</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04538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4350D-26DA-3CC5-1603-73FA0A523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7F8F6-429F-A443-120D-12E4C20CF84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500" b="1" i="0" dirty="0">
                <a:effectLst/>
                <a:latin typeface="Arial" panose="020B0604020202020204" pitchFamily="34" charset="0"/>
                <a:cs typeface="Arial" panose="020B0604020202020204" pitchFamily="34" charset="0"/>
              </a:rPr>
              <a:t>phúc ai tìm nương tựa Ngài.</a:t>
            </a:r>
            <a:br>
              <a:rPr lang="en-US" sz="7500" b="1" i="0" dirty="0">
                <a:effectLst/>
                <a:latin typeface="Arial" panose="020B0604020202020204" pitchFamily="34" charset="0"/>
                <a:cs typeface="Arial" panose="020B0604020202020204" pitchFamily="34" charset="0"/>
              </a:rPr>
            </a:br>
            <a:br>
              <a:rPr lang="en-US" sz="7500" b="1" i="0" dirty="0">
                <a:effectLst/>
                <a:latin typeface="Arial" panose="020B0604020202020204" pitchFamily="34" charset="0"/>
                <a:cs typeface="Arial" panose="020B0604020202020204" pitchFamily="34" charset="0"/>
              </a:rPr>
            </a:b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731412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4CE61-8F57-E6F5-BC30-CB2F6D6B0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E6B19-E2A8-42B0-287A-9672AFF734B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500" b="1" dirty="0">
                <a:effectLst/>
                <a:latin typeface="Arial" panose="020B0604020202020204" pitchFamily="34" charset="0"/>
                <a:cs typeface="Arial" panose="020B0604020202020204" pitchFamily="34" charset="0"/>
              </a:rPr>
              <a:t>3. Hãy hướng về Chúa vui mừng lên, bạn không hổ ngươi bẽ mặt</a:t>
            </a:r>
            <a:r>
              <a:rPr lang="en-US" sz="7500" b="1" dirty="0">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9658430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51C5B-1944-5C1E-07F6-A5D0D61CC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41AE6-1CAE-84FB-903C-4B35F62B54B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500" b="1" dirty="0">
                <a:effectLst/>
                <a:latin typeface="Arial" panose="020B0604020202020204" pitchFamily="34" charset="0"/>
                <a:cs typeface="Arial" panose="020B0604020202020204" pitchFamily="34" charset="0"/>
              </a:rPr>
              <a:t>Chúa cứu người trong khổ sầu thoát mọi lo âu khỏi cảnh bể dâu.</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266397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5F41A-0F1C-F0F7-1D66-C8B04ADF6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570FA-DE9A-A863-4873-00DD503E4F9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500" b="1" i="0" dirty="0" err="1">
                <a:effectLst/>
                <a:latin typeface="Arial" panose="020B0604020202020204" pitchFamily="34" charset="0"/>
                <a:cs typeface="Arial" panose="020B0604020202020204" pitchFamily="34" charset="0"/>
              </a:rPr>
              <a:t>ĐK</a:t>
            </a:r>
            <a:r>
              <a:rPr lang="en-US" sz="7500" b="1" dirty="0">
                <a:latin typeface="Arial" panose="020B0604020202020204" pitchFamily="34" charset="0"/>
                <a:cs typeface="Arial" panose="020B0604020202020204" pitchFamily="34" charset="0"/>
              </a:rPr>
              <a:t>:</a:t>
            </a:r>
            <a:r>
              <a:rPr lang="vi-VN" sz="7500" b="1" i="0" dirty="0">
                <a:effectLst/>
                <a:latin typeface="Arial" panose="020B0604020202020204" pitchFamily="34" charset="0"/>
                <a:cs typeface="Arial" panose="020B0604020202020204" pitchFamily="34" charset="0"/>
              </a:rPr>
              <a:t>Các bạn nếm thử và xem cho biết Chúa thiện hảo thay,</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886584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4950A-C429-28EE-4599-D56368445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B7144-E720-AF1E-DDD9-DC73C2D8A93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500" b="1" i="0" dirty="0">
                <a:effectLst/>
                <a:latin typeface="Arial" panose="020B0604020202020204" pitchFamily="34" charset="0"/>
                <a:cs typeface="Arial" panose="020B0604020202020204" pitchFamily="34" charset="0"/>
              </a:rPr>
              <a:t>phúc ai tìm nương tựa Ngài.</a:t>
            </a:r>
            <a:br>
              <a:rPr lang="en-US" sz="7500" b="1" i="0" dirty="0">
                <a:effectLst/>
                <a:latin typeface="Arial" panose="020B0604020202020204" pitchFamily="34" charset="0"/>
                <a:cs typeface="Arial" panose="020B0604020202020204" pitchFamily="34" charset="0"/>
              </a:rPr>
            </a:br>
            <a:br>
              <a:rPr lang="en-US" sz="7500" b="1" i="0" dirty="0">
                <a:effectLst/>
                <a:latin typeface="Arial" panose="020B0604020202020204" pitchFamily="34" charset="0"/>
                <a:cs typeface="Arial" panose="020B0604020202020204" pitchFamily="34" charset="0"/>
              </a:rPr>
            </a:b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732915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56118D-83B8-9F26-C9BD-D967D3050CB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3C1662-DE3B-485E-D039-6DAF01222417}"/>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2 Cr 5, 17-21</a:t>
            </a:r>
          </a:p>
        </p:txBody>
      </p:sp>
      <p:sp>
        <p:nvSpPr>
          <p:cNvPr id="5" name="TextBox 4">
            <a:extLst>
              <a:ext uri="{FF2B5EF4-FFF2-40B4-BE49-F238E27FC236}">
                <a16:creationId xmlns:a16="http://schemas.microsoft.com/office/drawing/2014/main" id="{885A7151-12D0-D5E7-4150-116F20C67271}"/>
              </a:ext>
            </a:extLst>
          </p:cNvPr>
          <p:cNvSpPr txBox="1"/>
          <p:nvPr/>
        </p:nvSpPr>
        <p:spPr>
          <a:xfrm>
            <a:off x="0" y="711398"/>
            <a:ext cx="9144000" cy="3323987"/>
          </a:xfrm>
          <a:prstGeom prst="rect">
            <a:avLst/>
          </a:prstGeom>
          <a:noFill/>
        </p:spPr>
        <p:txBody>
          <a:bodyPr wrap="square">
            <a:spAutoFit/>
          </a:bodyPr>
          <a:lstStyle/>
          <a:p>
            <a:r>
              <a:rPr lang="en-US" sz="7000" b="1" i="1" dirty="0">
                <a:solidFill>
                  <a:srgbClr val="7030A0"/>
                </a:solidFill>
                <a:latin typeface="Arial" panose="020B0604020202020204" pitchFamily="34" charset="0"/>
                <a:cs typeface="Arial" panose="020B0604020202020204" pitchFamily="34" charset="0"/>
              </a:rPr>
              <a:t>“Thiên Chúa </a:t>
            </a:r>
            <a:r>
              <a:rPr lang="en-US" sz="7000" b="1" i="1" dirty="0" err="1">
                <a:solidFill>
                  <a:srgbClr val="7030A0"/>
                </a:solidFill>
                <a:latin typeface="Arial" panose="020B0604020202020204" pitchFamily="34" charset="0"/>
                <a:cs typeface="Arial" panose="020B0604020202020204" pitchFamily="34" charset="0"/>
              </a:rPr>
              <a:t>đã</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nhờ</a:t>
            </a:r>
            <a:r>
              <a:rPr lang="en-US" sz="7000" b="1" i="1" dirty="0">
                <a:solidFill>
                  <a:srgbClr val="7030A0"/>
                </a:solidFill>
                <a:latin typeface="Arial" panose="020B0604020202020204" pitchFamily="34" charset="0"/>
                <a:cs typeface="Arial" panose="020B0604020202020204" pitchFamily="34" charset="0"/>
              </a:rPr>
              <a:t> Đức </a:t>
            </a:r>
            <a:r>
              <a:rPr lang="en-US" sz="7000" b="1" i="1" dirty="0" err="1">
                <a:solidFill>
                  <a:srgbClr val="7030A0"/>
                </a:solidFill>
                <a:latin typeface="Arial" panose="020B0604020202020204" pitchFamily="34" charset="0"/>
                <a:cs typeface="Arial" panose="020B0604020202020204" pitchFamily="34" charset="0"/>
              </a:rPr>
              <a:t>Kitô</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giao</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hòa</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chúng</a:t>
            </a:r>
            <a:r>
              <a:rPr lang="en-US" sz="7000" b="1" i="1" dirty="0">
                <a:solidFill>
                  <a:srgbClr val="7030A0"/>
                </a:solidFill>
                <a:latin typeface="Arial" panose="020B0604020202020204" pitchFamily="34" charset="0"/>
                <a:cs typeface="Arial" panose="020B0604020202020204" pitchFamily="34" charset="0"/>
              </a:rPr>
              <a:t> ta </a:t>
            </a:r>
            <a:r>
              <a:rPr lang="en-US" sz="7000" b="1" i="1" dirty="0" err="1">
                <a:solidFill>
                  <a:srgbClr val="7030A0"/>
                </a:solidFill>
                <a:latin typeface="Arial" panose="020B0604020202020204" pitchFamily="34" charset="0"/>
                <a:cs typeface="Arial" panose="020B0604020202020204" pitchFamily="34" charset="0"/>
              </a:rPr>
              <a:t>với</a:t>
            </a:r>
            <a:r>
              <a:rPr lang="en-US" sz="7000" b="1" i="1" dirty="0">
                <a:solidFill>
                  <a:srgbClr val="7030A0"/>
                </a:solidFill>
                <a:latin typeface="Arial" panose="020B0604020202020204" pitchFamily="34" charset="0"/>
                <a:cs typeface="Arial" panose="020B0604020202020204" pitchFamily="34" charset="0"/>
              </a:rPr>
              <a:t> </a:t>
            </a:r>
            <a:r>
              <a:rPr lang="en-US" sz="7000" b="1" i="1" dirty="0" err="1">
                <a:solidFill>
                  <a:srgbClr val="7030A0"/>
                </a:solidFill>
                <a:latin typeface="Arial" panose="020B0604020202020204" pitchFamily="34" charset="0"/>
                <a:cs typeface="Arial" panose="020B0604020202020204" pitchFamily="34" charset="0"/>
              </a:rPr>
              <a:t>mình</a:t>
            </a:r>
            <a:r>
              <a:rPr lang="en-US" sz="7000" b="1" i="1" dirty="0">
                <a:solidFill>
                  <a:srgbClr val="7030A0"/>
                </a:solidFill>
                <a:latin typeface="Arial" panose="020B0604020202020204" pitchFamily="34" charset="0"/>
                <a:cs typeface="Arial" panose="020B0604020202020204" pitchFamily="34" charset="0"/>
              </a:rPr>
              <a:t>”</a:t>
            </a:r>
            <a:endParaRPr lang="vi-VN" sz="7000" b="1" i="1" dirty="0">
              <a:solidFill>
                <a:srgbClr val="7030A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7682D36-7139-D43C-8AC6-2259120A3B6A}"/>
              </a:ext>
            </a:extLst>
          </p:cNvPr>
          <p:cNvSpPr txBox="1"/>
          <p:nvPr/>
        </p:nvSpPr>
        <p:spPr>
          <a:xfrm>
            <a:off x="0" y="4189393"/>
            <a:ext cx="9144000" cy="954107"/>
          </a:xfrm>
          <a:prstGeom prst="rect">
            <a:avLst/>
          </a:prstGeom>
          <a:noFill/>
        </p:spPr>
        <p:txBody>
          <a:bodyPr wrap="square">
            <a:spAutoFit/>
          </a:bodyPr>
          <a:lstStyle/>
          <a:p>
            <a:r>
              <a:rPr lang="vi-VN" sz="2800" b="1" dirty="0">
                <a:latin typeface="Arial" panose="020B0604020202020204" pitchFamily="34" charset="0"/>
                <a:cs typeface="Arial" panose="020B0604020202020204" pitchFamily="34" charset="0"/>
              </a:rPr>
              <a:t>Bài trích thư thứ hai của thánh </a:t>
            </a:r>
            <a:endParaRPr lang="en-US" sz="2800" b="1" dirty="0">
              <a:latin typeface="Arial" panose="020B0604020202020204" pitchFamily="34" charset="0"/>
              <a:cs typeface="Arial" panose="020B0604020202020204" pitchFamily="34" charset="0"/>
            </a:endParaRPr>
          </a:p>
          <a:p>
            <a:r>
              <a:rPr lang="vi-VN" sz="2800" b="1" dirty="0">
                <a:latin typeface="Arial" panose="020B0604020202020204" pitchFamily="34" charset="0"/>
                <a:cs typeface="Arial" panose="020B0604020202020204" pitchFamily="34" charset="0"/>
              </a:rPr>
              <a:t>Phao-lô tông đồ gửi tín hữu Cô-rin-tô.</a:t>
            </a:r>
          </a:p>
        </p:txBody>
      </p:sp>
    </p:spTree>
    <p:extLst>
      <p:ext uri="{BB962C8B-B14F-4D97-AF65-F5344CB8AC3E}">
        <p14:creationId xmlns:p14="http://schemas.microsoft.com/office/powerpoint/2010/main" val="16405381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05B0546-7602-498C-6B61-51A956468F8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40D477A-9058-4682-46F8-A235C064D88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3421433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Tôi muốn ra đi trở về với Cha và thư</a:t>
            </a:r>
            <a:r>
              <a:rPr lang="en-US" sz="8000" b="1" dirty="0">
                <a:effectLst/>
                <a:latin typeface="Arial" panose="020B0604020202020204" pitchFamily="34" charset="0"/>
                <a:cs typeface="Arial" panose="020B0604020202020204" pitchFamily="34" charset="0"/>
              </a:rPr>
              <a:t>a</a:t>
            </a:r>
            <a:r>
              <a:rPr lang="vi-VN" sz="8000" b="1" dirty="0">
                <a:effectLst/>
                <a:latin typeface="Arial" panose="020B0604020202020204" pitchFamily="34" charset="0"/>
                <a:cs typeface="Arial" panose="020B0604020202020204" pitchFamily="34" charset="0"/>
              </a:rPr>
              <a:t> Người rằng:</a:t>
            </a:r>
            <a:endParaRPr lang="en-US" sz="8000" b="1" dirty="0">
              <a:effectLst/>
              <a:latin typeface="Arial" panose="020B0604020202020204" pitchFamily="34" charset="0"/>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u="sng" dirty="0" err="1">
                <a:solidFill>
                  <a:srgbClr val="FF0000"/>
                </a:solidFill>
                <a:latin typeface="Arial" panose="020B0604020202020204" pitchFamily="34" charset="0"/>
                <a:cs typeface="Arial" panose="020B0604020202020204" pitchFamily="34" charset="0"/>
              </a:rPr>
              <a:t>CÂU</a:t>
            </a:r>
            <a:r>
              <a:rPr lang="en-US" sz="3200" b="1" u="sng" dirty="0">
                <a:solidFill>
                  <a:srgbClr val="FF0000"/>
                </a:solidFill>
                <a:latin typeface="Arial" panose="020B0604020202020204" pitchFamily="34" charset="0"/>
                <a:cs typeface="Arial" panose="020B0604020202020204" pitchFamily="34" charset="0"/>
              </a:rPr>
              <a:t> </a:t>
            </a:r>
            <a:r>
              <a:rPr lang="en-US" sz="3200" b="1" u="sng" dirty="0" err="1">
                <a:solidFill>
                  <a:srgbClr val="FF0000"/>
                </a:solidFill>
                <a:latin typeface="Arial" panose="020B0604020202020204" pitchFamily="34" charset="0"/>
                <a:cs typeface="Arial" panose="020B0604020202020204" pitchFamily="34" charset="0"/>
              </a:rPr>
              <a:t>XƯỚNG</a:t>
            </a:r>
            <a:r>
              <a:rPr lang="en-US" sz="3200" b="1" u="sng" dirty="0">
                <a:solidFill>
                  <a:srgbClr val="FF0000"/>
                </a:solidFill>
                <a:latin typeface="Arial" panose="020B0604020202020204" pitchFamily="34" charset="0"/>
                <a:cs typeface="Arial" panose="020B0604020202020204" pitchFamily="34" charset="0"/>
              </a:rPr>
              <a:t> </a:t>
            </a:r>
            <a:r>
              <a:rPr lang="en-US" sz="3200" b="1" u="sng" dirty="0" err="1">
                <a:solidFill>
                  <a:srgbClr val="FF0000"/>
                </a:solidFill>
                <a:latin typeface="Arial" panose="020B0604020202020204" pitchFamily="34" charset="0"/>
                <a:cs typeface="Arial" panose="020B0604020202020204" pitchFamily="34" charset="0"/>
              </a:rPr>
              <a:t>TRƯỚC</a:t>
            </a:r>
            <a:r>
              <a:rPr lang="en-US" sz="3200" b="1" u="sng" dirty="0">
                <a:solidFill>
                  <a:srgbClr val="FF0000"/>
                </a:solidFill>
                <a:latin typeface="Arial" panose="020B0604020202020204" pitchFamily="34" charset="0"/>
                <a:cs typeface="Arial" panose="020B0604020202020204" pitchFamily="34" charset="0"/>
              </a:rPr>
              <a:t> PHÚC </a:t>
            </a:r>
            <a:r>
              <a:rPr lang="en-US" sz="3200" b="1" u="sng" dirty="0" err="1">
                <a:solidFill>
                  <a:srgbClr val="FF0000"/>
                </a:solidFill>
                <a:latin typeface="Arial" panose="020B0604020202020204" pitchFamily="34" charset="0"/>
                <a:cs typeface="Arial" panose="020B0604020202020204" pitchFamily="34" charset="0"/>
              </a:rPr>
              <a:t>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766827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000" b="1" dirty="0">
                <a:effectLst/>
                <a:latin typeface="Arial" panose="020B0604020202020204" pitchFamily="34" charset="0"/>
                <a:cs typeface="Arial" panose="020B0604020202020204" pitchFamily="34" charset="0"/>
              </a:rPr>
              <a:t>“</a:t>
            </a:r>
            <a:r>
              <a:rPr lang="vi-VN" sz="8000" b="1" dirty="0">
                <a:effectLst/>
                <a:latin typeface="Arial" panose="020B0604020202020204" pitchFamily="34" charset="0"/>
                <a:cs typeface="Arial" panose="020B0604020202020204" pitchFamily="34" charset="0"/>
              </a:rPr>
              <a:t>Thưa Cha, con đã lỗi phạm đến Trời và đến Cha.</a:t>
            </a:r>
            <a:r>
              <a:rPr lang="en-US" sz="8000" b="1" dirty="0">
                <a:effectLst/>
                <a:latin typeface="Arial" panose="020B0604020202020204" pitchFamily="34" charset="0"/>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u="sng" dirty="0" err="1">
                <a:solidFill>
                  <a:srgbClr val="FF0000"/>
                </a:solidFill>
                <a:latin typeface="Arial" panose="020B0604020202020204" pitchFamily="34" charset="0"/>
                <a:cs typeface="Arial" panose="020B0604020202020204" pitchFamily="34" charset="0"/>
              </a:rPr>
              <a:t>CÂU</a:t>
            </a:r>
            <a:r>
              <a:rPr lang="en-US" sz="3200" b="1" u="sng" dirty="0">
                <a:solidFill>
                  <a:srgbClr val="FF0000"/>
                </a:solidFill>
                <a:latin typeface="Arial" panose="020B0604020202020204" pitchFamily="34" charset="0"/>
                <a:cs typeface="Arial" panose="020B0604020202020204" pitchFamily="34" charset="0"/>
              </a:rPr>
              <a:t> </a:t>
            </a:r>
            <a:r>
              <a:rPr lang="en-US" sz="3200" b="1" u="sng" dirty="0" err="1">
                <a:solidFill>
                  <a:srgbClr val="FF0000"/>
                </a:solidFill>
                <a:latin typeface="Arial" panose="020B0604020202020204" pitchFamily="34" charset="0"/>
                <a:cs typeface="Arial" panose="020B0604020202020204" pitchFamily="34" charset="0"/>
              </a:rPr>
              <a:t>XƯỚNG</a:t>
            </a:r>
            <a:r>
              <a:rPr lang="en-US" sz="3200" b="1" u="sng" dirty="0">
                <a:solidFill>
                  <a:srgbClr val="FF0000"/>
                </a:solidFill>
                <a:latin typeface="Arial" panose="020B0604020202020204" pitchFamily="34" charset="0"/>
                <a:cs typeface="Arial" panose="020B0604020202020204" pitchFamily="34" charset="0"/>
              </a:rPr>
              <a:t> </a:t>
            </a:r>
            <a:r>
              <a:rPr lang="en-US" sz="3200" b="1" u="sng" dirty="0" err="1">
                <a:solidFill>
                  <a:srgbClr val="FF0000"/>
                </a:solidFill>
                <a:latin typeface="Arial" panose="020B0604020202020204" pitchFamily="34" charset="0"/>
                <a:cs typeface="Arial" panose="020B0604020202020204" pitchFamily="34" charset="0"/>
              </a:rPr>
              <a:t>TRƯỚC</a:t>
            </a:r>
            <a:r>
              <a:rPr lang="en-US" sz="3200" b="1" u="sng" dirty="0">
                <a:solidFill>
                  <a:srgbClr val="FF0000"/>
                </a:solidFill>
                <a:latin typeface="Arial" panose="020B0604020202020204" pitchFamily="34" charset="0"/>
                <a:cs typeface="Arial" panose="020B0604020202020204" pitchFamily="34" charset="0"/>
              </a:rPr>
              <a:t> PHÚC </a:t>
            </a:r>
            <a:r>
              <a:rPr lang="en-US" sz="3200" b="1" u="sng" dirty="0" err="1">
                <a:solidFill>
                  <a:srgbClr val="FF0000"/>
                </a:solidFill>
                <a:latin typeface="Arial" panose="020B0604020202020204" pitchFamily="34" charset="0"/>
                <a:cs typeface="Arial" panose="020B0604020202020204" pitchFamily="34" charset="0"/>
              </a:rPr>
              <a:t>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639378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33151-E212-F5E0-3E33-DE206063B9C6}"/>
            </a:ext>
          </a:extLst>
        </p:cNvPr>
        <p:cNvGrpSpPr/>
        <p:nvPr/>
      </p:nvGrpSpPr>
      <p:grpSpPr>
        <a:xfrm>
          <a:off x="0" y="0"/>
          <a:ext cx="0" cy="0"/>
          <a:chOff x="0" y="0"/>
          <a:chExt cx="0" cy="0"/>
        </a:xfrm>
      </p:grpSpPr>
      <p:sp>
        <p:nvSpPr>
          <p:cNvPr id="3" name="Tiêu đề 1">
            <a:extLst>
              <a:ext uri="{FF2B5EF4-FFF2-40B4-BE49-F238E27FC236}">
                <a16:creationId xmlns:a16="http://schemas.microsoft.com/office/drawing/2014/main" id="{AAE0630A-4AFF-BECA-260D-104464177C48}"/>
              </a:ext>
            </a:extLst>
          </p:cNvPr>
          <p:cNvSpPr txBox="1">
            <a:spLocks/>
          </p:cNvSpPr>
          <p:nvPr/>
        </p:nvSpPr>
        <p:spPr>
          <a:xfrm>
            <a:off x="0" y="0"/>
            <a:ext cx="9144000" cy="438150"/>
          </a:xfrm>
          <a:prstGeom prst="rect">
            <a:avLst/>
          </a:prstGeom>
          <a:solidFill>
            <a:schemeClr val="accent4">
              <a:lumMod val="40000"/>
              <a:lumOff val="6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u="sng" dirty="0" err="1">
                <a:solidFill>
                  <a:srgbClr val="FF0000"/>
                </a:solidFill>
                <a:latin typeface="Arial" panose="020B0604020202020204" pitchFamily="34" charset="0"/>
                <a:cs typeface="Arial" panose="020B0604020202020204" pitchFamily="34" charset="0"/>
              </a:rPr>
              <a:t>DÂNG</a:t>
            </a:r>
            <a:r>
              <a:rPr lang="en-US" sz="2000" b="1" u="sng" dirty="0">
                <a:solidFill>
                  <a:srgbClr val="FF0000"/>
                </a:solidFill>
                <a:latin typeface="Arial" panose="020B0604020202020204" pitchFamily="34" charset="0"/>
                <a:cs typeface="Arial" panose="020B0604020202020204" pitchFamily="34" charset="0"/>
              </a:rPr>
              <a:t> </a:t>
            </a:r>
            <a:r>
              <a:rPr lang="vi-VN" sz="2000" b="1" u="sng" dirty="0">
                <a:solidFill>
                  <a:srgbClr val="FF0000"/>
                </a:solidFill>
                <a:latin typeface="Arial" panose="020B0604020202020204" pitchFamily="34" charset="0"/>
                <a:cs typeface="Arial" panose="020B0604020202020204" pitchFamily="34" charset="0"/>
              </a:rPr>
              <a:t>LỄ:</a:t>
            </a:r>
            <a:r>
              <a:rPr lang="en-US" sz="2000" b="1" dirty="0">
                <a:solidFill>
                  <a:srgbClr val="FF0000"/>
                </a:solidFill>
                <a:latin typeface="Arial" panose="020B0604020202020204" pitchFamily="34" charset="0"/>
                <a:cs typeface="Arial" panose="020B0604020202020204" pitchFamily="34" charset="0"/>
              </a:rPr>
              <a:t> </a:t>
            </a:r>
            <a:r>
              <a:rPr lang="en-US" sz="2000" b="1" i="0" dirty="0">
                <a:solidFill>
                  <a:srgbClr val="202124"/>
                </a:solidFill>
                <a:effectLst/>
                <a:latin typeface="Arial" panose="020B0604020202020204" pitchFamily="34" charset="0"/>
                <a:cs typeface="Arial" panose="020B0604020202020204" pitchFamily="34" charset="0"/>
              </a:rPr>
              <a:t>……</a:t>
            </a:r>
            <a:endParaRPr lang="vi-VN" sz="2000" b="1" dirty="0">
              <a:solidFill>
                <a:srgbClr val="00B050"/>
              </a:solidFill>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814E4403-0B9D-5919-2D23-1FFD4699E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0"/>
            <a:ext cx="913447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755861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7F34-5A9A-D8CB-E791-9AD7553C7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F86A1-2191-82D8-98AD-AC7D8427CC88}"/>
              </a:ext>
            </a:extLst>
          </p:cNvPr>
          <p:cNvSpPr>
            <a:spLocks noGrp="1"/>
          </p:cNvSpPr>
          <p:nvPr>
            <p:ph type="ctrTitle"/>
          </p:nvPr>
        </p:nvSpPr>
        <p:spPr>
          <a:xfrm>
            <a:off x="0" y="3"/>
            <a:ext cx="9144000" cy="5143499"/>
          </a:xfrm>
        </p:spPr>
        <p:txBody>
          <a:bodyPr>
            <a:normAutofit/>
          </a:bodyPr>
          <a:lstStyle/>
          <a:p>
            <a:pPr algn="just"/>
            <a:endParaRPr lang="en-US" sz="4600" b="0" dirty="0">
              <a:solidFill>
                <a:srgbClr val="7030A0"/>
              </a:solidFill>
              <a:effectLst/>
              <a:latin typeface="+mj-lt"/>
              <a:cs typeface="Times New Roman" pitchFamily="18" charset="0"/>
            </a:endParaRPr>
          </a:p>
        </p:txBody>
      </p:sp>
      <p:pic>
        <p:nvPicPr>
          <p:cNvPr id="5" name="Picture 4">
            <a:extLst>
              <a:ext uri="{FF2B5EF4-FFF2-40B4-BE49-F238E27FC236}">
                <a16:creationId xmlns:a16="http://schemas.microsoft.com/office/drawing/2014/main" id="{16C641B7-365B-3B01-14CF-56C0A75752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81600"/>
          </a:xfrm>
          <a:prstGeom prst="rect">
            <a:avLst/>
          </a:prstGeom>
        </p:spPr>
      </p:pic>
    </p:spTree>
    <p:extLst>
      <p:ext uri="{BB962C8B-B14F-4D97-AF65-F5344CB8AC3E}">
        <p14:creationId xmlns:p14="http://schemas.microsoft.com/office/powerpoint/2010/main" val="159284960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935E5B2-E035-E0EF-A475-FEFA165609C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2993936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AAA58-6DEB-7154-F682-2966FE281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72D23-004D-C608-7A75-5B6E3791823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6000" b="1" dirty="0" err="1">
                <a:solidFill>
                  <a:srgbClr val="FF0000"/>
                </a:solidFill>
                <a:latin typeface="Arial" panose="020B0604020202020204" pitchFamily="34" charset="0"/>
                <a:ea typeface="Sans Serif Collection" panose="020B0502040504020204" pitchFamily="34" charset="0"/>
                <a:cs typeface="Arial" panose="020B0604020202020204" pitchFamily="34" charset="0"/>
              </a:rPr>
              <a:t>Dâng</a:t>
            </a:r>
            <a:r>
              <a:rPr lang="en-US" sz="6000" b="1" dirty="0">
                <a:solidFill>
                  <a:srgbClr val="FF0000"/>
                </a:solidFill>
                <a:latin typeface="Arial" panose="020B0604020202020204" pitchFamily="34" charset="0"/>
                <a:ea typeface="Sans Serif Collection" panose="020B0502040504020204" pitchFamily="34" charset="0"/>
                <a:cs typeface="Arial" panose="020B0604020202020204" pitchFamily="34" charset="0"/>
              </a:rPr>
              <a:t> </a:t>
            </a:r>
            <a:r>
              <a:rPr lang="en-US" sz="6000" b="1" dirty="0" err="1">
                <a:solidFill>
                  <a:srgbClr val="FF0000"/>
                </a:solidFill>
                <a:latin typeface="Arial" panose="020B0604020202020204" pitchFamily="34" charset="0"/>
                <a:ea typeface="Sans Serif Collection" panose="020B0502040504020204" pitchFamily="34" charset="0"/>
                <a:cs typeface="Arial" panose="020B0604020202020204" pitchFamily="34" charset="0"/>
              </a:rPr>
              <a:t>lễ</a:t>
            </a:r>
            <a:br>
              <a:rPr lang="en-US" sz="6000" b="1" dirty="0">
                <a:effectLst/>
                <a:latin typeface="Arial" panose="020B0604020202020204" pitchFamily="34" charset="0"/>
                <a:ea typeface="Sans Serif Collection" panose="020B0502040504020204" pitchFamily="34" charset="0"/>
                <a:cs typeface="Arial" panose="020B0604020202020204" pitchFamily="34" charset="0"/>
              </a:rPr>
            </a:br>
            <a:r>
              <a:rPr lang="en-US" sz="7500" b="1" dirty="0" err="1">
                <a:solidFill>
                  <a:srgbClr val="7030A0"/>
                </a:solidFill>
                <a:latin typeface="Arial" panose="020B0604020202020204" pitchFamily="34" charset="0"/>
                <a:ea typeface="Sans Serif Collection" panose="020B0502040504020204" pitchFamily="34" charset="0"/>
                <a:cs typeface="Arial" panose="020B0604020202020204" pitchFamily="34" charset="0"/>
              </a:rPr>
              <a:t>NẾU</a:t>
            </a:r>
            <a:r>
              <a:rPr lang="en-US" sz="7500" b="1" dirty="0">
                <a:solidFill>
                  <a:srgbClr val="7030A0"/>
                </a:solidFill>
                <a:latin typeface="Arial" panose="020B0604020202020204" pitchFamily="34" charset="0"/>
                <a:ea typeface="Sans Serif Collection" panose="020B0502040504020204" pitchFamily="34" charset="0"/>
                <a:cs typeface="Arial" panose="020B0604020202020204" pitchFamily="34" charset="0"/>
              </a:rPr>
              <a:t> </a:t>
            </a:r>
            <a:r>
              <a:rPr lang="en-US" sz="7500" b="1" dirty="0" err="1">
                <a:solidFill>
                  <a:srgbClr val="7030A0"/>
                </a:solidFill>
                <a:latin typeface="Arial" panose="020B0604020202020204" pitchFamily="34" charset="0"/>
                <a:ea typeface="Sans Serif Collection" panose="020B0502040504020204" pitchFamily="34" charset="0"/>
                <a:cs typeface="Arial" panose="020B0604020202020204" pitchFamily="34" charset="0"/>
              </a:rPr>
              <a:t>CÓ</a:t>
            </a:r>
            <a:r>
              <a:rPr lang="en-US" sz="7500" b="1" dirty="0">
                <a:solidFill>
                  <a:srgbClr val="7030A0"/>
                </a:solidFill>
                <a:latin typeface="Arial" panose="020B0604020202020204" pitchFamily="34" charset="0"/>
                <a:ea typeface="Sans Serif Collection" panose="020B0502040504020204" pitchFamily="34" charset="0"/>
                <a:cs typeface="Arial" panose="020B0604020202020204" pitchFamily="34" charset="0"/>
              </a:rPr>
              <a:t> </a:t>
            </a:r>
            <a:r>
              <a:rPr lang="en-US" sz="7500" b="1" dirty="0" err="1">
                <a:solidFill>
                  <a:srgbClr val="7030A0"/>
                </a:solidFill>
                <a:latin typeface="Arial" panose="020B0604020202020204" pitchFamily="34" charset="0"/>
                <a:ea typeface="Sans Serif Collection" panose="020B0502040504020204" pitchFamily="34" charset="0"/>
                <a:cs typeface="Arial" panose="020B0604020202020204" pitchFamily="34" charset="0"/>
              </a:rPr>
              <a:t>THỂ</a:t>
            </a:r>
            <a:br>
              <a:rPr lang="en-US" sz="6000" b="1" i="0" dirty="0">
                <a:solidFill>
                  <a:srgbClr val="202124"/>
                </a:solidFill>
                <a:effectLst/>
                <a:latin typeface="Arial" panose="020B0604020202020204" pitchFamily="34" charset="0"/>
                <a:ea typeface="Sans Serif Collection" panose="020B0502040504020204" pitchFamily="34" charset="0"/>
                <a:cs typeface="Arial" panose="020B0604020202020204" pitchFamily="34" charset="0"/>
              </a:rPr>
            </a:br>
            <a:r>
              <a:rPr lang="en-US" sz="3600" b="1" i="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rPr>
              <a:t>(Kim Long)</a:t>
            </a:r>
            <a:endParaRPr lang="en-US" sz="6000" b="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endParaRPr>
          </a:p>
        </p:txBody>
      </p:sp>
    </p:spTree>
    <p:extLst>
      <p:ext uri="{BB962C8B-B14F-4D97-AF65-F5344CB8AC3E}">
        <p14:creationId xmlns:p14="http://schemas.microsoft.com/office/powerpoint/2010/main" val="44870428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D9639-1BB3-9418-46CF-00EB0AEE3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A499C-A97E-79EF-ED19-E090AEBBEC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err="1">
                <a:latin typeface="Arial" panose="020B0604020202020204" pitchFamily="34" charset="0"/>
                <a:cs typeface="Arial" panose="020B0604020202020204" pitchFamily="34" charset="0"/>
              </a:rPr>
              <a:t>ĐK</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Lạy</a:t>
            </a:r>
            <a:r>
              <a:rPr lang="en-US" sz="7500" b="1" dirty="0">
                <a:latin typeface="Arial" panose="020B0604020202020204" pitchFamily="34" charset="0"/>
                <a:cs typeface="Arial" panose="020B0604020202020204" pitchFamily="34" charset="0"/>
              </a:rPr>
              <a:t> Cha, </a:t>
            </a:r>
            <a:r>
              <a:rPr lang="en-US" sz="7500" b="1" dirty="0" err="1">
                <a:latin typeface="Arial" panose="020B0604020202020204" pitchFamily="34" charset="0"/>
                <a:cs typeface="Arial" panose="020B0604020202020204" pitchFamily="34" charset="0"/>
              </a:rPr>
              <a:t>nếu</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có</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thể</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được</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thì</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xin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cho</a:t>
            </a:r>
            <a:r>
              <a:rPr lang="en-US" sz="7500" b="1" dirty="0">
                <a:latin typeface="Arial" panose="020B0604020202020204" pitchFamily="34" charset="0"/>
                <a:cs typeface="Arial" panose="020B0604020202020204" pitchFamily="34" charset="0"/>
              </a:rPr>
              <a:t> Con </a:t>
            </a:r>
            <a:r>
              <a:rPr lang="en-US" sz="7500" b="1" dirty="0" err="1">
                <a:latin typeface="Arial" panose="020B0604020202020204" pitchFamily="34" charset="0"/>
                <a:cs typeface="Arial" panose="020B0604020202020204" pitchFamily="34" charset="0"/>
              </a:rPr>
              <a:t>khỏi</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uống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chén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này</a:t>
            </a:r>
            <a:r>
              <a:rPr lang="en-US" sz="7500" b="1" dirty="0">
                <a:latin typeface="Arial" panose="020B0604020202020204" pitchFamily="34" charset="0"/>
                <a:cs typeface="Arial" panose="020B0604020202020204" pitchFamily="34" charset="0"/>
              </a:rPr>
              <a:t>.</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871552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43D33-EB8D-8DDF-5323-7D32FED7B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00203-51FF-B012-1DCD-F037D42B2D2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err="1">
                <a:latin typeface="Arial" panose="020B0604020202020204" pitchFamily="34" charset="0"/>
                <a:cs typeface="Arial" panose="020B0604020202020204" pitchFamily="34" charset="0"/>
              </a:rPr>
              <a:t>Đừng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theo</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như</a:t>
            </a:r>
            <a:r>
              <a:rPr lang="en-US" sz="7500" b="1" dirty="0">
                <a:latin typeface="Arial" panose="020B0604020202020204" pitchFamily="34" charset="0"/>
                <a:cs typeface="Arial" panose="020B0604020202020204" pitchFamily="34" charset="0"/>
              </a:rPr>
              <a:t> ý Con, </a:t>
            </a:r>
            <a:r>
              <a:rPr lang="en-US" sz="7500" b="1" dirty="0" err="1">
                <a:latin typeface="Arial" panose="020B0604020202020204" pitchFamily="34" charset="0"/>
                <a:cs typeface="Arial" panose="020B0604020202020204" pitchFamily="34" charset="0"/>
              </a:rPr>
              <a:t>một</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xin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vâng</a:t>
            </a:r>
            <a:r>
              <a:rPr lang="en-US" sz="7500" b="1" dirty="0">
                <a:latin typeface="Arial" panose="020B0604020202020204" pitchFamily="34" charset="0"/>
                <a:cs typeface="Arial" panose="020B0604020202020204" pitchFamily="34" charset="0"/>
              </a:rPr>
              <a:t> ý Cha </a:t>
            </a:r>
            <a:r>
              <a:rPr lang="en-US" sz="7500" b="1" dirty="0" err="1">
                <a:latin typeface="Arial" panose="020B0604020202020204" pitchFamily="34" charset="0"/>
                <a:cs typeface="Arial" panose="020B0604020202020204" pitchFamily="34" charset="0"/>
              </a:rPr>
              <a:t>đã</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định</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trước</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muốn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đời</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580208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F1C7D-285E-6030-A6F5-134C8B82B9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EF7AF-D8C0-5D5D-6BCE-917254BF7FE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a:latin typeface="Arial" panose="020B0604020202020204" pitchFamily="34" charset="0"/>
                <a:cs typeface="Arial" panose="020B0604020202020204" pitchFamily="34" charset="0"/>
              </a:rPr>
              <a:t>1. Cha </a:t>
            </a:r>
            <a:r>
              <a:rPr lang="en-US" sz="7500" b="1" dirty="0" err="1">
                <a:latin typeface="Arial" panose="020B0604020202020204" pitchFamily="34" charset="0"/>
                <a:cs typeface="Arial" panose="020B0604020202020204" pitchFamily="34" charset="0"/>
              </a:rPr>
              <a:t>không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nhận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lễ</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toàn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thiêu</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không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ưng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thuận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chiên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bò</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hy</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tế</a:t>
            </a:r>
            <a:r>
              <a:rPr lang="en-US" sz="7500" b="1" dirty="0">
                <a:latin typeface="Arial" panose="020B0604020202020204" pitchFamily="34" charset="0"/>
                <a:cs typeface="Arial" panose="020B0604020202020204" pitchFamily="34" charset="0"/>
              </a:rPr>
              <a:t>.</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608051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B9D5A-7E1E-D469-5AFF-14052C5E1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4EA10-4C7C-7804-73FE-58E7E628EC7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err="1">
                <a:latin typeface="Arial" panose="020B0604020202020204" pitchFamily="34" charset="0"/>
                <a:cs typeface="Arial" panose="020B0604020202020204" pitchFamily="34" charset="0"/>
              </a:rPr>
              <a:t>Thì</a:t>
            </a:r>
            <a:r>
              <a:rPr lang="en-US" sz="7500" b="1" dirty="0">
                <a:latin typeface="Arial" panose="020B0604020202020204" pitchFamily="34" charset="0"/>
                <a:cs typeface="Arial" panose="020B0604020202020204" pitchFamily="34" charset="0"/>
              </a:rPr>
              <a:t> nay Con </a:t>
            </a:r>
            <a:r>
              <a:rPr lang="en-US" sz="7500" b="1" dirty="0" err="1">
                <a:latin typeface="Arial" panose="020B0604020202020204" pitchFamily="34" charset="0"/>
                <a:cs typeface="Arial" panose="020B0604020202020204" pitchFamily="34" charset="0"/>
              </a:rPr>
              <a:t>đến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để</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làm</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theo</a:t>
            </a:r>
            <a:r>
              <a:rPr lang="en-US" sz="7500" b="1" dirty="0">
                <a:latin typeface="Arial" panose="020B0604020202020204" pitchFamily="34" charset="0"/>
                <a:cs typeface="Arial" panose="020B0604020202020204" pitchFamily="34" charset="0"/>
              </a:rPr>
              <a:t> ý Cha: </a:t>
            </a:r>
            <a:r>
              <a:rPr lang="en-US" sz="7500" b="1" dirty="0" err="1">
                <a:latin typeface="Arial" panose="020B0604020202020204" pitchFamily="34" charset="0"/>
                <a:cs typeface="Arial" panose="020B0604020202020204" pitchFamily="34" charset="0"/>
              </a:rPr>
              <a:t>Hiến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dâng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trót</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cuộc</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đời</a:t>
            </a:r>
            <a:r>
              <a:rPr lang="en-US" sz="7500" b="1" dirty="0">
                <a:latin typeface="Arial" panose="020B0604020202020204" pitchFamily="34" charset="0"/>
                <a:cs typeface="Arial" panose="020B0604020202020204" pitchFamily="34" charset="0"/>
              </a:rPr>
              <a:t>.</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824324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7E2CC-A20E-FC2F-51EE-90579F184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87F54-0779-7D04-E1A1-F12BA786FC0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err="1">
                <a:latin typeface="Arial" panose="020B0604020202020204" pitchFamily="34" charset="0"/>
                <a:cs typeface="Arial" panose="020B0604020202020204" pitchFamily="34" charset="0"/>
              </a:rPr>
              <a:t>ĐK</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Lạy</a:t>
            </a:r>
            <a:r>
              <a:rPr lang="en-US" sz="7500" b="1" dirty="0">
                <a:latin typeface="Arial" panose="020B0604020202020204" pitchFamily="34" charset="0"/>
                <a:cs typeface="Arial" panose="020B0604020202020204" pitchFamily="34" charset="0"/>
              </a:rPr>
              <a:t> Cha, </a:t>
            </a:r>
            <a:r>
              <a:rPr lang="en-US" sz="7500" b="1" dirty="0" err="1">
                <a:latin typeface="Arial" panose="020B0604020202020204" pitchFamily="34" charset="0"/>
                <a:cs typeface="Arial" panose="020B0604020202020204" pitchFamily="34" charset="0"/>
              </a:rPr>
              <a:t>nếu</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có</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thể</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được</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thì</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xin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cho</a:t>
            </a:r>
            <a:r>
              <a:rPr lang="en-US" sz="7500" b="1" dirty="0">
                <a:latin typeface="Arial" panose="020B0604020202020204" pitchFamily="34" charset="0"/>
                <a:cs typeface="Arial" panose="020B0604020202020204" pitchFamily="34" charset="0"/>
              </a:rPr>
              <a:t> Con </a:t>
            </a:r>
            <a:r>
              <a:rPr lang="en-US" sz="7500" b="1" dirty="0" err="1">
                <a:latin typeface="Arial" panose="020B0604020202020204" pitchFamily="34" charset="0"/>
                <a:cs typeface="Arial" panose="020B0604020202020204" pitchFamily="34" charset="0"/>
              </a:rPr>
              <a:t>khỏi</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uống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chén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này</a:t>
            </a:r>
            <a:r>
              <a:rPr lang="en-US" sz="7500" b="1" dirty="0">
                <a:latin typeface="Arial" panose="020B0604020202020204" pitchFamily="34" charset="0"/>
                <a:cs typeface="Arial" panose="020B0604020202020204" pitchFamily="34" charset="0"/>
              </a:rPr>
              <a:t>.</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530221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2E713-3CBF-CEEB-EE9C-12B10C931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884DE-BB10-9A9D-F2F3-C556304CD7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err="1">
                <a:latin typeface="Arial" panose="020B0604020202020204" pitchFamily="34" charset="0"/>
                <a:cs typeface="Arial" panose="020B0604020202020204" pitchFamily="34" charset="0"/>
              </a:rPr>
              <a:t>Đừng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theo</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như</a:t>
            </a:r>
            <a:r>
              <a:rPr lang="en-US" sz="7500" b="1" dirty="0">
                <a:latin typeface="Arial" panose="020B0604020202020204" pitchFamily="34" charset="0"/>
                <a:cs typeface="Arial" panose="020B0604020202020204" pitchFamily="34" charset="0"/>
              </a:rPr>
              <a:t> ý Con, </a:t>
            </a:r>
            <a:r>
              <a:rPr lang="en-US" sz="7500" b="1" dirty="0" err="1">
                <a:latin typeface="Arial" panose="020B0604020202020204" pitchFamily="34" charset="0"/>
                <a:cs typeface="Arial" panose="020B0604020202020204" pitchFamily="34" charset="0"/>
              </a:rPr>
              <a:t>một</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xin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vâng</a:t>
            </a:r>
            <a:r>
              <a:rPr lang="en-US" sz="7500" b="1" dirty="0">
                <a:latin typeface="Arial" panose="020B0604020202020204" pitchFamily="34" charset="0"/>
                <a:cs typeface="Arial" panose="020B0604020202020204" pitchFamily="34" charset="0"/>
              </a:rPr>
              <a:t> ý Cha </a:t>
            </a:r>
            <a:r>
              <a:rPr lang="en-US" sz="7500" b="1" dirty="0" err="1">
                <a:latin typeface="Arial" panose="020B0604020202020204" pitchFamily="34" charset="0"/>
                <a:cs typeface="Arial" panose="020B0604020202020204" pitchFamily="34" charset="0"/>
              </a:rPr>
              <a:t>đã</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định</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trước</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muốn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đời</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54570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52640-E86A-58C4-A4A4-3CE3457F1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A92A8-B975-66A1-1DE3-08F6F8BFE98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a:latin typeface="Arial" panose="020B0604020202020204" pitchFamily="34" charset="0"/>
                <a:cs typeface="Arial" panose="020B0604020202020204" pitchFamily="34" charset="0"/>
              </a:rPr>
              <a:t>2. Bao </a:t>
            </a:r>
            <a:r>
              <a:rPr lang="en-US" sz="7500" b="1" dirty="0" err="1">
                <a:latin typeface="Arial" panose="020B0604020202020204" pitchFamily="34" charset="0"/>
                <a:cs typeface="Arial" panose="020B0604020202020204" pitchFamily="34" charset="0"/>
              </a:rPr>
              <a:t>công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việc</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vui</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lòng</a:t>
            </a:r>
            <a:r>
              <a:rPr lang="en-US" sz="7500" b="1" dirty="0">
                <a:latin typeface="Arial" panose="020B0604020202020204" pitchFamily="34" charset="0"/>
                <a:cs typeface="Arial" panose="020B0604020202020204" pitchFamily="34" charset="0"/>
              </a:rPr>
              <a:t> Cha, Con </a:t>
            </a:r>
            <a:r>
              <a:rPr lang="en-US" sz="7500" b="1" dirty="0" err="1">
                <a:latin typeface="Arial" panose="020B0604020202020204" pitchFamily="34" charset="0"/>
                <a:cs typeface="Arial" panose="020B0604020202020204" pitchFamily="34" charset="0"/>
              </a:rPr>
              <a:t>thi</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hành</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vuông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tròn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mau</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mắn</a:t>
            </a:r>
            <a:r>
              <a:rPr lang="en-US" sz="7500" b="1" dirty="0">
                <a:latin typeface="Arial" panose="020B0604020202020204" pitchFamily="34" charset="0"/>
                <a:cs typeface="Arial" panose="020B0604020202020204" pitchFamily="34" charset="0"/>
              </a:rPr>
              <a:t>.</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237876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BF6F-F009-E34B-169F-CDB83BB1F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72206-2C9B-5F68-1A31-AC88A5909A7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err="1">
                <a:effectLst/>
                <a:latin typeface="Arial" panose="020B0604020202020204" pitchFamily="34" charset="0"/>
                <a:cs typeface="Arial" panose="020B0604020202020204" pitchFamily="34" charset="0"/>
              </a:rPr>
              <a:t>Vì</a:t>
            </a:r>
            <a:r>
              <a:rPr lang="en-US" sz="7500" b="1" dirty="0">
                <a:effectLst/>
                <a:latin typeface="Arial" panose="020B0604020202020204" pitchFamily="34" charset="0"/>
                <a:cs typeface="Arial" panose="020B0604020202020204" pitchFamily="34" charset="0"/>
              </a:rPr>
              <a:t> Con </a:t>
            </a:r>
            <a:r>
              <a:rPr lang="en-US" sz="7500" b="1" dirty="0" err="1">
                <a:effectLst/>
                <a:latin typeface="Arial" panose="020B0604020202020204" pitchFamily="34" charset="0"/>
                <a:cs typeface="Arial" panose="020B0604020202020204" pitchFamily="34" charset="0"/>
              </a:rPr>
              <a:t>không</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đến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để</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làm</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theo</a:t>
            </a:r>
            <a:r>
              <a:rPr lang="en-US" sz="7500" b="1" dirty="0">
                <a:effectLst/>
                <a:latin typeface="Arial" panose="020B0604020202020204" pitchFamily="34" charset="0"/>
                <a:cs typeface="Arial" panose="020B0604020202020204" pitchFamily="34" charset="0"/>
              </a:rPr>
              <a:t> ý cha, </a:t>
            </a:r>
            <a:r>
              <a:rPr lang="en-US" sz="7500" b="1" dirty="0" err="1">
                <a:effectLst/>
                <a:latin typeface="Arial" panose="020B0604020202020204" pitchFamily="34" charset="0"/>
                <a:cs typeface="Arial" panose="020B0604020202020204" pitchFamily="34" charset="0"/>
              </a:rPr>
              <a:t>nhưng</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theo</a:t>
            </a:r>
            <a:r>
              <a:rPr lang="en-US" sz="7500" b="1" dirty="0">
                <a:effectLst/>
                <a:latin typeface="Arial" panose="020B0604020202020204" pitchFamily="34" charset="0"/>
                <a:cs typeface="Arial" panose="020B0604020202020204" pitchFamily="34" charset="0"/>
              </a:rPr>
              <a:t> ý Cha </a:t>
            </a:r>
            <a:r>
              <a:rPr lang="en-US" sz="7500" b="1" dirty="0" err="1">
                <a:effectLst/>
                <a:latin typeface="Arial" panose="020B0604020202020204" pitchFamily="34" charset="0"/>
                <a:cs typeface="Arial" panose="020B0604020202020204" pitchFamily="34" charset="0"/>
              </a:rPr>
              <a:t>vẹn</a:t>
            </a:r>
            <a:r>
              <a:rPr lang="en-US" sz="7500" b="1" dirty="0">
                <a:effectLst/>
                <a:latin typeface="Arial" panose="020B0604020202020204" pitchFamily="34" charset="0"/>
                <a:cs typeface="Arial" panose="020B0604020202020204" pitchFamily="34" charset="0"/>
              </a:rPr>
              <a:t> </a:t>
            </a:r>
            <a:r>
              <a:rPr lang="en-US" sz="7500" b="1" dirty="0" err="1">
                <a:effectLst/>
                <a:latin typeface="Arial" panose="020B0604020202020204" pitchFamily="34" charset="0"/>
                <a:cs typeface="Arial" panose="020B0604020202020204" pitchFamily="34" charset="0"/>
              </a:rPr>
              <a:t>toàn</a:t>
            </a:r>
            <a:r>
              <a:rPr lang="en-US" sz="7500" b="1" dirty="0">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0618131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21CD0-04A1-BC2B-DE90-D6A66793E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D7F81-88AF-6238-034B-DFA8B64AA0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err="1">
                <a:latin typeface="Arial" panose="020B0604020202020204" pitchFamily="34" charset="0"/>
                <a:cs typeface="Arial" panose="020B0604020202020204" pitchFamily="34" charset="0"/>
              </a:rPr>
              <a:t>ĐK</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Lạy</a:t>
            </a:r>
            <a:r>
              <a:rPr lang="en-US" sz="7500" b="1" dirty="0">
                <a:latin typeface="Arial" panose="020B0604020202020204" pitchFamily="34" charset="0"/>
                <a:cs typeface="Arial" panose="020B0604020202020204" pitchFamily="34" charset="0"/>
              </a:rPr>
              <a:t> Cha, </a:t>
            </a:r>
            <a:r>
              <a:rPr lang="en-US" sz="7500" b="1" dirty="0" err="1">
                <a:latin typeface="Arial" panose="020B0604020202020204" pitchFamily="34" charset="0"/>
                <a:cs typeface="Arial" panose="020B0604020202020204" pitchFamily="34" charset="0"/>
              </a:rPr>
              <a:t>nếu</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có</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thể</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được</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thì</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xin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cho</a:t>
            </a:r>
            <a:r>
              <a:rPr lang="en-US" sz="7500" b="1" dirty="0">
                <a:latin typeface="Arial" panose="020B0604020202020204" pitchFamily="34" charset="0"/>
                <a:cs typeface="Arial" panose="020B0604020202020204" pitchFamily="34" charset="0"/>
              </a:rPr>
              <a:t> Con </a:t>
            </a:r>
            <a:r>
              <a:rPr lang="en-US" sz="7500" b="1" dirty="0" err="1">
                <a:latin typeface="Arial" panose="020B0604020202020204" pitchFamily="34" charset="0"/>
                <a:cs typeface="Arial" panose="020B0604020202020204" pitchFamily="34" charset="0"/>
              </a:rPr>
              <a:t>khỏi</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uống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chén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này</a:t>
            </a:r>
            <a:r>
              <a:rPr lang="en-US" sz="7500" b="1" dirty="0">
                <a:latin typeface="Arial" panose="020B0604020202020204" pitchFamily="34" charset="0"/>
                <a:cs typeface="Arial" panose="020B0604020202020204" pitchFamily="34" charset="0"/>
              </a:rPr>
              <a:t>.</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49743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F23A1-6F43-8CB4-C443-6617B3ECD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2DA44-B276-ECB5-1084-3518A4CC087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7500" b="1" dirty="0" err="1">
                <a:latin typeface="Arial" panose="020B0604020202020204" pitchFamily="34" charset="0"/>
                <a:cs typeface="Arial" panose="020B0604020202020204" pitchFamily="34" charset="0"/>
              </a:rPr>
              <a:t>Đừng</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theo</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như</a:t>
            </a:r>
            <a:r>
              <a:rPr lang="en-US" sz="7500" b="1" dirty="0">
                <a:latin typeface="Arial" panose="020B0604020202020204" pitchFamily="34" charset="0"/>
                <a:cs typeface="Arial" panose="020B0604020202020204" pitchFamily="34" charset="0"/>
              </a:rPr>
              <a:t> ý Con, </a:t>
            </a:r>
            <a:r>
              <a:rPr lang="en-US" sz="7500" b="1" dirty="0" err="1">
                <a:latin typeface="Arial" panose="020B0604020202020204" pitchFamily="34" charset="0"/>
                <a:cs typeface="Arial" panose="020B0604020202020204" pitchFamily="34" charset="0"/>
              </a:rPr>
              <a:t>một</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xin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vâng</a:t>
            </a:r>
            <a:r>
              <a:rPr lang="en-US" sz="7500" b="1" dirty="0">
                <a:latin typeface="Arial" panose="020B0604020202020204" pitchFamily="34" charset="0"/>
                <a:cs typeface="Arial" panose="020B0604020202020204" pitchFamily="34" charset="0"/>
              </a:rPr>
              <a:t> ý Cha </a:t>
            </a:r>
            <a:r>
              <a:rPr lang="en-US" sz="7500" b="1" dirty="0" err="1">
                <a:latin typeface="Arial" panose="020B0604020202020204" pitchFamily="34" charset="0"/>
                <a:cs typeface="Arial" panose="020B0604020202020204" pitchFamily="34" charset="0"/>
              </a:rPr>
              <a:t>đã</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định</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trước</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muốn</a:t>
            </a:r>
            <a:r>
              <a:rPr lang="en-US" sz="7500" b="1" dirty="0">
                <a:latin typeface="Arial" panose="020B0604020202020204" pitchFamily="34" charset="0"/>
                <a:cs typeface="Arial" panose="020B0604020202020204" pitchFamily="34" charset="0"/>
              </a:rPr>
              <a:t> </a:t>
            </a:r>
            <a:r>
              <a:rPr lang="en-US" sz="7500" b="1" dirty="0" err="1">
                <a:latin typeface="Arial" panose="020B0604020202020204" pitchFamily="34" charset="0"/>
                <a:cs typeface="Arial" panose="020B0604020202020204" pitchFamily="34" charset="0"/>
              </a:rPr>
              <a:t>đời</a:t>
            </a:r>
            <a:endParaRPr lang="en-US" sz="75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053844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62B8A9C-8E6A-292C-9AA9-D059C5738E4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FAA5679-D5AA-DC12-5F3F-9F426F5D304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9641266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672353"/>
            <a:ext cx="9144000" cy="4471146"/>
          </a:xfrm>
          <a:solidFill>
            <a:schemeClr val="bg1"/>
          </a:solidFill>
        </p:spPr>
        <p:txBody>
          <a:bodyPr lIns="91440" tIns="0" rIns="91440" bIns="0">
            <a:noAutofit/>
          </a:bodyPr>
          <a:lstStyle/>
          <a:p>
            <a:r>
              <a:rPr lang="vi-VN" sz="7400" b="1">
                <a:latin typeface="Arial" panose="020B0604020202020204" pitchFamily="34" charset="0"/>
                <a:cs typeface="Arial" panose="020B0604020202020204" pitchFamily="34" charset="0"/>
              </a:rPr>
              <a:t>Con ơi, con phải vui mừng. Vì em con đã chết, mà nay lại sống.</a:t>
            </a:r>
            <a:endParaRPr lang="en-US" sz="7400" b="1">
              <a:effectLst/>
              <a:latin typeface="Arial" panose="020B0604020202020204" pitchFamily="34" charset="0"/>
              <a:cs typeface="Arial" panose="020B0604020202020204" pitchFamily="34" charset="0"/>
            </a:endParaRP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0"/>
            <a:ext cx="9144000" cy="672353"/>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a:solidFill>
                  <a:srgbClr val="FF0000"/>
                </a:solidFill>
                <a:latin typeface="Arial" panose="020B0604020202020204" pitchFamily="34" charset="0"/>
                <a:cs typeface="Arial" panose="020B0604020202020204" pitchFamily="34" charset="0"/>
              </a:rPr>
              <a:t>CA HIỆP LỄ</a:t>
            </a:r>
            <a:endParaRPr lang="vi-VN" sz="3200" b="1">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246050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F4899-36AA-004A-74F2-83AB0403B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46500-8CC8-29EB-4E73-82029E0996B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6000" b="1" dirty="0" err="1">
                <a:solidFill>
                  <a:srgbClr val="FF0000"/>
                </a:solidFill>
                <a:latin typeface="Arial" panose="020B0604020202020204" pitchFamily="34" charset="0"/>
                <a:ea typeface="Sans Serif Collection" panose="020B0502040504020204" pitchFamily="34" charset="0"/>
                <a:cs typeface="Arial" panose="020B0604020202020204" pitchFamily="34" charset="0"/>
              </a:rPr>
              <a:t>Hiệp</a:t>
            </a:r>
            <a:r>
              <a:rPr lang="en-US" sz="6000" b="1" dirty="0">
                <a:solidFill>
                  <a:srgbClr val="FF0000"/>
                </a:solidFill>
                <a:latin typeface="Arial" panose="020B0604020202020204" pitchFamily="34" charset="0"/>
                <a:ea typeface="Sans Serif Collection" panose="020B0502040504020204" pitchFamily="34" charset="0"/>
                <a:cs typeface="Arial" panose="020B0604020202020204" pitchFamily="34" charset="0"/>
              </a:rPr>
              <a:t> </a:t>
            </a:r>
            <a:r>
              <a:rPr lang="en-US" sz="6000" b="1" dirty="0" err="1">
                <a:solidFill>
                  <a:srgbClr val="FF0000"/>
                </a:solidFill>
                <a:latin typeface="Arial" panose="020B0604020202020204" pitchFamily="34" charset="0"/>
                <a:ea typeface="Sans Serif Collection" panose="020B0502040504020204" pitchFamily="34" charset="0"/>
                <a:cs typeface="Arial" panose="020B0604020202020204" pitchFamily="34" charset="0"/>
              </a:rPr>
              <a:t>lễ</a:t>
            </a:r>
            <a:br>
              <a:rPr lang="en-US" sz="6000" b="1" dirty="0">
                <a:effectLst/>
                <a:latin typeface="Arial" panose="020B0604020202020204" pitchFamily="34" charset="0"/>
                <a:ea typeface="Sans Serif Collection" panose="020B0502040504020204" pitchFamily="34" charset="0"/>
                <a:cs typeface="Arial" panose="020B0604020202020204" pitchFamily="34" charset="0"/>
              </a:rPr>
            </a:br>
            <a:r>
              <a:rPr lang="en-US" sz="7500" b="1" dirty="0" err="1">
                <a:solidFill>
                  <a:srgbClr val="7030A0"/>
                </a:solidFill>
                <a:effectLst/>
                <a:latin typeface="Arial" panose="020B0604020202020204" pitchFamily="34" charset="0"/>
                <a:ea typeface="Sans Serif Collection" panose="020B0502040504020204" pitchFamily="34" charset="0"/>
                <a:cs typeface="Arial" panose="020B0604020202020204" pitchFamily="34" charset="0"/>
              </a:rPr>
              <a:t>CHỜ</a:t>
            </a:r>
            <a:r>
              <a:rPr lang="en-US" sz="7500" b="1" dirty="0">
                <a:solidFill>
                  <a:srgbClr val="7030A0"/>
                </a:solidFill>
                <a:effectLst/>
                <a:latin typeface="Arial" panose="020B0604020202020204" pitchFamily="34" charset="0"/>
                <a:ea typeface="Sans Serif Collection" panose="020B0502040504020204" pitchFamily="34" charset="0"/>
                <a:cs typeface="Arial" panose="020B0604020202020204" pitchFamily="34" charset="0"/>
              </a:rPr>
              <a:t> </a:t>
            </a:r>
            <a:r>
              <a:rPr lang="en-US" sz="7500" b="1" dirty="0" err="1">
                <a:solidFill>
                  <a:srgbClr val="7030A0"/>
                </a:solidFill>
                <a:effectLst/>
                <a:latin typeface="Arial" panose="020B0604020202020204" pitchFamily="34" charset="0"/>
                <a:ea typeface="Sans Serif Collection" panose="020B0502040504020204" pitchFamily="34" charset="0"/>
                <a:cs typeface="Arial" panose="020B0604020202020204" pitchFamily="34" charset="0"/>
              </a:rPr>
              <a:t>MONG</a:t>
            </a:r>
            <a:br>
              <a:rPr lang="en-US" sz="6000" b="1" i="0" dirty="0">
                <a:solidFill>
                  <a:srgbClr val="202124"/>
                </a:solidFill>
                <a:effectLst/>
                <a:latin typeface="Arial" panose="020B0604020202020204" pitchFamily="34" charset="0"/>
                <a:ea typeface="Sans Serif Collection" panose="020B0502040504020204" pitchFamily="34" charset="0"/>
                <a:cs typeface="Arial" panose="020B0604020202020204" pitchFamily="34" charset="0"/>
              </a:rPr>
            </a:br>
            <a:r>
              <a:rPr lang="en-US" sz="3600" b="1" i="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rPr>
              <a:t>(</a:t>
            </a:r>
            <a:r>
              <a:rPr lang="en-US" sz="3600" b="1" i="1" dirty="0" err="1">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rPr>
              <a:t>Lm</a:t>
            </a:r>
            <a:r>
              <a:rPr lang="en-US" sz="3600" b="1" i="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rPr>
              <a:t>. Nguyễn Duy)</a:t>
            </a:r>
            <a:endParaRPr lang="en-US" sz="6000" b="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endParaRPr>
          </a:p>
        </p:txBody>
      </p:sp>
    </p:spTree>
    <p:extLst>
      <p:ext uri="{BB962C8B-B14F-4D97-AF65-F5344CB8AC3E}">
        <p14:creationId xmlns:p14="http://schemas.microsoft.com/office/powerpoint/2010/main" val="395886234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AFCE-7081-F071-261D-4E469B71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DB8AF-DBC1-FC77-9BEB-926C6D7AF5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1. Ngày nào con thứ thân thưa: Xin Cha chia phần sản nghiệp. </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230158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8F011-4D88-8E8B-934D-5A8839BAD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B62DE-2425-A2F7-ADF6-ADCCD3D2D62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Để rồi con bước ra đi, mang theo những túi </a:t>
            </a:r>
            <a:r>
              <a:rPr lang="vi-VN" sz="8000" b="1" dirty="0" err="1">
                <a:effectLst/>
                <a:latin typeface="Arial" panose="020B0604020202020204" pitchFamily="34" charset="0"/>
                <a:cs typeface="Arial" panose="020B0604020202020204" pitchFamily="34" charset="0"/>
              </a:rPr>
              <a:t>đam</a:t>
            </a:r>
            <a:r>
              <a:rPr lang="vi-VN" sz="8000" b="1" dirty="0">
                <a:effectLst/>
                <a:latin typeface="Arial" panose="020B0604020202020204" pitchFamily="34" charset="0"/>
                <a:cs typeface="Arial" panose="020B0604020202020204" pitchFamily="34" charset="0"/>
              </a:rPr>
              <a:t> mê.</a:t>
            </a:r>
            <a:r>
              <a:rPr lang="en-US" sz="8000" b="1" dirty="0">
                <a:effectLst/>
                <a:latin typeface="Arial" panose="020B0604020202020204" pitchFamily="34" charset="0"/>
                <a:cs typeface="Arial" panose="020B0604020202020204" pitchFamily="34" charset="0"/>
              </a:rPr>
              <a:t> </a:t>
            </a:r>
            <a:r>
              <a:rPr lang="vi-VN" sz="8000" b="1" dirty="0">
                <a:effectLst/>
                <a:latin typeface="Arial" panose="020B0604020202020204" pitchFamily="34" charset="0"/>
                <a:cs typeface="Arial" panose="020B0604020202020204" pitchFamily="34" charset="0"/>
              </a:rPr>
              <a:t> </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782371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21D47-E67D-D905-0D67-C49C4A320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D13A09-3364-EDB4-06A1-4C2243EEB7B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Vào đời ươm trong hoa bướm, rượu nồng say men ái tình. </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961702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94C62-5929-09AE-CD57-ADB6412339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10490-E12C-7BCA-C21F-36A3FE02074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Cuộc tình ngày thêm ngao ngán, héo hon nặng bao nỗi buồn.</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240609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7C07C-A787-B854-DC3E-EE155131B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94E97-04E3-513C-3C2B-CDA9F3B91E3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000" b="1" dirty="0" err="1">
                <a:latin typeface="Arial" panose="020B0604020202020204" pitchFamily="34" charset="0"/>
                <a:cs typeface="Arial" panose="020B0604020202020204" pitchFamily="34" charset="0"/>
              </a:rPr>
              <a:t>ĐK</a:t>
            </a:r>
            <a:r>
              <a:rPr lang="en-US" sz="8000" b="1" dirty="0">
                <a:latin typeface="Arial" panose="020B0604020202020204" pitchFamily="34" charset="0"/>
                <a:cs typeface="Arial" panose="020B0604020202020204" pitchFamily="34" charset="0"/>
              </a:rPr>
              <a:t>: </a:t>
            </a:r>
            <a:r>
              <a:rPr lang="vi-VN" sz="8000" b="1" dirty="0">
                <a:latin typeface="Arial" panose="020B0604020202020204" pitchFamily="34" charset="0"/>
                <a:cs typeface="Arial" panose="020B0604020202020204" pitchFamily="34" charset="0"/>
              </a:rPr>
              <a:t>Bao la ôi tấm lòng Cha thứ tha bỏ qua bao lỗi lầm xưa. </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091546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E4377-840A-4F17-9DF4-5727C315F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30C58-AB6E-3117-BF76-D0DAEF1A69B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000" b="1" dirty="0">
                <a:effectLst/>
                <a:latin typeface="Arial" panose="020B0604020202020204" pitchFamily="34" charset="0"/>
                <a:cs typeface="Arial" panose="020B0604020202020204" pitchFamily="34" charset="0"/>
              </a:rPr>
              <a:t>Con </a:t>
            </a:r>
            <a:r>
              <a:rPr lang="en-US" sz="8000" b="1" dirty="0" err="1">
                <a:effectLst/>
                <a:latin typeface="Arial" panose="020B0604020202020204" pitchFamily="34" charset="0"/>
                <a:cs typeface="Arial" panose="020B0604020202020204" pitchFamily="34" charset="0"/>
              </a:rPr>
              <a:t>xin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đoan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hứa</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từ</a:t>
            </a:r>
            <a:r>
              <a:rPr lang="en-US" sz="8000" b="1" dirty="0">
                <a:effectLst/>
                <a:latin typeface="Arial" panose="020B0604020202020204" pitchFamily="34" charset="0"/>
                <a:cs typeface="Arial" panose="020B0604020202020204" pitchFamily="34" charset="0"/>
              </a:rPr>
              <a:t> nay </a:t>
            </a:r>
            <a:r>
              <a:rPr lang="en-US" sz="8000" b="1" dirty="0" err="1">
                <a:effectLst/>
                <a:latin typeface="Arial" panose="020B0604020202020204" pitchFamily="34" charset="0"/>
                <a:cs typeface="Arial" panose="020B0604020202020204" pitchFamily="34" charset="0"/>
              </a:rPr>
              <a:t>yêu</a:t>
            </a:r>
            <a:r>
              <a:rPr lang="en-US" sz="8000" b="1" dirty="0">
                <a:effectLst/>
                <a:latin typeface="Arial" panose="020B0604020202020204" pitchFamily="34" charset="0"/>
                <a:cs typeface="Arial" panose="020B0604020202020204" pitchFamily="34" charset="0"/>
              </a:rPr>
              <a:t> Chúa </a:t>
            </a:r>
            <a:r>
              <a:rPr lang="en-US" sz="8000" b="1" dirty="0" err="1">
                <a:effectLst/>
                <a:latin typeface="Arial" panose="020B0604020202020204" pitchFamily="34" charset="0"/>
                <a:cs typeface="Arial" panose="020B0604020202020204" pitchFamily="34" charset="0"/>
              </a:rPr>
              <a:t>ngàn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thu</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đền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đáp</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tình</a:t>
            </a:r>
            <a:r>
              <a:rPr lang="en-US" sz="8000" b="1" dirty="0">
                <a:effectLst/>
                <a:latin typeface="Arial" panose="020B0604020202020204" pitchFamily="34" charset="0"/>
                <a:cs typeface="Arial" panose="020B0604020202020204" pitchFamily="34" charset="0"/>
              </a:rPr>
              <a:t> Cha.</a:t>
            </a:r>
          </a:p>
        </p:txBody>
      </p:sp>
    </p:spTree>
    <p:extLst>
      <p:ext uri="{BB962C8B-B14F-4D97-AF65-F5344CB8AC3E}">
        <p14:creationId xmlns:p14="http://schemas.microsoft.com/office/powerpoint/2010/main" val="27266157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BDDC1-8F3C-B2DF-6FAD-17394F463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B5DA8-8B12-3DF3-6ED7-F984E71AFDC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2. Ngày này Cha những mong con, thương con đêm hằng thức chờ</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226667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C4BB0-E0CE-7A5A-BCDA-3EA2545AB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5C018-ED79-2CF1-3A12-8C4F92AEF84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Bụi mù xa </a:t>
            </a:r>
            <a:r>
              <a:rPr lang="vi-VN" sz="8000" b="1" dirty="0" err="1">
                <a:effectLst/>
                <a:latin typeface="Arial" panose="020B0604020202020204" pitchFamily="34" charset="0"/>
                <a:cs typeface="Arial" panose="020B0604020202020204" pitchFamily="34" charset="0"/>
              </a:rPr>
              <a:t>tắp</a:t>
            </a:r>
            <a:r>
              <a:rPr lang="vi-VN" sz="8000" b="1" dirty="0">
                <a:effectLst/>
                <a:latin typeface="Arial" panose="020B0604020202020204" pitchFamily="34" charset="0"/>
                <a:cs typeface="Arial" panose="020B0604020202020204" pitchFamily="34" charset="0"/>
              </a:rPr>
              <a:t> phương nao, con yêu đắm đuối nơi nao.</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643321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18078-B372-C121-D568-E5B74C303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818E3-3415-AC9A-A7F8-BA4B1DE2F0C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Nửa tình con mang đi mất, nửa tình Cha mang não nề.</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62170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1EE19-BE24-894C-03CB-C62F062EA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882F0-9572-7FD9-E09E-089C4ECCAB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Lệ sầu mờ đôi mắt ngóng, ước mong ngày con trở về.</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065451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20075-9513-1F55-1E78-0AD2B93DE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25144-ECDC-D46C-6350-B2164853CE7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000" b="1" dirty="0" err="1">
                <a:latin typeface="Arial" panose="020B0604020202020204" pitchFamily="34" charset="0"/>
                <a:cs typeface="Arial" panose="020B0604020202020204" pitchFamily="34" charset="0"/>
              </a:rPr>
              <a:t>ĐK</a:t>
            </a:r>
            <a:r>
              <a:rPr lang="en-US" sz="8000" b="1" dirty="0">
                <a:latin typeface="Arial" panose="020B0604020202020204" pitchFamily="34" charset="0"/>
                <a:cs typeface="Arial" panose="020B0604020202020204" pitchFamily="34" charset="0"/>
              </a:rPr>
              <a:t>: </a:t>
            </a:r>
            <a:r>
              <a:rPr lang="vi-VN" sz="8000" b="1" dirty="0">
                <a:latin typeface="Arial" panose="020B0604020202020204" pitchFamily="34" charset="0"/>
                <a:cs typeface="Arial" panose="020B0604020202020204" pitchFamily="34" charset="0"/>
              </a:rPr>
              <a:t>Bao la ôi tấm lòng Cha thứ tha bỏ qua bao lỗi lầm xưa. </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582710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EC9BA-F45F-1640-1D52-09F51BD72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E4BDF-7665-4EB1-6AD6-53F2B937F86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000" b="1" dirty="0">
                <a:effectLst/>
                <a:latin typeface="Arial" panose="020B0604020202020204" pitchFamily="34" charset="0"/>
                <a:cs typeface="Arial" panose="020B0604020202020204" pitchFamily="34" charset="0"/>
              </a:rPr>
              <a:t>Con </a:t>
            </a:r>
            <a:r>
              <a:rPr lang="en-US" sz="8000" b="1" dirty="0" err="1">
                <a:effectLst/>
                <a:latin typeface="Arial" panose="020B0604020202020204" pitchFamily="34" charset="0"/>
                <a:cs typeface="Arial" panose="020B0604020202020204" pitchFamily="34" charset="0"/>
              </a:rPr>
              <a:t>xin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đoan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hứa</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từ</a:t>
            </a:r>
            <a:r>
              <a:rPr lang="en-US" sz="8000" b="1" dirty="0">
                <a:effectLst/>
                <a:latin typeface="Arial" panose="020B0604020202020204" pitchFamily="34" charset="0"/>
                <a:cs typeface="Arial" panose="020B0604020202020204" pitchFamily="34" charset="0"/>
              </a:rPr>
              <a:t> nay </a:t>
            </a:r>
            <a:r>
              <a:rPr lang="en-US" sz="8000" b="1" dirty="0" err="1">
                <a:effectLst/>
                <a:latin typeface="Arial" panose="020B0604020202020204" pitchFamily="34" charset="0"/>
                <a:cs typeface="Arial" panose="020B0604020202020204" pitchFamily="34" charset="0"/>
              </a:rPr>
              <a:t>yêu</a:t>
            </a:r>
            <a:r>
              <a:rPr lang="en-US" sz="8000" b="1" dirty="0">
                <a:effectLst/>
                <a:latin typeface="Arial" panose="020B0604020202020204" pitchFamily="34" charset="0"/>
                <a:cs typeface="Arial" panose="020B0604020202020204" pitchFamily="34" charset="0"/>
              </a:rPr>
              <a:t> Chúa </a:t>
            </a:r>
            <a:r>
              <a:rPr lang="en-US" sz="8000" b="1" dirty="0" err="1">
                <a:effectLst/>
                <a:latin typeface="Arial" panose="020B0604020202020204" pitchFamily="34" charset="0"/>
                <a:cs typeface="Arial" panose="020B0604020202020204" pitchFamily="34" charset="0"/>
              </a:rPr>
              <a:t>ngàn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thu</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đền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đáp</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tình</a:t>
            </a:r>
            <a:r>
              <a:rPr lang="en-US" sz="8000" b="1" dirty="0">
                <a:effectLst/>
                <a:latin typeface="Arial" panose="020B0604020202020204" pitchFamily="34" charset="0"/>
                <a:cs typeface="Arial" panose="020B0604020202020204" pitchFamily="34" charset="0"/>
              </a:rPr>
              <a:t> Cha.</a:t>
            </a:r>
          </a:p>
        </p:txBody>
      </p:sp>
    </p:spTree>
    <p:extLst>
      <p:ext uri="{BB962C8B-B14F-4D97-AF65-F5344CB8AC3E}">
        <p14:creationId xmlns:p14="http://schemas.microsoft.com/office/powerpoint/2010/main" val="130260605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5847-1132-323B-EB90-0E3A260CC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42BC1-22E7-4FB7-767F-EE4C37B44CA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3. Một chiều con thứ cô đơn, tâm tư tan rời giấc mộng.</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097453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4AB6D-4CA0-36F8-3BB5-9649907E1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0E75D-1BB8-EA76-68EE-65204D53262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Chợt lòng nghe tiếng xa xăm, đâu như tiếng khóc âm thầm.</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97611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E594B-819C-AD75-DDBD-A85A7207D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10365-61E2-4E22-DECD-5DBF04C5DE3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Phụ tình con nay đâu dám, trở về ôi bao lỗi lầm. </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65931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869F-0B36-BC29-305A-86C64BA4A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67F32-12B7-524D-E0EE-9519B030946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8000" b="1" dirty="0">
                <a:effectLst/>
                <a:latin typeface="Arial" panose="020B0604020202020204" pitchFamily="34" charset="0"/>
                <a:cs typeface="Arial" panose="020B0604020202020204" pitchFamily="34" charset="0"/>
              </a:rPr>
              <a:t>Gửi về cùng Cha yêu dấu, biết chăng lòng hối lỗi rồi.</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907803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60C65-33B9-436B-C963-4533C5532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E4431-B865-84EA-993D-EE3B6D41F2F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000" b="1" dirty="0" err="1">
                <a:latin typeface="Arial" panose="020B0604020202020204" pitchFamily="34" charset="0"/>
                <a:cs typeface="Arial" panose="020B0604020202020204" pitchFamily="34" charset="0"/>
              </a:rPr>
              <a:t>ĐK</a:t>
            </a:r>
            <a:r>
              <a:rPr lang="en-US" sz="8000" b="1" dirty="0">
                <a:latin typeface="Arial" panose="020B0604020202020204" pitchFamily="34" charset="0"/>
                <a:cs typeface="Arial" panose="020B0604020202020204" pitchFamily="34" charset="0"/>
              </a:rPr>
              <a:t>: </a:t>
            </a:r>
            <a:r>
              <a:rPr lang="vi-VN" sz="8000" b="1" dirty="0">
                <a:latin typeface="Arial" panose="020B0604020202020204" pitchFamily="34" charset="0"/>
                <a:cs typeface="Arial" panose="020B0604020202020204" pitchFamily="34" charset="0"/>
              </a:rPr>
              <a:t>Bao la ôi tấm lòng Cha thứ tha bỏ qua bao lỗi lầm xưa. </a:t>
            </a:r>
            <a:endParaRPr lang="en-US" sz="80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820393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E90C-593A-C46E-02BC-766C5ABA2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55926-FBE3-39E7-7553-1B06EE8E412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000" b="1" dirty="0">
                <a:effectLst/>
                <a:latin typeface="Arial" panose="020B0604020202020204" pitchFamily="34" charset="0"/>
                <a:cs typeface="Arial" panose="020B0604020202020204" pitchFamily="34" charset="0"/>
              </a:rPr>
              <a:t>Con </a:t>
            </a:r>
            <a:r>
              <a:rPr lang="en-US" sz="8000" b="1" dirty="0" err="1">
                <a:effectLst/>
                <a:latin typeface="Arial" panose="020B0604020202020204" pitchFamily="34" charset="0"/>
                <a:cs typeface="Arial" panose="020B0604020202020204" pitchFamily="34" charset="0"/>
              </a:rPr>
              <a:t>xin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đoan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hứa</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từ</a:t>
            </a:r>
            <a:r>
              <a:rPr lang="en-US" sz="8000" b="1" dirty="0">
                <a:effectLst/>
                <a:latin typeface="Arial" panose="020B0604020202020204" pitchFamily="34" charset="0"/>
                <a:cs typeface="Arial" panose="020B0604020202020204" pitchFamily="34" charset="0"/>
              </a:rPr>
              <a:t> nay </a:t>
            </a:r>
            <a:r>
              <a:rPr lang="en-US" sz="8000" b="1" dirty="0" err="1">
                <a:effectLst/>
                <a:latin typeface="Arial" panose="020B0604020202020204" pitchFamily="34" charset="0"/>
                <a:cs typeface="Arial" panose="020B0604020202020204" pitchFamily="34" charset="0"/>
              </a:rPr>
              <a:t>yêu</a:t>
            </a:r>
            <a:r>
              <a:rPr lang="en-US" sz="8000" b="1" dirty="0">
                <a:effectLst/>
                <a:latin typeface="Arial" panose="020B0604020202020204" pitchFamily="34" charset="0"/>
                <a:cs typeface="Arial" panose="020B0604020202020204" pitchFamily="34" charset="0"/>
              </a:rPr>
              <a:t> Chúa </a:t>
            </a:r>
            <a:r>
              <a:rPr lang="en-US" sz="8000" b="1" dirty="0" err="1">
                <a:effectLst/>
                <a:latin typeface="Arial" panose="020B0604020202020204" pitchFamily="34" charset="0"/>
                <a:cs typeface="Arial" panose="020B0604020202020204" pitchFamily="34" charset="0"/>
              </a:rPr>
              <a:t>ngàn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thu</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đền</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đáp</a:t>
            </a:r>
            <a:r>
              <a:rPr lang="en-US" sz="8000" b="1" dirty="0">
                <a:effectLst/>
                <a:latin typeface="Arial" panose="020B0604020202020204" pitchFamily="34" charset="0"/>
                <a:cs typeface="Arial" panose="020B0604020202020204" pitchFamily="34" charset="0"/>
              </a:rPr>
              <a:t> </a:t>
            </a:r>
            <a:r>
              <a:rPr lang="en-US" sz="8000" b="1" dirty="0" err="1">
                <a:effectLst/>
                <a:latin typeface="Arial" panose="020B0604020202020204" pitchFamily="34" charset="0"/>
                <a:cs typeface="Arial" panose="020B0604020202020204" pitchFamily="34" charset="0"/>
              </a:rPr>
              <a:t>tình</a:t>
            </a:r>
            <a:r>
              <a:rPr lang="en-US" sz="8000" b="1" dirty="0">
                <a:effectLst/>
                <a:latin typeface="Arial" panose="020B0604020202020204" pitchFamily="34" charset="0"/>
                <a:cs typeface="Arial" panose="020B0604020202020204" pitchFamily="34" charset="0"/>
              </a:rPr>
              <a:t> Cha.</a:t>
            </a:r>
          </a:p>
        </p:txBody>
      </p:sp>
    </p:spTree>
    <p:extLst>
      <p:ext uri="{BB962C8B-B14F-4D97-AF65-F5344CB8AC3E}">
        <p14:creationId xmlns:p14="http://schemas.microsoft.com/office/powerpoint/2010/main" val="239392100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BB6B7-0B53-8E34-927E-49D2B3E72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C825A-A998-5FED-BA3A-0369EEC37D3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6000" b="1" err="1">
                <a:solidFill>
                  <a:srgbClr val="FF0000"/>
                </a:solidFill>
                <a:latin typeface="Arial"/>
                <a:ea typeface="Sans Serif Collection"/>
                <a:cs typeface="Arial"/>
              </a:rPr>
              <a:t>Kết</a:t>
            </a:r>
            <a:r>
              <a:rPr lang="en-US" sz="6000" b="1">
                <a:solidFill>
                  <a:srgbClr val="FF0000"/>
                </a:solidFill>
                <a:latin typeface="Arial"/>
                <a:ea typeface="Sans Serif Collection"/>
                <a:cs typeface="Arial"/>
              </a:rPr>
              <a:t> </a:t>
            </a:r>
            <a:r>
              <a:rPr lang="en-US" sz="6000" b="1" err="1">
                <a:solidFill>
                  <a:srgbClr val="FF0000"/>
                </a:solidFill>
                <a:latin typeface="Arial"/>
                <a:ea typeface="Sans Serif Collection"/>
                <a:cs typeface="Arial"/>
              </a:rPr>
              <a:t>lễ</a:t>
            </a:r>
            <a:br>
              <a:rPr lang="en-US" sz="6000" b="1" dirty="0">
                <a:effectLst/>
                <a:latin typeface="Arial" panose="020B0604020202020204" pitchFamily="34" charset="0"/>
                <a:ea typeface="Sans Serif Collection" panose="020B0502040504020204" pitchFamily="34" charset="0"/>
                <a:cs typeface="Arial" panose="020B0604020202020204" pitchFamily="34" charset="0"/>
              </a:rPr>
            </a:br>
            <a:r>
              <a:rPr lang="vi-VN" sz="7500" b="1">
                <a:solidFill>
                  <a:srgbClr val="7030A0"/>
                </a:solidFill>
                <a:effectLst/>
                <a:latin typeface="Arial"/>
                <a:ea typeface="Sans Serif Collection"/>
                <a:cs typeface="Arial"/>
              </a:rPr>
              <a:t>TRẦM CA </a:t>
            </a:r>
            <a:r>
              <a:rPr lang="vi-VN" sz="7500" b="1">
                <a:solidFill>
                  <a:srgbClr val="7030A0"/>
                </a:solidFill>
                <a:latin typeface="Arial"/>
                <a:ea typeface="Sans Serif Collection"/>
                <a:cs typeface="Arial"/>
              </a:rPr>
              <a:t>BÊN MẸ</a:t>
            </a:r>
            <a:br>
              <a:rPr lang="en-US" sz="6000" b="1" i="0">
                <a:effectLst/>
                <a:latin typeface="Arial" panose="020B0604020202020204" pitchFamily="34" charset="0"/>
                <a:ea typeface="Sans Serif Collection" panose="020B0502040504020204" pitchFamily="34" charset="0"/>
                <a:cs typeface="Arial" panose="020B0604020202020204" pitchFamily="34" charset="0"/>
              </a:rPr>
            </a:br>
            <a:r>
              <a:rPr lang="en-US" sz="3600" b="1" i="1">
                <a:solidFill>
                  <a:schemeClr val="bg1">
                    <a:lumMod val="50000"/>
                  </a:schemeClr>
                </a:solidFill>
                <a:effectLst/>
                <a:latin typeface="Arial"/>
                <a:ea typeface="Sans Serif Collection"/>
                <a:cs typeface="Arial"/>
              </a:rPr>
              <a:t>(</a:t>
            </a:r>
            <a:r>
              <a:rPr lang="en-US" sz="3600" b="1" i="1" err="1">
                <a:solidFill>
                  <a:schemeClr val="bg1">
                    <a:lumMod val="50000"/>
                  </a:schemeClr>
                </a:solidFill>
                <a:latin typeface="Arial"/>
                <a:ea typeface="Sans Serif Collection"/>
                <a:cs typeface="Arial"/>
              </a:rPr>
              <a:t>Lm</a:t>
            </a:r>
            <a:r>
              <a:rPr lang="en-US" sz="3600" b="1" i="1">
                <a:solidFill>
                  <a:schemeClr val="bg1">
                    <a:lumMod val="50000"/>
                  </a:schemeClr>
                </a:solidFill>
                <a:latin typeface="Arial"/>
                <a:ea typeface="Sans Serif Collection"/>
                <a:cs typeface="Arial"/>
              </a:rPr>
              <a:t>.</a:t>
            </a:r>
            <a:r>
              <a:rPr lang="en-US" sz="3600" b="1" i="1">
                <a:solidFill>
                  <a:schemeClr val="bg1">
                    <a:lumMod val="50000"/>
                  </a:schemeClr>
                </a:solidFill>
                <a:effectLst/>
                <a:latin typeface="Arial"/>
                <a:ea typeface="Sans Serif Collection"/>
                <a:cs typeface="Arial"/>
              </a:rPr>
              <a:t> </a:t>
            </a:r>
            <a:r>
              <a:rPr lang="en-US" sz="3600" b="1" i="1">
                <a:solidFill>
                  <a:schemeClr val="bg1">
                    <a:lumMod val="50000"/>
                  </a:schemeClr>
                </a:solidFill>
                <a:latin typeface="Arial"/>
                <a:ea typeface="Sans Serif Collection"/>
                <a:cs typeface="Arial"/>
              </a:rPr>
              <a:t>Phương Anh</a:t>
            </a:r>
            <a:r>
              <a:rPr lang="en-US" sz="3600" b="1" i="1">
                <a:solidFill>
                  <a:schemeClr val="bg1">
                    <a:lumMod val="50000"/>
                  </a:schemeClr>
                </a:solidFill>
                <a:effectLst/>
                <a:latin typeface="Arial"/>
                <a:ea typeface="Sans Serif Collection"/>
                <a:cs typeface="Arial"/>
              </a:rPr>
              <a:t>)</a:t>
            </a:r>
            <a:endParaRPr lang="en-US" sz="6000" b="1" dirty="0">
              <a:solidFill>
                <a:schemeClr val="bg1">
                  <a:lumMod val="50000"/>
                </a:schemeClr>
              </a:solidFill>
              <a:effectLst/>
              <a:latin typeface="Arial" panose="020B0604020202020204" pitchFamily="34" charset="0"/>
              <a:ea typeface="Sans Serif Collection" panose="020B0502040504020204" pitchFamily="34" charset="0"/>
              <a:cs typeface="Arial" panose="020B0604020202020204" pitchFamily="34" charset="0"/>
            </a:endParaRPr>
          </a:p>
        </p:txBody>
      </p:sp>
    </p:spTree>
    <p:extLst>
      <p:ext uri="{BB962C8B-B14F-4D97-AF65-F5344CB8AC3E}">
        <p14:creationId xmlns:p14="http://schemas.microsoft.com/office/powerpoint/2010/main" val="162312320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02AFA-B55D-EA5D-76A4-121699CDE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B7A7C-C6BF-BBBA-3631-B0614733E9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6600" b="1">
                <a:solidFill>
                  <a:srgbClr val="000000"/>
                </a:solidFill>
                <a:latin typeface="Arial"/>
                <a:ea typeface="Sans Serif Collection"/>
                <a:cs typeface="Arial"/>
              </a:rPr>
              <a:t>1. Một người lặng trầm đi từng bước âm thầm bên Đức Nữ Trinh trên đường dương thế. </a:t>
            </a:r>
            <a:endParaRPr lang="en-US" sz="3600" b="1" i="1">
              <a:solidFill>
                <a:schemeClr val="bg1">
                  <a:lumMod val="50000"/>
                </a:schemeClr>
              </a:solidFill>
              <a:effectLst/>
              <a:latin typeface="Arial"/>
              <a:ea typeface="Sans Serif Collection"/>
              <a:cs typeface="Arial"/>
            </a:endParaRPr>
          </a:p>
        </p:txBody>
      </p:sp>
    </p:spTree>
    <p:extLst>
      <p:ext uri="{BB962C8B-B14F-4D97-AF65-F5344CB8AC3E}">
        <p14:creationId xmlns:p14="http://schemas.microsoft.com/office/powerpoint/2010/main" val="295880655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63E9F-F2A2-E375-03B8-4C79FF646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13ED9-071A-B96A-D586-EE72042D1A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6900" b="1">
                <a:latin typeface="Arial"/>
                <a:cs typeface="Arial"/>
              </a:rPr>
              <a:t>Ngài là người Cha lao nhọc, lam lũ hy sinh, dưỡng nuôi Người Con Yêu.</a:t>
            </a:r>
            <a:endParaRPr lang="en-US" sz="6900" b="1">
              <a:effectLst/>
              <a:latin typeface="Arial"/>
              <a:cs typeface="Arial"/>
            </a:endParaRPr>
          </a:p>
        </p:txBody>
      </p:sp>
    </p:spTree>
    <p:extLst>
      <p:ext uri="{BB962C8B-B14F-4D97-AF65-F5344CB8AC3E}">
        <p14:creationId xmlns:p14="http://schemas.microsoft.com/office/powerpoint/2010/main" val="340707429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23697-BA06-0816-42D2-9F572A114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F3DC3-AA19-4627-E1D2-F58BE6BF87A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7000" b="1">
                <a:latin typeface="Arial"/>
                <a:cs typeface="Arial"/>
              </a:rPr>
              <a:t>Ngài là người Công Chính, là niềm an bình, là người bạn đường của Mẹ Đức</a:t>
            </a:r>
            <a:endParaRPr lang="en-US" sz="7000" b="1">
              <a:effectLst/>
              <a:latin typeface="Arial"/>
              <a:cs typeface="Arial"/>
            </a:endParaRPr>
          </a:p>
        </p:txBody>
      </p:sp>
    </p:spTree>
    <p:extLst>
      <p:ext uri="{BB962C8B-B14F-4D97-AF65-F5344CB8AC3E}">
        <p14:creationId xmlns:p14="http://schemas.microsoft.com/office/powerpoint/2010/main" val="373174923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F1BF-B9F3-F08D-EF95-9520907F2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9484E-7A70-A803-87ED-2ADF14F3FA1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6800" b="1">
                <a:latin typeface="Arial"/>
                <a:cs typeface="Arial"/>
              </a:rPr>
              <a:t>Ki-tô. Con van xin ngài cho con được noi gương Ngài: Lặng lẽ hy sinh với Mẹ đồng trinh.</a:t>
            </a:r>
            <a:endParaRPr lang="vi-VN" sz="6800" b="1">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531012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
            <a:ext cx="9144000" cy="5143499"/>
          </a:xfrm>
        </p:spPr>
        <p:txBody>
          <a:bodyPr>
            <a:normAutofit/>
          </a:bodyPr>
          <a:lstStyle/>
          <a:p>
            <a:pPr algn="just"/>
            <a:endParaRPr lang="en-US" sz="4600" b="0" dirty="0">
              <a:solidFill>
                <a:srgbClr val="7030A0"/>
              </a:solidFill>
              <a:effectLst/>
              <a:latin typeface="+mj-lt"/>
              <a:cs typeface="Times New Roman"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81600"/>
          </a:xfrm>
          <a:prstGeom prst="rect">
            <a:avLst/>
          </a:prstGeom>
        </p:spPr>
      </p:pic>
    </p:spTree>
    <p:extLst>
      <p:ext uri="{BB962C8B-B14F-4D97-AF65-F5344CB8AC3E}">
        <p14:creationId xmlns:p14="http://schemas.microsoft.com/office/powerpoint/2010/main" val="3917989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1204</TotalTime>
  <Words>4637</Words>
  <Application>Microsoft Office PowerPoint</Application>
  <PresentationFormat>On-screen Show (16:9)</PresentationFormat>
  <Paragraphs>322</Paragraphs>
  <Slides>193</Slides>
  <Notes>28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193</vt:i4>
      </vt:variant>
    </vt:vector>
  </HeadingPairs>
  <TitlesOfParts>
    <vt:vector size="200" baseType="lpstr">
      <vt:lpstr>Arial</vt:lpstr>
      <vt:lpstr>Calibri</vt:lpstr>
      <vt:lpstr>Roboto</vt:lpstr>
      <vt:lpstr>Times New Roman</vt:lpstr>
      <vt:lpstr>UTM American Sans</vt:lpstr>
      <vt:lpstr>Office Theme</vt:lpstr>
      <vt:lpstr>3_Office Theme</vt:lpstr>
      <vt:lpstr>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 Nhập lễ CON ĐƯỜNG CHÚA  ĐÃ ĐI QUA (Văn Chi)</vt:lpstr>
      <vt:lpstr>1. Lạy Chúa, con đường nào Chúa đã đi qua, con đường nào Ngài ra pháp trường,</vt:lpstr>
      <vt:lpstr>mão gai nào hằn lên đau xót? Lạy Chúa, thánh giá nào Ngài vác trên vai, </vt:lpstr>
      <vt:lpstr>đau thương nào phủ kín tâm tư, đường tình đó Ngài dành cho con.</vt:lpstr>
      <vt:lpstr>ĐK: Lạy Chúa, xin cho con bước đi với Ngài, xin cho con cùng vác với Ngài</vt:lpstr>
      <vt:lpstr>thập giá trên đường đời con đi. Lạy Chúa, xin cho con đóng đinh với Ngài,</vt:lpstr>
      <vt:lpstr>xin cho con cùng chết với Ngài để được sống với Ngài vinh quang.</vt:lpstr>
      <vt:lpstr>2. Lạy Chúa! mũi đồng nào đâm thấu con tim, đinh nhọn nào còn loang máu đào,</vt:lpstr>
      <vt:lpstr>tủi nhục nào còn vương trên mắt. Lạy Chúa! những bước nào gục ngã đau thương, </vt:lpstr>
      <vt:lpstr>bao roi đòn hằn vết thê lương đường tình đó Ngài dành cho con.</vt:lpstr>
      <vt:lpstr>ĐK: Lạy Chúa, xin cho con bước đi với Ngài, xin cho con cùng vác với Ngài</vt:lpstr>
      <vt:lpstr>thập giá trên đường đời con đi. Lạy Chúa, xin cho con đóng đinh với Ngài,</vt:lpstr>
      <vt:lpstr>xin cho con cùng chết với Ngài để được sống với Ngài vinh quang.</vt:lpstr>
      <vt:lpstr>PowerPoint Presentation</vt:lpstr>
      <vt:lpstr>PowerPoint Presentation</vt:lpstr>
      <vt:lpstr>Đáp ca THÁNH VỊNH 33 (Lm. Thái Nguyên)</vt:lpstr>
      <vt:lpstr>1. Tôi chúc tụng Chúa trong mọi lúc, miệng tôi luôn ngợi khen Ngài.  </vt:lpstr>
      <vt:lpstr>Trong Chúa hồn tôi hãnh diện, bạn nghèo hãy nghe và hãy mừng vui.</vt:lpstr>
      <vt:lpstr>ĐK:Các bạn nếm thử và xem cho biết Chúa thiện hảo thay,</vt:lpstr>
      <vt:lpstr>phúc ai tìm nương tựa Ngài.  </vt:lpstr>
      <vt:lpstr>2. Bạn hãy cùng tôi ca ngợi Chúa, cùng nhau tán tạ Danh Ngài.</vt:lpstr>
      <vt:lpstr>Trong Chúa hồn tôi hãnh diện, bạn nghèo hãy nghe và hãy mừng vui.</vt:lpstr>
      <vt:lpstr>ĐK:Các bạn nếm thử và xem cho biết Chúa thiện hảo thay,</vt:lpstr>
      <vt:lpstr>phúc ai tìm nương tựa Ngài.  </vt:lpstr>
      <vt:lpstr>3. Hãy hướng về Chúa vui mừng lên, bạn không hổ ngươi bẽ mặt.</vt:lpstr>
      <vt:lpstr>Chúa cứu người trong khổ sầu thoát mọi lo âu khỏi cảnh bể dâu.</vt:lpstr>
      <vt:lpstr>ĐK:Các bạn nếm thử và xem cho biết Chúa thiện hảo thay,</vt:lpstr>
      <vt:lpstr>phúc ai tìm nương tựa Ngài.  </vt:lpstr>
      <vt:lpstr>PowerPoint Presentation</vt:lpstr>
      <vt:lpstr>PowerPoint Presentation</vt:lpstr>
      <vt:lpstr>Tôi muốn ra đi trở về với Cha và thưa Người rằng:</vt:lpstr>
      <vt:lpstr>“Thưa Cha, con đã lỗi phạm đến Trời và đến Cha.”</vt:lpstr>
      <vt:lpstr>PowerPoint Presentation</vt:lpstr>
      <vt:lpstr>PowerPoint Presentation</vt:lpstr>
      <vt:lpstr>PowerPoint Presentation</vt:lpstr>
      <vt:lpstr>Dâng lễ NẾU CÓ THỂ (Kim Long)</vt:lpstr>
      <vt:lpstr>ĐK: Lạy Cha, nếu có thể được thì xin cho Con khỏi uống chén này.</vt:lpstr>
      <vt:lpstr>Đừng theo như ý Con, một xin vâng ý Cha đã định trước muốn đời</vt:lpstr>
      <vt:lpstr>1. Cha không nhận lễ toàn thiêu, không ưng thuận chiên bò hy tế.</vt:lpstr>
      <vt:lpstr>Thì nay Con đến để làm theo ý Cha: Hiến dâng trót cuộc đời.</vt:lpstr>
      <vt:lpstr>ĐK: Lạy Cha, nếu có thể được thì xin cho Con khỏi uống chén này.</vt:lpstr>
      <vt:lpstr>Đừng theo như ý Con, một xin vâng ý Cha đã định trước muốn đời</vt:lpstr>
      <vt:lpstr>2. Bao công việc vui lòng Cha, Con thi hành vuông tròn mau mắn.</vt:lpstr>
      <vt:lpstr>Vì Con không đến để làm theo ý cha, nhưng theo ý Cha vẹn toàn.</vt:lpstr>
      <vt:lpstr>ĐK: Lạy Cha, nếu có thể được thì xin cho Con khỏi uống chén này.</vt:lpstr>
      <vt:lpstr>Đừng theo như ý Con, một xin vâng ý Cha đã định trước muốn đời</vt:lpstr>
      <vt:lpstr>PowerPoint Presentation</vt:lpstr>
      <vt:lpstr>Con ơi, con phải vui mừng. Vì em con đã chết, mà nay lại sống.</vt:lpstr>
      <vt:lpstr>Hiệp lễ CHỜ MONG (Lm. Nguyễn Duy)</vt:lpstr>
      <vt:lpstr>1. Ngày nào con thứ thân thưa: Xin Cha chia phần sản nghiệp. </vt:lpstr>
      <vt:lpstr>Để rồi con bước ra đi, mang theo những túi đam mê.  </vt:lpstr>
      <vt:lpstr>Vào đời ươm trong hoa bướm, rượu nồng say men ái tình. </vt:lpstr>
      <vt:lpstr>Cuộc tình ngày thêm ngao ngán, héo hon nặng bao nỗi buồn.</vt:lpstr>
      <vt:lpstr>ĐK: Bao la ôi tấm lòng Cha thứ tha bỏ qua bao lỗi lầm xưa. </vt:lpstr>
      <vt:lpstr>Con xin đoan hứa từ nay yêu Chúa ngàn thu đền đáp tình Cha.</vt:lpstr>
      <vt:lpstr>2. Ngày này Cha những mong con, thương con đêm hằng thức chờ</vt:lpstr>
      <vt:lpstr>Bụi mù xa tắp phương nao, con yêu đắm đuối nơi nao.</vt:lpstr>
      <vt:lpstr>Nửa tình con mang đi mất, nửa tình Cha mang não nề.</vt:lpstr>
      <vt:lpstr>Lệ sầu mờ đôi mắt ngóng, ước mong ngày con trở về.</vt:lpstr>
      <vt:lpstr>ĐK: Bao la ôi tấm lòng Cha thứ tha bỏ qua bao lỗi lầm xưa. </vt:lpstr>
      <vt:lpstr>Con xin đoan hứa từ nay yêu Chúa ngàn thu đền đáp tình Cha.</vt:lpstr>
      <vt:lpstr>3. Một chiều con thứ cô đơn, tâm tư tan rời giấc mộng.</vt:lpstr>
      <vt:lpstr>Chợt lòng nghe tiếng xa xăm, đâu như tiếng khóc âm thầm.</vt:lpstr>
      <vt:lpstr>Phụ tình con nay đâu dám, trở về ôi bao lỗi lầm. </vt:lpstr>
      <vt:lpstr>Gửi về cùng Cha yêu dấu, biết chăng lòng hối lỗi rồi.</vt:lpstr>
      <vt:lpstr>ĐK: Bao la ôi tấm lòng Cha thứ tha bỏ qua bao lỗi lầm xưa. </vt:lpstr>
      <vt:lpstr>Con xin đoan hứa từ nay yêu Chúa ngàn thu đền đáp tình Cha.</vt:lpstr>
      <vt:lpstr>Kết lễ TRẦM CA BÊN MẸ (Lm. Phương Anh)</vt:lpstr>
      <vt:lpstr>1. Một người lặng trầm đi từng bước âm thầm bên Đức Nữ Trinh trên đường dương thế. </vt:lpstr>
      <vt:lpstr>Ngài là người Cha lao nhọc, lam lũ hy sinh, dưỡng nuôi Người Con Yêu.</vt:lpstr>
      <vt:lpstr>Ngài là người Công Chính, là niềm an bình, là người bạn đường của Mẹ Đức</vt:lpstr>
      <vt:lpstr>Ki-tô. Con van xin ngài cho con được noi gương Ngài: Lặng lẽ hy sinh với Mẹ đồng trinh.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118</cp:revision>
  <cp:lastPrinted>2025-03-29T15:09:16Z</cp:lastPrinted>
  <dcterms:created xsi:type="dcterms:W3CDTF">2023-01-29T22:00:16Z</dcterms:created>
  <dcterms:modified xsi:type="dcterms:W3CDTF">2025-03-30T06:10:56Z</dcterms:modified>
</cp:coreProperties>
</file>