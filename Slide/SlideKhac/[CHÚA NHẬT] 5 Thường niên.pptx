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9" roundtripDataSignature="AMtx7mj4LKLm1X4CRk9QOs8y3U3NVfPc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customschemas.google.com/relationships/presentationmetadata" Target="metadata"/><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d41fd8710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d41fd8710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d41fd8710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d41fd8710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93" name="Google Shape;69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99" name="Google Shape;69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5" name="Google Shape;70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1" name="Google Shape;71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7" name="Google Shape;71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3" name="Google Shape;72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9" name="Google Shape;72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5" name="Google Shape;73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1" name="Google Shape;74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7" name="Google Shape;74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3" name="Google Shape;75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9" name="Google Shape;75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5" name="Google Shape;76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bd41fd8710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g3bd41fd8710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bc6b650b3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bc6b650b3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bd41fd8710_0_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g3bd41fd8710_0_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d41fd8710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g3bd41fd8710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d41fd8710_0_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d41fd8710_0_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d41fd8710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d41fd8710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d41fd8710_0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d41fd8710_0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0" name="Google Shape;87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7" name="Google Shape;87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2" name="Google Shape;882;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bd41fd8710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7" name="Google Shape;887;g3bd41fd8710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2" name="Google Shape;89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bd41fd8710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g3bd41fd8710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bbbf7d17f7_0_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bbbf7d17f7_0_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bbbf7d17f7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3bbbf7d17f7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bc6b650b34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bc6b650b34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c6b650b34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bc6b650b34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bc6b650b34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bc6b650b34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bd41fd8710_0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g3bd41fd8710_0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d41fd8710_0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3bd41fd8710_0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bd41fd8710_0_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g3bd41fd8710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d41fd8710_0_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g3bd41fd8710_0_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bd41fd8710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g3bd41fd8710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3" name="Google Shape;111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3" name="Google Shape;112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bc6b650b3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bc6b650b3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bd41fd8710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3bd41fd8710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baa6357486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baa6357486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bbf7d17f7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bbf7d17f7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bbf7d17f7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bbf7d17f7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bbf7d17f7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bbf7d17f7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bbf7d17f7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bbf7d17f7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bbf7d17f7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bbf7d17f7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bbf7d17f7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bbf7d17f7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d41fd8710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d41fd8710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d41fd8710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d41fd8710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d41fd8710_0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d41fd8710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bd41fd8710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bd41fd8710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d41fd8710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bd41fd8710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4" name="Google Shape;123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9" name="Google Shape;123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4" name="Google Shape;124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9" name="Google Shape;124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4" name="Google Shape;125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9" name="Google Shape;1259;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4" name="Google Shape;1264;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bd41fd8710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9" name="Google Shape;1269;g3bd41fd8710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7.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image" Target="../media/image4.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5.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3.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5.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d41fd8710_0_8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NHẬP LỄ 2</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Nguyễn Văn Trinh</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Khi con về lòng tràn niềm vui. Khi con về tình yêu chan chứa,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nắm tay nhau bước trong ân tình, khi muôn người sống trong hoà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đến, Chúa kêu gọi con đi về Ngài để Ngài ban hồng ân chan chứa.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vâng, vâng con về theo tiếng Ngài gọi vào tình thương chứa chan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pic>
        <p:nvPicPr>
          <p:cNvPr id="683" name="Google Shape;683;g3bd41fd8710_0_92"/>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89" name="Google Shape;68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0" name="Shape 700"/>
        <p:cNvGrpSpPr/>
        <p:nvPr/>
      </p:nvGrpSpPr>
      <p:grpSpPr>
        <a:xfrm>
          <a:off x="0" y="0"/>
          <a:ext cx="0" cy="0"/>
          <a:chOff x="0" y="0"/>
          <a:chExt cx="0" cy="0"/>
        </a:xfrm>
      </p:grpSpPr>
      <p:sp>
        <p:nvSpPr>
          <p:cNvPr id="701" name="Google Shape;70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pic>
        <p:nvPicPr>
          <p:cNvPr id="772" name="Google Shape;772;g3bd41fd8710_0_9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6" name="Shape 776"/>
        <p:cNvGrpSpPr/>
        <p:nvPr/>
      </p:nvGrpSpPr>
      <p:grpSpPr>
        <a:xfrm>
          <a:off x="0" y="0"/>
          <a:ext cx="0" cy="0"/>
          <a:chOff x="0" y="0"/>
          <a:chExt cx="0" cy="0"/>
        </a:xfrm>
      </p:grpSpPr>
      <p:sp>
        <p:nvSpPr>
          <p:cNvPr id="777" name="Google Shape;77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8" name="Google Shape;77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9" name="Google Shape;779;p133"/>
          <p:cNvSpPr/>
          <p:nvPr/>
        </p:nvSpPr>
        <p:spPr>
          <a:xfrm flipH="1" rot="10800000">
            <a:off x="-1733" y="0"/>
            <a:ext cx="6803134" cy="5143179"/>
          </a:xfrm>
          <a:prstGeom prst="rect">
            <a:avLst/>
          </a:prstGeom>
          <a:gradFill>
            <a:gsLst>
              <a:gs pos="0">
                <a:srgbClr val="000000">
                  <a:alpha val="48235"/>
                </a:srgbClr>
              </a:gs>
              <a:gs pos="8000">
                <a:srgbClr val="000000">
                  <a:alpha val="48235"/>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0" name="Google Shape;780;p133"/>
          <p:cNvSpPr/>
          <p:nvPr/>
        </p:nvSpPr>
        <p:spPr>
          <a:xfrm flipH="1" rot="-5400000">
            <a:off x="2737118" y="-1264380"/>
            <a:ext cx="3670923" cy="9145160"/>
          </a:xfrm>
          <a:prstGeom prst="rect">
            <a:avLst/>
          </a:prstGeom>
          <a:gradFill>
            <a:gsLst>
              <a:gs pos="0">
                <a:srgbClr val="9CC2E5">
                  <a:alpha val="0"/>
                </a:srgbClr>
              </a:gs>
              <a:gs pos="100000">
                <a:srgbClr val="000000">
                  <a:alpha val="42352"/>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1" name="Google Shape;781;p13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111</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Phúc thay cho ai hằng biết xót thương người thế,</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từ bi nhân hậu ngay chính,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bc6b650b3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đời luôn công bình bác ái, mãi tươi đẹp không úa phai.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Trong u tối Người xuất hiện như ánh sáng như ánh sáng dọi chiếu,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bd41fd8710_0_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chiếu soi kẻ lòng ngay soi kẻ lòng ngay.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Tới muôn muôn đời người luôn sống trong bình 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cậy trông không hề nao núng,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đời bao lao nhọc cay đắng, vẫn vững vàng nơi Chúa thôi.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d41fd8710_0_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Trong u tối Người xuất hiện như ánh sáng như ánh sáng dọi chiếu,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d41fd8710_0_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chiếu soi kẻ lòng ngay soi kẻ lòng ngay.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Giữa bao hiểm nguy lòng không lắng lo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hằng luôn can trường vững chí,</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lòng luôn quảng đại ban phát, kiếp sống người trong ánh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d41fd8710_0_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Trong u tối Người xuất hiện như ánh sáng như ánh sáng dọi chiếu,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d41fd8710_0_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chiếu soi kẻ lòng ngay soi kẻ lòng ngay.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5" name="Shape 865"/>
        <p:cNvGrpSpPr/>
        <p:nvPr/>
      </p:nvGrpSpPr>
      <p:grpSpPr>
        <a:xfrm>
          <a:off x="0" y="0"/>
          <a:ext cx="0" cy="0"/>
          <a:chOff x="0" y="0"/>
          <a:chExt cx="0" cy="0"/>
        </a:xfrm>
      </p:grpSpPr>
      <p:sp>
        <p:nvSpPr>
          <p:cNvPr id="866" name="Google Shape;86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67" name="Google Shape;867;p1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Chúa phán: “Ta là sự sáng thế gian,</a:t>
            </a:r>
            <a:endParaRPr b="1" sz="8000">
              <a:solidFill>
                <a:schemeClr val="lt1"/>
              </a:solidFill>
              <a:latin typeface="Times"/>
              <a:ea typeface="Times"/>
              <a:cs typeface="Times"/>
              <a:sym typeface="Times"/>
            </a:endParaRPr>
          </a:p>
        </p:txBody>
      </p:sp>
      <p:sp>
        <p:nvSpPr>
          <p:cNvPr id="874" name="Google Shape;87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ai theo Ta sẽ được ánh sáng ban sự sống”.</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pic>
        <p:nvPicPr>
          <p:cNvPr id="884" name="Google Shape;884;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pic>
        <p:nvPicPr>
          <p:cNvPr id="889" name="Google Shape;889;g3bd41fd8710_0_100"/>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95" name="Google Shape;89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pic>
        <p:nvPicPr>
          <p:cNvPr id="995" name="Google Shape;995;g3bd41fd8710_0_104"/>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TẤM LÒNG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dâng Người đôi bàn tay này, ngày mưa nắng kiếp nhân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nặng gánh đôi vai cho đàn em bé nhỏ môi cười,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tìm thấy trong đời niềm hạnh phúc cho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bbbf7d17f7_0_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Xin dâng Người những ngày qua rồi niềm vui lẫn với thương đau.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g3bbbf7d17f7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mộng ước tương lai, mong ngày mai sẽ thắm tươi màu,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bc6b650b34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xin dâng Người từng giây phút trong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bc6b650b34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bc6b650b34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3bd41fd8710_0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Xin dâng Người tâm hồn bé nhỏ hằng mơ ước cõi vô biên.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3bd41fd8710_0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từng bước chân đi trong niềm tin thoáng bỗng nghi ngờ,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bd41fd8710_0_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xin đi hoài và đi mãi, đi về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bd41fd8710_0_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g3bd41fd8710_0_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pic>
        <p:nvPicPr>
          <p:cNvPr descr="A golden chalice and a cross next to a book&#10;&#10;AI-generated content may be incorrect." id="1080" name="Google Shape;108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descr="A golden chalice and a cross next to a book&#10;&#10;AI-generated content may be incorrect." id="1100" name="Google Shape;110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pic>
        <p:nvPicPr>
          <p:cNvPr descr="A golden chalice and a cross next to a book&#10;&#10;AI-generated content may be incorrect." id="1120" name="Google Shape;112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Thiên hạ hãy cảm ơn Chúa vì Chúa nhân hậu,</a:t>
            </a:r>
            <a:endParaRPr b="1" sz="7200">
              <a:solidFill>
                <a:schemeClr val="lt1"/>
              </a:solidFill>
              <a:latin typeface="Times"/>
              <a:ea typeface="Times"/>
              <a:cs typeface="Times"/>
              <a:sym typeface="Times"/>
            </a:endParaRPr>
          </a:p>
        </p:txBody>
      </p:sp>
      <p:sp>
        <p:nvSpPr>
          <p:cNvPr id="1126" name="Google Shape;112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bc6b650b34_0_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và những điều kỳ diệu của Ngài đối với loài người,</a:t>
            </a:r>
            <a:endParaRPr b="1" sz="7200">
              <a:solidFill>
                <a:schemeClr val="lt1"/>
              </a:solidFill>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3bd41fd8710_0_5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bởi Ngài đã cho người đói khát được no nê,</a:t>
            </a:r>
            <a:endParaRPr b="1" sz="7200">
              <a:solidFill>
                <a:schemeClr val="lt1"/>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người cơ hàn được tràn trề thiện hảo.</a:t>
            </a:r>
            <a:endParaRPr b="1" sz="7200">
              <a:solidFill>
                <a:schemeClr val="lt1"/>
              </a:solidFill>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pic>
        <p:nvPicPr>
          <p:cNvPr descr="A gold chalice and two round objects on a plate&#10;&#10;AI-generated content may be incorrect." id="1141" name="Google Shape;114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NGÀI YÊU</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Huy Hoàng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Tình Ngài yêu con bao la vươn lút trời xanh,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yêu con như biển thắm sóng dâng dạt dào.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yêu con như mẹ hiền thức trọn đêm khuya,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baa6357486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canh cho con giấc ngủ yên lành vì đời con nên đã quên đời mình.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đoan nguyện một đời, một đời con yêu Chúa trọn phận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đời con yêu mến Ngài mà thôi.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bbbf7d17f7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Mong sao người,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mọi người tìm tình yêu trong mối tình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bbf7d17f7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trần gian liên kết vui sống hoài.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bbf7d17f7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Đường trần con đi chung quanh bao nỗi hiểm nguy.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bbf7d17f7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theo con, con nhịp bước hết lo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bbbf7d17f7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ngàn gian nan ân tình Ngàì nhắc nhở lo toan con an tâm vững dạ đi về,</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bbf7d17f7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Ngài luôn bênh đỡ luôn phù trì.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bd41fd8710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đoan nguyện một đời, một đời con yêu Chúa trọn phận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d41fd8710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đời con yêu mến Ngài mà thôi.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3bd41fd8710_0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Mong sao người,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mọi người tìm tình yêu trong mối tình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3bd41fd8710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trần gian liên kết vui sống hoài.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pic>
        <p:nvPicPr>
          <p:cNvPr id="1231" name="Google Shape;1231;g3bd41fd8710_0_10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VỀ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Con dâng về Mẹ: Trọn cuộc đời nơi khóc than,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Đường đời nguy nan Mẹ nâng đỡ cho vẹn toàn.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pic>
        <p:nvPicPr>
          <p:cNvPr id="1271" name="Google Shape;1271;g3bd41fd8710_0_112"/>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