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7"/>
  </p:notesMasterIdLst>
  <p:sldIdLst>
    <p:sldId id="341" r:id="rId2"/>
    <p:sldId id="342" r:id="rId3"/>
    <p:sldId id="345" r:id="rId4"/>
    <p:sldId id="344" r:id="rId5"/>
    <p:sldId id="346" r:id="rId6"/>
    <p:sldId id="347" r:id="rId7"/>
    <p:sldId id="348" r:id="rId8"/>
    <p:sldId id="349" r:id="rId9"/>
    <p:sldId id="350" r:id="rId10"/>
    <p:sldId id="351" r:id="rId11"/>
    <p:sldId id="352" r:id="rId12"/>
    <p:sldId id="353" r:id="rId13"/>
    <p:sldId id="354" r:id="rId14"/>
    <p:sldId id="355" r:id="rId15"/>
    <p:sldId id="356" r:id="rId16"/>
    <p:sldId id="357" r:id="rId17"/>
    <p:sldId id="358" r:id="rId18"/>
    <p:sldId id="359" r:id="rId19"/>
    <p:sldId id="360" r:id="rId20"/>
    <p:sldId id="361" r:id="rId21"/>
    <p:sldId id="362" r:id="rId22"/>
    <p:sldId id="363" r:id="rId23"/>
    <p:sldId id="364" r:id="rId24"/>
    <p:sldId id="365" r:id="rId25"/>
    <p:sldId id="366" r:id="rId26"/>
    <p:sldId id="367" r:id="rId27"/>
    <p:sldId id="376" r:id="rId28"/>
    <p:sldId id="377" r:id="rId29"/>
    <p:sldId id="378" r:id="rId30"/>
    <p:sldId id="380" r:id="rId31"/>
    <p:sldId id="381" r:id="rId32"/>
    <p:sldId id="382" r:id="rId33"/>
    <p:sldId id="383" r:id="rId34"/>
    <p:sldId id="384" r:id="rId35"/>
    <p:sldId id="385" r:id="rId36"/>
    <p:sldId id="386" r:id="rId37"/>
    <p:sldId id="387" r:id="rId38"/>
    <p:sldId id="388" r:id="rId39"/>
    <p:sldId id="389" r:id="rId40"/>
    <p:sldId id="390" r:id="rId41"/>
    <p:sldId id="391" r:id="rId42"/>
    <p:sldId id="392" r:id="rId43"/>
    <p:sldId id="393" r:id="rId44"/>
    <p:sldId id="394" r:id="rId45"/>
    <p:sldId id="395" r:id="rId46"/>
    <p:sldId id="396" r:id="rId47"/>
    <p:sldId id="397" r:id="rId48"/>
    <p:sldId id="398" r:id="rId49"/>
    <p:sldId id="399" r:id="rId50"/>
    <p:sldId id="400" r:id="rId51"/>
    <p:sldId id="401" r:id="rId52"/>
    <p:sldId id="402" r:id="rId53"/>
    <p:sldId id="403" r:id="rId54"/>
    <p:sldId id="404" r:id="rId55"/>
    <p:sldId id="405" r:id="rId56"/>
    <p:sldId id="406" r:id="rId57"/>
    <p:sldId id="407" r:id="rId58"/>
    <p:sldId id="408" r:id="rId59"/>
    <p:sldId id="442" r:id="rId60"/>
    <p:sldId id="443" r:id="rId61"/>
    <p:sldId id="410" r:id="rId62"/>
    <p:sldId id="411" r:id="rId63"/>
    <p:sldId id="444" r:id="rId64"/>
    <p:sldId id="445" r:id="rId65"/>
    <p:sldId id="412" r:id="rId66"/>
    <p:sldId id="413" r:id="rId67"/>
    <p:sldId id="414" r:id="rId68"/>
    <p:sldId id="415" r:id="rId69"/>
    <p:sldId id="446" r:id="rId70"/>
    <p:sldId id="417" r:id="rId71"/>
    <p:sldId id="418" r:id="rId72"/>
    <p:sldId id="419" r:id="rId73"/>
    <p:sldId id="447" r:id="rId74"/>
    <p:sldId id="421" r:id="rId75"/>
    <p:sldId id="422" r:id="rId76"/>
    <p:sldId id="423" r:id="rId77"/>
    <p:sldId id="424" r:id="rId78"/>
    <p:sldId id="425" r:id="rId79"/>
    <p:sldId id="426" r:id="rId80"/>
    <p:sldId id="427" r:id="rId81"/>
    <p:sldId id="428" r:id="rId82"/>
    <p:sldId id="448" r:id="rId83"/>
    <p:sldId id="449" r:id="rId84"/>
    <p:sldId id="429" r:id="rId85"/>
    <p:sldId id="433" r:id="rId86"/>
    <p:sldId id="434" r:id="rId87"/>
    <p:sldId id="450" r:id="rId88"/>
    <p:sldId id="451" r:id="rId89"/>
    <p:sldId id="435" r:id="rId90"/>
    <p:sldId id="436" r:id="rId91"/>
    <p:sldId id="437" r:id="rId92"/>
    <p:sldId id="438" r:id="rId93"/>
    <p:sldId id="439" r:id="rId94"/>
    <p:sldId id="440" r:id="rId95"/>
    <p:sldId id="441" r:id="rId96"/>
  </p:sldIdLst>
  <p:sldSz cx="9144000" cy="5143500" type="screen16x9"/>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2" roundtripDataSignature="AMtx7mjcfwyw3J0gRCkNu1k+TOeZEvoq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96"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92" Type="http://customschemas.google.com/relationships/presentationmetadata" Target="meta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9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4" Type="http://schemas.openxmlformats.org/officeDocument/2006/relationships/slide" Target="slides/slide3.xml"/><Relationship Id="rId9" Type="http://schemas.openxmlformats.org/officeDocument/2006/relationships/slide" Target="slides/slide8.xml"/><Relationship Id="rId193"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4"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f16ddd2213_0_8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g3f16ddd2213_0_8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b26357b4a1_0_5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6" name="Google Shape;516;g3b26357b4a1_0_5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e27e67361b_1_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1" name="Google Shape;531;g3e27e67361b_1_2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3e27e67361b_1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6" name="Google Shape;526;g3e27e67361b_1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3eb98287b44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3eb98287b44_0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f16ddd2213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g3f16ddd2213_0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3f16ddd2213_0_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g3f16ddd2213_0_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f16ddd2213_0_8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g3f16ddd2213_0_8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d90891dc36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6" name="Google Shape;556;g3d90891dc36_0_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ab13fdb44f_0_2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g3ab13fdb44f_0_2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63" name="Google Shape;563;g3ab13fdb44f_0_29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ab13fdb44f_0_30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8" name="Google Shape;568;g3ab13fdb44f_0_30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rgbClr val="FF0000"/>
              </a:buClr>
              <a:buSzPts val="1200"/>
              <a:buFont typeface="Arial"/>
              <a:buAutoNum type="arabicPeriod"/>
            </a:pPr>
            <a:r>
              <a:rPr lang="en-US" b="0" i="0">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b13fdb44f_0_30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g3ab13fdb44f_0_30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75" name="Google Shape;575;g3ab13fdb44f_0_30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3ab13fdb44f_0_31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0" name="Google Shape;580;g3ab13fdb44f_0_3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81" name="Google Shape;581;g3ab13fdb44f_0_31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ab13fdb44f_0_31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g3ab13fdb44f_0_3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87" name="Google Shape;587;g3ab13fdb44f_0_31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ab13fdb44f_0_3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g3ab13fdb44f_0_3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93" name="Google Shape;593;g3ab13fdb44f_0_32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ab13fdb44f_0_32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g3ab13fdb44f_0_3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99" name="Google Shape;599;g3ab13fdb44f_0_32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ab13fdb44f_0_33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g3ab13fdb44f_0_3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05" name="Google Shape;605;g3ab13fdb44f_0_33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3ab13fdb44f_0_33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g3ab13fdb44f_0_3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11" name="Google Shape;611;g3ab13fdb44f_0_33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ab13fdb44f_0_34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6" name="Google Shape;616;g3ab13fdb44f_0_3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17" name="Google Shape;617;g3ab13fdb44f_0_34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ab13fdb44f_0_34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2" name="Google Shape;622;g3ab13fdb44f_0_34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23" name="Google Shape;623;g3ab13fdb44f_0_34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ab13fdb44f_0_35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8" name="Google Shape;628;g3ab13fdb44f_0_35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29" name="Google Shape;629;g3ab13fdb44f_0_35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3ab13fdb44f_0_35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4" name="Google Shape;634;g3ab13fdb44f_0_35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35" name="Google Shape;635;g3ab13fdb44f_0_35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3f16ddd2213_0_8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0" name="Google Shape;640;g3f16ddd2213_0_8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d48ab63a6f_0_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g3d48ab63a6f_0_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e6e2da66e2_0_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1" name="Google Shape;651;g3e6e2da66e2_0_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e6e2da66e2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6" name="Google Shape;656;g3e6e2da66e2_0_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3d89366497e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1" name="Google Shape;701;g3d89366497e_0_4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p1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56: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3b224b7d20a_0_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4" name="Google Shape;714;g3b224b7d20a_0_9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3f16ddd2213_0_9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3f16ddd2213_0_9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15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p15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1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p1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16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p16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16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p16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16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p16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5" name="Google Shape;755;p1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16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0" name="Google Shape;760;p16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16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p16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16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p16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1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p16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16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p16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17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p17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17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p17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1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p17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17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17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17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p17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17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p17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1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p1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17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p17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17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p17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3f16ddd2213_0_9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3f16ddd2213_0_9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3e5a0c7ab5b_0_2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3e5a0c7ab5b_0_2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3e5a0c7ab5b_0_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3e5a0c7ab5b_0_2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3e5a0c7ab5b_0_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g3e5a0c7ab5b_0_2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3e5a0c7ab5b_0_3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e5a0c7ab5b_0_3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e5a0c7ab5b_0_3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3e5a0c7ab5b_0_3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3f16ddd2213_0_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3f16ddd2213_0_1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3f16ddd2213_0_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3f16ddd2213_0_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a:extLst>
            <a:ext uri="{FF2B5EF4-FFF2-40B4-BE49-F238E27FC236}">
              <a16:creationId xmlns:a16="http://schemas.microsoft.com/office/drawing/2014/main" id="{D207247B-23DF-0E30-6BEB-F119D6DECA51}"/>
            </a:ext>
          </a:extLst>
        </p:cNvPr>
        <p:cNvGrpSpPr/>
        <p:nvPr/>
      </p:nvGrpSpPr>
      <p:grpSpPr>
        <a:xfrm>
          <a:off x="0" y="0"/>
          <a:ext cx="0" cy="0"/>
          <a:chOff x="0" y="0"/>
          <a:chExt cx="0" cy="0"/>
        </a:xfrm>
      </p:grpSpPr>
      <p:sp>
        <p:nvSpPr>
          <p:cNvPr id="849" name="Google Shape;849;g3e5a0c7ab5b_0_33:notes">
            <a:extLst>
              <a:ext uri="{FF2B5EF4-FFF2-40B4-BE49-F238E27FC236}">
                <a16:creationId xmlns:a16="http://schemas.microsoft.com/office/drawing/2014/main" id="{651D8DB9-2E1F-9043-3F1E-D24656D4EE1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e5a0c7ab5b_0_33:notes">
            <a:extLst>
              <a:ext uri="{FF2B5EF4-FFF2-40B4-BE49-F238E27FC236}">
                <a16:creationId xmlns:a16="http://schemas.microsoft.com/office/drawing/2014/main" id="{7625307E-CF7D-AA47-B3FA-47E7CC5CF07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685122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a:extLst>
            <a:ext uri="{FF2B5EF4-FFF2-40B4-BE49-F238E27FC236}">
              <a16:creationId xmlns:a16="http://schemas.microsoft.com/office/drawing/2014/main" id="{6E786B80-3B82-0193-FEED-642E1C92ECE2}"/>
            </a:ext>
          </a:extLst>
        </p:cNvPr>
        <p:cNvGrpSpPr/>
        <p:nvPr/>
      </p:nvGrpSpPr>
      <p:grpSpPr>
        <a:xfrm>
          <a:off x="0" y="0"/>
          <a:ext cx="0" cy="0"/>
          <a:chOff x="0" y="0"/>
          <a:chExt cx="0" cy="0"/>
        </a:xfrm>
      </p:grpSpPr>
      <p:sp>
        <p:nvSpPr>
          <p:cNvPr id="854" name="Google Shape;854;g3e5a0c7ab5b_0_37:notes">
            <a:extLst>
              <a:ext uri="{FF2B5EF4-FFF2-40B4-BE49-F238E27FC236}">
                <a16:creationId xmlns:a16="http://schemas.microsoft.com/office/drawing/2014/main" id="{3C1392D2-80AA-A57C-9717-13599FA7850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3e5a0c7ab5b_0_37:notes">
            <a:extLst>
              <a:ext uri="{FF2B5EF4-FFF2-40B4-BE49-F238E27FC236}">
                <a16:creationId xmlns:a16="http://schemas.microsoft.com/office/drawing/2014/main" id="{D6ED9DAD-7768-3C64-C662-33305FED666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94013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3f16ddd2213_0_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3f16ddd2213_0_2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3f16ddd2213_0_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g3f16ddd2213_0_2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a:extLst>
            <a:ext uri="{FF2B5EF4-FFF2-40B4-BE49-F238E27FC236}">
              <a16:creationId xmlns:a16="http://schemas.microsoft.com/office/drawing/2014/main" id="{DB55A6FD-A13F-9901-BD04-5705799A3A49}"/>
            </a:ext>
          </a:extLst>
        </p:cNvPr>
        <p:cNvGrpSpPr/>
        <p:nvPr/>
      </p:nvGrpSpPr>
      <p:grpSpPr>
        <a:xfrm>
          <a:off x="0" y="0"/>
          <a:ext cx="0" cy="0"/>
          <a:chOff x="0" y="0"/>
          <a:chExt cx="0" cy="0"/>
        </a:xfrm>
      </p:grpSpPr>
      <p:sp>
        <p:nvSpPr>
          <p:cNvPr id="849" name="Google Shape;849;g3e5a0c7ab5b_0_33:notes">
            <a:extLst>
              <a:ext uri="{FF2B5EF4-FFF2-40B4-BE49-F238E27FC236}">
                <a16:creationId xmlns:a16="http://schemas.microsoft.com/office/drawing/2014/main" id="{0C570124-841D-6D06-4E70-56E4CFBD88DD}"/>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e5a0c7ab5b_0_33:notes">
            <a:extLst>
              <a:ext uri="{FF2B5EF4-FFF2-40B4-BE49-F238E27FC236}">
                <a16:creationId xmlns:a16="http://schemas.microsoft.com/office/drawing/2014/main" id="{0EC97B31-20A6-9090-61D7-EDBF2AE7B08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01299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a:extLst>
            <a:ext uri="{FF2B5EF4-FFF2-40B4-BE49-F238E27FC236}">
              <a16:creationId xmlns:a16="http://schemas.microsoft.com/office/drawing/2014/main" id="{15CF982E-57F0-FC3F-9BC9-F5970E7F720F}"/>
            </a:ext>
          </a:extLst>
        </p:cNvPr>
        <p:cNvGrpSpPr/>
        <p:nvPr/>
      </p:nvGrpSpPr>
      <p:grpSpPr>
        <a:xfrm>
          <a:off x="0" y="0"/>
          <a:ext cx="0" cy="0"/>
          <a:chOff x="0" y="0"/>
          <a:chExt cx="0" cy="0"/>
        </a:xfrm>
      </p:grpSpPr>
      <p:sp>
        <p:nvSpPr>
          <p:cNvPr id="854" name="Google Shape;854;g3e5a0c7ab5b_0_37:notes">
            <a:extLst>
              <a:ext uri="{FF2B5EF4-FFF2-40B4-BE49-F238E27FC236}">
                <a16:creationId xmlns:a16="http://schemas.microsoft.com/office/drawing/2014/main" id="{79205BD7-B27D-AF88-AB1F-491A8D019DC7}"/>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3e5a0c7ab5b_0_37:notes">
            <a:extLst>
              <a:ext uri="{FF2B5EF4-FFF2-40B4-BE49-F238E27FC236}">
                <a16:creationId xmlns:a16="http://schemas.microsoft.com/office/drawing/2014/main" id="{07E50CBD-D757-285A-3AC9-7700636D12D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418013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3e5a0c7ab5b_0_2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20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p2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2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p20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20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p20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a:extLst>
            <a:ext uri="{FF2B5EF4-FFF2-40B4-BE49-F238E27FC236}">
              <a16:creationId xmlns:a16="http://schemas.microsoft.com/office/drawing/2014/main" id="{B108108E-5D4B-C0D9-BAEB-84B495D1D93D}"/>
            </a:ext>
          </a:extLst>
        </p:cNvPr>
        <p:cNvGrpSpPr/>
        <p:nvPr/>
      </p:nvGrpSpPr>
      <p:grpSpPr>
        <a:xfrm>
          <a:off x="0" y="0"/>
          <a:ext cx="0" cy="0"/>
          <a:chOff x="0" y="0"/>
          <a:chExt cx="0" cy="0"/>
        </a:xfrm>
      </p:grpSpPr>
      <p:sp>
        <p:nvSpPr>
          <p:cNvPr id="884" name="Google Shape;884;g3e5a0c7ab5b_0_256:notes">
            <a:extLst>
              <a:ext uri="{FF2B5EF4-FFF2-40B4-BE49-F238E27FC236}">
                <a16:creationId xmlns:a16="http://schemas.microsoft.com/office/drawing/2014/main" id="{E41BCEB5-FB11-7325-A324-1DCD7D09DF7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a:extLst>
              <a:ext uri="{FF2B5EF4-FFF2-40B4-BE49-F238E27FC236}">
                <a16:creationId xmlns:a16="http://schemas.microsoft.com/office/drawing/2014/main" id="{70B915D6-D96A-9BE4-8F13-37880C5BEDA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617103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3a42a8b53c1_2_2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3a42a8b53c1_2_26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2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p20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20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p20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a:extLst>
            <a:ext uri="{FF2B5EF4-FFF2-40B4-BE49-F238E27FC236}">
              <a16:creationId xmlns:a16="http://schemas.microsoft.com/office/drawing/2014/main" id="{4B1408D2-7FE6-63D7-EDE0-B6DD60FCE5C1}"/>
            </a:ext>
          </a:extLst>
        </p:cNvPr>
        <p:cNvGrpSpPr/>
        <p:nvPr/>
      </p:nvGrpSpPr>
      <p:grpSpPr>
        <a:xfrm>
          <a:off x="0" y="0"/>
          <a:ext cx="0" cy="0"/>
          <a:chOff x="0" y="0"/>
          <a:chExt cx="0" cy="0"/>
        </a:xfrm>
      </p:grpSpPr>
      <p:sp>
        <p:nvSpPr>
          <p:cNvPr id="884" name="Google Shape;884;g3e5a0c7ab5b_0_256:notes">
            <a:extLst>
              <a:ext uri="{FF2B5EF4-FFF2-40B4-BE49-F238E27FC236}">
                <a16:creationId xmlns:a16="http://schemas.microsoft.com/office/drawing/2014/main" id="{0691C707-7D6B-6988-EB20-F7123AE9BAA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a:extLst>
              <a:ext uri="{FF2B5EF4-FFF2-40B4-BE49-F238E27FC236}">
                <a16:creationId xmlns:a16="http://schemas.microsoft.com/office/drawing/2014/main" id="{094011BB-BC55-E918-2C00-B43BFED494D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147633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e9ce9eb37a_0_1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3e9ce9eb37a_0_18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3e5a0c7ab5b_0_34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g3e5a0c7ab5b_0_34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3dd33158570_0_11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3dd33158570_0_11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3dd33158570_0_12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3dd33158570_0_12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3f16ddd2213_0_3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3f16ddd2213_0_3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3d89366497e_0_9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3d89366497e_0_9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3f16ddd2213_0_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3f16ddd2213_0_4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3f16ddd2213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3f16ddd2213_0_4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a:extLst>
            <a:ext uri="{FF2B5EF4-FFF2-40B4-BE49-F238E27FC236}">
              <a16:creationId xmlns:a16="http://schemas.microsoft.com/office/drawing/2014/main" id="{0D47EBF9-B2C9-4BD1-8709-A235C353EB73}"/>
            </a:ext>
          </a:extLst>
        </p:cNvPr>
        <p:cNvGrpSpPr/>
        <p:nvPr/>
      </p:nvGrpSpPr>
      <p:grpSpPr>
        <a:xfrm>
          <a:off x="0" y="0"/>
          <a:ext cx="0" cy="0"/>
          <a:chOff x="0" y="0"/>
          <a:chExt cx="0" cy="0"/>
        </a:xfrm>
      </p:grpSpPr>
      <p:sp>
        <p:nvSpPr>
          <p:cNvPr id="945" name="Google Shape;945;g3dd33158570_0_122:notes">
            <a:extLst>
              <a:ext uri="{FF2B5EF4-FFF2-40B4-BE49-F238E27FC236}">
                <a16:creationId xmlns:a16="http://schemas.microsoft.com/office/drawing/2014/main" id="{AFCBF977-072B-FB61-4333-7D4668B5A10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3dd33158570_0_122:notes">
            <a:extLst>
              <a:ext uri="{FF2B5EF4-FFF2-40B4-BE49-F238E27FC236}">
                <a16:creationId xmlns:a16="http://schemas.microsoft.com/office/drawing/2014/main" id="{91CD4B8B-CA72-60CF-3949-F1FE70D2881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07258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a:extLst>
            <a:ext uri="{FF2B5EF4-FFF2-40B4-BE49-F238E27FC236}">
              <a16:creationId xmlns:a16="http://schemas.microsoft.com/office/drawing/2014/main" id="{BEF0636C-EFEB-8D59-6961-0D74BC058049}"/>
            </a:ext>
          </a:extLst>
        </p:cNvPr>
        <p:cNvGrpSpPr/>
        <p:nvPr/>
      </p:nvGrpSpPr>
      <p:grpSpPr>
        <a:xfrm>
          <a:off x="0" y="0"/>
          <a:ext cx="0" cy="0"/>
          <a:chOff x="0" y="0"/>
          <a:chExt cx="0" cy="0"/>
        </a:xfrm>
      </p:grpSpPr>
      <p:sp>
        <p:nvSpPr>
          <p:cNvPr id="950" name="Google Shape;950;g3f16ddd2213_0_36:notes">
            <a:extLst>
              <a:ext uri="{FF2B5EF4-FFF2-40B4-BE49-F238E27FC236}">
                <a16:creationId xmlns:a16="http://schemas.microsoft.com/office/drawing/2014/main" id="{F0F1C3F2-513C-5259-A7D9-C7A0CEBAEBB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3f16ddd2213_0_36:notes">
            <a:extLst>
              <a:ext uri="{FF2B5EF4-FFF2-40B4-BE49-F238E27FC236}">
                <a16:creationId xmlns:a16="http://schemas.microsoft.com/office/drawing/2014/main" id="{507FB5AA-D799-1FD8-B0FC-47C32E18B85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322875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3f16ddd2213_0_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3f16ddd2213_0_4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3f16ddd2213_0_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3f16ddd2213_0_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3f16ddd2213_0_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3f16ddd2213_0_6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a:extLst>
            <a:ext uri="{FF2B5EF4-FFF2-40B4-BE49-F238E27FC236}">
              <a16:creationId xmlns:a16="http://schemas.microsoft.com/office/drawing/2014/main" id="{78E41674-BF92-38E7-12E1-092079FC76E6}"/>
            </a:ext>
          </a:extLst>
        </p:cNvPr>
        <p:cNvGrpSpPr/>
        <p:nvPr/>
      </p:nvGrpSpPr>
      <p:grpSpPr>
        <a:xfrm>
          <a:off x="0" y="0"/>
          <a:ext cx="0" cy="0"/>
          <a:chOff x="0" y="0"/>
          <a:chExt cx="0" cy="0"/>
        </a:xfrm>
      </p:grpSpPr>
      <p:sp>
        <p:nvSpPr>
          <p:cNvPr id="945" name="Google Shape;945;g3dd33158570_0_122:notes">
            <a:extLst>
              <a:ext uri="{FF2B5EF4-FFF2-40B4-BE49-F238E27FC236}">
                <a16:creationId xmlns:a16="http://schemas.microsoft.com/office/drawing/2014/main" id="{08DD4A21-2744-4629-A11A-EBD42363D829}"/>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3dd33158570_0_122:notes">
            <a:extLst>
              <a:ext uri="{FF2B5EF4-FFF2-40B4-BE49-F238E27FC236}">
                <a16:creationId xmlns:a16="http://schemas.microsoft.com/office/drawing/2014/main" id="{BE5AA333-9F7D-C078-FB09-F655C2AF716E}"/>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587733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a:extLst>
            <a:ext uri="{FF2B5EF4-FFF2-40B4-BE49-F238E27FC236}">
              <a16:creationId xmlns:a16="http://schemas.microsoft.com/office/drawing/2014/main" id="{833DD7E5-4FDD-E7B2-8088-DEB79EE39ADC}"/>
            </a:ext>
          </a:extLst>
        </p:cNvPr>
        <p:cNvGrpSpPr/>
        <p:nvPr/>
      </p:nvGrpSpPr>
      <p:grpSpPr>
        <a:xfrm>
          <a:off x="0" y="0"/>
          <a:ext cx="0" cy="0"/>
          <a:chOff x="0" y="0"/>
          <a:chExt cx="0" cy="0"/>
        </a:xfrm>
      </p:grpSpPr>
      <p:sp>
        <p:nvSpPr>
          <p:cNvPr id="950" name="Google Shape;950;g3f16ddd2213_0_36:notes">
            <a:extLst>
              <a:ext uri="{FF2B5EF4-FFF2-40B4-BE49-F238E27FC236}">
                <a16:creationId xmlns:a16="http://schemas.microsoft.com/office/drawing/2014/main" id="{BE2BFB37-BB87-04F9-69B5-2ED0BB6BFD34}"/>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3f16ddd2213_0_36:notes">
            <a:extLst>
              <a:ext uri="{FF2B5EF4-FFF2-40B4-BE49-F238E27FC236}">
                <a16:creationId xmlns:a16="http://schemas.microsoft.com/office/drawing/2014/main" id="{15C154F8-D628-6010-DB2D-8141AC64DCF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857626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3f16ddd2213_0_10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3f16ddd2213_0_10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3e5a0c7ab5b_0_15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3e5a0c7ab5b_0_15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3eb98287b44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3eb98287b44_0_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3f16ddd2213_0_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3f16ddd2213_0_7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3eb98287b44_0_8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3eb98287b44_0_8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3f16ddd2213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3f16ddd2213_0_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3e8a8273fd3_0_15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3e8a8273fd3_0_15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4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6"/>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4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47"/>
          <p:cNvSpPr txBox="1">
            <a:spLocks noGrp="1"/>
          </p:cNvSpPr>
          <p:nvPr>
            <p:ph type="ctrTitle"/>
          </p:nvPr>
        </p:nvSpPr>
        <p:spPr>
          <a:xfrm>
            <a:off x="685800" y="1597822"/>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47"/>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247"/>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47"/>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47"/>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8"/>
          <p:cNvSpPr txBox="1">
            <a:spLocks noGrp="1"/>
          </p:cNvSpPr>
          <p:nvPr>
            <p:ph type="title"/>
          </p:nvPr>
        </p:nvSpPr>
        <p:spPr>
          <a:xfrm>
            <a:off x="722313" y="3305178"/>
            <a:ext cx="7772400" cy="1021557"/>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Arial"/>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48"/>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48"/>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48"/>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48"/>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9"/>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9"/>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49"/>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49"/>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49"/>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49"/>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0"/>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0"/>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0"/>
          <p:cNvSpPr txBox="1">
            <a:spLocks noGrp="1"/>
          </p:cNvSpPr>
          <p:nvPr>
            <p:ph type="body" idx="3"/>
          </p:nvPr>
        </p:nvSpPr>
        <p:spPr>
          <a:xfrm>
            <a:off x="4645031"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50"/>
          <p:cNvSpPr txBox="1">
            <a:spLocks noGrp="1"/>
          </p:cNvSpPr>
          <p:nvPr>
            <p:ph type="body" idx="4"/>
          </p:nvPr>
        </p:nvSpPr>
        <p:spPr>
          <a:xfrm>
            <a:off x="4645031"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50"/>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50"/>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50"/>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5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1"/>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51"/>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1"/>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2"/>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2"/>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2"/>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3"/>
          <p:cNvSpPr txBox="1">
            <a:spLocks noGrp="1"/>
          </p:cNvSpPr>
          <p:nvPr>
            <p:ph type="title"/>
          </p:nvPr>
        </p:nvSpPr>
        <p:spPr>
          <a:xfrm>
            <a:off x="457206" y="204788"/>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3"/>
          <p:cNvSpPr txBox="1">
            <a:spLocks noGrp="1"/>
          </p:cNvSpPr>
          <p:nvPr>
            <p:ph type="body" idx="1"/>
          </p:nvPr>
        </p:nvSpPr>
        <p:spPr>
          <a:xfrm>
            <a:off x="3575050" y="204789"/>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53"/>
          <p:cNvSpPr txBox="1">
            <a:spLocks noGrp="1"/>
          </p:cNvSpPr>
          <p:nvPr>
            <p:ph type="body" idx="2"/>
          </p:nvPr>
        </p:nvSpPr>
        <p:spPr>
          <a:xfrm>
            <a:off x="457206" y="1076328"/>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53"/>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3"/>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3"/>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4"/>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4"/>
          <p:cNvSpPr>
            <a:spLocks noGrp="1"/>
          </p:cNvSpPr>
          <p:nvPr>
            <p:ph type="pic" idx="2"/>
          </p:nvPr>
        </p:nvSpPr>
        <p:spPr>
          <a:xfrm>
            <a:off x="1792288" y="459581"/>
            <a:ext cx="5486400" cy="3086100"/>
          </a:xfrm>
          <a:prstGeom prst="rect">
            <a:avLst/>
          </a:prstGeom>
          <a:noFill/>
          <a:ln>
            <a:noFill/>
          </a:ln>
        </p:spPr>
      </p:sp>
      <p:sp>
        <p:nvSpPr>
          <p:cNvPr id="68" name="Google Shape;68;p254"/>
          <p:cNvSpPr txBox="1">
            <a:spLocks noGrp="1"/>
          </p:cNvSpPr>
          <p:nvPr>
            <p:ph type="body" idx="1"/>
          </p:nvPr>
        </p:nvSpPr>
        <p:spPr>
          <a:xfrm>
            <a:off x="1792288" y="4025504"/>
            <a:ext cx="5486400" cy="60364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54"/>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4"/>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4"/>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5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5"/>
          <p:cNvSpPr txBox="1">
            <a:spLocks noGrp="1"/>
          </p:cNvSpPr>
          <p:nvPr>
            <p:ph type="body" idx="1"/>
          </p:nvPr>
        </p:nvSpPr>
        <p:spPr>
          <a:xfrm rot="5400000">
            <a:off x="2874764" y="-1217414"/>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5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6"/>
          <p:cNvSpPr txBox="1">
            <a:spLocks noGrp="1"/>
          </p:cNvSpPr>
          <p:nvPr>
            <p:ph type="title"/>
          </p:nvPr>
        </p:nvSpPr>
        <p:spPr>
          <a:xfrm rot="5400000">
            <a:off x="5463778" y="1371603"/>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56"/>
          <p:cNvSpPr txBox="1">
            <a:spLocks noGrp="1"/>
          </p:cNvSpPr>
          <p:nvPr>
            <p:ph type="body" idx="1"/>
          </p:nvPr>
        </p:nvSpPr>
        <p:spPr>
          <a:xfrm rot="5400000">
            <a:off x="1272778" y="-609597"/>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5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5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5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45"/>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24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24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24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pic>
        <p:nvPicPr>
          <p:cNvPr id="3" name="Picture 2">
            <a:extLst>
              <a:ext uri="{FF2B5EF4-FFF2-40B4-BE49-F238E27FC236}">
                <a16:creationId xmlns:a16="http://schemas.microsoft.com/office/drawing/2014/main" id="{84E3BC1F-0FFE-628A-65D5-94EF74CEDCCF}"/>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g3b26357b4a1_0_5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lvl="0">
              <a:lnSpc>
                <a:spcPct val="90000"/>
              </a:lnSpc>
              <a:buSzPts val="4700"/>
            </a:pPr>
            <a:r>
              <a:rPr lang="en-US" sz="4700" b="1" dirty="0">
                <a:solidFill>
                  <a:schemeClr val="accent4"/>
                </a:solidFill>
                <a:latin typeface="Times New Roman"/>
                <a:ea typeface="Times New Roman"/>
                <a:cs typeface="Times New Roman"/>
                <a:sym typeface="Times New Roman"/>
              </a:rPr>
              <a:t>NHẬP LỄ</a:t>
            </a:r>
            <a:br>
              <a:rPr lang="en-US" sz="4700" b="1" dirty="0">
                <a:latin typeface="Times New Roman"/>
                <a:ea typeface="Times New Roman"/>
                <a:cs typeface="Times New Roman"/>
                <a:sym typeface="Times New Roman"/>
              </a:rPr>
            </a:br>
            <a:r>
              <a:rPr lang="en-US" sz="5400" b="1" dirty="0">
                <a:solidFill>
                  <a:srgbClr val="FFFF00"/>
                </a:solidFill>
              </a:rPr>
              <a:t>THÁNH GIOAN TIỀN HÔ</a:t>
            </a:r>
            <a:br>
              <a:rPr lang="en-US" sz="4700" b="1" i="0" dirty="0">
                <a:latin typeface="Times New Roman"/>
                <a:ea typeface="Times New Roman"/>
                <a:cs typeface="Times New Roman"/>
                <a:sym typeface="Times New Roman"/>
              </a:rPr>
            </a:br>
            <a:r>
              <a:rPr lang="en-US" sz="3300" b="1" i="1" dirty="0">
                <a:solidFill>
                  <a:schemeClr val="accent4"/>
                </a:solidFill>
                <a:latin typeface="Times New Roman"/>
                <a:ea typeface="Times New Roman"/>
                <a:cs typeface="Times New Roman"/>
                <a:sym typeface="Times New Roman"/>
              </a:rPr>
              <a:t>(Kim Long)</a:t>
            </a:r>
            <a:endParaRPr sz="3300" b="1" dirty="0">
              <a:solidFill>
                <a:schemeClr val="accent4"/>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g3e27e67361b_1_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spcBef>
                <a:spcPts val="0"/>
              </a:spcBef>
              <a:buClr>
                <a:schemeClr val="dk1"/>
              </a:buClr>
              <a:buSzPts val="1100"/>
            </a:pPr>
            <a:r>
              <a:rPr lang="vi-VN" sz="4400" b="1" dirty="0">
                <a:solidFill>
                  <a:srgbClr val="FF0000"/>
                </a:solidFill>
                <a:latin typeface="Times New Roman"/>
                <a:ea typeface="Times New Roman"/>
                <a:cs typeface="Times New Roman"/>
                <a:sym typeface="Times New Roman"/>
              </a:rPr>
              <a:t>PK: </a:t>
            </a:r>
            <a:r>
              <a:rPr lang="vi-VN" sz="8300" b="1" dirty="0">
                <a:solidFill>
                  <a:schemeClr val="bg1"/>
                </a:solidFill>
                <a:latin typeface="+mj-lt"/>
                <a:cs typeface="Arial" panose="020B0604020202020204" pitchFamily="34" charset="0"/>
              </a:rPr>
              <a:t>Muốn nhìn người ăn mặc kiêu sa hãy tiến vào cung </a:t>
            </a:r>
            <a:endParaRPr lang="vi-VN" sz="8300" b="1" dirty="0">
              <a:solidFill>
                <a:schemeClr val="bg1"/>
              </a:solidFill>
              <a:latin typeface="+mj-lt"/>
              <a:ea typeface="Times New Roman"/>
              <a:cs typeface="Arial" panose="020B0604020202020204" pitchFamily="34"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g3e27e67361b_1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spcBef>
                <a:spcPts val="0"/>
              </a:spcBef>
              <a:buClr>
                <a:schemeClr val="dk1"/>
              </a:buClr>
              <a:buSzPts val="1100"/>
            </a:pPr>
            <a:r>
              <a:rPr lang="vi-VN" sz="8200" b="1" dirty="0">
                <a:solidFill>
                  <a:schemeClr val="bg1"/>
                </a:solidFill>
                <a:latin typeface="+mj-lt"/>
                <a:cs typeface="Arial" panose="020B0604020202020204" pitchFamily="34" charset="0"/>
              </a:rPr>
              <a:t>muốn coi cây sậy đu theo gió hãy kiếm trông trên rừng</a:t>
            </a:r>
            <a:endParaRPr sz="8200" b="1" dirty="0">
              <a:solidFill>
                <a:schemeClr val="bg1"/>
              </a:solidFill>
              <a:latin typeface="+mj-lt"/>
              <a:ea typeface="Times New Roman"/>
              <a:cs typeface="Arial" panose="020B0604020202020204" pitchFamily="34" charset="0"/>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3eb98287b44_0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6000" b="1" dirty="0">
                <a:solidFill>
                  <a:srgbClr val="FFFF00"/>
                </a:solidFill>
                <a:latin typeface="+mj-lt"/>
              </a:rPr>
              <a:t>ĐK. </a:t>
            </a:r>
            <a:r>
              <a:rPr lang="vi-VN" sz="8000" b="1" dirty="0">
                <a:solidFill>
                  <a:schemeClr val="bg1"/>
                </a:solidFill>
                <a:latin typeface="+mj-lt"/>
              </a:rPr>
              <a:t>Muốn xem một vị tiên tri hãy tới đây có Đấng cao trọng hơn tiên tri</a:t>
            </a:r>
            <a:endParaRPr sz="8000" b="1" dirty="0">
              <a:solidFill>
                <a:schemeClr val="bg1"/>
              </a:solidFill>
              <a:latin typeface="+mj-lt"/>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g3f16ddd2213_0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000" b="1" dirty="0">
                <a:solidFill>
                  <a:schemeClr val="bg1"/>
                </a:solidFill>
                <a:latin typeface="+mj-lt"/>
              </a:rPr>
              <a:t>Sứ thần đi trước loan truyền dọn đường Đấng cứu tinh.</a:t>
            </a:r>
            <a:endParaRPr sz="8000" b="1" dirty="0">
              <a:solidFill>
                <a:schemeClr val="bg1"/>
              </a:solidFill>
              <a:latin typeface="+mj-lt"/>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g3f16ddd2213_0_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000" b="1" dirty="0">
                <a:solidFill>
                  <a:schemeClr val="bg1"/>
                </a:solidFill>
                <a:latin typeface="+mj-lt"/>
              </a:rPr>
              <a:t>Mọi người nam bởi người nữ sinh ra không có ai cao trọng vượt thánh Gioan Tiền Hô. </a:t>
            </a:r>
            <a:endParaRPr sz="7000" b="1" dirty="0">
              <a:solidFill>
                <a:schemeClr val="bg1"/>
              </a:solidFill>
              <a:latin typeface="+mj-lt"/>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pic>
        <p:nvPicPr>
          <p:cNvPr id="3" name="Picture 2">
            <a:extLst>
              <a:ext uri="{FF2B5EF4-FFF2-40B4-BE49-F238E27FC236}">
                <a16:creationId xmlns:a16="http://schemas.microsoft.com/office/drawing/2014/main" id="{B3269BBF-8728-5629-98B3-D71BA7E977EE}"/>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g3d90891dc36_0_0"/>
          <p:cNvSpPr txBox="1">
            <a:spLocks noGrp="1"/>
          </p:cNvSpPr>
          <p:nvPr>
            <p:ph type="ctrTitle"/>
          </p:nvPr>
        </p:nvSpPr>
        <p:spPr>
          <a:xfrm>
            <a:off x="0" y="0"/>
            <a:ext cx="9144000" cy="595800"/>
          </a:xfrm>
          <a:prstGeom prst="rect">
            <a:avLst/>
          </a:prstGeom>
          <a:solidFill>
            <a:srgbClr val="002060"/>
          </a:solidFill>
          <a:ln>
            <a:noFill/>
          </a:ln>
        </p:spPr>
        <p:txBody>
          <a:bodyPr spcFirstLastPara="1" wrap="square" lIns="91425" tIns="0" rIns="91425" bIns="0" anchor="b" anchorCtr="0">
            <a:noAutofit/>
          </a:bodyPr>
          <a:lstStyle/>
          <a:p>
            <a:pPr marL="0" lvl="0" indent="0" algn="ctr" rtl="0">
              <a:lnSpc>
                <a:spcPct val="100000"/>
              </a:lnSpc>
              <a:spcBef>
                <a:spcPts val="0"/>
              </a:spcBef>
              <a:spcAft>
                <a:spcPts val="0"/>
              </a:spcAft>
              <a:buClr>
                <a:schemeClr val="accent4"/>
              </a:buClr>
              <a:buSzPts val="15840"/>
              <a:buFont typeface="Arial"/>
              <a:buNone/>
            </a:pPr>
            <a:r>
              <a:rPr lang="en-US" sz="4000" b="1">
                <a:solidFill>
                  <a:schemeClr val="accent4"/>
                </a:solidFill>
                <a:latin typeface="Times New Roman"/>
                <a:ea typeface="Times New Roman"/>
                <a:cs typeface="Times New Roman"/>
                <a:sym typeface="Times New Roman"/>
              </a:rPr>
              <a:t>KINH VINH DANH</a:t>
            </a:r>
            <a:endParaRPr sz="4000" b="1">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spcFirstLastPara="1" wrap="square" lIns="91425" tIns="0" rIns="91425" bIns="0" anchor="ctr" anchorCtr="0">
            <a:noAutofit/>
          </a:bodyPr>
          <a:lstStyle/>
          <a:p>
            <a:pPr marL="0" marR="0" lvl="0" indent="0" algn="just" rtl="0">
              <a:lnSpc>
                <a:spcPct val="100000"/>
              </a:lnSpc>
              <a:spcBef>
                <a:spcPts val="0"/>
              </a:spcBef>
              <a:spcAft>
                <a:spcPts val="0"/>
              </a:spcAft>
              <a:buClr>
                <a:srgbClr val="EE0000"/>
              </a:buClr>
              <a:buSzPts val="9600"/>
              <a:buFont typeface="Times"/>
              <a:buNone/>
            </a:pPr>
            <a:r>
              <a:rPr lang="en-US" sz="7600" b="1" i="0" u="none" strike="noStrike" cap="none">
                <a:solidFill>
                  <a:srgbClr val="FFFF00"/>
                </a:solidFill>
                <a:latin typeface="Times"/>
                <a:ea typeface="Times"/>
                <a:cs typeface="Times"/>
                <a:sym typeface="Times"/>
              </a:rPr>
              <a:t>CT:</a:t>
            </a:r>
            <a:r>
              <a:rPr lang="en-US" sz="7600" b="1" i="1" u="none" strike="noStrike" cap="none">
                <a:solidFill>
                  <a:srgbClr val="C00000"/>
                </a:solidFill>
                <a:latin typeface="Times"/>
                <a:ea typeface="Times"/>
                <a:cs typeface="Times"/>
                <a:sym typeface="Times"/>
              </a:rPr>
              <a:t> </a:t>
            </a:r>
            <a:r>
              <a:rPr lang="en-US" sz="7600" b="1" i="0" u="none" strike="noStrike" cap="none">
                <a:solidFill>
                  <a:schemeClr val="lt1"/>
                </a:solidFill>
                <a:latin typeface="Times"/>
                <a:ea typeface="Times"/>
                <a:cs typeface="Times"/>
                <a:sym typeface="Times"/>
              </a:rPr>
              <a:t>Vinh danh Thiên Chúa trên các tầng trời</a:t>
            </a:r>
            <a:endParaRPr sz="7600" b="1" i="0" u="none" strike="noStrike" cap="none">
              <a:solidFill>
                <a:schemeClr val="lt1"/>
              </a:solidFill>
              <a:latin typeface="Times"/>
              <a:ea typeface="Times"/>
              <a:cs typeface="Times"/>
              <a:sym typeface="Time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g3ab13fdb44f_0_2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9600"/>
              <a:buFont typeface="Times"/>
              <a:buNone/>
            </a:pPr>
            <a:r>
              <a:rPr lang="en-US" sz="7600" b="1">
                <a:solidFill>
                  <a:srgbClr val="FF3399"/>
                </a:solidFill>
                <a:latin typeface="Times"/>
                <a:ea typeface="Times"/>
                <a:cs typeface="Times"/>
                <a:sym typeface="Times"/>
              </a:rPr>
              <a:t>A+B: </a:t>
            </a:r>
            <a:r>
              <a:rPr lang="en-US" sz="7600" b="1">
                <a:solidFill>
                  <a:schemeClr val="lt1"/>
                </a:solidFill>
                <a:latin typeface="Times"/>
                <a:ea typeface="Times"/>
                <a:cs typeface="Times"/>
                <a:sym typeface="Times"/>
              </a:rPr>
              <a:t>và bình an dưới thế cho người thiện tâm.</a:t>
            </a:r>
            <a:endParaRPr sz="7600" b="1">
              <a:solidFill>
                <a:schemeClr val="lt1"/>
              </a:solidFill>
              <a:latin typeface="Times"/>
              <a:ea typeface="Times"/>
              <a:cs typeface="Times"/>
              <a:sym typeface="Time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0"/>
        <p:cNvGrpSpPr/>
        <p:nvPr/>
      </p:nvGrpSpPr>
      <p:grpSpPr>
        <a:xfrm>
          <a:off x="0" y="0"/>
          <a:ext cx="0" cy="0"/>
          <a:chOff x="0" y="0"/>
          <a:chExt cx="0" cy="0"/>
        </a:xfrm>
      </p:grpSpPr>
      <p:sp>
        <p:nvSpPr>
          <p:cNvPr id="571" name="Google Shape;571;g3ab13fdb44f_0_30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Chúng con ca ngợi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chúc tụng Chúa,</a:t>
            </a:r>
            <a:endParaRPr sz="7600" b="1">
              <a:solidFill>
                <a:schemeClr val="lt1"/>
              </a:solidFill>
              <a:latin typeface="Times"/>
              <a:ea typeface="Times"/>
              <a:cs typeface="Times"/>
              <a:sym typeface="Time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g3ab13fdb44f_0_30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thờ lạy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chúng con tôn vinh Chúa,</a:t>
            </a:r>
            <a:endParaRPr sz="7600" b="1">
              <a:solidFill>
                <a:schemeClr val="lt1"/>
              </a:solidFill>
              <a:latin typeface="Times"/>
              <a:ea typeface="Times"/>
              <a:cs typeface="Times"/>
              <a:sym typeface="Time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g3ab13fdb44f_0_31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g3ab13fdb44f_0_31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200"/>
              <a:buFont typeface="Times"/>
              <a:buNone/>
            </a:pP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Lạy Chúa là Thiên Chúa, là Vua trên trời, là Chúa Cha toàn năng.</a:t>
            </a:r>
            <a:endParaRPr sz="7600" b="1">
              <a:solidFill>
                <a:schemeClr val="lt1"/>
              </a:solidFill>
              <a:latin typeface="Times"/>
              <a:ea typeface="Times"/>
              <a:cs typeface="Times"/>
              <a:sym typeface="Time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g3ab13fdb44f_0_32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80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g3ab13fdb44f_0_32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7200"/>
              <a:buFont typeface="Times"/>
              <a:buNone/>
            </a:pPr>
            <a:r>
              <a:rPr lang="en-US" sz="7600" b="1">
                <a:solidFill>
                  <a:srgbClr val="FFFF00"/>
                </a:solidFill>
                <a:latin typeface="Times"/>
                <a:ea typeface="Times"/>
                <a:cs typeface="Times"/>
                <a:sym typeface="Times"/>
              </a:rPr>
              <a:t>B:</a:t>
            </a:r>
            <a:r>
              <a:rPr lang="en-US" sz="7600" b="1">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3ab13fdb44f_0_33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xóa tội trần gian,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g3ab13fdb44f_0_33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0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g3ab13fdb44f_0_34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ngự bên hữu Ðức Chúa Cha,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g3ab13fdb44f_0_34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8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g3ab13fdb44f_0_35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dk1"/>
              </a:buClr>
              <a:buSzPts val="8000"/>
              <a:buFont typeface="Times"/>
              <a:buNone/>
            </a:pPr>
            <a:r>
              <a:rPr lang="en-US" sz="7600" b="1">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g3ab13fdb44f_0_35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7200"/>
              <a:buFont typeface="Times"/>
              <a:buNone/>
            </a:pPr>
            <a:r>
              <a:rPr lang="en-US" sz="7200" b="1">
                <a:solidFill>
                  <a:srgbClr val="FF3399"/>
                </a:solidFill>
                <a:latin typeface="Times"/>
                <a:ea typeface="Times"/>
                <a:cs typeface="Times"/>
                <a:sym typeface="Times"/>
              </a:rPr>
              <a:t>A+B: </a:t>
            </a:r>
            <a:r>
              <a:rPr lang="en-US" sz="7200" b="1">
                <a:solidFill>
                  <a:schemeClr val="lt1"/>
                </a:solidFill>
                <a:latin typeface="Times"/>
                <a:ea typeface="Times"/>
                <a:cs typeface="Times"/>
                <a:sym typeface="Times"/>
              </a:rPr>
              <a:t>Cùng Ðức Chúa Thánh Thần trong vinh quang Ðức Chúa Cha.</a:t>
            </a:r>
            <a:r>
              <a:rPr lang="en-US" sz="7200" b="1">
                <a:latin typeface="Times"/>
                <a:ea typeface="Times"/>
                <a:cs typeface="Times"/>
                <a:sym typeface="Times"/>
              </a:rPr>
              <a:t> </a:t>
            </a:r>
            <a:r>
              <a:rPr lang="en-US" sz="7200" b="1">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pic>
        <p:nvPicPr>
          <p:cNvPr id="3" name="Picture 2">
            <a:extLst>
              <a:ext uri="{FF2B5EF4-FFF2-40B4-BE49-F238E27FC236}">
                <a16:creationId xmlns:a16="http://schemas.microsoft.com/office/drawing/2014/main" id="{5532471E-187B-9F98-83B2-665FD3C6FDB8}"/>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Picture 2">
            <a:extLst>
              <a:ext uri="{FF2B5EF4-FFF2-40B4-BE49-F238E27FC236}">
                <a16:creationId xmlns:a16="http://schemas.microsoft.com/office/drawing/2014/main" id="{0DFCFA26-AD72-EA50-2105-48C1758B9670}"/>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g3e6e2da66e2_0_6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lvl="0">
              <a:lnSpc>
                <a:spcPct val="90000"/>
              </a:lnSpc>
              <a:buSzPts val="4700"/>
            </a:pPr>
            <a:r>
              <a:rPr lang="en-US" sz="4700" b="1" dirty="0">
                <a:solidFill>
                  <a:schemeClr val="accent4"/>
                </a:solidFill>
                <a:latin typeface="Times New Roman"/>
                <a:ea typeface="Times New Roman"/>
                <a:cs typeface="Times New Roman"/>
                <a:sym typeface="Times New Roman"/>
              </a:rPr>
              <a:t>ĐÁP CA</a:t>
            </a:r>
            <a:br>
              <a:rPr lang="en-US" sz="4700" b="1" dirty="0">
                <a:latin typeface="Times New Roman"/>
                <a:ea typeface="Times New Roman"/>
                <a:cs typeface="Times New Roman"/>
                <a:sym typeface="Times New Roman"/>
              </a:rPr>
            </a:br>
            <a:r>
              <a:rPr lang="en-US" sz="6700" b="1" dirty="0">
                <a:solidFill>
                  <a:srgbClr val="FFFF00"/>
                </a:solidFill>
                <a:latin typeface="Times New Roman"/>
                <a:ea typeface="Times New Roman"/>
                <a:cs typeface="Times New Roman"/>
                <a:sym typeface="Times New Roman"/>
              </a:rPr>
              <a:t>THÁNH VỊNH </a:t>
            </a:r>
            <a:r>
              <a:rPr lang="vi-VN" sz="6700" b="1" dirty="0">
                <a:solidFill>
                  <a:srgbClr val="FFFF00"/>
                </a:solidFill>
                <a:latin typeface="Times New Roman"/>
                <a:ea typeface="Times New Roman"/>
                <a:cs typeface="Times New Roman"/>
                <a:sym typeface="Times New Roman"/>
              </a:rPr>
              <a:t>138</a:t>
            </a:r>
            <a:br>
              <a:rPr lang="en-US" sz="4700" b="1" i="0" dirty="0">
                <a:latin typeface="Times New Roman"/>
                <a:ea typeface="Times New Roman"/>
                <a:cs typeface="Times New Roman"/>
                <a:sym typeface="Times New Roman"/>
              </a:rPr>
            </a:br>
            <a:r>
              <a:rPr lang="de-DE" dirty="0">
                <a:solidFill>
                  <a:schemeClr val="bg1"/>
                </a:solidFill>
              </a:rPr>
              <a:t>1-3. 13-14ab. 14c-15</a:t>
            </a:r>
            <a:br>
              <a:rPr lang="en-US" sz="4700" b="1" i="1" dirty="0">
                <a:solidFill>
                  <a:schemeClr val="accent4"/>
                </a:solidFill>
                <a:latin typeface="Times New Roman"/>
                <a:ea typeface="Times New Roman"/>
                <a:cs typeface="Times New Roman"/>
                <a:sym typeface="Times New Roman"/>
              </a:rPr>
            </a:br>
            <a:r>
              <a:rPr lang="en-US" sz="4700" b="1" i="1" dirty="0">
                <a:solidFill>
                  <a:schemeClr val="accent4"/>
                </a:solidFill>
                <a:latin typeface="Times New Roman"/>
                <a:ea typeface="Times New Roman"/>
                <a:cs typeface="Times New Roman"/>
                <a:sym typeface="Times New Roman"/>
              </a:rPr>
              <a:t>(03 </a:t>
            </a:r>
            <a:r>
              <a:rPr lang="en-US" sz="4700" b="1" i="1" dirty="0" err="1">
                <a:solidFill>
                  <a:schemeClr val="accent4"/>
                </a:solidFill>
                <a:latin typeface="Times New Roman"/>
                <a:ea typeface="Times New Roman"/>
                <a:cs typeface="Times New Roman"/>
                <a:sym typeface="Times New Roman"/>
              </a:rPr>
              <a:t>câu</a:t>
            </a:r>
            <a:r>
              <a:rPr lang="en-US" sz="4700" b="1" i="1" dirty="0">
                <a:solidFill>
                  <a:schemeClr val="accent4"/>
                </a:solidFill>
                <a:latin typeface="Times New Roman"/>
                <a:ea typeface="Times New Roman"/>
                <a:cs typeface="Times New Roman"/>
                <a:sym typeface="Times New Roman"/>
              </a:rPr>
              <a:t>)</a:t>
            </a:r>
            <a:endParaRPr sz="4700" b="1" dirty="0">
              <a:solidFill>
                <a:schemeClr val="accent4"/>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g3e6e2da66e2_0_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000" b="1" dirty="0">
                <a:solidFill>
                  <a:schemeClr val="bg1"/>
                </a:solidFill>
                <a:latin typeface="+mj-lt"/>
              </a:rPr>
              <a:t>Con ca ngợi Chúa/ vì con được tạo thành cách lạ lùng </a:t>
            </a:r>
            <a:endParaRPr sz="8000" b="1" dirty="0">
              <a:solidFill>
                <a:schemeClr val="bg1"/>
              </a:solidFill>
              <a:latin typeface="+mj-lt"/>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2"/>
        <p:cNvGrpSpPr/>
        <p:nvPr/>
      </p:nvGrpSpPr>
      <p:grpSpPr>
        <a:xfrm>
          <a:off x="0" y="0"/>
          <a:ext cx="0" cy="0"/>
          <a:chOff x="0" y="0"/>
          <a:chExt cx="0" cy="0"/>
        </a:xfrm>
      </p:grpSpPr>
      <p:sp>
        <p:nvSpPr>
          <p:cNvPr id="703" name="Google Shape;703;g3d89366497e_0_44"/>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D527A721-8960-C464-5252-85DC4B5999FA}"/>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56"/>
          <p:cNvSpPr txBox="1">
            <a:spLocks noGrp="1"/>
          </p:cNvSpPr>
          <p:nvPr>
            <p:ph type="ctrTitle"/>
          </p:nvPr>
        </p:nvSpPr>
        <p:spPr>
          <a:xfrm>
            <a:off x="0" y="497175"/>
            <a:ext cx="9144000" cy="4646100"/>
          </a:xfrm>
          <a:prstGeom prst="rect">
            <a:avLst/>
          </a:prstGeom>
          <a:solidFill>
            <a:srgbClr val="002060"/>
          </a:solidFill>
          <a:ln>
            <a:noFill/>
          </a:ln>
        </p:spPr>
        <p:txBody>
          <a:bodyPr spcFirstLastPara="1" wrap="square" lIns="91425" tIns="0" rIns="91425" bIns="0" anchor="ctr" anchorCtr="0">
            <a:noAutofit/>
          </a:bodyPr>
          <a:lstStyle/>
          <a:p>
            <a:pPr lvl="0">
              <a:buClr>
                <a:srgbClr val="EE0000"/>
              </a:buClr>
              <a:buSzPts val="8000"/>
            </a:pPr>
            <a:r>
              <a:rPr lang="en-US" sz="6000" b="1" i="1" dirty="0">
                <a:solidFill>
                  <a:srgbClr val="FFFF00"/>
                </a:solidFill>
                <a:latin typeface="Times New Roman"/>
                <a:ea typeface="Times New Roman"/>
                <a:cs typeface="Times New Roman"/>
                <a:sym typeface="Times New Roman"/>
              </a:rPr>
              <a:t>All… All…</a:t>
            </a:r>
            <a:r>
              <a:rPr lang="en-US" sz="7500" b="1" i="1" dirty="0">
                <a:solidFill>
                  <a:srgbClr val="EE0000"/>
                </a:solidFill>
                <a:latin typeface="Times New Roman"/>
                <a:ea typeface="Times New Roman"/>
                <a:cs typeface="Times New Roman"/>
                <a:sym typeface="Times New Roman"/>
              </a:rPr>
              <a:t> </a:t>
            </a:r>
            <a:br>
              <a:rPr lang="en-US" sz="7700" b="1" i="1" dirty="0">
                <a:solidFill>
                  <a:srgbClr val="EE0000"/>
                </a:solidFill>
                <a:latin typeface="Times New Roman"/>
                <a:ea typeface="Times New Roman"/>
                <a:cs typeface="Times New Roman"/>
                <a:sym typeface="Times New Roman"/>
              </a:rPr>
            </a:br>
            <a:r>
              <a:rPr lang="vi-VN" sz="7200" b="1" dirty="0">
                <a:solidFill>
                  <a:schemeClr val="bg1"/>
                </a:solidFill>
                <a:latin typeface="+mj-lt"/>
              </a:rPr>
              <a:t>Hỡi con trẻ/ con sẽ được gọi là tiên tri của Đấng Tối Cao</a:t>
            </a:r>
            <a:endParaRPr sz="7200" b="1" dirty="0">
              <a:solidFill>
                <a:schemeClr val="bg1"/>
              </a:solidFill>
              <a:latin typeface="+mj-lt"/>
              <a:ea typeface="Times New Roman"/>
              <a:cs typeface="Times New Roman"/>
              <a:sym typeface="Times New Roman"/>
            </a:endParaRPr>
          </a:p>
        </p:txBody>
      </p:sp>
      <p:sp>
        <p:nvSpPr>
          <p:cNvPr id="711" name="Google Shape;711;p156"/>
          <p:cNvSpPr txBox="1"/>
          <p:nvPr/>
        </p:nvSpPr>
        <p:spPr>
          <a:xfrm>
            <a:off x="0" y="-50800"/>
            <a:ext cx="9144000" cy="635000"/>
          </a:xfrm>
          <a:prstGeom prst="rect">
            <a:avLst/>
          </a:prstGeom>
          <a:solidFill>
            <a:srgbClr val="002060"/>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1" i="0" u="none" strike="noStrike" cap="none">
                <a:solidFill>
                  <a:schemeClr val="accent2"/>
                </a:solidFill>
                <a:latin typeface="Times New Roman"/>
                <a:ea typeface="Times New Roman"/>
                <a:cs typeface="Times New Roman"/>
                <a:sym typeface="Times New Roman"/>
              </a:rPr>
              <a:t>TUNG HÔ TIN MỪNG</a:t>
            </a:r>
            <a:endParaRPr sz="3200" b="1" i="0" u="none" strike="noStrike" cap="none">
              <a:solidFill>
                <a:schemeClr val="accent2"/>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3b224b7d20a_0_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lvl="0">
              <a:buSzPts val="8000"/>
            </a:pPr>
            <a:r>
              <a:rPr lang="vi-VN" sz="8000" b="1" dirty="0">
                <a:solidFill>
                  <a:schemeClr val="bg1"/>
                </a:solidFill>
                <a:latin typeface="+mj-lt"/>
              </a:rPr>
              <a:t>con sẽ đi trước mặt Chúa để dọn đường cho Người. </a:t>
            </a:r>
            <a:br>
              <a:rPr lang="en-US" sz="6500" b="1" dirty="0">
                <a:solidFill>
                  <a:schemeClr val="lt1"/>
                </a:solidFill>
                <a:latin typeface="Times New Roman"/>
                <a:ea typeface="Times New Roman"/>
                <a:cs typeface="Times New Roman"/>
                <a:sym typeface="Times New Roman"/>
              </a:rPr>
            </a:br>
            <a:r>
              <a:rPr lang="en-US" sz="6500" b="1" i="1" dirty="0">
                <a:solidFill>
                  <a:srgbClr val="FFFF00"/>
                </a:solidFill>
                <a:latin typeface="Times New Roman"/>
                <a:ea typeface="Times New Roman"/>
                <a:cs typeface="Times New Roman"/>
                <a:sym typeface="Times New Roman"/>
              </a:rPr>
              <a:t>All.. All..</a:t>
            </a:r>
            <a:endParaRPr sz="6500" b="1" dirty="0">
              <a:solidFill>
                <a:srgbClr val="FFFF00"/>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pic>
        <p:nvPicPr>
          <p:cNvPr id="3" name="Picture 2">
            <a:extLst>
              <a:ext uri="{FF2B5EF4-FFF2-40B4-BE49-F238E27FC236}">
                <a16:creationId xmlns:a16="http://schemas.microsoft.com/office/drawing/2014/main" id="{C9D8781C-146C-B291-E4C7-F74499A4BE1D}"/>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159"/>
          <p:cNvSpPr txBox="1">
            <a:spLocks noGrp="1"/>
          </p:cNvSpPr>
          <p:nvPr>
            <p:ph type="ctrTitle"/>
          </p:nvPr>
        </p:nvSpPr>
        <p:spPr>
          <a:xfrm>
            <a:off x="0" y="514351"/>
            <a:ext cx="9144000" cy="4629148"/>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7200"/>
              <a:buFont typeface="Times"/>
              <a:buNone/>
            </a:pPr>
            <a:r>
              <a:rPr lang="en-US" sz="7200" b="1">
                <a:solidFill>
                  <a:schemeClr val="accent4"/>
                </a:solidFill>
                <a:latin typeface="Times"/>
                <a:ea typeface="Times"/>
                <a:cs typeface="Times"/>
                <a:sym typeface="Times"/>
              </a:rPr>
              <a:t>CT: </a:t>
            </a:r>
            <a:r>
              <a:rPr lang="en-US" sz="7200" b="1">
                <a:solidFill>
                  <a:schemeClr val="lt1"/>
                </a:solidFill>
                <a:latin typeface="Times"/>
                <a:ea typeface="Times"/>
                <a:cs typeface="Times"/>
                <a:sym typeface="Times"/>
              </a:rPr>
              <a:t>Tôi tin kính một Thiên Chúa là Cha toàn năng.</a:t>
            </a:r>
            <a:endParaRPr/>
          </a:p>
        </p:txBody>
      </p:sp>
      <p:sp>
        <p:nvSpPr>
          <p:cNvPr id="732" name="Google Shape;732;p159"/>
          <p:cNvSpPr txBox="1"/>
          <p:nvPr/>
        </p:nvSpPr>
        <p:spPr>
          <a:xfrm>
            <a:off x="0" y="0"/>
            <a:ext cx="9144000" cy="73810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4"/>
              </a:buClr>
              <a:buSzPts val="3600"/>
              <a:buFont typeface="Times New Roman"/>
              <a:buNone/>
            </a:pPr>
            <a:r>
              <a:rPr lang="en-US" sz="3600" b="1" i="0" u="none" strike="noStrike" cap="none">
                <a:solidFill>
                  <a:schemeClr val="accent4"/>
                </a:solidFill>
                <a:latin typeface="Times New Roman"/>
                <a:ea typeface="Times New Roman"/>
                <a:cs typeface="Times New Roman"/>
                <a:sym typeface="Times New Roman"/>
              </a:rPr>
              <a:t>KINH TIN KÍNH</a:t>
            </a:r>
            <a:endParaRPr sz="3600" b="1" i="0" u="none" strike="noStrike" cap="none">
              <a:solidFill>
                <a:schemeClr val="accent4"/>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160"/>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161"/>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162"/>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sinh bởi Đức Chúa Cha từ trước muôn đời.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16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là Thiên Chúa bởi Thiên Chúa, Ánh Sáng bởi Ánh Sáng,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16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165"/>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đồng bản thể với Đức Chúa Cha: nhờ Người mà muôn vật được tạo thành.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166"/>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16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000"/>
              <a:buFont typeface="Times"/>
              <a:buNone/>
            </a:pPr>
            <a:r>
              <a:rPr lang="en-US" sz="6800" b="1">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168"/>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chịu đóng đinh vào thập giá vì chúng ta, Thời quan Phong-xi-ô Phi-la-tô;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169"/>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170"/>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171"/>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để phán xét kẻ sống và kẻ chết, Nước Người sẽ không bao giờ cùng.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172"/>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tinh kính Đức Chúa Thánh Thần là Thiên Chúa, và là Đấng ban sự sống,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7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bởi Đức Chúa Cha và Đức Chúa Con mà ra.</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17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được phụng thờ và tôn vinh cùng với Đức Chúa Cha và Đức Chúa Con.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75"/>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đã dùng các Tiên tri mà phán dạy.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176"/>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Hội Thánh duy nhất, thánh thiện, công giáo và tông truyền.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17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tuyên xưng có một Phép Rửa để tha tội.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178"/>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trông đợi kẻ chết sống lại và sự sống đời sau.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pic>
        <p:nvPicPr>
          <p:cNvPr id="3" name="Picture 2">
            <a:extLst>
              <a:ext uri="{FF2B5EF4-FFF2-40B4-BE49-F238E27FC236}">
                <a16:creationId xmlns:a16="http://schemas.microsoft.com/office/drawing/2014/main" id="{D7DB1E8F-5DC7-DD34-DC11-3066166B308E}"/>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3e5a0c7ab5b_0_21"/>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lvl="0">
              <a:lnSpc>
                <a:spcPct val="90000"/>
              </a:lnSpc>
              <a:buSzPts val="4700"/>
            </a:pPr>
            <a:r>
              <a:rPr lang="en-US" sz="4700" b="1" dirty="0">
                <a:solidFill>
                  <a:schemeClr val="accent4"/>
                </a:solidFill>
                <a:latin typeface="Times New Roman"/>
                <a:ea typeface="Times New Roman"/>
                <a:cs typeface="Times New Roman"/>
                <a:sym typeface="Times New Roman"/>
              </a:rPr>
              <a:t>DÂNG LỄ</a:t>
            </a:r>
            <a:br>
              <a:rPr lang="en-US" sz="4700" b="1" dirty="0">
                <a:latin typeface="Times New Roman"/>
                <a:ea typeface="Times New Roman"/>
                <a:cs typeface="Times New Roman"/>
                <a:sym typeface="Times New Roman"/>
              </a:rPr>
            </a:br>
            <a:r>
              <a:rPr lang="en-US" sz="4800" b="1" dirty="0">
                <a:solidFill>
                  <a:srgbClr val="FFFF00"/>
                </a:solidFill>
                <a:latin typeface="Times New Roman" panose="02020603050405020304" pitchFamily="18" charset="0"/>
                <a:cs typeface="Times New Roman" panose="02020603050405020304" pitchFamily="18" charset="0"/>
              </a:rPr>
              <a:t>DÂNG NIỀM CẢM MẾN</a:t>
            </a:r>
            <a:br>
              <a:rPr lang="en-US" sz="4800" dirty="0">
                <a:solidFill>
                  <a:srgbClr val="FFFF00"/>
                </a:solidFill>
                <a:latin typeface="Times New Roman" panose="02020603050405020304" pitchFamily="18" charset="0"/>
                <a:cs typeface="Times New Roman" panose="02020603050405020304" pitchFamily="18" charset="0"/>
              </a:rPr>
            </a:br>
            <a:r>
              <a:rPr lang="vi-VN" sz="4800" dirty="0">
                <a:solidFill>
                  <a:srgbClr val="FFFF00"/>
                </a:solidFill>
                <a:latin typeface="Times New Roman" panose="02020603050405020304" pitchFamily="18" charset="0"/>
                <a:cs typeface="Times New Roman" panose="02020603050405020304" pitchFamily="18" charset="0"/>
              </a:rPr>
              <a:t>(Phanxicô)</a:t>
            </a:r>
            <a:endParaRPr sz="4800" b="1" dirty="0">
              <a:solidFill>
                <a:srgbClr val="FFFF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3e5a0c7ab5b_0_2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6700" b="1" dirty="0">
                <a:solidFill>
                  <a:schemeClr val="bg1"/>
                </a:solidFill>
                <a:latin typeface="Times New Roman"/>
                <a:ea typeface="Times New Roman"/>
                <a:cs typeface="Times New Roman"/>
                <a:sym typeface="Times New Roman"/>
              </a:rPr>
              <a:t>1.</a:t>
            </a:r>
            <a:r>
              <a:rPr lang="vi-VN" dirty="0">
                <a:solidFill>
                  <a:schemeClr val="bg1"/>
                </a:solidFill>
              </a:rPr>
              <a:t> </a:t>
            </a:r>
            <a:r>
              <a:rPr lang="vi-VN" sz="7200" b="1" dirty="0">
                <a:solidFill>
                  <a:schemeClr val="bg1"/>
                </a:solidFill>
                <a:latin typeface="+mj-lt"/>
              </a:rPr>
              <a:t>Như dòng nến trôi trên bàn thờ, tâm hồn con lâng lâng niềm cảm mến vô bờ.</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g3e5a0c7ab5b_0_2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Xin tiến dâng đây con tim ươm bao ước vọng. Hằng muốn sắt son một đời mến yêu.</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3e5a0c7ab5b_0_3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000" b="1" dirty="0">
                <a:solidFill>
                  <a:srgbClr val="FFFF00"/>
                </a:solidFill>
                <a:latin typeface="Times New Roman"/>
                <a:ea typeface="Times New Roman"/>
                <a:cs typeface="Times New Roman"/>
                <a:sym typeface="Times New Roman"/>
              </a:rPr>
              <a:t>ĐK: </a:t>
            </a:r>
            <a:r>
              <a:rPr lang="en-US" sz="7200" b="1" dirty="0" err="1">
                <a:solidFill>
                  <a:schemeClr val="bg1"/>
                </a:solidFill>
                <a:latin typeface="Times New Roman" panose="02020603050405020304" pitchFamily="18" charset="0"/>
                <a:cs typeface="Times New Roman" panose="02020603050405020304" pitchFamily="18" charset="0"/>
              </a:rPr>
              <a:t>Kính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tiến</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tình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yêu</a:t>
            </a:r>
            <a:r>
              <a:rPr lang="en-US" sz="7200" b="1" dirty="0">
                <a:solidFill>
                  <a:schemeClr val="bg1"/>
                </a:solidFill>
                <a:latin typeface="Times New Roman" panose="02020603050405020304" pitchFamily="18" charset="0"/>
                <a:cs typeface="Times New Roman" panose="02020603050405020304" pitchFamily="18" charset="0"/>
              </a:rPr>
              <a:t> bao </a:t>
            </a:r>
            <a:r>
              <a:rPr lang="en-US" sz="7200" b="1" dirty="0" err="1">
                <a:solidFill>
                  <a:schemeClr val="bg1"/>
                </a:solidFill>
                <a:latin typeface="Times New Roman" panose="02020603050405020304" pitchFamily="18" charset="0"/>
                <a:cs typeface="Times New Roman" panose="02020603050405020304" pitchFamily="18" charset="0"/>
              </a:rPr>
              <a:t>nhiêu</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mà</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có</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gì</a:t>
            </a:r>
            <a:r>
              <a:rPr lang="en-US" sz="7200" b="1" dirty="0">
                <a:solidFill>
                  <a:schemeClr val="bg1"/>
                </a:solidFill>
                <a:latin typeface="Times New Roman" panose="02020603050405020304" pitchFamily="18" charset="0"/>
                <a:cs typeface="Times New Roman" panose="02020603050405020304" pitchFamily="18" charset="0"/>
              </a:rPr>
              <a:t>. Xin </a:t>
            </a:r>
            <a:r>
              <a:rPr lang="en-US" sz="7200" b="1" dirty="0" err="1">
                <a:solidFill>
                  <a:schemeClr val="bg1"/>
                </a:solidFill>
                <a:latin typeface="Times New Roman" panose="02020603050405020304" pitchFamily="18" charset="0"/>
                <a:cs typeface="Times New Roman" panose="02020603050405020304" pitchFamily="18" charset="0"/>
              </a:rPr>
              <a:t>hãy</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thánh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hóa</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lòng</a:t>
            </a:r>
            <a:r>
              <a:rPr lang="en-US" sz="7200" b="1" dirty="0">
                <a:solidFill>
                  <a:schemeClr val="bg1"/>
                </a:solidFill>
                <a:latin typeface="Times New Roman" panose="02020603050405020304" pitchFamily="18" charset="0"/>
                <a:cs typeface="Times New Roman" panose="02020603050405020304" pitchFamily="18" charset="0"/>
              </a:rPr>
              <a:t> con</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3e5a0c7ab5b_0_3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800" b="1" dirty="0">
                <a:solidFill>
                  <a:schemeClr val="bg1"/>
                </a:solidFill>
                <a:latin typeface="+mj-lt"/>
              </a:rPr>
              <a:t>Tình yêu mới bước tới ngày mai.</a:t>
            </a:r>
            <a:endParaRPr sz="8800" b="1" dirty="0">
              <a:solidFill>
                <a:schemeClr val="bg1"/>
              </a:solidFill>
              <a:latin typeface="+mj-lt"/>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3f16ddd2213_0_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3. Như giọt nước tan trong rượu lành, tâm hồn con hân hoan hòa nhịp với muôn người.</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3f16ddd2213_0_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000" b="1" dirty="0">
                <a:solidFill>
                  <a:schemeClr val="bg1"/>
                </a:solidFill>
                <a:latin typeface="+mj-lt"/>
              </a:rPr>
              <a:t>Xin Chúa thương cho muôn nơi an vui thái bình. Tình Chúa thắm trong cuộc đời ước mơ.</a:t>
            </a:r>
            <a:endParaRPr sz="7000" b="1" dirty="0">
              <a:solidFill>
                <a:schemeClr val="bg1"/>
              </a:solidFill>
              <a:latin typeface="+mj-lt"/>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51">
          <a:extLst>
            <a:ext uri="{FF2B5EF4-FFF2-40B4-BE49-F238E27FC236}">
              <a16:creationId xmlns:a16="http://schemas.microsoft.com/office/drawing/2014/main" id="{60166FC2-5B3E-E071-C13E-248646818589}"/>
            </a:ext>
          </a:extLst>
        </p:cNvPr>
        <p:cNvGrpSpPr/>
        <p:nvPr/>
      </p:nvGrpSpPr>
      <p:grpSpPr>
        <a:xfrm>
          <a:off x="0" y="0"/>
          <a:ext cx="0" cy="0"/>
          <a:chOff x="0" y="0"/>
          <a:chExt cx="0" cy="0"/>
        </a:xfrm>
      </p:grpSpPr>
      <p:sp>
        <p:nvSpPr>
          <p:cNvPr id="852" name="Google Shape;852;g3e5a0c7ab5b_0_33">
            <a:extLst>
              <a:ext uri="{FF2B5EF4-FFF2-40B4-BE49-F238E27FC236}">
                <a16:creationId xmlns:a16="http://schemas.microsoft.com/office/drawing/2014/main" id="{ADA17B6E-8A50-858C-F001-312CC3016034}"/>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000" b="1" dirty="0">
                <a:solidFill>
                  <a:srgbClr val="FFFF00"/>
                </a:solidFill>
                <a:latin typeface="Times New Roman"/>
                <a:ea typeface="Times New Roman"/>
                <a:cs typeface="Times New Roman"/>
                <a:sym typeface="Times New Roman"/>
              </a:rPr>
              <a:t>ĐK: </a:t>
            </a:r>
            <a:r>
              <a:rPr lang="en-US" sz="7200" b="1" dirty="0" err="1">
                <a:solidFill>
                  <a:schemeClr val="bg1"/>
                </a:solidFill>
                <a:latin typeface="Times New Roman" panose="02020603050405020304" pitchFamily="18" charset="0"/>
                <a:cs typeface="Times New Roman" panose="02020603050405020304" pitchFamily="18" charset="0"/>
              </a:rPr>
              <a:t>Kính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tiến</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tình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yêu</a:t>
            </a:r>
            <a:r>
              <a:rPr lang="en-US" sz="7200" b="1" dirty="0">
                <a:solidFill>
                  <a:schemeClr val="bg1"/>
                </a:solidFill>
                <a:latin typeface="Times New Roman" panose="02020603050405020304" pitchFamily="18" charset="0"/>
                <a:cs typeface="Times New Roman" panose="02020603050405020304" pitchFamily="18" charset="0"/>
              </a:rPr>
              <a:t> bao </a:t>
            </a:r>
            <a:r>
              <a:rPr lang="en-US" sz="7200" b="1" dirty="0" err="1">
                <a:solidFill>
                  <a:schemeClr val="bg1"/>
                </a:solidFill>
                <a:latin typeface="Times New Roman" panose="02020603050405020304" pitchFamily="18" charset="0"/>
                <a:cs typeface="Times New Roman" panose="02020603050405020304" pitchFamily="18" charset="0"/>
              </a:rPr>
              <a:t>nhiêu</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mà</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có</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gì</a:t>
            </a:r>
            <a:r>
              <a:rPr lang="en-US" sz="7200" b="1" dirty="0">
                <a:solidFill>
                  <a:schemeClr val="bg1"/>
                </a:solidFill>
                <a:latin typeface="Times New Roman" panose="02020603050405020304" pitchFamily="18" charset="0"/>
                <a:cs typeface="Times New Roman" panose="02020603050405020304" pitchFamily="18" charset="0"/>
              </a:rPr>
              <a:t>. Xin </a:t>
            </a:r>
            <a:r>
              <a:rPr lang="en-US" sz="7200" b="1" dirty="0" err="1">
                <a:solidFill>
                  <a:schemeClr val="bg1"/>
                </a:solidFill>
                <a:latin typeface="Times New Roman" panose="02020603050405020304" pitchFamily="18" charset="0"/>
                <a:cs typeface="Times New Roman" panose="02020603050405020304" pitchFamily="18" charset="0"/>
              </a:rPr>
              <a:t>hãy</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thánh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hóa</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lòng</a:t>
            </a:r>
            <a:r>
              <a:rPr lang="en-US" sz="7200" b="1" dirty="0">
                <a:solidFill>
                  <a:schemeClr val="bg1"/>
                </a:solidFill>
                <a:latin typeface="Times New Roman" panose="02020603050405020304" pitchFamily="18" charset="0"/>
                <a:cs typeface="Times New Roman" panose="02020603050405020304" pitchFamily="18" charset="0"/>
              </a:rPr>
              <a:t> con</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2394505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56">
          <a:extLst>
            <a:ext uri="{FF2B5EF4-FFF2-40B4-BE49-F238E27FC236}">
              <a16:creationId xmlns:a16="http://schemas.microsoft.com/office/drawing/2014/main" id="{A8D96464-95D6-8BF8-DD59-7D7F25DB01BC}"/>
            </a:ext>
          </a:extLst>
        </p:cNvPr>
        <p:cNvGrpSpPr/>
        <p:nvPr/>
      </p:nvGrpSpPr>
      <p:grpSpPr>
        <a:xfrm>
          <a:off x="0" y="0"/>
          <a:ext cx="0" cy="0"/>
          <a:chOff x="0" y="0"/>
          <a:chExt cx="0" cy="0"/>
        </a:xfrm>
      </p:grpSpPr>
      <p:sp>
        <p:nvSpPr>
          <p:cNvPr id="857" name="Google Shape;857;g3e5a0c7ab5b_0_37">
            <a:extLst>
              <a:ext uri="{FF2B5EF4-FFF2-40B4-BE49-F238E27FC236}">
                <a16:creationId xmlns:a16="http://schemas.microsoft.com/office/drawing/2014/main" id="{95D115E1-4F75-74BD-F9CE-B9315D960E76}"/>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800" b="1" dirty="0">
                <a:solidFill>
                  <a:schemeClr val="bg1"/>
                </a:solidFill>
                <a:latin typeface="+mj-lt"/>
              </a:rPr>
              <a:t>Tình yêu mới bước tới ngày mai.</a:t>
            </a:r>
            <a:endParaRPr sz="88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2513705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3f16ddd2213_0_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200" b="1" dirty="0">
                <a:solidFill>
                  <a:schemeClr val="bg1"/>
                </a:solidFill>
                <a:latin typeface="Times New Roman" panose="02020603050405020304" pitchFamily="18" charset="0"/>
                <a:cs typeface="Times New Roman" panose="02020603050405020304" pitchFamily="18" charset="0"/>
              </a:rPr>
              <a:t>2. Bao </a:t>
            </a:r>
            <a:r>
              <a:rPr lang="en-US" sz="7200" b="1" dirty="0" err="1">
                <a:solidFill>
                  <a:schemeClr val="bg1"/>
                </a:solidFill>
                <a:latin typeface="Times New Roman" panose="02020603050405020304" pitchFamily="18" charset="0"/>
                <a:cs typeface="Times New Roman" panose="02020603050405020304" pitchFamily="18" charset="0"/>
              </a:rPr>
              <a:t>ngày</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tháng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xuôi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theo</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giòng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đời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tâm</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hồn</a:t>
            </a:r>
            <a:r>
              <a:rPr lang="en-US" sz="7200" b="1" dirty="0">
                <a:solidFill>
                  <a:schemeClr val="bg1"/>
                </a:solidFill>
                <a:latin typeface="Times New Roman" panose="02020603050405020304" pitchFamily="18" charset="0"/>
                <a:cs typeface="Times New Roman" panose="02020603050405020304" pitchFamily="18" charset="0"/>
              </a:rPr>
              <a:t> con </a:t>
            </a:r>
            <a:r>
              <a:rPr lang="en-US" sz="7200" b="1" dirty="0" err="1">
                <a:solidFill>
                  <a:schemeClr val="bg1"/>
                </a:solidFill>
                <a:latin typeface="Times New Roman" panose="02020603050405020304" pitchFamily="18" charset="0"/>
                <a:cs typeface="Times New Roman" panose="02020603050405020304" pitchFamily="18" charset="0"/>
              </a:rPr>
              <a:t>lênh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đênh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tìm</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hạnh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phúc</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mong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chờ</a:t>
            </a:r>
            <a:r>
              <a:rPr lang="en-US" sz="7200" b="1" dirty="0">
                <a:solidFill>
                  <a:schemeClr val="bg1"/>
                </a:solidFill>
                <a:latin typeface="Times New Roman" panose="02020603050405020304" pitchFamily="18" charset="0"/>
                <a:cs typeface="Times New Roman" panose="02020603050405020304" pitchFamily="18" charset="0"/>
              </a:rPr>
              <a:t>.</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3f16ddd2213_0_2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6800" b="1" dirty="0">
                <a:solidFill>
                  <a:schemeClr val="bg1"/>
                </a:solidFill>
                <a:latin typeface="Times New Roman" panose="02020603050405020304" pitchFamily="18" charset="0"/>
                <a:cs typeface="Times New Roman" panose="02020603050405020304" pitchFamily="18" charset="0"/>
              </a:rPr>
              <a:t>Xin Chúa thương khi con đây trông mong đến Ngài. Là núi đá che chở người tháng năm.</a:t>
            </a:r>
            <a:endParaRPr sz="68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51">
          <a:extLst>
            <a:ext uri="{FF2B5EF4-FFF2-40B4-BE49-F238E27FC236}">
              <a16:creationId xmlns:a16="http://schemas.microsoft.com/office/drawing/2014/main" id="{38F7B7B5-9594-B50E-C4AC-C0AFF3D07598}"/>
            </a:ext>
          </a:extLst>
        </p:cNvPr>
        <p:cNvGrpSpPr/>
        <p:nvPr/>
      </p:nvGrpSpPr>
      <p:grpSpPr>
        <a:xfrm>
          <a:off x="0" y="0"/>
          <a:ext cx="0" cy="0"/>
          <a:chOff x="0" y="0"/>
          <a:chExt cx="0" cy="0"/>
        </a:xfrm>
      </p:grpSpPr>
      <p:sp>
        <p:nvSpPr>
          <p:cNvPr id="852" name="Google Shape;852;g3e5a0c7ab5b_0_33">
            <a:extLst>
              <a:ext uri="{FF2B5EF4-FFF2-40B4-BE49-F238E27FC236}">
                <a16:creationId xmlns:a16="http://schemas.microsoft.com/office/drawing/2014/main" id="{79A950E9-EB0A-29D5-F8A7-30C1B495E45B}"/>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000" b="1" dirty="0">
                <a:solidFill>
                  <a:srgbClr val="FFFF00"/>
                </a:solidFill>
                <a:latin typeface="Times New Roman"/>
                <a:ea typeface="Times New Roman"/>
                <a:cs typeface="Times New Roman"/>
                <a:sym typeface="Times New Roman"/>
              </a:rPr>
              <a:t>ĐK: </a:t>
            </a:r>
            <a:r>
              <a:rPr lang="en-US" sz="7200" b="1" dirty="0" err="1">
                <a:solidFill>
                  <a:schemeClr val="bg1"/>
                </a:solidFill>
                <a:latin typeface="Times New Roman" panose="02020603050405020304" pitchFamily="18" charset="0"/>
                <a:cs typeface="Times New Roman" panose="02020603050405020304" pitchFamily="18" charset="0"/>
              </a:rPr>
              <a:t>Kính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tiến</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tình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yêu</a:t>
            </a:r>
            <a:r>
              <a:rPr lang="en-US" sz="7200" b="1" dirty="0">
                <a:solidFill>
                  <a:schemeClr val="bg1"/>
                </a:solidFill>
                <a:latin typeface="Times New Roman" panose="02020603050405020304" pitchFamily="18" charset="0"/>
                <a:cs typeface="Times New Roman" panose="02020603050405020304" pitchFamily="18" charset="0"/>
              </a:rPr>
              <a:t> bao </a:t>
            </a:r>
            <a:r>
              <a:rPr lang="en-US" sz="7200" b="1" dirty="0" err="1">
                <a:solidFill>
                  <a:schemeClr val="bg1"/>
                </a:solidFill>
                <a:latin typeface="Times New Roman" panose="02020603050405020304" pitchFamily="18" charset="0"/>
                <a:cs typeface="Times New Roman" panose="02020603050405020304" pitchFamily="18" charset="0"/>
              </a:rPr>
              <a:t>nhiêu</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mà</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có</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gì</a:t>
            </a:r>
            <a:r>
              <a:rPr lang="en-US" sz="7200" b="1" dirty="0">
                <a:solidFill>
                  <a:schemeClr val="bg1"/>
                </a:solidFill>
                <a:latin typeface="Times New Roman" panose="02020603050405020304" pitchFamily="18" charset="0"/>
                <a:cs typeface="Times New Roman" panose="02020603050405020304" pitchFamily="18" charset="0"/>
              </a:rPr>
              <a:t>. Xin </a:t>
            </a:r>
            <a:r>
              <a:rPr lang="en-US" sz="7200" b="1" dirty="0" err="1">
                <a:solidFill>
                  <a:schemeClr val="bg1"/>
                </a:solidFill>
                <a:latin typeface="Times New Roman" panose="02020603050405020304" pitchFamily="18" charset="0"/>
                <a:cs typeface="Times New Roman" panose="02020603050405020304" pitchFamily="18" charset="0"/>
              </a:rPr>
              <a:t>hãy</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thánh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hóa</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lòng</a:t>
            </a:r>
            <a:r>
              <a:rPr lang="en-US" sz="7200" b="1" dirty="0">
                <a:solidFill>
                  <a:schemeClr val="bg1"/>
                </a:solidFill>
                <a:latin typeface="Times New Roman" panose="02020603050405020304" pitchFamily="18" charset="0"/>
                <a:cs typeface="Times New Roman" panose="02020603050405020304" pitchFamily="18" charset="0"/>
              </a:rPr>
              <a:t> con</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7736174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56">
          <a:extLst>
            <a:ext uri="{FF2B5EF4-FFF2-40B4-BE49-F238E27FC236}">
              <a16:creationId xmlns:a16="http://schemas.microsoft.com/office/drawing/2014/main" id="{C1772460-3A04-095F-5645-F585B8C5B7D0}"/>
            </a:ext>
          </a:extLst>
        </p:cNvPr>
        <p:cNvGrpSpPr/>
        <p:nvPr/>
      </p:nvGrpSpPr>
      <p:grpSpPr>
        <a:xfrm>
          <a:off x="0" y="0"/>
          <a:ext cx="0" cy="0"/>
          <a:chOff x="0" y="0"/>
          <a:chExt cx="0" cy="0"/>
        </a:xfrm>
      </p:grpSpPr>
      <p:sp>
        <p:nvSpPr>
          <p:cNvPr id="857" name="Google Shape;857;g3e5a0c7ab5b_0_37">
            <a:extLst>
              <a:ext uri="{FF2B5EF4-FFF2-40B4-BE49-F238E27FC236}">
                <a16:creationId xmlns:a16="http://schemas.microsoft.com/office/drawing/2014/main" id="{4B7E9BE1-B9A8-5C17-65D2-5421C7F20284}"/>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800" b="1" dirty="0">
                <a:solidFill>
                  <a:schemeClr val="bg1"/>
                </a:solidFill>
                <a:latin typeface="+mj-lt"/>
              </a:rPr>
              <a:t>Tình yêu mới bước tới ngày mai.</a:t>
            </a:r>
            <a:endParaRPr sz="88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11493750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pic>
        <p:nvPicPr>
          <p:cNvPr id="3" name="Picture 2">
            <a:extLst>
              <a:ext uri="{FF2B5EF4-FFF2-40B4-BE49-F238E27FC236}">
                <a16:creationId xmlns:a16="http://schemas.microsoft.com/office/drawing/2014/main" id="{AA3114F7-9C03-2A2D-5E12-AD8E7F0B9EE8}"/>
              </a:ext>
            </a:extLst>
          </p:cNvPr>
          <p:cNvPicPr>
            <a:picLocks noChangeAspect="1"/>
          </p:cNvPicPr>
          <p:nvPr/>
        </p:nvPicPr>
        <p:blipFill>
          <a:blip r:embed="rId3"/>
          <a:stretch>
            <a:fillRect/>
          </a:stretch>
        </p:blipFill>
        <p:spPr>
          <a:xfrm>
            <a:off x="-1" y="0"/>
            <a:ext cx="9144001" cy="5157808"/>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202"/>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a:solidFill>
                  <a:schemeClr val="accent4"/>
                </a:solidFill>
                <a:latin typeface="Times"/>
                <a:ea typeface="Times"/>
                <a:cs typeface="Times"/>
                <a:sym typeface="Times"/>
              </a:rPr>
            </a:br>
            <a:r>
              <a:rPr lang="en-US" sz="4000" b="1">
                <a:solidFill>
                  <a:schemeClr val="accent4"/>
                </a:solidFill>
                <a:latin typeface="Times"/>
                <a:ea typeface="Times"/>
                <a:cs typeface="Times"/>
                <a:sym typeface="Times"/>
              </a:rPr>
              <a:t>KINH THÁNH, THÁNH</a:t>
            </a:r>
            <a:br>
              <a:rPr lang="en-US" sz="4000" b="1">
                <a:solidFill>
                  <a:schemeClr val="accent4"/>
                </a:solidFill>
                <a:latin typeface="Times"/>
                <a:ea typeface="Times"/>
                <a:cs typeface="Times"/>
                <a:sym typeface="Times"/>
              </a:rPr>
            </a:br>
            <a:r>
              <a:rPr lang="en-US" sz="7200" b="1">
                <a:solidFill>
                  <a:schemeClr val="lt1"/>
                </a:solidFill>
                <a:latin typeface="Times"/>
                <a:ea typeface="Times"/>
                <a:cs typeface="Times"/>
                <a:sym typeface="Times"/>
              </a:rPr>
              <a:t>Thánh, Thánh, Thánh. Chúa là Thiên Chúa các đạo binh</a:t>
            </a:r>
            <a:br>
              <a:rPr lang="en-US" sz="7200" b="1">
                <a:solidFill>
                  <a:schemeClr val="lt1"/>
                </a:solidFill>
                <a:latin typeface="Times"/>
                <a:ea typeface="Times"/>
                <a:cs typeface="Times"/>
                <a:sym typeface="Times"/>
              </a:rPr>
            </a:br>
            <a:endParaRPr sz="7200" b="1">
              <a:solidFill>
                <a:schemeClr val="lt1"/>
              </a:solidFill>
              <a:latin typeface="Times"/>
              <a:ea typeface="Times"/>
              <a:cs typeface="Times"/>
              <a:sym typeface="Time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20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Trời đất đầy vinh quang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20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Chúc tụng Đấng ngự đến nhân danh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86">
          <a:extLst>
            <a:ext uri="{FF2B5EF4-FFF2-40B4-BE49-F238E27FC236}">
              <a16:creationId xmlns:a16="http://schemas.microsoft.com/office/drawing/2014/main" id="{617ED903-830F-DBFF-4F5D-7B62DD57419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5BB717B-C986-4FB3-5C55-250BAEC293B4}"/>
              </a:ext>
            </a:extLst>
          </p:cNvPr>
          <p:cNvPicPr>
            <a:picLocks noChangeAspect="1"/>
          </p:cNvPicPr>
          <p:nvPr/>
        </p:nvPicPr>
        <p:blipFill>
          <a:blip r:embed="rId3"/>
          <a:stretch>
            <a:fillRect/>
          </a:stretch>
        </p:blipFill>
        <p:spPr>
          <a:xfrm>
            <a:off x="-1" y="0"/>
            <a:ext cx="9144001" cy="5157808"/>
          </a:xfrm>
          <a:prstGeom prst="rect">
            <a:avLst/>
          </a:prstGeom>
        </p:spPr>
      </p:pic>
    </p:spTree>
    <p:extLst>
      <p:ext uri="{BB962C8B-B14F-4D97-AF65-F5344CB8AC3E}">
        <p14:creationId xmlns:p14="http://schemas.microsoft.com/office/powerpoint/2010/main" val="20126281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3a42a8b53c1_2_26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a:solidFill>
                  <a:schemeClr val="accent4"/>
                </a:solidFill>
                <a:latin typeface="Times New Roman"/>
                <a:ea typeface="Times New Roman"/>
                <a:cs typeface="Times New Roman"/>
                <a:sym typeface="Times New Roman"/>
              </a:rPr>
            </a:br>
            <a:r>
              <a:rPr lang="en-US" sz="4000" b="1">
                <a:solidFill>
                  <a:schemeClr val="accent4"/>
                </a:solidFill>
                <a:latin typeface="Times New Roman"/>
                <a:ea typeface="Times New Roman"/>
                <a:cs typeface="Times New Roman"/>
                <a:sym typeface="Times New Roman"/>
              </a:rPr>
              <a:t>CHIÊN THIÊN CHÚA</a:t>
            </a:r>
            <a:endParaRPr sz="4000" b="1">
              <a:solidFill>
                <a:schemeClr val="accent4"/>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accent4"/>
              </a:buClr>
              <a:buSzPts val="4000"/>
              <a:buFont typeface="Times"/>
              <a:buNone/>
            </a:pPr>
            <a:r>
              <a:rPr lang="en-US" sz="6600" b="1">
                <a:solidFill>
                  <a:schemeClr val="lt1"/>
                </a:solidFill>
                <a:latin typeface="Times New Roman"/>
                <a:ea typeface="Times New Roman"/>
                <a:cs typeface="Times New Roman"/>
                <a:sym typeface="Times New Roman"/>
              </a:rPr>
              <a:t>Lạy Chiên Thiên Chúa, Đấng xóa tội trần gian, xin thương xót chúng con.</a:t>
            </a:r>
            <a:br>
              <a:rPr lang="en-US" sz="7200" b="1">
                <a:solidFill>
                  <a:schemeClr val="lt1"/>
                </a:solidFill>
                <a:latin typeface="Times New Roman"/>
                <a:ea typeface="Times New Roman"/>
                <a:cs typeface="Times New Roman"/>
                <a:sym typeface="Times New Roman"/>
              </a:rPr>
            </a:b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20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thương xót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20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ban bình an cho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86">
          <a:extLst>
            <a:ext uri="{FF2B5EF4-FFF2-40B4-BE49-F238E27FC236}">
              <a16:creationId xmlns:a16="http://schemas.microsoft.com/office/drawing/2014/main" id="{CAB3BA08-90A0-CECB-30F5-9FD6B6109F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CE97887-A099-D758-8346-79117FD96BF0}"/>
              </a:ext>
            </a:extLst>
          </p:cNvPr>
          <p:cNvPicPr>
            <a:picLocks noChangeAspect="1"/>
          </p:cNvPicPr>
          <p:nvPr/>
        </p:nvPicPr>
        <p:blipFill>
          <a:blip r:embed="rId3"/>
          <a:stretch>
            <a:fillRect/>
          </a:stretch>
        </p:blipFill>
        <p:spPr>
          <a:xfrm>
            <a:off x="-1" y="0"/>
            <a:ext cx="9144001" cy="5157808"/>
          </a:xfrm>
          <a:prstGeom prst="rect">
            <a:avLst/>
          </a:prstGeom>
        </p:spPr>
      </p:pic>
    </p:spTree>
    <p:extLst>
      <p:ext uri="{BB962C8B-B14F-4D97-AF65-F5344CB8AC3E}">
        <p14:creationId xmlns:p14="http://schemas.microsoft.com/office/powerpoint/2010/main" val="38317854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3e9ce9eb37a_0_183"/>
          <p:cNvSpPr txBox="1">
            <a:spLocks noGrp="1"/>
          </p:cNvSpPr>
          <p:nvPr>
            <p:ph type="ctrTitle"/>
          </p:nvPr>
        </p:nvSpPr>
        <p:spPr>
          <a:xfrm>
            <a:off x="0" y="680400"/>
            <a:ext cx="9144000" cy="4463100"/>
          </a:xfrm>
          <a:prstGeom prst="rect">
            <a:avLst/>
          </a:prstGeom>
          <a:solidFill>
            <a:srgbClr val="002060"/>
          </a:solidFill>
          <a:ln>
            <a:noFill/>
          </a:ln>
        </p:spPr>
        <p:txBody>
          <a:bodyPr spcFirstLastPara="1" wrap="square" lIns="91425" tIns="0" rIns="91425" bIns="0" anchor="ctr" anchorCtr="0">
            <a:noAutofit/>
          </a:bodyPr>
          <a:lstStyle/>
          <a:p>
            <a:pPr lvl="0" algn="just">
              <a:buClr>
                <a:schemeClr val="accent4"/>
              </a:buClr>
              <a:buSzPts val="4000"/>
            </a:pPr>
            <a:r>
              <a:rPr lang="en-US" sz="6600" b="1" dirty="0">
                <a:solidFill>
                  <a:schemeClr val="bg1"/>
                </a:solidFill>
                <a:latin typeface="Times New Roman" panose="02020603050405020304" pitchFamily="18" charset="0"/>
                <a:cs typeface="Times New Roman" panose="02020603050405020304" pitchFamily="18" charset="0"/>
              </a:rPr>
              <a:t>Do </a:t>
            </a:r>
            <a:r>
              <a:rPr lang="en-US" sz="6600" b="1" dirty="0" err="1">
                <a:solidFill>
                  <a:schemeClr val="bg1"/>
                </a:solidFill>
                <a:latin typeface="Times New Roman" panose="02020603050405020304" pitchFamily="18" charset="0"/>
                <a:cs typeface="Times New Roman" panose="02020603050405020304" pitchFamily="18" charset="0"/>
              </a:rPr>
              <a:t>lòng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từ</a:t>
            </a:r>
            <a:r>
              <a:rPr lang="en-US" sz="6600" b="1" dirty="0">
                <a:solidFill>
                  <a:schemeClr val="bg1"/>
                </a:solidFill>
                <a:latin typeface="Times New Roman" panose="02020603050405020304" pitchFamily="18" charset="0"/>
                <a:cs typeface="Times New Roman" panose="02020603050405020304" pitchFamily="18" charset="0"/>
              </a:rPr>
              <a:t> bi </a:t>
            </a:r>
            <a:r>
              <a:rPr lang="en-US" sz="6600" b="1" dirty="0" err="1">
                <a:solidFill>
                  <a:schemeClr val="bg1"/>
                </a:solidFill>
                <a:latin typeface="Times New Roman" panose="02020603050405020304" pitchFamily="18" charset="0"/>
                <a:cs typeface="Times New Roman" panose="02020603050405020304" pitchFamily="18" charset="0"/>
              </a:rPr>
              <a:t>của</a:t>
            </a:r>
            <a:r>
              <a:rPr lang="en-US" sz="6600" b="1" dirty="0">
                <a:solidFill>
                  <a:schemeClr val="bg1"/>
                </a:solidFill>
                <a:latin typeface="Times New Roman" panose="02020603050405020304" pitchFamily="18" charset="0"/>
                <a:cs typeface="Times New Roman" panose="02020603050405020304" pitchFamily="18" charset="0"/>
              </a:rPr>
              <a:t> Thiên Chúa </a:t>
            </a:r>
            <a:r>
              <a:rPr lang="en-US" sz="6600" b="1" dirty="0" err="1">
                <a:solidFill>
                  <a:schemeClr val="bg1"/>
                </a:solidFill>
                <a:latin typeface="Times New Roman" panose="02020603050405020304" pitchFamily="18" charset="0"/>
                <a:cs typeface="Times New Roman" panose="02020603050405020304" pitchFamily="18" charset="0"/>
              </a:rPr>
              <a:t>chúng</a:t>
            </a:r>
            <a:r>
              <a:rPr lang="en-US" sz="6600" b="1" dirty="0">
                <a:solidFill>
                  <a:schemeClr val="bg1"/>
                </a:solidFill>
                <a:latin typeface="Times New Roman" panose="02020603050405020304" pitchFamily="18" charset="0"/>
                <a:cs typeface="Times New Roman" panose="02020603050405020304" pitchFamily="18" charset="0"/>
              </a:rPr>
              <a:t> ta, </a:t>
            </a:r>
            <a:r>
              <a:rPr lang="en-US" sz="6600" b="1" dirty="0" err="1">
                <a:solidFill>
                  <a:schemeClr val="bg1"/>
                </a:solidFill>
                <a:latin typeface="Times New Roman" panose="02020603050405020304" pitchFamily="18" charset="0"/>
                <a:cs typeface="Times New Roman" panose="02020603050405020304" pitchFamily="18" charset="0"/>
              </a:rPr>
              <a:t>mà</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Đấng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từ</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trời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cao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đã</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xuống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viếng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thăm</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chúng</a:t>
            </a:r>
            <a:r>
              <a:rPr lang="en-US" sz="6600" b="1" dirty="0">
                <a:solidFill>
                  <a:schemeClr val="bg1"/>
                </a:solidFill>
                <a:latin typeface="Times New Roman" panose="02020603050405020304" pitchFamily="18" charset="0"/>
                <a:cs typeface="Times New Roman" panose="02020603050405020304" pitchFamily="18" charset="0"/>
              </a:rPr>
              <a:t> ta.</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
        <p:nvSpPr>
          <p:cNvPr id="933" name="Google Shape;933;g3e9ce9eb37a_0_183"/>
          <p:cNvSpPr txBox="1"/>
          <p:nvPr/>
        </p:nvSpPr>
        <p:spPr>
          <a:xfrm>
            <a:off x="0" y="0"/>
            <a:ext cx="9144000" cy="677078"/>
          </a:xfrm>
          <a:prstGeom prst="rect">
            <a:avLst/>
          </a:prstGeom>
          <a:solidFill>
            <a:srgbClr val="002060"/>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3200" b="1" i="0" u="none" strike="noStrike" cap="none" dirty="0">
                <a:solidFill>
                  <a:schemeClr val="accent4"/>
                </a:solidFill>
                <a:latin typeface="Times"/>
                <a:ea typeface="Times"/>
                <a:cs typeface="Times"/>
                <a:sym typeface="Times"/>
              </a:rPr>
              <a:t>CA HIỆP LỄ</a:t>
            </a:r>
            <a:endParaRPr sz="1100" b="0" i="0" u="none" strike="noStrike" cap="none" dirty="0">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pic>
        <p:nvPicPr>
          <p:cNvPr id="938" name="Google Shape;938;g3e5a0c7ab5b_0_343"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3dd33158570_0_11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lvl="0">
              <a:lnSpc>
                <a:spcPct val="90000"/>
              </a:lnSpc>
              <a:buSzPts val="4700"/>
            </a:pPr>
            <a:r>
              <a:rPr lang="en-US" sz="4700" b="1" dirty="0">
                <a:solidFill>
                  <a:schemeClr val="accent4"/>
                </a:solidFill>
                <a:latin typeface="Times New Roman"/>
                <a:ea typeface="Times New Roman"/>
                <a:cs typeface="Times New Roman"/>
                <a:sym typeface="Times New Roman"/>
              </a:rPr>
              <a:t>HIỆP LỄ</a:t>
            </a:r>
            <a:br>
              <a:rPr lang="en-US" sz="4700" b="1" dirty="0">
                <a:latin typeface="Times New Roman"/>
                <a:ea typeface="Times New Roman"/>
                <a:cs typeface="Times New Roman"/>
                <a:sym typeface="Times New Roman"/>
              </a:rPr>
            </a:br>
            <a:r>
              <a:rPr lang="en-US" b="1" dirty="0">
                <a:solidFill>
                  <a:srgbClr val="FFFF00"/>
                </a:solidFill>
                <a:latin typeface="Times New Roman" panose="02020603050405020304" pitchFamily="18" charset="0"/>
                <a:cs typeface="Times New Roman" panose="02020603050405020304" pitchFamily="18" charset="0"/>
              </a:rPr>
              <a:t>TÌNH CHÚA CAO VỜI</a:t>
            </a:r>
            <a:br>
              <a:rPr lang="en-US" sz="7200" dirty="0">
                <a:solidFill>
                  <a:srgbClr val="FFFF00"/>
                </a:solidFill>
                <a:latin typeface="Times New Roman" panose="02020603050405020304" pitchFamily="18" charset="0"/>
                <a:cs typeface="Times New Roman" panose="02020603050405020304" pitchFamily="18" charset="0"/>
              </a:rPr>
            </a:br>
            <a:r>
              <a:rPr lang="en-US" dirty="0" err="1">
                <a:solidFill>
                  <a:schemeClr val="bg1"/>
                </a:solidFill>
                <a:latin typeface="Times New Roman" panose="02020603050405020304" pitchFamily="18" charset="0"/>
                <a:cs typeface="Times New Roman" panose="02020603050405020304" pitchFamily="18" charset="0"/>
              </a:rPr>
              <a:t>Lm</a:t>
            </a:r>
            <a:r>
              <a:rPr lang="en-US" dirty="0">
                <a:solidFill>
                  <a:schemeClr val="bg1"/>
                </a:solidFill>
                <a:latin typeface="Times New Roman" panose="02020603050405020304" pitchFamily="18" charset="0"/>
                <a:cs typeface="Times New Roman" panose="02020603050405020304" pitchFamily="18" charset="0"/>
              </a:rPr>
              <a:t>. Duy Thiên</a:t>
            </a:r>
            <a:endParaRPr sz="67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3dd33158570_0_12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6000" b="1" dirty="0">
                <a:solidFill>
                  <a:srgbClr val="FFFF00"/>
                </a:solidFill>
                <a:latin typeface="Times New Roman"/>
                <a:ea typeface="Times New Roman"/>
                <a:cs typeface="Times New Roman"/>
                <a:sym typeface="Times New Roman"/>
              </a:rPr>
              <a:t>ĐK: </a:t>
            </a:r>
            <a:r>
              <a:rPr lang="vi-VN" sz="8000" b="1" dirty="0">
                <a:solidFill>
                  <a:schemeClr val="bg1"/>
                </a:solidFill>
                <a:latin typeface="+mj-lt"/>
              </a:rPr>
              <a:t>Tình yêu Chúa cao vời biết bao, nào con biết đáp đền thế nào, </a:t>
            </a:r>
            <a:endParaRPr sz="8000" b="1" dirty="0">
              <a:solidFill>
                <a:schemeClr val="bg1"/>
              </a:solidFill>
              <a:latin typeface="+mj-lt"/>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3f16ddd2213_0_3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800" b="1" dirty="0">
                <a:solidFill>
                  <a:schemeClr val="bg1"/>
                </a:solidFill>
                <a:latin typeface="+mj-lt"/>
              </a:rPr>
              <a:t>để cho cân xứng Chúa ơi, để cho cân xứng Chúa ơi.</a:t>
            </a:r>
            <a:endParaRPr sz="8800" b="1" dirty="0">
              <a:solidFill>
                <a:schemeClr val="lt1"/>
              </a:solidFill>
              <a:latin typeface="+mj-lt"/>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3d89366497e_0_9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6700" b="1" dirty="0">
                <a:solidFill>
                  <a:srgbClr val="FFFF00"/>
                </a:solidFill>
                <a:latin typeface="Times New Roman"/>
                <a:ea typeface="Times New Roman"/>
                <a:cs typeface="Times New Roman"/>
                <a:sym typeface="Times New Roman"/>
              </a:rPr>
              <a:t>1. </a:t>
            </a:r>
            <a:r>
              <a:rPr lang="vi-VN" sz="6600" b="1" dirty="0">
                <a:solidFill>
                  <a:schemeClr val="bg1"/>
                </a:solidFill>
                <a:latin typeface="+mj-lt"/>
              </a:rPr>
              <a:t>Ôi tình yêu thương Chúa cao vời, tình yêu thương Chúa muôn đời, Người yêu con từ ngàn xưa.</a:t>
            </a:r>
            <a:endParaRPr sz="6600" b="1" dirty="0">
              <a:solidFill>
                <a:schemeClr val="bg1"/>
              </a:solidFill>
              <a:latin typeface="+mj-lt"/>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3f16ddd2213_0_4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Từ khi chưa có đồi non, từ khi chưa có trời cao, chưa có vầng trăng với ngàn sao.</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3f16ddd2213_0_4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Times New Roman" panose="02020603050405020304" pitchFamily="18" charset="0"/>
                <a:cs typeface="Times New Roman" panose="02020603050405020304" pitchFamily="18" charset="0"/>
              </a:rPr>
              <a:t>Gọi con giữa muôn muôn người, tìm con giữa nơi bùn nhơ.</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47">
          <a:extLst>
            <a:ext uri="{FF2B5EF4-FFF2-40B4-BE49-F238E27FC236}">
              <a16:creationId xmlns:a16="http://schemas.microsoft.com/office/drawing/2014/main" id="{387A6EA0-0015-A3DA-94C5-60400A848F70}"/>
            </a:ext>
          </a:extLst>
        </p:cNvPr>
        <p:cNvGrpSpPr/>
        <p:nvPr/>
      </p:nvGrpSpPr>
      <p:grpSpPr>
        <a:xfrm>
          <a:off x="0" y="0"/>
          <a:ext cx="0" cy="0"/>
          <a:chOff x="0" y="0"/>
          <a:chExt cx="0" cy="0"/>
        </a:xfrm>
      </p:grpSpPr>
      <p:sp>
        <p:nvSpPr>
          <p:cNvPr id="948" name="Google Shape;948;g3dd33158570_0_122">
            <a:extLst>
              <a:ext uri="{FF2B5EF4-FFF2-40B4-BE49-F238E27FC236}">
                <a16:creationId xmlns:a16="http://schemas.microsoft.com/office/drawing/2014/main" id="{C4C0227C-7D61-9679-5BC8-42514527B919}"/>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6000" b="1" dirty="0">
                <a:solidFill>
                  <a:srgbClr val="FFFF00"/>
                </a:solidFill>
                <a:latin typeface="Times New Roman"/>
                <a:ea typeface="Times New Roman"/>
                <a:cs typeface="Times New Roman"/>
                <a:sym typeface="Times New Roman"/>
              </a:rPr>
              <a:t>ĐK: </a:t>
            </a:r>
            <a:r>
              <a:rPr lang="vi-VN" sz="8000" b="1" dirty="0">
                <a:solidFill>
                  <a:schemeClr val="bg1"/>
                </a:solidFill>
                <a:latin typeface="+mj-lt"/>
              </a:rPr>
              <a:t>Tình yêu Chúa cao vời biết bao, nào con biết đáp đền thế nào, </a:t>
            </a:r>
            <a:endParaRPr sz="80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28659943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52">
          <a:extLst>
            <a:ext uri="{FF2B5EF4-FFF2-40B4-BE49-F238E27FC236}">
              <a16:creationId xmlns:a16="http://schemas.microsoft.com/office/drawing/2014/main" id="{89F5AA94-86A8-58D0-1369-FBFF51DA3B2F}"/>
            </a:ext>
          </a:extLst>
        </p:cNvPr>
        <p:cNvGrpSpPr/>
        <p:nvPr/>
      </p:nvGrpSpPr>
      <p:grpSpPr>
        <a:xfrm>
          <a:off x="0" y="0"/>
          <a:ext cx="0" cy="0"/>
          <a:chOff x="0" y="0"/>
          <a:chExt cx="0" cy="0"/>
        </a:xfrm>
      </p:grpSpPr>
      <p:sp>
        <p:nvSpPr>
          <p:cNvPr id="953" name="Google Shape;953;g3f16ddd2213_0_36">
            <a:extLst>
              <a:ext uri="{FF2B5EF4-FFF2-40B4-BE49-F238E27FC236}">
                <a16:creationId xmlns:a16="http://schemas.microsoft.com/office/drawing/2014/main" id="{A1AB8FE3-A01F-57D4-8C42-79106D94AC3B}"/>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800" b="1" dirty="0">
                <a:solidFill>
                  <a:schemeClr val="bg1"/>
                </a:solidFill>
                <a:latin typeface="+mj-lt"/>
              </a:rPr>
              <a:t>để cho cân xứng Chúa ơi, để cho cân xứng Chúa ơi.</a:t>
            </a:r>
            <a:endParaRPr sz="8800" b="1" dirty="0">
              <a:solidFill>
                <a:schemeClr val="lt1"/>
              </a:solidFill>
              <a:latin typeface="+mj-lt"/>
              <a:ea typeface="Times New Roman"/>
              <a:cs typeface="Times New Roman"/>
              <a:sym typeface="Times New Roman"/>
            </a:endParaRPr>
          </a:p>
        </p:txBody>
      </p:sp>
    </p:spTree>
    <p:extLst>
      <p:ext uri="{BB962C8B-B14F-4D97-AF65-F5344CB8AC3E}">
        <p14:creationId xmlns:p14="http://schemas.microsoft.com/office/powerpoint/2010/main" val="35383088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3f16ddd2213_0_4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6700" b="1" dirty="0">
                <a:solidFill>
                  <a:srgbClr val="FFFF00"/>
                </a:solidFill>
                <a:latin typeface="Times New Roman"/>
                <a:ea typeface="Times New Roman"/>
                <a:cs typeface="Times New Roman"/>
                <a:sym typeface="Times New Roman"/>
              </a:rPr>
              <a:t>2. </a:t>
            </a:r>
            <a:r>
              <a:rPr lang="vi-VN" sz="6800" b="1" dirty="0">
                <a:solidFill>
                  <a:schemeClr val="bg1"/>
                </a:solidFill>
                <a:latin typeface="+mj-lt"/>
              </a:rPr>
              <a:t>Ôi vì thương con Chúa quên mình, vì yêu nên hiến thân mình gọi con nên bạn tình Cha.</a:t>
            </a:r>
            <a:endParaRPr sz="6800" b="1" dirty="0">
              <a:solidFill>
                <a:schemeClr val="bg1"/>
              </a:solidFill>
              <a:latin typeface="+mj-lt"/>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3f16ddd2213_0_6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6600" b="1" dirty="0">
                <a:solidFill>
                  <a:schemeClr val="bg1"/>
                </a:solidFill>
                <a:latin typeface="+mj-lt"/>
              </a:rPr>
              <a:t>Dù bao sóng gió hiểm nguy, dìu con trên bước đường đi, ơn Chúa ngày đêm ủ ấp con.</a:t>
            </a:r>
            <a:endParaRPr sz="6600" b="1" dirty="0">
              <a:solidFill>
                <a:schemeClr val="bg1"/>
              </a:solidFill>
              <a:latin typeface="+mj-lt"/>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3f16ddd2213_0_6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000" b="1" dirty="0">
                <a:solidFill>
                  <a:schemeClr val="bg1"/>
                </a:solidFill>
                <a:latin typeface="Times New Roman" panose="02020603050405020304" pitchFamily="18" charset="0"/>
                <a:cs typeface="Times New Roman" panose="02020603050405020304" pitchFamily="18" charset="0"/>
              </a:rPr>
              <a:t>Vì con Chúa quên thân mình, đời con dám mơ gì hơn.</a:t>
            </a:r>
            <a:endParaRPr sz="80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947">
          <a:extLst>
            <a:ext uri="{FF2B5EF4-FFF2-40B4-BE49-F238E27FC236}">
              <a16:creationId xmlns:a16="http://schemas.microsoft.com/office/drawing/2014/main" id="{28640AF3-DF89-09D8-ED92-5BD3C77EC098}"/>
            </a:ext>
          </a:extLst>
        </p:cNvPr>
        <p:cNvGrpSpPr/>
        <p:nvPr/>
      </p:nvGrpSpPr>
      <p:grpSpPr>
        <a:xfrm>
          <a:off x="0" y="0"/>
          <a:ext cx="0" cy="0"/>
          <a:chOff x="0" y="0"/>
          <a:chExt cx="0" cy="0"/>
        </a:xfrm>
      </p:grpSpPr>
      <p:sp>
        <p:nvSpPr>
          <p:cNvPr id="948" name="Google Shape;948;g3dd33158570_0_122">
            <a:extLst>
              <a:ext uri="{FF2B5EF4-FFF2-40B4-BE49-F238E27FC236}">
                <a16:creationId xmlns:a16="http://schemas.microsoft.com/office/drawing/2014/main" id="{2769CA26-992F-8FDA-F482-95091740979B}"/>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6000" b="1" dirty="0">
                <a:solidFill>
                  <a:srgbClr val="FFFF00"/>
                </a:solidFill>
                <a:latin typeface="Times New Roman"/>
                <a:ea typeface="Times New Roman"/>
                <a:cs typeface="Times New Roman"/>
                <a:sym typeface="Times New Roman"/>
              </a:rPr>
              <a:t>ĐK: </a:t>
            </a:r>
            <a:r>
              <a:rPr lang="vi-VN" sz="8000" b="1" dirty="0">
                <a:solidFill>
                  <a:schemeClr val="bg1"/>
                </a:solidFill>
                <a:latin typeface="+mj-lt"/>
              </a:rPr>
              <a:t>Tình yêu Chúa cao vời biết bao, nào con biết đáp đền thế nào, </a:t>
            </a:r>
            <a:endParaRPr sz="80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41593091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52">
          <a:extLst>
            <a:ext uri="{FF2B5EF4-FFF2-40B4-BE49-F238E27FC236}">
              <a16:creationId xmlns:a16="http://schemas.microsoft.com/office/drawing/2014/main" id="{0CDBDF9F-89AF-0375-0B96-713DDE57A1A7}"/>
            </a:ext>
          </a:extLst>
        </p:cNvPr>
        <p:cNvGrpSpPr/>
        <p:nvPr/>
      </p:nvGrpSpPr>
      <p:grpSpPr>
        <a:xfrm>
          <a:off x="0" y="0"/>
          <a:ext cx="0" cy="0"/>
          <a:chOff x="0" y="0"/>
          <a:chExt cx="0" cy="0"/>
        </a:xfrm>
      </p:grpSpPr>
      <p:sp>
        <p:nvSpPr>
          <p:cNvPr id="953" name="Google Shape;953;g3f16ddd2213_0_36">
            <a:extLst>
              <a:ext uri="{FF2B5EF4-FFF2-40B4-BE49-F238E27FC236}">
                <a16:creationId xmlns:a16="http://schemas.microsoft.com/office/drawing/2014/main" id="{C023123C-5667-8B2A-6123-0439E871DB52}"/>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800" b="1" dirty="0">
                <a:solidFill>
                  <a:schemeClr val="bg1"/>
                </a:solidFill>
                <a:latin typeface="+mj-lt"/>
              </a:rPr>
              <a:t>để cho cân xứng Chúa ơi, để cho cân xứng Chúa ơi.</a:t>
            </a:r>
            <a:endParaRPr sz="8800" b="1" dirty="0">
              <a:solidFill>
                <a:schemeClr val="lt1"/>
              </a:solidFill>
              <a:latin typeface="+mj-lt"/>
              <a:ea typeface="Times New Roman"/>
              <a:cs typeface="Times New Roman"/>
              <a:sym typeface="Times New Roman"/>
            </a:endParaRPr>
          </a:p>
        </p:txBody>
      </p:sp>
    </p:spTree>
    <p:extLst>
      <p:ext uri="{BB962C8B-B14F-4D97-AF65-F5344CB8AC3E}">
        <p14:creationId xmlns:p14="http://schemas.microsoft.com/office/powerpoint/2010/main" val="19989387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pic>
        <p:nvPicPr>
          <p:cNvPr id="3" name="Picture 2">
            <a:extLst>
              <a:ext uri="{FF2B5EF4-FFF2-40B4-BE49-F238E27FC236}">
                <a16:creationId xmlns:a16="http://schemas.microsoft.com/office/drawing/2014/main" id="{5D1BA3AA-2EC5-E9E8-E3D4-20073A88C3F7}"/>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3e5a0c7ab5b_0_153"/>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lvl="0">
              <a:lnSpc>
                <a:spcPct val="90000"/>
              </a:lnSpc>
              <a:buSzPts val="4700"/>
            </a:pPr>
            <a:r>
              <a:rPr lang="en-US" sz="4700" b="1" dirty="0">
                <a:solidFill>
                  <a:schemeClr val="accent4"/>
                </a:solidFill>
                <a:latin typeface="Times New Roman"/>
                <a:ea typeface="Times New Roman"/>
                <a:cs typeface="Times New Roman"/>
                <a:sym typeface="Times New Roman"/>
              </a:rPr>
              <a:t>KẾT LỄ</a:t>
            </a:r>
            <a:br>
              <a:rPr lang="en-US" sz="4700" b="1" dirty="0">
                <a:latin typeface="Times New Roman"/>
                <a:ea typeface="Times New Roman"/>
                <a:cs typeface="Times New Roman"/>
                <a:sym typeface="Times New Roman"/>
              </a:rPr>
            </a:br>
            <a:r>
              <a:rPr lang="vi-VN" sz="5400" b="1" dirty="0">
                <a:solidFill>
                  <a:srgbClr val="FFFF00"/>
                </a:solidFill>
                <a:latin typeface="Times New Roman" panose="02020603050405020304" pitchFamily="18" charset="0"/>
                <a:cs typeface="Times New Roman" panose="02020603050405020304" pitchFamily="18" charset="0"/>
              </a:rPr>
              <a:t>TẠ ƠN CHÚA</a:t>
            </a:r>
            <a:br>
              <a:rPr lang="vi-VN" sz="8800" dirty="0">
                <a:solidFill>
                  <a:srgbClr val="FFFF00"/>
                </a:solidFill>
                <a:latin typeface="Times New Roman" panose="02020603050405020304" pitchFamily="18" charset="0"/>
                <a:cs typeface="Times New Roman" panose="02020603050405020304" pitchFamily="18" charset="0"/>
              </a:rPr>
            </a:br>
            <a:r>
              <a:rPr lang="vi-VN" dirty="0">
                <a:solidFill>
                  <a:schemeClr val="bg1"/>
                </a:solidFill>
                <a:latin typeface="Times New Roman" panose="02020603050405020304" pitchFamily="18" charset="0"/>
                <a:cs typeface="Times New Roman" panose="02020603050405020304" pitchFamily="18" charset="0"/>
              </a:rPr>
              <a:t>Thy Yên</a:t>
            </a:r>
            <a:endParaRPr sz="47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3eb98287b44_0_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pPr>
            <a:r>
              <a:rPr lang="vi-VN" sz="4800" b="1" dirty="0">
                <a:solidFill>
                  <a:srgbClr val="FFFF00"/>
                </a:solidFill>
                <a:latin typeface="Times New Roman" panose="02020603050405020304" pitchFamily="18" charset="0"/>
                <a:cs typeface="Times New Roman" panose="02020603050405020304" pitchFamily="18" charset="0"/>
              </a:rPr>
              <a:t>ĐK. </a:t>
            </a:r>
            <a:r>
              <a:rPr lang="vi-VN" sz="7000" b="1" dirty="0">
                <a:solidFill>
                  <a:schemeClr val="bg1"/>
                </a:solidFill>
                <a:latin typeface="Times New Roman" panose="02020603050405020304" pitchFamily="18" charset="0"/>
                <a:cs typeface="Times New Roman" panose="02020603050405020304" pitchFamily="18" charset="0"/>
              </a:rPr>
              <a:t>Chúng con xin tạ ơn Chúa uy quyền toàn năng tình yêu Chúa nào biết chi báo đền.</a:t>
            </a:r>
            <a:endParaRPr sz="70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3f16ddd2213_0_7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pPr>
            <a:r>
              <a:rPr lang="en-US" sz="6800" b="1" dirty="0">
                <a:solidFill>
                  <a:schemeClr val="bg1"/>
                </a:solidFill>
                <a:latin typeface="Times New Roman" panose="02020603050405020304" pitchFamily="18" charset="0"/>
                <a:cs typeface="Times New Roman" panose="02020603050405020304" pitchFamily="18" charset="0"/>
              </a:rPr>
              <a:t>Chúa </a:t>
            </a:r>
            <a:r>
              <a:rPr lang="en-US" sz="6800" b="1" dirty="0" err="1">
                <a:solidFill>
                  <a:schemeClr val="bg1"/>
                </a:solidFill>
                <a:latin typeface="Times New Roman" panose="02020603050405020304" pitchFamily="18" charset="0"/>
                <a:cs typeface="Times New Roman" panose="02020603050405020304" pitchFamily="18" charset="0"/>
              </a:rPr>
              <a:t>muôn</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đời</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là</a:t>
            </a:r>
            <a:r>
              <a:rPr lang="en-US" sz="6800" b="1" dirty="0">
                <a:solidFill>
                  <a:schemeClr val="bg1"/>
                </a:solidFill>
                <a:latin typeface="Times New Roman" panose="02020603050405020304" pitchFamily="18" charset="0"/>
                <a:cs typeface="Times New Roman" panose="02020603050405020304" pitchFamily="18" charset="0"/>
              </a:rPr>
              <a:t> Chúa </a:t>
            </a:r>
            <a:r>
              <a:rPr lang="en-US" sz="6800" b="1" dirty="0" err="1">
                <a:solidFill>
                  <a:schemeClr val="bg1"/>
                </a:solidFill>
                <a:latin typeface="Times New Roman" panose="02020603050405020304" pitchFamily="18" charset="0"/>
                <a:cs typeface="Times New Roman" panose="02020603050405020304" pitchFamily="18" charset="0"/>
              </a:rPr>
              <a:t>khắp</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vũ</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trụ</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trời</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đất</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ngàn</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vinh</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quang</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cao</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chiếu</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hiển</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trị</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đời</a:t>
            </a:r>
            <a:r>
              <a:rPr lang="en-US" sz="6800" b="1" dirty="0">
                <a:solidFill>
                  <a:schemeClr val="bg1"/>
                </a:solidFill>
                <a:latin typeface="Times New Roman" panose="02020603050405020304" pitchFamily="18" charset="0"/>
                <a:cs typeface="Times New Roman" panose="02020603050405020304" pitchFamily="18" charset="0"/>
              </a:rPr>
              <a:t> </a:t>
            </a:r>
            <a:r>
              <a:rPr lang="en-US" sz="6800" b="1" dirty="0" err="1">
                <a:solidFill>
                  <a:schemeClr val="bg1"/>
                </a:solidFill>
                <a:latin typeface="Times New Roman" panose="02020603050405020304" pitchFamily="18" charset="0"/>
                <a:cs typeface="Times New Roman" panose="02020603050405020304" pitchFamily="18" charset="0"/>
              </a:rPr>
              <a:t>đời</a:t>
            </a:r>
            <a:r>
              <a:rPr lang="en-US" sz="6800" b="1" dirty="0">
                <a:solidFill>
                  <a:schemeClr val="bg1"/>
                </a:solidFill>
                <a:latin typeface="Times New Roman" panose="02020603050405020304" pitchFamily="18" charset="0"/>
                <a:cs typeface="Times New Roman" panose="02020603050405020304" pitchFamily="18" charset="0"/>
              </a:rPr>
              <a:t>.</a:t>
            </a:r>
            <a:endParaRPr sz="68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3eb98287b44_0_8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pPr>
            <a:r>
              <a:rPr lang="vi-VN" sz="6000" b="1" dirty="0">
                <a:solidFill>
                  <a:schemeClr val="bg1"/>
                </a:solidFill>
                <a:latin typeface="+mj-lt"/>
              </a:rPr>
              <a:t>1. Vì tình Chúa ôi miên man muôn tháng năm không tàn, dâng triều sóng vỗ lớp lớp biển khơi vang rền.</a:t>
            </a:r>
            <a:endParaRPr sz="6000" b="1" dirty="0">
              <a:solidFill>
                <a:schemeClr val="bg1"/>
              </a:solidFill>
              <a:latin typeface="+mj-lt"/>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3f16ddd2213_0_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pPr>
            <a:r>
              <a:rPr lang="vi-VN" sz="6000" b="1" dirty="0">
                <a:solidFill>
                  <a:schemeClr val="bg1"/>
                </a:solidFill>
                <a:latin typeface="+mj-lt"/>
              </a:rPr>
              <a:t>Lòng Chúa thương ôi huyền diệu, quyền Chúa trên muôn thần lực, nguồn an vui chan chứa thánh ân không vơi.</a:t>
            </a:r>
            <a:endParaRPr sz="6000" b="1" dirty="0">
              <a:solidFill>
                <a:schemeClr val="bg1"/>
              </a:solidFill>
              <a:latin typeface="+mj-lt"/>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pic>
        <p:nvPicPr>
          <p:cNvPr id="1026" name="Picture 2" descr="Gioan tiền hô - Giáo xứ Tân Định">
            <a:extLst>
              <a:ext uri="{FF2B5EF4-FFF2-40B4-BE49-F238E27FC236}">
                <a16:creationId xmlns:a16="http://schemas.microsoft.com/office/drawing/2014/main" id="{69A4B0B0-E516-1D5E-B73E-8746E4C45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378996"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8425FCD-934A-0C6E-5B8A-BB5AD019889F}"/>
              </a:ext>
            </a:extLst>
          </p:cNvPr>
          <p:cNvSpPr/>
          <p:nvPr/>
        </p:nvSpPr>
        <p:spPr>
          <a:xfrm>
            <a:off x="7378996" y="0"/>
            <a:ext cx="1765004" cy="5143500"/>
          </a:xfrm>
          <a:prstGeom prst="rect">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sz="3200" b="1" dirty="0">
                <a:solidFill>
                  <a:srgbClr val="FF0000"/>
                </a:solidFill>
                <a:latin typeface="+mj-lt"/>
              </a:rPr>
              <a:t>Chúc Mừng Bổn Mạng Quý Anh Em </a:t>
            </a:r>
          </a:p>
          <a:p>
            <a:pPr algn="ctr"/>
            <a:r>
              <a:rPr lang="vi-VN" sz="3200" b="1" dirty="0">
                <a:solidFill>
                  <a:srgbClr val="FF0000"/>
                </a:solidFill>
                <a:latin typeface="+mj-lt"/>
              </a:rPr>
              <a:t>Thánh Gioan</a:t>
            </a:r>
          </a:p>
          <a:p>
            <a:pPr algn="ctr"/>
            <a:r>
              <a:rPr lang="vi-VN" sz="3200" b="1" dirty="0">
                <a:solidFill>
                  <a:srgbClr val="FF0000"/>
                </a:solidFill>
                <a:latin typeface="+mj-lt"/>
              </a:rPr>
              <a:t>baotixita</a:t>
            </a:r>
            <a:endParaRPr lang="en-US" sz="3200" b="1" dirty="0">
              <a:solidFill>
                <a:srgbClr val="FF0000"/>
              </a:solidFill>
              <a:latin typeface="+mj-lt"/>
            </a:endParaRPr>
          </a:p>
        </p:txBody>
      </p:sp>
    </p:spTree>
  </p:cSld>
  <p:clrMapOvr>
    <a:masterClrMapping/>
  </p:clrMapOvr>
</p:sld>
</file>

<file path=ppt/theme/theme1.xml><?xml version="1.0" encoding="utf-8"?>
<a:theme xmlns:a="http://schemas.openxmlformats.org/drawingml/2006/main"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1519</Words>
  <Application>Microsoft Office PowerPoint</Application>
  <PresentationFormat>On-screen Show (16:9)</PresentationFormat>
  <Paragraphs>108</Paragraphs>
  <Slides>95</Slides>
  <Notes>95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95</vt:i4>
      </vt:variant>
    </vt:vector>
  </HeadingPairs>
  <TitlesOfParts>
    <vt:vector size="100" baseType="lpstr">
      <vt:lpstr>Arial</vt:lpstr>
      <vt:lpstr>Calibri</vt:lpstr>
      <vt:lpstr>Times</vt:lpstr>
      <vt:lpstr>Times New Roman</vt:lpstr>
      <vt:lpstr>Office Theme</vt:lpstr>
      <vt:lpstr>PowerPoint Presentation</vt:lpstr>
      <vt:lpstr>NHẬP LỄ THÁNH GIOAN TIỀN HÔ (Kim Long)</vt:lpstr>
      <vt:lpstr>PowerPoint Presentation</vt:lpstr>
      <vt:lpstr>PowerPoint Presentation</vt:lpstr>
      <vt:lpstr>PowerPoint Presentation</vt:lpstr>
      <vt:lpstr>PowerPoint Presentation</vt:lpstr>
      <vt:lpstr>PowerPoint Presentation</vt:lpstr>
      <vt:lpstr>PowerPoint Presentation</vt:lpstr>
      <vt:lpstr>KINH VINH DANH</vt:lpstr>
      <vt:lpstr>A+B: và bình an dưới thế cho người thiện tâm.</vt:lpstr>
      <vt:lpstr>A: Chúng con ca ngợi Chúa, B: chúng con chúc tụng Chúa,</vt:lpstr>
      <vt:lpstr>A: chúng   con thờ lạy Chúa, 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138 1-3. 13-14ab. 14c-15 (03 câu)</vt:lpstr>
      <vt:lpstr>PowerPoint Presentation</vt:lpstr>
      <vt:lpstr>PowerPoint Presentation</vt:lpstr>
      <vt:lpstr>All… All…  Hỡi con trẻ/ con sẽ được gọi là tiên tri của Đấng Tối Cao</vt:lpstr>
      <vt:lpstr>con sẽ đi trước mặt Chúa để dọn đường cho Người.  All.. All..</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 Được sinh ra mà không phải được tạo thành, </vt:lpstr>
      <vt:lpstr>đồng bản thể với Đức Chúa Cha: 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 Thời quan Phong-xi-ô Phi-la-tô; </vt:lpstr>
      <vt:lpstr>Người chịu khổ hình và mai táng, ngày thứ ba Người sống lại như lời Thánh Kinh.</vt:lpstr>
      <vt:lpstr>Người lên trời, ngự bên hữu Đức Chúa Cha, và Người sẽ lại đến trong vinh quang</vt:lpstr>
      <vt:lpstr>để phán xét kẻ sống và kẻ chết, 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DÂNG NIỀM CẢM MẾN (Phanxicô)</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KINH THÁNH, THÁNH Thánh, Thánh, Thánh. Chúa là Thiên Chúa các đạo binh </vt:lpstr>
      <vt:lpstr>Trời đất đầy vinh quang Chúa. Hoan hô Chúa trên các tầng trời.</vt:lpstr>
      <vt:lpstr>Chúc tụng Đấng ngự đến nhân danh Chúa. Hoan hô Chúa trên các tầng trời.</vt:lpstr>
      <vt:lpstr>PowerPoint Presentation</vt:lpstr>
      <vt:lpstr> CHIÊN THIÊN CHÚA Lạy Chiên Thiên Chúa, Đấng xóa tội trần gian, xin thương xót chúng con. </vt:lpstr>
      <vt:lpstr>Lạy Chiên Thiên Chúa, Đấng xóa tội trần gian: xin thương xót chúng con.</vt:lpstr>
      <vt:lpstr>Lạy Chiên Thiên Chúa, Đấng xóa tội trần gian: xin ban bình an cho chúng con.</vt:lpstr>
      <vt:lpstr>PowerPoint Presentation</vt:lpstr>
      <vt:lpstr>Do lòng từ bi của Thiên Chúa chúng ta, mà Đấng từ trời cao đã xuống viếng thăm chúng ta.</vt:lpstr>
      <vt:lpstr>PowerPoint Presentation</vt:lpstr>
      <vt:lpstr>HIỆP LỄ TÌNH CHÚA CAO VỜI Lm. Duy Thiên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KẾT LỄ TẠ ƠN CHÚA Thy Yên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pc</dc:creator>
  <cp:lastModifiedBy>pc</cp:lastModifiedBy>
  <cp:revision>2</cp:revision>
  <dcterms:created xsi:type="dcterms:W3CDTF">2023-01-29T22:00:16Z</dcterms:created>
  <dcterms:modified xsi:type="dcterms:W3CDTF">2026-06-23T13:50:42Z</dcterms:modified>
</cp:coreProperties>
</file>