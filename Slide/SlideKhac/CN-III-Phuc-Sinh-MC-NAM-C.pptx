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3"/>
  </p:notesMasterIdLst>
  <p:sldIdLst>
    <p:sldId id="10092" r:id="rId2"/>
    <p:sldId id="321" r:id="rId3"/>
    <p:sldId id="371" r:id="rId4"/>
    <p:sldId id="322" r:id="rId5"/>
    <p:sldId id="372" r:id="rId6"/>
    <p:sldId id="323" r:id="rId7"/>
    <p:sldId id="9865" r:id="rId8"/>
    <p:sldId id="324" r:id="rId9"/>
    <p:sldId id="9866" r:id="rId10"/>
    <p:sldId id="9867" r:id="rId11"/>
    <p:sldId id="992" r:id="rId12"/>
    <p:sldId id="9868" r:id="rId13"/>
    <p:sldId id="10353" r:id="rId14"/>
    <p:sldId id="10354" r:id="rId15"/>
    <p:sldId id="10355" r:id="rId16"/>
    <p:sldId id="10356" r:id="rId17"/>
    <p:sldId id="1000" r:id="rId18"/>
    <p:sldId id="1001" r:id="rId19"/>
    <p:sldId id="9876" r:id="rId20"/>
    <p:sldId id="9877" r:id="rId21"/>
    <p:sldId id="9878" r:id="rId22"/>
    <p:sldId id="304" r:id="rId23"/>
    <p:sldId id="9879" r:id="rId24"/>
    <p:sldId id="9880" r:id="rId25"/>
    <p:sldId id="9881" r:id="rId26"/>
    <p:sldId id="9882" r:id="rId27"/>
    <p:sldId id="9883" r:id="rId28"/>
    <p:sldId id="9884" r:id="rId29"/>
    <p:sldId id="9885" r:id="rId30"/>
    <p:sldId id="9886" r:id="rId31"/>
    <p:sldId id="9887" r:id="rId32"/>
    <p:sldId id="9889" r:id="rId33"/>
    <p:sldId id="9890" r:id="rId34"/>
    <p:sldId id="9891" r:id="rId35"/>
    <p:sldId id="9892" r:id="rId36"/>
    <p:sldId id="9893" r:id="rId37"/>
    <p:sldId id="9895" r:id="rId38"/>
    <p:sldId id="9897" r:id="rId39"/>
    <p:sldId id="9898" r:id="rId40"/>
    <p:sldId id="9899" r:id="rId41"/>
    <p:sldId id="9900" r:id="rId42"/>
    <p:sldId id="9901" r:id="rId43"/>
    <p:sldId id="9902" r:id="rId44"/>
    <p:sldId id="9904" r:id="rId45"/>
    <p:sldId id="9905" r:id="rId46"/>
    <p:sldId id="9906" r:id="rId47"/>
    <p:sldId id="9907" r:id="rId48"/>
    <p:sldId id="9908" r:id="rId49"/>
    <p:sldId id="9909" r:id="rId50"/>
    <p:sldId id="9910" r:id="rId51"/>
    <p:sldId id="9911" r:id="rId52"/>
    <p:sldId id="9912" r:id="rId53"/>
    <p:sldId id="9913" r:id="rId54"/>
    <p:sldId id="9914" r:id="rId55"/>
    <p:sldId id="9915" r:id="rId56"/>
    <p:sldId id="9916" r:id="rId57"/>
    <p:sldId id="9917" r:id="rId58"/>
    <p:sldId id="9918" r:id="rId59"/>
    <p:sldId id="9919" r:id="rId60"/>
    <p:sldId id="9920" r:id="rId61"/>
    <p:sldId id="9921" r:id="rId62"/>
    <p:sldId id="9922" r:id="rId63"/>
    <p:sldId id="9923" r:id="rId64"/>
    <p:sldId id="9924" r:id="rId65"/>
    <p:sldId id="9925" r:id="rId66"/>
    <p:sldId id="9926" r:id="rId67"/>
    <p:sldId id="9927" r:id="rId68"/>
    <p:sldId id="9928" r:id="rId69"/>
    <p:sldId id="9929" r:id="rId70"/>
    <p:sldId id="9930" r:id="rId71"/>
    <p:sldId id="9931" r:id="rId72"/>
    <p:sldId id="9932" r:id="rId73"/>
    <p:sldId id="9933" r:id="rId74"/>
    <p:sldId id="9934" r:id="rId75"/>
    <p:sldId id="9935" r:id="rId76"/>
    <p:sldId id="341" r:id="rId77"/>
    <p:sldId id="409" r:id="rId78"/>
    <p:sldId id="342" r:id="rId79"/>
    <p:sldId id="417" r:id="rId80"/>
    <p:sldId id="343" r:id="rId81"/>
    <p:sldId id="344" r:id="rId82"/>
    <p:sldId id="9936" r:id="rId83"/>
    <p:sldId id="345" r:id="rId84"/>
    <p:sldId id="418" r:id="rId85"/>
    <p:sldId id="346" r:id="rId86"/>
    <p:sldId id="347" r:id="rId87"/>
    <p:sldId id="412" r:id="rId88"/>
    <p:sldId id="348" r:id="rId89"/>
    <p:sldId id="349" r:id="rId90"/>
    <p:sldId id="350" r:id="rId91"/>
    <p:sldId id="419" r:id="rId92"/>
    <p:sldId id="351" r:id="rId93"/>
    <p:sldId id="413" r:id="rId94"/>
    <p:sldId id="352" r:id="rId95"/>
    <p:sldId id="353" r:id="rId96"/>
    <p:sldId id="415" r:id="rId97"/>
    <p:sldId id="354" r:id="rId98"/>
    <p:sldId id="355" r:id="rId99"/>
    <p:sldId id="401" r:id="rId100"/>
    <p:sldId id="356" r:id="rId101"/>
    <p:sldId id="402" r:id="rId102"/>
    <p:sldId id="357" r:id="rId103"/>
    <p:sldId id="403" r:id="rId104"/>
    <p:sldId id="358" r:id="rId105"/>
    <p:sldId id="359" r:id="rId106"/>
    <p:sldId id="405" r:id="rId107"/>
    <p:sldId id="9984" r:id="rId108"/>
    <p:sldId id="406" r:id="rId109"/>
    <p:sldId id="408" r:id="rId110"/>
    <p:sldId id="365" r:id="rId111"/>
    <p:sldId id="9985" r:id="rId112"/>
    <p:sldId id="366" r:id="rId113"/>
    <p:sldId id="9961" r:id="rId114"/>
    <p:sldId id="423" r:id="rId115"/>
    <p:sldId id="424" r:id="rId116"/>
    <p:sldId id="10387" r:id="rId117"/>
    <p:sldId id="10283" r:id="rId118"/>
    <p:sldId id="10284" r:id="rId119"/>
    <p:sldId id="10285" r:id="rId120"/>
    <p:sldId id="10286" r:id="rId121"/>
    <p:sldId id="10386" r:id="rId122"/>
    <p:sldId id="10282" r:id="rId123"/>
    <p:sldId id="10180" r:id="rId124"/>
    <p:sldId id="10181" r:id="rId125"/>
    <p:sldId id="10258" r:id="rId126"/>
    <p:sldId id="10259" r:id="rId127"/>
    <p:sldId id="10260" r:id="rId128"/>
    <p:sldId id="10261" r:id="rId129"/>
    <p:sldId id="10262" r:id="rId130"/>
    <p:sldId id="10264" r:id="rId131"/>
    <p:sldId id="10265" r:id="rId132"/>
    <p:sldId id="10266" r:id="rId133"/>
    <p:sldId id="10267" r:id="rId134"/>
    <p:sldId id="10268" r:id="rId135"/>
    <p:sldId id="10269" r:id="rId136"/>
    <p:sldId id="10270" r:id="rId137"/>
    <p:sldId id="10271" r:id="rId138"/>
    <p:sldId id="10272" r:id="rId139"/>
    <p:sldId id="10281" r:id="rId140"/>
    <p:sldId id="385" r:id="rId141"/>
    <p:sldId id="10256" r:id="rId142"/>
    <p:sldId id="10142" r:id="rId143"/>
    <p:sldId id="10143" r:id="rId144"/>
    <p:sldId id="10144" r:id="rId145"/>
    <p:sldId id="10145" r:id="rId146"/>
    <p:sldId id="10156" r:id="rId147"/>
    <p:sldId id="10157" r:id="rId148"/>
    <p:sldId id="10158" r:id="rId149"/>
    <p:sldId id="10159" r:id="rId150"/>
    <p:sldId id="10160" r:id="rId151"/>
    <p:sldId id="10161" r:id="rId152"/>
    <p:sldId id="10162" r:id="rId153"/>
    <p:sldId id="10163" r:id="rId154"/>
    <p:sldId id="10338" r:id="rId155"/>
    <p:sldId id="10294" r:id="rId156"/>
    <p:sldId id="10280" r:id="rId157"/>
    <p:sldId id="10107" r:id="rId158"/>
    <p:sldId id="10388" r:id="rId159"/>
    <p:sldId id="9864" r:id="rId160"/>
    <p:sldId id="10316" r:id="rId161"/>
    <p:sldId id="10317" r:id="rId162"/>
    <p:sldId id="10318" r:id="rId163"/>
    <p:sldId id="10319" r:id="rId164"/>
    <p:sldId id="10320" r:id="rId165"/>
    <p:sldId id="10321" r:id="rId166"/>
    <p:sldId id="10322" r:id="rId167"/>
    <p:sldId id="10323" r:id="rId168"/>
    <p:sldId id="10324" r:id="rId169"/>
    <p:sldId id="10325" r:id="rId170"/>
    <p:sldId id="10337" r:id="rId171"/>
    <p:sldId id="10326" r:id="rId172"/>
    <p:sldId id="10327" r:id="rId173"/>
    <p:sldId id="10328" r:id="rId174"/>
    <p:sldId id="10336" r:id="rId175"/>
    <p:sldId id="10329" r:id="rId176"/>
    <p:sldId id="10330" r:id="rId177"/>
    <p:sldId id="10331" r:id="rId178"/>
    <p:sldId id="10332" r:id="rId179"/>
    <p:sldId id="10333" r:id="rId180"/>
    <p:sldId id="10334" r:id="rId181"/>
    <p:sldId id="10335" r:id="rId182"/>
    <p:sldId id="10389" r:id="rId183"/>
    <p:sldId id="10212" r:id="rId184"/>
    <p:sldId id="10213" r:id="rId185"/>
    <p:sldId id="10214" r:id="rId186"/>
    <p:sldId id="10215" r:id="rId187"/>
    <p:sldId id="10216" r:id="rId188"/>
    <p:sldId id="10363" r:id="rId189"/>
    <p:sldId id="10393" r:id="rId190"/>
    <p:sldId id="10394" r:id="rId191"/>
    <p:sldId id="10395" r:id="rId192"/>
    <p:sldId id="10396" r:id="rId193"/>
    <p:sldId id="10397" r:id="rId194"/>
    <p:sldId id="10390" r:id="rId195"/>
    <p:sldId id="10315" r:id="rId196"/>
    <p:sldId id="10312" r:id="rId197"/>
    <p:sldId id="10109" r:id="rId198"/>
    <p:sldId id="9803" r:id="rId199"/>
    <p:sldId id="10373" r:id="rId200"/>
    <p:sldId id="10227" r:id="rId201"/>
    <p:sldId id="10228" r:id="rId202"/>
    <p:sldId id="10229" r:id="rId203"/>
    <p:sldId id="10398" r:id="rId204"/>
    <p:sldId id="10399" r:id="rId205"/>
    <p:sldId id="10400" r:id="rId206"/>
    <p:sldId id="10401" r:id="rId207"/>
    <p:sldId id="10402" r:id="rId208"/>
    <p:sldId id="10403" r:id="rId209"/>
    <p:sldId id="10404" r:id="rId210"/>
    <p:sldId id="10405" r:id="rId211"/>
    <p:sldId id="10406" r:id="rId212"/>
    <p:sldId id="10407" r:id="rId213"/>
    <p:sldId id="10408" r:id="rId214"/>
    <p:sldId id="10409" r:id="rId215"/>
    <p:sldId id="10391" r:id="rId216"/>
    <p:sldId id="10252" r:id="rId217"/>
    <p:sldId id="10253" r:id="rId218"/>
    <p:sldId id="10254" r:id="rId219"/>
    <p:sldId id="10255" r:id="rId220"/>
    <p:sldId id="10410" r:id="rId221"/>
    <p:sldId id="10392" r:id="rId2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1914" y="1128"/>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3870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microsoft.com/office/2016/11/relationships/changesInfo" Target="changesInfos/changesInfo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microsoft.com/office/2015/10/relationships/revisionInfo" Target="revisionInfo.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notesMaster" Target="notesMasters/notesMaster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presProps" Target="pres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5/2/2025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9620F-80F8-1C2F-3332-1ED6D9BAC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9C28A-8C5D-313A-20A1-3E2162FF6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9D76AC-3F1B-1423-1501-E81A459E24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D25FDD-B66C-BEE5-643A-6844AB5B0C71}"/>
              </a:ext>
            </a:extLst>
          </p:cNvPr>
          <p:cNvSpPr>
            <a:spLocks noGrp="1"/>
          </p:cNvSpPr>
          <p:nvPr>
            <p:ph type="sldNum" sz="quarter" idx="5"/>
          </p:nvPr>
        </p:nvSpPr>
        <p:spPr/>
        <p:txBody>
          <a:bodyPr/>
          <a:lstStyle/>
          <a:p>
            <a:fld id="{648246CF-7178-41AD-B6F8-BACEEA28FBE0}" type="slidenum">
              <a:rPr lang="en-US" smtClean="0"/>
              <a:t>1</a:t>
            </a:fld>
            <a:endParaRPr lang="en-US"/>
          </a:p>
        </p:txBody>
      </p:sp>
    </p:spTree>
    <p:extLst>
      <p:ext uri="{BB962C8B-B14F-4D97-AF65-F5344CB8AC3E}">
        <p14:creationId xmlns:p14="http://schemas.microsoft.com/office/powerpoint/2010/main" val="231118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B5530-6E2B-6345-6F98-61CAF0581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B83D74-EFAF-EDBB-3AC9-C48A46D1CA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4D5BE-C0BD-27AB-4047-0669DEA0CC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0E1FC8-D613-DD12-EB27-AF5DB9CFBD7B}"/>
              </a:ext>
            </a:extLst>
          </p:cNvPr>
          <p:cNvSpPr>
            <a:spLocks noGrp="1"/>
          </p:cNvSpPr>
          <p:nvPr>
            <p:ph type="sldNum" sz="quarter" idx="5"/>
          </p:nvPr>
        </p:nvSpPr>
        <p:spPr/>
        <p:txBody>
          <a:bodyPr/>
          <a:lstStyle/>
          <a:p>
            <a:fld id="{648246CF-7178-41AD-B6F8-BACEEA28FBE0}" type="slidenum">
              <a:rPr lang="en-US" smtClean="0"/>
              <a:t>116</a:t>
            </a:fld>
            <a:endParaRPr lang="en-US"/>
          </a:p>
        </p:txBody>
      </p:sp>
    </p:spTree>
    <p:extLst>
      <p:ext uri="{BB962C8B-B14F-4D97-AF65-F5344CB8AC3E}">
        <p14:creationId xmlns:p14="http://schemas.microsoft.com/office/powerpoint/2010/main" val="2712371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118</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4BD82-9A43-2925-50AC-9C7EF73FF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20DE0-5E83-DB2C-EDE7-DB1DDC53C5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DF35A-19DE-B1C2-A917-870D587EEE86}"/>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D8453CAC-A8BE-E9A0-643D-237D359A1A0A}"/>
              </a:ext>
            </a:extLst>
          </p:cNvPr>
          <p:cNvSpPr>
            <a:spLocks noGrp="1"/>
          </p:cNvSpPr>
          <p:nvPr>
            <p:ph type="sldNum" sz="quarter" idx="5"/>
          </p:nvPr>
        </p:nvSpPr>
        <p:spPr/>
        <p:txBody>
          <a:bodyPr/>
          <a:lstStyle/>
          <a:p>
            <a:fld id="{648246CF-7178-41AD-B6F8-BACEEA28FBE0}" type="slidenum">
              <a:rPr lang="en-US" smtClean="0"/>
              <a:t>119</a:t>
            </a:fld>
            <a:endParaRPr lang="en-US"/>
          </a:p>
        </p:txBody>
      </p:sp>
    </p:spTree>
    <p:extLst>
      <p:ext uri="{BB962C8B-B14F-4D97-AF65-F5344CB8AC3E}">
        <p14:creationId xmlns:p14="http://schemas.microsoft.com/office/powerpoint/2010/main" val="4564745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8E02-D487-A136-2990-358E92CB9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A568F-E462-A017-3045-E3EDB91F9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D7D677-0E16-CDDE-B989-0769832D0F11}"/>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078D51D1-A758-BC3E-CDBD-EAA8E7934A04}"/>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3899703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EDA56-BA17-DA67-A42F-52CFB89F27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10C60-1A63-18CE-FFB1-8F5A87DCC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35A98-0B82-0DA1-E98D-D773682E5EA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0FCC77D-41DC-96EA-216E-72BFB0E1D42A}"/>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224684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ĐK: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127</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143</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020E1-5286-2600-CFA3-69411FE7A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E7F93-2C98-E328-97CD-DCCFE1564F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BD753C-885B-7252-173F-6CBB231C191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CEBA79-5AA6-1E11-D61B-F99E05357B3C}"/>
              </a:ext>
            </a:extLst>
          </p:cNvPr>
          <p:cNvSpPr>
            <a:spLocks noGrp="1"/>
          </p:cNvSpPr>
          <p:nvPr>
            <p:ph type="sldNum" sz="quarter" idx="5"/>
          </p:nvPr>
        </p:nvSpPr>
        <p:spPr/>
        <p:txBody>
          <a:bodyPr/>
          <a:lstStyle/>
          <a:p>
            <a:fld id="{648246CF-7178-41AD-B6F8-BACEEA28FBE0}" type="slidenum">
              <a:rPr lang="en-US" smtClean="0"/>
              <a:t>144</a:t>
            </a:fld>
            <a:endParaRPr lang="en-US"/>
          </a:p>
        </p:txBody>
      </p:sp>
    </p:spTree>
    <p:extLst>
      <p:ext uri="{BB962C8B-B14F-4D97-AF65-F5344CB8AC3E}">
        <p14:creationId xmlns:p14="http://schemas.microsoft.com/office/powerpoint/2010/main" val="1298799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8A97-753E-6F18-61E0-B34F3131A1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E1E4CB-88B4-C046-EF90-C4A21ACC7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DBC51-8A70-F648-35DB-73F9C7DF301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64D5BB-2650-43CA-7205-3D4AE822D79E}"/>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755129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80817-D755-B253-2FEE-BAD0C7B50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52385-BAE8-8712-2C54-952EB7B76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AB1C2-406F-7368-6F02-48401ECCFD19}"/>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A01FC843-9845-ABA7-3531-29D75DB548FB}"/>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927978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67967-A845-45A8-F72A-068A59F500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45EE9-DFFA-4F64-E8D5-F8CE47AB3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04938-D1FE-2C35-33A5-C8EEE272382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1E3739F-6A8D-7944-7AA4-E9445927BFC6}"/>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35471959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A4726-DF84-B2DC-ECE4-F9F3E10F9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4495C-B3F8-2386-F52D-7AF81AB3F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46790-3BF4-5161-9DB5-183CC7E2B02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9C526C7-D174-4BDA-FC6E-A17FF3489D59}"/>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2284979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84CC1-45A8-C2E9-DFAF-309514D3D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55DD1-4AAB-59D1-D8CC-18A8C6C0A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3B2FF-B745-FC20-BE6B-A4A4E5A7F77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519F41-4BF8-45CA-9882-C0FA7758E7BF}"/>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27357384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23AD-F79A-F125-DDE6-702FA31F8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BBADC-6F7E-443F-F7F6-C33CA17532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0CF268-83EF-16EA-930A-B2931C54E39F}"/>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2EAC126A-52BB-644B-0220-E3BCE43CE01D}"/>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8196770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990F8-FF7C-A63D-7187-78FF22364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42026-A6E0-91A9-1D8A-A1C6E134A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41461-D303-F68E-07C0-8D146F2DCDD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2C02370-989B-F01E-48F6-BBBDFE52D137}"/>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14811748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79B0F-EBCD-37AA-5A9E-21C471B36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9D4D5-F4FC-5C1F-256F-D8C8ACE05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6BFA3-1843-7216-205B-3AA971EC44A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EDA820-2B14-E9E7-8543-BD19AA553CE8}"/>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13484069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B98C1-2328-2548-B6F9-739939165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CD9BF9-1543-6E35-9B1D-5BBA49B9B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F98999-0F26-E5A8-FDB6-49A29826C61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ECF5E7F-8479-6AA8-FF8F-EE8545B03450}"/>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3681527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8265D-6CA8-253C-AE5B-4FFACF0475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13FA9-BE80-4052-40C0-B13EC6D05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59B8E-407F-E1B3-DEA0-7D24A9C7CC2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FC92F0-38AF-BDA3-EAD6-43F37FB24732}"/>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10881402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1C4C9-0A6F-2125-AA49-B6026553C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EABD0-A653-9ED3-53AE-8DC30C707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B5AF9-6288-4F90-88E2-C302B15BE4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6931D3-2A61-8F35-9750-C2030BD2284E}"/>
              </a:ext>
            </a:extLst>
          </p:cNvPr>
          <p:cNvSpPr>
            <a:spLocks noGrp="1"/>
          </p:cNvSpPr>
          <p:nvPr>
            <p:ph type="sldNum" sz="quarter" idx="5"/>
          </p:nvPr>
        </p:nvSpPr>
        <p:spPr/>
        <p:txBody>
          <a:bodyPr/>
          <a:lstStyle/>
          <a:p>
            <a:fld id="{648246CF-7178-41AD-B6F8-BACEEA28FBE0}" type="slidenum">
              <a:rPr lang="en-US" smtClean="0"/>
              <a:t>182</a:t>
            </a:fld>
            <a:endParaRPr lang="en-US"/>
          </a:p>
        </p:txBody>
      </p:sp>
    </p:spTree>
    <p:extLst>
      <p:ext uri="{BB962C8B-B14F-4D97-AF65-F5344CB8AC3E}">
        <p14:creationId xmlns:p14="http://schemas.microsoft.com/office/powerpoint/2010/main" val="37909183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184</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46601-D053-C95F-0EB0-1E361DB43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6DFD3-F65A-15AD-6DAB-4A5CB8D45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3E88A3-F6F8-EAE9-F77A-2DCC231F2A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224023-1BF3-A695-65F4-2C476339F04A}"/>
              </a:ext>
            </a:extLst>
          </p:cNvPr>
          <p:cNvSpPr>
            <a:spLocks noGrp="1"/>
          </p:cNvSpPr>
          <p:nvPr>
            <p:ph type="sldNum" sz="quarter" idx="5"/>
          </p:nvPr>
        </p:nvSpPr>
        <p:spPr/>
        <p:txBody>
          <a:bodyPr/>
          <a:lstStyle/>
          <a:p>
            <a:fld id="{648246CF-7178-41AD-B6F8-BACEEA28FBE0}" type="slidenum">
              <a:rPr lang="en-US" smtClean="0"/>
              <a:t>185</a:t>
            </a:fld>
            <a:endParaRPr lang="en-US"/>
          </a:p>
        </p:txBody>
      </p:sp>
    </p:spTree>
    <p:extLst>
      <p:ext uri="{BB962C8B-B14F-4D97-AF65-F5344CB8AC3E}">
        <p14:creationId xmlns:p14="http://schemas.microsoft.com/office/powerpoint/2010/main" val="33172281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FBD5-F2C6-9155-992B-257CFF423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ADC99-A272-0EFC-BAE7-8C133DF39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94DC0-08BB-21F0-95E0-5FEBF9F5DDF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EE5B652-F19E-4620-6E9A-2AA00706CB17}"/>
              </a:ext>
            </a:extLst>
          </p:cNvPr>
          <p:cNvSpPr>
            <a:spLocks noGrp="1"/>
          </p:cNvSpPr>
          <p:nvPr>
            <p:ph type="sldNum" sz="quarter" idx="5"/>
          </p:nvPr>
        </p:nvSpPr>
        <p:spPr/>
        <p:txBody>
          <a:bodyPr/>
          <a:lstStyle/>
          <a:p>
            <a:fld id="{648246CF-7178-41AD-B6F8-BACEEA28FBE0}" type="slidenum">
              <a:rPr lang="en-US" smtClean="0"/>
              <a:t>186</a:t>
            </a:fld>
            <a:endParaRPr lang="en-US"/>
          </a:p>
        </p:txBody>
      </p:sp>
    </p:spTree>
    <p:extLst>
      <p:ext uri="{BB962C8B-B14F-4D97-AF65-F5344CB8AC3E}">
        <p14:creationId xmlns:p14="http://schemas.microsoft.com/office/powerpoint/2010/main" val="209840582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BB7DD-9E55-BED0-8CDE-ACE3A8BAF3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64F7A-9FDD-E114-6C62-5B9EF540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D7E7B-1395-910C-6380-FE497E44B24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C68956-246F-9C98-672C-ED1E445373EE}"/>
              </a:ext>
            </a:extLst>
          </p:cNvPr>
          <p:cNvSpPr>
            <a:spLocks noGrp="1"/>
          </p:cNvSpPr>
          <p:nvPr>
            <p:ph type="sldNum" sz="quarter" idx="5"/>
          </p:nvPr>
        </p:nvSpPr>
        <p:spPr/>
        <p:txBody>
          <a:bodyPr/>
          <a:lstStyle/>
          <a:p>
            <a:fld id="{648246CF-7178-41AD-B6F8-BACEEA28FBE0}" type="slidenum">
              <a:rPr lang="en-US" smtClean="0"/>
              <a:t>187</a:t>
            </a:fld>
            <a:endParaRPr lang="en-US"/>
          </a:p>
        </p:txBody>
      </p:sp>
    </p:spTree>
    <p:extLst>
      <p:ext uri="{BB962C8B-B14F-4D97-AF65-F5344CB8AC3E}">
        <p14:creationId xmlns:p14="http://schemas.microsoft.com/office/powerpoint/2010/main" val="31630064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491AC-CB12-85E9-3DE4-E3BEB5E76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448E1-AF21-9BA2-EECA-81893B0EC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DA47F-5A5E-8128-8C06-F624257F939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90C39FD-F2DD-29BF-1A04-187B57B6F88A}"/>
              </a:ext>
            </a:extLst>
          </p:cNvPr>
          <p:cNvSpPr>
            <a:spLocks noGrp="1"/>
          </p:cNvSpPr>
          <p:nvPr>
            <p:ph type="sldNum" sz="quarter" idx="5"/>
          </p:nvPr>
        </p:nvSpPr>
        <p:spPr/>
        <p:txBody>
          <a:bodyPr/>
          <a:lstStyle/>
          <a:p>
            <a:fld id="{648246CF-7178-41AD-B6F8-BACEEA28FBE0}" type="slidenum">
              <a:rPr lang="en-US" smtClean="0"/>
              <a:t>188</a:t>
            </a:fld>
            <a:endParaRPr lang="en-US"/>
          </a:p>
        </p:txBody>
      </p:sp>
    </p:spTree>
    <p:extLst>
      <p:ext uri="{BB962C8B-B14F-4D97-AF65-F5344CB8AC3E}">
        <p14:creationId xmlns:p14="http://schemas.microsoft.com/office/powerpoint/2010/main" val="1622979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50EDA-A204-4AFD-002E-A59D4D226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B369E1-202B-BEFA-FCB5-2F605AC57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BB06AA-6693-839B-7132-AF58859151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B45CA4-B30C-E84B-9C5B-62E01E68B7CD}"/>
              </a:ext>
            </a:extLst>
          </p:cNvPr>
          <p:cNvSpPr>
            <a:spLocks noGrp="1"/>
          </p:cNvSpPr>
          <p:nvPr>
            <p:ph type="sldNum" sz="quarter" idx="5"/>
          </p:nvPr>
        </p:nvSpPr>
        <p:spPr/>
        <p:txBody>
          <a:bodyPr/>
          <a:lstStyle/>
          <a:p>
            <a:fld id="{648246CF-7178-41AD-B6F8-BACEEA28FBE0}" type="slidenum">
              <a:rPr lang="en-US" smtClean="0"/>
              <a:t>189</a:t>
            </a:fld>
            <a:endParaRPr lang="en-US"/>
          </a:p>
        </p:txBody>
      </p:sp>
    </p:spTree>
    <p:extLst>
      <p:ext uri="{BB962C8B-B14F-4D97-AF65-F5344CB8AC3E}">
        <p14:creationId xmlns:p14="http://schemas.microsoft.com/office/powerpoint/2010/main" val="39011014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5EEF-CAE0-9192-AFBC-4013E09B4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0757B-18BA-D792-5E22-5A4218E30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E4753-D91F-7126-07E3-A5C0C4DB3F4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D6EAB3C-E5C2-7E49-18D6-AB684FE151AF}"/>
              </a:ext>
            </a:extLst>
          </p:cNvPr>
          <p:cNvSpPr>
            <a:spLocks noGrp="1"/>
          </p:cNvSpPr>
          <p:nvPr>
            <p:ph type="sldNum" sz="quarter" idx="5"/>
          </p:nvPr>
        </p:nvSpPr>
        <p:spPr/>
        <p:txBody>
          <a:bodyPr/>
          <a:lstStyle/>
          <a:p>
            <a:fld id="{648246CF-7178-41AD-B6F8-BACEEA28FBE0}" type="slidenum">
              <a:rPr lang="en-US" smtClean="0"/>
              <a:t>190</a:t>
            </a:fld>
            <a:endParaRPr lang="en-US"/>
          </a:p>
        </p:txBody>
      </p:sp>
    </p:spTree>
    <p:extLst>
      <p:ext uri="{BB962C8B-B14F-4D97-AF65-F5344CB8AC3E}">
        <p14:creationId xmlns:p14="http://schemas.microsoft.com/office/powerpoint/2010/main" val="23539668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F9177-8004-7BA1-7326-682F23B7B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863A3-E3F9-77DF-7770-505EDD8EC4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B4E25A-FCDF-1893-D81D-FBAC07972B0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2BB101F-D9C3-7006-C5F2-D5AA6CC24728}"/>
              </a:ext>
            </a:extLst>
          </p:cNvPr>
          <p:cNvSpPr>
            <a:spLocks noGrp="1"/>
          </p:cNvSpPr>
          <p:nvPr>
            <p:ph type="sldNum" sz="quarter" idx="5"/>
          </p:nvPr>
        </p:nvSpPr>
        <p:spPr/>
        <p:txBody>
          <a:bodyPr/>
          <a:lstStyle/>
          <a:p>
            <a:fld id="{648246CF-7178-41AD-B6F8-BACEEA28FBE0}" type="slidenum">
              <a:rPr lang="en-US" smtClean="0"/>
              <a:t>191</a:t>
            </a:fld>
            <a:endParaRPr lang="en-US"/>
          </a:p>
        </p:txBody>
      </p:sp>
    </p:spTree>
    <p:extLst>
      <p:ext uri="{BB962C8B-B14F-4D97-AF65-F5344CB8AC3E}">
        <p14:creationId xmlns:p14="http://schemas.microsoft.com/office/powerpoint/2010/main" val="36848187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B7FD-47CB-1F0A-73D9-3F5FA98731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5FCCD-A7AF-3EA6-337A-7D2801110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5B62D-57D6-94AC-D5BF-1BAE07F0B97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E6793A5-830F-C2BF-FACE-7453672BC18C}"/>
              </a:ext>
            </a:extLst>
          </p:cNvPr>
          <p:cNvSpPr>
            <a:spLocks noGrp="1"/>
          </p:cNvSpPr>
          <p:nvPr>
            <p:ph type="sldNum" sz="quarter" idx="5"/>
          </p:nvPr>
        </p:nvSpPr>
        <p:spPr/>
        <p:txBody>
          <a:bodyPr/>
          <a:lstStyle/>
          <a:p>
            <a:fld id="{648246CF-7178-41AD-B6F8-BACEEA28FBE0}" type="slidenum">
              <a:rPr lang="en-US" smtClean="0"/>
              <a:t>192</a:t>
            </a:fld>
            <a:endParaRPr lang="en-US"/>
          </a:p>
        </p:txBody>
      </p:sp>
    </p:spTree>
    <p:extLst>
      <p:ext uri="{BB962C8B-B14F-4D97-AF65-F5344CB8AC3E}">
        <p14:creationId xmlns:p14="http://schemas.microsoft.com/office/powerpoint/2010/main" val="313524682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3A5DA-2D75-15A2-E76B-DD3EB7CBA7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7C598-D86F-7385-439A-8C34531F2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8BACE8-63F0-F1A6-692C-0BFE5C11462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1781F1A-7E1C-3D05-CF1D-E904A11E7CF8}"/>
              </a:ext>
            </a:extLst>
          </p:cNvPr>
          <p:cNvSpPr>
            <a:spLocks noGrp="1"/>
          </p:cNvSpPr>
          <p:nvPr>
            <p:ph type="sldNum" sz="quarter" idx="5"/>
          </p:nvPr>
        </p:nvSpPr>
        <p:spPr/>
        <p:txBody>
          <a:bodyPr/>
          <a:lstStyle/>
          <a:p>
            <a:fld id="{648246CF-7178-41AD-B6F8-BACEEA28FBE0}" type="slidenum">
              <a:rPr lang="en-US" smtClean="0"/>
              <a:t>193</a:t>
            </a:fld>
            <a:endParaRPr lang="en-US"/>
          </a:p>
        </p:txBody>
      </p:sp>
    </p:spTree>
    <p:extLst>
      <p:ext uri="{BB962C8B-B14F-4D97-AF65-F5344CB8AC3E}">
        <p14:creationId xmlns:p14="http://schemas.microsoft.com/office/powerpoint/2010/main" val="28107432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BB54-F4D6-6339-1962-F1BBB1923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C8440-DCAF-5396-3CD1-5CCEBDC7B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21BCE1-0EBD-B7DA-51CA-8D006905F7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133651-D0C0-853C-497F-68E37BC30615}"/>
              </a:ext>
            </a:extLst>
          </p:cNvPr>
          <p:cNvSpPr>
            <a:spLocks noGrp="1"/>
          </p:cNvSpPr>
          <p:nvPr>
            <p:ph type="sldNum" sz="quarter" idx="5"/>
          </p:nvPr>
        </p:nvSpPr>
        <p:spPr/>
        <p:txBody>
          <a:bodyPr/>
          <a:lstStyle/>
          <a:p>
            <a:fld id="{648246CF-7178-41AD-B6F8-BACEEA28FBE0}" type="slidenum">
              <a:rPr lang="en-US" smtClean="0"/>
              <a:t>194</a:t>
            </a:fld>
            <a:endParaRPr lang="en-US"/>
          </a:p>
        </p:txBody>
      </p:sp>
    </p:spTree>
    <p:extLst>
      <p:ext uri="{BB962C8B-B14F-4D97-AF65-F5344CB8AC3E}">
        <p14:creationId xmlns:p14="http://schemas.microsoft.com/office/powerpoint/2010/main" val="12777736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04362277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9CDE-72FB-4113-42D5-C9F2BF28A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811D4-98D3-2943-68A5-BADB495758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294F-3768-48FF-9CC6-ED73E23DC357}"/>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DFCDC69-1C04-5E10-DA88-B2559B8A1D0C}"/>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292641796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F5ABF-783E-7C6C-CF3D-665D3240A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58FEE6-D40C-FCA6-F88B-C7CB157F9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B6713-F542-9FF4-5B91-A0FC5F48F8D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9360E1-FA70-881E-6CF3-374E5109323E}"/>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12735488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60CA-F800-100B-E0E4-51D4AEDBA7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B95CA-6F45-FAA8-5350-291E291A50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6812D-2BB1-61B3-6889-CB5D3DB52F3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9BD5AA5-05CB-F07C-BCAB-5C5470470A16}"/>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5319534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2CFBE-61BB-D156-4126-178CA38BC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7BFAC-39C1-DA16-891C-ABBCCD6923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5C13E-CFAE-F438-F62A-92359EDED1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962413A-967A-F9EA-9B00-86AFE111A9A1}"/>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8913252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BC536-965D-1B04-3687-F5F722930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62A5CD-5D4A-2A99-6197-8112B51CE9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9AC05-E187-DD62-BE42-2BA29A348F94}"/>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566E437-E5F0-762A-2312-8CEDDCC43E60}"/>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14377793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75DE-A07E-458A-2FCB-29A38A4BB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48FDE9-E5A1-79D8-E994-D04A13BCF8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85FC3-A9FB-B298-D8DB-54DE6A3D101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5F4D7FA-24BA-EEB3-89FE-9EF9D19AAB54}"/>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8975306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FC3B1-9ABD-4EBA-47E5-63DE898825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764AF-B6C3-E1B5-4BAE-8DDC2C037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82D1CE-7C88-5ABA-3157-49210CDC480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D75256C-F6C1-CB9B-88D0-F752C2070C68}"/>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39327014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501CA-A9F2-5CEF-C8D9-92199D660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5F03D-C0C9-DE28-327A-12785F2AF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A5B5C-8E24-A5B9-A937-874DFFC5470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82A9AC7-90D0-9EA3-B798-0F0A2C459F6D}"/>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4426315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CCB9-3BE2-FF6A-16B9-451FFC394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6233D-4B7C-8908-ED65-2E9F9BE6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E0409-C8BF-6935-755A-1D0832CCE91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B545D5A-9AB8-4DCB-DC72-26001207D4AD}"/>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350371762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C1AA-C15D-4EE3-192D-51C8D61414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6F49B7-7E33-0B7F-F631-A86D7B715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93641-CBEE-B67A-2946-D308F3C5EE2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487726F-64A7-3101-6012-C7301C725AEE}"/>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415868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B562-6F25-29AE-0F34-CD6428964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74533-80F1-5885-0769-B6887FB76A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9727F5-B20D-37B1-ACBC-5DEF7102B46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FD42CEF8-2A8A-93AF-E81B-88DD7E2EC9BF}"/>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34169753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572D1-40B5-1FE7-8A65-34DA537E6E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05351-EEEF-C399-26E4-DF87D4501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BE44B-48B1-A2E6-CC7A-76854388AF71}"/>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8C12DFB7-E75C-5E78-A64B-747145140066}"/>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14895599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4D2D-C953-4BB3-44B5-2C4F69C644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D4FB7-4625-8906-0170-3B93B94EB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7174F-8E26-5516-23E0-969391AE0A5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9D4B143-DC54-3D92-4E46-1A0E2CE3FC5A}"/>
              </a:ext>
            </a:extLst>
          </p:cNvPr>
          <p:cNvSpPr>
            <a:spLocks noGrp="1"/>
          </p:cNvSpPr>
          <p:nvPr>
            <p:ph type="sldNum" sz="quarter" idx="5"/>
          </p:nvPr>
        </p:nvSpPr>
        <p:spPr/>
        <p:txBody>
          <a:bodyPr/>
          <a:lstStyle/>
          <a:p>
            <a:fld id="{648246CF-7178-41AD-B6F8-BACEEA28FBE0}" type="slidenum">
              <a:rPr lang="en-US" smtClean="0"/>
              <a:t>211</a:t>
            </a:fld>
            <a:endParaRPr lang="en-US"/>
          </a:p>
        </p:txBody>
      </p:sp>
    </p:spTree>
    <p:extLst>
      <p:ext uri="{BB962C8B-B14F-4D97-AF65-F5344CB8AC3E}">
        <p14:creationId xmlns:p14="http://schemas.microsoft.com/office/powerpoint/2010/main" val="3782790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90A27-1C4C-8CBF-919D-0FBDDBE7B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531D97-5507-C3ED-DEDA-B14E5D97E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F58FE-D1B1-8B2B-05CD-600D3684A50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276718C-A229-4BB5-5D71-381C4FDE4EB0}"/>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206220222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8DF6-F02F-A449-D20D-3E92CDEFC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2558F-5012-E634-D6B5-01B58EB4D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60D935-35A6-E21B-1A39-1294CA5544B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F5BB827-FAD3-1FF5-40D9-27033336F220}"/>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12601931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7947D-F1F7-2474-FA7E-7DE268D77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D01B8-FEC1-7EB1-F13D-698D864283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45060-4BA3-2756-93A5-B0F846E21B8F}"/>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A22A5FB-1D50-5C0C-EB69-1EE24A65A51A}"/>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33914315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B5952-F5C1-FC7C-D549-74BC89ABA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2FFC4-9FE8-858E-C551-7F1C7F9BD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A8F06-CEE6-4648-05F2-61202F0E24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BC7579-BE42-4D6E-6D09-92035DF506E4}"/>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52264509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F5268-9B95-6BE9-5DB3-0DACCDDEB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9F99F-F8E1-F8C7-CEB8-7072E5B05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9CACC5-40F0-29D7-FAFD-348C52FA2CB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3F76C32-9B03-7636-6397-A384D76DA1A9}"/>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40327298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3D27D-30FF-D57F-D180-215111670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67225-9D97-36DE-26B1-645DBD5EA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1EFA3-FF6E-552F-224F-F01B2D832BC5}"/>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561E6F9-8D50-114B-B65D-0436C9BCEB94}"/>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25323707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4550-F82C-9FA4-D1FE-2CEE5166D5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09A8D-F342-9D46-0CC9-F41D031BB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40BF9-8ABB-1E62-4D0C-2F3F8A303B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246831-E541-FC1C-6EA2-2584288113B1}"/>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39883106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5/2/2025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384BEF80-48AD-DEEF-4885-E117900886C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79F8ACD-B8D8-2529-26AB-4599224970D9}"/>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DE350219-EF26-FDCA-6A74-0CFB9B7CEA3D}"/>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0F6A5CE5-B4D8-BCF6-5EFF-F208569F478C}"/>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372575660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526381"/>
            <a:ext cx="9144000" cy="4617119"/>
          </a:xfrm>
          <a:solidFill>
            <a:schemeClr val="bg1"/>
          </a:solidFill>
        </p:spPr>
        <p:txBody>
          <a:bodyPr vert="horz" lIns="91440" tIns="45720" rIns="91440" bIns="45720" rtlCol="0" anchor="t">
            <a:normAutofit lnSpcReduction="10000"/>
          </a:bodyPr>
          <a:lstStyle/>
          <a:p>
            <a:pPr algn="just">
              <a:defRPr/>
            </a:pPr>
            <a:r>
              <a:rPr lang="vi-VN" altLang="en-US" sz="8000" b="1" i="1" u="sng" dirty="0">
                <a:solidFill>
                  <a:schemeClr val="accent1"/>
                </a:solidFill>
                <a:latin typeface="Times New Roman"/>
                <a:cs typeface="Times New Roman"/>
              </a:rPr>
              <a:t>Xướng:</a:t>
            </a:r>
            <a:r>
              <a:rPr lang="vi-VN" altLang="en-US" sz="8000" b="1" dirty="0">
                <a:solidFill>
                  <a:schemeClr val="accent1"/>
                </a:solidFill>
                <a:latin typeface="Times New Roman"/>
                <a:cs typeface="Times New Roman"/>
              </a:rPr>
              <a:t> </a:t>
            </a:r>
            <a:r>
              <a:rPr lang="vi-VN" altLang="en-US" sz="8000" b="1" spc="100" dirty="0">
                <a:solidFill>
                  <a:schemeClr val="tx1"/>
                </a:solidFill>
                <a:latin typeface="Times New Roman"/>
                <a:cs typeface="Times New Roman"/>
              </a:rPr>
              <a:t>Lạy Nữ Vương Thiên Đàng hãy vui mừng – </a:t>
            </a:r>
            <a:r>
              <a:rPr lang="vi-VN" altLang="en-US" sz="8000" b="1" spc="100" err="1">
                <a:solidFill>
                  <a:schemeClr val="tx1"/>
                </a:solidFill>
                <a:latin typeface="Times New Roman"/>
                <a:cs typeface="Times New Roman"/>
              </a:rPr>
              <a:t>Alleluia</a:t>
            </a:r>
            <a:endParaRPr lang="vi-VN" altLang="en-US" sz="8000" b="1" spc="100">
              <a:solidFill>
                <a:schemeClr val="tx1"/>
              </a:solidFill>
              <a:latin typeface="Times New Roman"/>
              <a:cs typeface="Times New Roman"/>
            </a:endParaRPr>
          </a:p>
          <a:p>
            <a:pPr algn="just">
              <a:lnSpc>
                <a:spcPct val="120000"/>
              </a:lnSpc>
              <a:defRPr/>
            </a:pPr>
            <a:endParaRPr lang="en-US" altLang="en-US" sz="8000"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57F27C5-F0BD-6C31-DD7A-EE663B2AC4BF}"/>
              </a:ext>
            </a:extLst>
          </p:cNvPr>
          <p:cNvSpPr txBox="1"/>
          <p:nvPr/>
        </p:nvSpPr>
        <p:spPr>
          <a:xfrm>
            <a:off x="0" y="-1"/>
            <a:ext cx="914249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dirty="0">
                <a:solidFill>
                  <a:srgbClr val="FF0000"/>
                </a:solidFill>
                <a:latin typeface="Times New Roman"/>
                <a:cs typeface="Times New Roman"/>
              </a:rPr>
              <a:t>KINH NỮ VƯƠNG THIÊN ĐÀNG</a:t>
            </a:r>
            <a:endParaRPr lang="en-US" sz="2800"/>
          </a:p>
        </p:txBody>
      </p:sp>
    </p:spTree>
    <p:extLst>
      <p:ext uri="{BB962C8B-B14F-4D97-AF65-F5344CB8AC3E}">
        <p14:creationId xmlns:p14="http://schemas.microsoft.com/office/powerpoint/2010/main" val="3709593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en-US" altLang="en-US" sz="8500" b="1" i="1" u="sng" err="1">
                <a:solidFill>
                  <a:schemeClr val="accent1"/>
                </a:solidFill>
                <a:latin typeface="Times New Roman"/>
                <a:cs typeface="Times New Roman"/>
              </a:rPr>
              <a:t>Đáp</a:t>
            </a:r>
            <a:r>
              <a:rPr lang="vi-VN" altLang="en-US" sz="8500" b="1" i="1" u="sng" dirty="0">
                <a:solidFill>
                  <a:schemeClr val="accent1"/>
                </a:solidFill>
                <a:latin typeface="Times New Roman"/>
                <a:cs typeface="Times New Roman"/>
              </a:rPr>
              <a:t>:</a:t>
            </a:r>
            <a:r>
              <a:rPr lang="vi-VN" altLang="en-US" sz="8500" b="1" i="1" dirty="0">
                <a:solidFill>
                  <a:schemeClr val="accent1"/>
                </a:solidFill>
                <a:latin typeface="Times New Roman"/>
                <a:cs typeface="Times New Roman"/>
              </a:rPr>
              <a:t> </a:t>
            </a:r>
            <a:r>
              <a:rPr lang="en-US" altLang="en-US" sz="8500" b="1" err="1">
                <a:solidFill>
                  <a:schemeClr val="tx1"/>
                </a:solidFill>
                <a:latin typeface="Times New Roman"/>
                <a:cs typeface="Times New Roman"/>
              </a:rPr>
              <a:t>Vì</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đấng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Mẹ</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đáng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cưu</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mang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trong</a:t>
            </a:r>
            <a:r>
              <a:rPr lang="en-US" altLang="en-US" sz="8500" b="1" dirty="0">
                <a:solidFill>
                  <a:schemeClr val="tx1"/>
                </a:solidFill>
                <a:latin typeface="Times New Roman"/>
                <a:cs typeface="Times New Roman"/>
              </a:rPr>
              <a:t> </a:t>
            </a:r>
            <a:r>
              <a:rPr lang="en-US" altLang="en-US" sz="8500" b="1" err="1">
                <a:solidFill>
                  <a:schemeClr val="tx1"/>
                </a:solidFill>
                <a:latin typeface="Times New Roman"/>
                <a:cs typeface="Times New Roman"/>
              </a:rPr>
              <a:t>lòng</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01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F247A-B5E4-6C41-5A19-F75299846A0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5C17735-7BAA-CD89-B52A-1F4BFF4940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Người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như</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lời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phán hứa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957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5A691-2126-D429-43ED-BDD46CFA762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3A5766B-4D44-0F7E-1A28-3CDA078B45C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a:solidFill>
                  <a:schemeClr val="tx1"/>
                </a:solidFill>
                <a:latin typeface="Times New Roman"/>
                <a:cs typeface="Times New Roman"/>
              </a:rPr>
              <a:t>Xin </a:t>
            </a:r>
            <a:r>
              <a:rPr lang="en-US" altLang="en-US" sz="8500" b="1" dirty="0" err="1">
                <a:solidFill>
                  <a:schemeClr val="tx1"/>
                </a:solidFill>
                <a:latin typeface="Times New Roman"/>
                <a:cs typeface="Times New Roman"/>
              </a:rPr>
              <a:t>cầu</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cùng</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cho</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chúng</a:t>
            </a:r>
            <a:r>
              <a:rPr lang="en-US" altLang="en-US" sz="8500" b="1" dirty="0">
                <a:solidFill>
                  <a:schemeClr val="tx1"/>
                </a:solidFill>
                <a:latin typeface="Times New Roman"/>
                <a:cs typeface="Times New Roman"/>
              </a:rPr>
              <a:t> con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1317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8671-5C0D-652F-1773-5576C9C630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E50AFAC-2F18-11DB-748C-1801D7FA0169}"/>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Xướng:</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Lạy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Nữ</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Đồng</a:t>
            </a:r>
            <a:r>
              <a:rPr lang="en-US" altLang="en-US" sz="8500" b="1" dirty="0">
                <a:solidFill>
                  <a:schemeClr val="tx1"/>
                </a:solidFill>
                <a:latin typeface="Times New Roman"/>
                <a:cs typeface="Times New Roman"/>
              </a:rPr>
              <a:t> Trinh Maria </a:t>
            </a:r>
            <a:r>
              <a:rPr lang="en-US" altLang="en-US" sz="8500" b="1" dirty="0" err="1">
                <a:solidFill>
                  <a:schemeClr val="tx1"/>
                </a:solidFill>
                <a:latin typeface="Times New Roman"/>
                <a:cs typeface="Times New Roman"/>
              </a:rPr>
              <a:t>hãy</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hỉ</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hoan</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khoái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lạc</a:t>
            </a:r>
            <a:r>
              <a:rPr lang="en-US" altLang="en-US" sz="8500" b="1" dirty="0">
                <a:solidFill>
                  <a:schemeClr val="tx1"/>
                </a:solidFill>
                <a:latin typeface="Times New Roman"/>
                <a:cs typeface="Times New Roman"/>
              </a:rPr>
              <a:t> – Alleluia</a:t>
            </a:r>
            <a:endParaRPr lang="en-US" altLang="en-US" sz="8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65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0D68B-FC1A-18DE-C9A3-926A85049CD2}"/>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C7A8091-E4E8-CEF6-4BE6-C20A9169193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spcAft>
                <a:spcPts val="600"/>
              </a:spcAft>
              <a:defRPr/>
            </a:pPr>
            <a:r>
              <a:rPr lang="vi-VN" altLang="en-US" sz="8500" b="1" i="1" u="sng" dirty="0">
                <a:solidFill>
                  <a:schemeClr val="accent1"/>
                </a:solidFill>
                <a:latin typeface="Times New Roman"/>
                <a:cs typeface="Times New Roman"/>
              </a:rPr>
              <a:t>Đáp:</a:t>
            </a:r>
            <a:r>
              <a:rPr lang="vi-VN" altLang="en-US" sz="8500" b="1" i="1" dirty="0">
                <a:solidFill>
                  <a:schemeClr val="accent1"/>
                </a:solidFill>
                <a:latin typeface="Times New Roman"/>
                <a:cs typeface="Times New Roman"/>
              </a:rPr>
              <a:t> </a:t>
            </a:r>
            <a:r>
              <a:rPr lang="en-US" altLang="en-US" sz="8500" b="1" dirty="0" err="1">
                <a:solidFill>
                  <a:schemeClr val="tx1"/>
                </a:solidFill>
                <a:latin typeface="Times New Roman"/>
                <a:cs typeface="Times New Roman"/>
              </a:rPr>
              <a:t>Vì</a:t>
            </a:r>
            <a:r>
              <a:rPr lang="en-US" altLang="en-US" sz="8500" b="1" dirty="0">
                <a:solidFill>
                  <a:schemeClr val="tx1"/>
                </a:solidFill>
                <a:latin typeface="Times New Roman"/>
                <a:cs typeface="Times New Roman"/>
              </a:rPr>
              <a:t> Chúa </a:t>
            </a:r>
            <a:r>
              <a:rPr lang="en-US" altLang="en-US" sz="8500" b="1" dirty="0" err="1">
                <a:solidFill>
                  <a:schemeClr val="tx1"/>
                </a:solidFill>
                <a:latin typeface="Times New Roman"/>
                <a:cs typeface="Times New Roman"/>
              </a:rPr>
              <a:t>đã</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sống</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lại</a:t>
            </a:r>
            <a:r>
              <a:rPr lang="en-US" altLang="en-US" sz="8500" b="1" dirty="0">
                <a:solidFill>
                  <a:schemeClr val="tx1"/>
                </a:solidFill>
                <a:latin typeface="Times New Roman"/>
                <a:cs typeface="Times New Roman"/>
              </a:rPr>
              <a:t> </a:t>
            </a:r>
            <a:r>
              <a:rPr lang="en-US" altLang="en-US" sz="8500" b="1" dirty="0" err="1">
                <a:solidFill>
                  <a:schemeClr val="tx1"/>
                </a:solidFill>
                <a:latin typeface="Times New Roman"/>
                <a:cs typeface="Times New Roman"/>
              </a:rPr>
              <a:t>thật</a:t>
            </a:r>
            <a:r>
              <a:rPr lang="en-US" altLang="en-US" sz="8500" b="1" dirty="0">
                <a:solidFill>
                  <a:schemeClr val="tx1"/>
                </a:solidFill>
                <a:latin typeface="Times New Roman"/>
                <a:cs typeface="Times New Roman"/>
              </a:rPr>
              <a:t> – Alleluia</a:t>
            </a:r>
            <a:endParaRPr lang="en-US" altLang="en-US" sz="8500"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0147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rmAutofit/>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a:r>
              <a:rPr lang="vi-VN" altLang="en-US" sz="8600" b="1" dirty="0">
                <a:solidFill>
                  <a:schemeClr val="tx1"/>
                </a:solidFill>
                <a:latin typeface="Times New Roman"/>
                <a:cs typeface="Times New Roman"/>
              </a:rPr>
              <a:t>Lạy Chúa, là đấng đã làm cho thiên hạ vui mừng</a:t>
            </a:r>
          </a:p>
        </p:txBody>
      </p:sp>
    </p:spTree>
    <p:extLst>
      <p:ext uri="{BB962C8B-B14F-4D97-AF65-F5344CB8AC3E}">
        <p14:creationId xmlns:p14="http://schemas.microsoft.com/office/powerpoint/2010/main" val="926735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vi-VN" sz="8000" b="1" dirty="0">
                <a:solidFill>
                  <a:schemeClr val="tx1"/>
                </a:solidFill>
                <a:latin typeface="Times New Roman"/>
                <a:cs typeface="Times New Roman"/>
              </a:rPr>
              <a:t>quá bội bởi Đức Chúa </a:t>
            </a:r>
            <a:r>
              <a:rPr lang="vi-VN" sz="8000" b="1" dirty="0" err="1">
                <a:solidFill>
                  <a:schemeClr val="tx1"/>
                </a:solidFill>
                <a:latin typeface="Times New Roman"/>
                <a:cs typeface="Times New Roman"/>
              </a:rPr>
              <a:t>Giêsu</a:t>
            </a:r>
            <a:r>
              <a:rPr lang="vi-VN" sz="8000" b="1" dirty="0">
                <a:solidFill>
                  <a:schemeClr val="tx1"/>
                </a:solidFill>
                <a:latin typeface="Times New Roman"/>
                <a:cs typeface="Times New Roman"/>
              </a:rPr>
              <a:t> </a:t>
            </a:r>
            <a:r>
              <a:rPr lang="vi-VN" sz="8000" b="1" dirty="0" err="1">
                <a:solidFill>
                  <a:schemeClr val="tx1"/>
                </a:solidFill>
                <a:latin typeface="Times New Roman"/>
                <a:cs typeface="Times New Roman"/>
              </a:rPr>
              <a:t>Kitô</a:t>
            </a:r>
            <a:r>
              <a:rPr lang="vi-VN" sz="8000" b="1" dirty="0">
                <a:solidFill>
                  <a:schemeClr val="tx1"/>
                </a:solidFill>
                <a:latin typeface="Times New Roman"/>
                <a:cs typeface="Times New Roman"/>
              </a:rPr>
              <a:t> là Con Chúa cùng là Chúa chúng con đã</a:t>
            </a:r>
          </a:p>
        </p:txBody>
      </p:sp>
    </p:spTree>
    <p:extLst>
      <p:ext uri="{BB962C8B-B14F-4D97-AF65-F5344CB8AC3E}">
        <p14:creationId xmlns:p14="http://schemas.microsoft.com/office/powerpoint/2010/main" val="2279159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ea typeface="+mn-lt"/>
                <a:cs typeface="Times New Roman"/>
              </a:rPr>
              <a:t>sống</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lại</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xin</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vì</a:t>
            </a:r>
            <a:r>
              <a:rPr lang="en-US" sz="8000" b="1" dirty="0">
                <a:solidFill>
                  <a:schemeClr val="tx1"/>
                </a:solidFill>
                <a:latin typeface="Times New Roman"/>
                <a:ea typeface="+mn-lt"/>
                <a:cs typeface="Times New Roman"/>
              </a:rPr>
              <a:t> Đức </a:t>
            </a:r>
            <a:r>
              <a:rPr lang="en-US" sz="8000" b="1" dirty="0" err="1">
                <a:solidFill>
                  <a:schemeClr val="tx1"/>
                </a:solidFill>
                <a:latin typeface="Times New Roman"/>
                <a:ea typeface="+mn-lt"/>
                <a:cs typeface="Times New Roman"/>
              </a:rPr>
              <a:t>Nữ</a:t>
            </a:r>
            <a:r>
              <a:rPr lang="en-US" sz="8000" b="1" dirty="0">
                <a:solidFill>
                  <a:schemeClr val="tx1"/>
                </a:solidFill>
                <a:latin typeface="Times New Roman"/>
                <a:ea typeface="+mn-lt"/>
                <a:cs typeface="Times New Roman"/>
              </a:rPr>
              <a:t> </a:t>
            </a:r>
            <a:r>
              <a:rPr lang="en-US" sz="8000" b="1" dirty="0" err="1">
                <a:solidFill>
                  <a:schemeClr val="tx1"/>
                </a:solidFill>
                <a:latin typeface="Times New Roman"/>
                <a:ea typeface="+mn-lt"/>
                <a:cs typeface="Times New Roman"/>
              </a:rPr>
              <a:t>Đồng</a:t>
            </a:r>
            <a:r>
              <a:rPr lang="en-US" sz="8000" b="1" dirty="0">
                <a:solidFill>
                  <a:schemeClr val="tx1"/>
                </a:solidFill>
                <a:latin typeface="Times New Roman"/>
                <a:ea typeface="+mn-lt"/>
                <a:cs typeface="Times New Roman"/>
              </a:rPr>
              <a:t> Trinh Maria </a:t>
            </a:r>
            <a:r>
              <a:rPr lang="en-US" sz="8000" b="1" dirty="0" err="1">
                <a:solidFill>
                  <a:schemeClr val="tx1"/>
                </a:solidFill>
                <a:latin typeface="Times New Roman"/>
                <a:ea typeface="+mn-lt"/>
                <a:cs typeface="Times New Roman"/>
              </a:rPr>
              <a:t>là</a:t>
            </a:r>
            <a:r>
              <a:rPr lang="en-US" sz="8000" b="1" dirty="0">
                <a:solidFill>
                  <a:schemeClr val="tx1"/>
                </a:solidFill>
                <a:latin typeface="Times New Roman"/>
                <a:ea typeface="+mn-lt"/>
                <a:cs typeface="Times New Roman"/>
              </a:rPr>
              <a:t> Thánh </a:t>
            </a:r>
            <a:r>
              <a:rPr lang="en-US" sz="8000" b="1" dirty="0" err="1">
                <a:solidFill>
                  <a:schemeClr val="tx1"/>
                </a:solidFill>
                <a:latin typeface="Times New Roman"/>
                <a:ea typeface="+mn-lt"/>
                <a:cs typeface="Times New Roman"/>
              </a:rPr>
              <a:t>Mẫu</a:t>
            </a:r>
            <a:r>
              <a:rPr lang="en-US" sz="8000" b="1" dirty="0">
                <a:solidFill>
                  <a:schemeClr val="tx1"/>
                </a:solidFill>
                <a:latin typeface="Times New Roman"/>
                <a:ea typeface="+mn-lt"/>
                <a:cs typeface="Times New Roman"/>
              </a:rPr>
              <a:t> Người </a:t>
            </a:r>
            <a:r>
              <a:rPr lang="en-US" sz="8000" b="1" dirty="0" err="1">
                <a:solidFill>
                  <a:schemeClr val="tx1"/>
                </a:solidFill>
                <a:latin typeface="Times New Roman"/>
                <a:ea typeface="+mn-lt"/>
                <a:cs typeface="Times New Roman"/>
              </a:rPr>
              <a:t>nguyện</a:t>
            </a:r>
            <a:endParaRPr lang="en-US" sz="8000" b="1" dirty="0" err="1">
              <a:solidFill>
                <a:schemeClr val="tx1"/>
              </a:solidFill>
              <a:latin typeface="Times New Roman"/>
              <a:cs typeface="Times New Roman"/>
            </a:endParaRPr>
          </a:p>
        </p:txBody>
      </p:sp>
    </p:spTree>
    <p:extLst>
      <p:ext uri="{BB962C8B-B14F-4D97-AF65-F5344CB8AC3E}">
        <p14:creationId xmlns:p14="http://schemas.microsoft.com/office/powerpoint/2010/main" val="746019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a:spcBef>
                <a:spcPts val="600"/>
              </a:spcBef>
            </a:pPr>
            <a:r>
              <a:rPr lang="en-US" sz="8000" b="1" dirty="0" err="1">
                <a:solidFill>
                  <a:schemeClr val="tx1"/>
                </a:solidFill>
                <a:latin typeface="Times New Roman"/>
                <a:cs typeface="Times New Roman"/>
              </a:rPr>
              <a:t>cầu</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cho</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chúng</a:t>
            </a:r>
            <a:r>
              <a:rPr lang="en-US" sz="8000" b="1" dirty="0">
                <a:solidFill>
                  <a:schemeClr val="tx1"/>
                </a:solidFill>
                <a:latin typeface="Times New Roman"/>
                <a:cs typeface="Times New Roman"/>
              </a:rPr>
              <a:t> con </a:t>
            </a:r>
            <a:r>
              <a:rPr lang="en-US" sz="8000" b="1" dirty="0" err="1">
                <a:solidFill>
                  <a:schemeClr val="tx1"/>
                </a:solidFill>
                <a:latin typeface="Times New Roman"/>
                <a:cs typeface="Times New Roman"/>
              </a:rPr>
              <a:t>được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hưởng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phúc</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vui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vẻ</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hằng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sống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đời</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Vì</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công</a:t>
            </a:r>
            <a:r>
              <a:rPr lang="en-US" sz="8000" b="1" dirty="0">
                <a:solidFill>
                  <a:schemeClr val="tx1"/>
                </a:solidFill>
                <a:latin typeface="Times New Roman"/>
                <a:cs typeface="Times New Roman"/>
              </a:rPr>
              <a:t> </a:t>
            </a:r>
            <a:r>
              <a:rPr lang="en-US" sz="8000" b="1" dirty="0" err="1">
                <a:solidFill>
                  <a:schemeClr val="tx1"/>
                </a:solidFill>
                <a:latin typeface="Times New Roman"/>
                <a:cs typeface="Times New Roman"/>
              </a:rPr>
              <a:t>nghiệp</a:t>
            </a:r>
            <a:endParaRPr lang="en-US" dirty="0" err="1">
              <a:solidFill>
                <a:schemeClr val="tx1"/>
              </a:solidFill>
            </a:endParaRPr>
          </a:p>
        </p:txBody>
      </p:sp>
    </p:spTree>
    <p:extLst>
      <p:ext uri="{BB962C8B-B14F-4D97-AF65-F5344CB8AC3E}">
        <p14:creationId xmlns:p14="http://schemas.microsoft.com/office/powerpoint/2010/main" val="2746057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vert="horz" lIns="91440" tIns="45720" rIns="91440" bIns="45720" rtlCol="0" anchor="t">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a:spcBef>
                <a:spcPts val="0"/>
              </a:spcBef>
            </a:pPr>
            <a:r>
              <a:rPr lang="en-US" sz="7000" b="1" dirty="0">
                <a:solidFill>
                  <a:schemeClr val="tx1"/>
                </a:solidFill>
                <a:latin typeface="Times New Roman"/>
                <a:cs typeface="Times New Roman"/>
              </a:rPr>
              <a:t>Chúa </a:t>
            </a:r>
            <a:r>
              <a:rPr lang="en-US" sz="7000" b="1" dirty="0" err="1">
                <a:solidFill>
                  <a:schemeClr val="tx1"/>
                </a:solidFill>
                <a:latin typeface="Times New Roman"/>
                <a:cs typeface="Times New Roman"/>
              </a:rPr>
              <a:t>Kitô</a:t>
            </a:r>
            <a:r>
              <a:rPr lang="en-US" sz="7000" b="1" dirty="0">
                <a:solidFill>
                  <a:schemeClr val="tx1"/>
                </a:solidFill>
                <a:latin typeface="Times New Roman"/>
                <a:cs typeface="Times New Roman"/>
              </a:rPr>
              <a:t> </a:t>
            </a:r>
            <a:r>
              <a:rPr lang="en-US" sz="7000" b="1" dirty="0" err="1">
                <a:solidFill>
                  <a:schemeClr val="tx1"/>
                </a:solidFill>
                <a:latin typeface="Times New Roman"/>
                <a:cs typeface="Times New Roman"/>
              </a:rPr>
              <a:t>là</a:t>
            </a:r>
            <a:r>
              <a:rPr lang="en-US" sz="7000" b="1" dirty="0">
                <a:solidFill>
                  <a:schemeClr val="tx1"/>
                </a:solidFill>
                <a:latin typeface="Times New Roman"/>
                <a:cs typeface="Times New Roman"/>
              </a:rPr>
              <a:t> Chúa </a:t>
            </a:r>
            <a:r>
              <a:rPr lang="en-US" sz="7000" b="1" dirty="0" err="1">
                <a:solidFill>
                  <a:schemeClr val="tx1"/>
                </a:solidFill>
                <a:latin typeface="Times New Roman"/>
                <a:cs typeface="Times New Roman"/>
              </a:rPr>
              <a:t>chúng</a:t>
            </a:r>
            <a:r>
              <a:rPr lang="en-US" sz="7000" b="1" dirty="0">
                <a:solidFill>
                  <a:schemeClr val="tx1"/>
                </a:solidFill>
                <a:latin typeface="Times New Roman"/>
                <a:cs typeface="Times New Roman"/>
              </a:rPr>
              <a:t> con.</a:t>
            </a:r>
            <a:r>
              <a:rPr lang="en-US" altLang="en-US" sz="7000" b="1" dirty="0">
                <a:solidFill>
                  <a:schemeClr val="tx1"/>
                </a:solidFill>
                <a:latin typeface="Times New Roman"/>
                <a:cs typeface="Times New Roman"/>
              </a:rPr>
              <a:t> </a:t>
            </a:r>
            <a:r>
              <a:rPr lang="en-US" altLang="en-US" sz="7000" b="1" dirty="0">
                <a:solidFill>
                  <a:srgbClr val="FF0000"/>
                </a:solidFill>
                <a:latin typeface="Times New Roman"/>
                <a:cs typeface="Times New Roman"/>
              </a:rPr>
              <a:t>Amen</a:t>
            </a:r>
            <a:r>
              <a:rPr lang="en-US" altLang="en-US" sz="7000" b="1" dirty="0">
                <a:solidFill>
                  <a:schemeClr val="tx1"/>
                </a:solidFill>
                <a:latin typeface="Times New Roman"/>
                <a:cs typeface="Times New Roman"/>
              </a:rPr>
              <a:t>.</a:t>
            </a:r>
            <a:endParaRPr lang="en-US" dirty="0">
              <a:solidFill>
                <a:schemeClr val="tx1"/>
              </a:solidFill>
              <a:latin typeface="Times New Roman"/>
              <a:cs typeface="Times New Roman"/>
            </a:endParaRPr>
          </a:p>
        </p:txBody>
      </p:sp>
    </p:spTree>
    <p:extLst>
      <p:ext uri="{BB962C8B-B14F-4D97-AF65-F5344CB8AC3E}">
        <p14:creationId xmlns:p14="http://schemas.microsoft.com/office/powerpoint/2010/main" val="1631203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74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4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biến đổi từ bên trong nhân loại và</a:t>
            </a:r>
            <a:r>
              <a:rPr lang="vi-VN" altLang="en-US" sz="65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toàn</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thể</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vũ</a:t>
            </a:r>
            <a:r>
              <a:rPr lang="vi-VN" altLang="en-US" sz="70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trụ</a:t>
            </a:r>
            <a:r>
              <a:rPr lang="vi-VN" altLang="en-US" sz="7300" b="1" dirty="0">
                <a:solidFill>
                  <a:schemeClr val="tx1"/>
                </a:solidFill>
                <a:latin typeface="Times New Roman" panose="02020603050405020304" pitchFamily="18" charset="0"/>
                <a:cs typeface="Times New Roman" panose="02020603050405020304" pitchFamily="18" charset="0"/>
              </a:rPr>
              <a:t> </a:t>
            </a:r>
            <a:r>
              <a:rPr lang="vi-VN" altLang="en-US" sz="7400" b="1" dirty="0">
                <a:solidFill>
                  <a:schemeClr val="tx1"/>
                </a:solidFill>
                <a:latin typeface="Times New Roman" panose="02020603050405020304" pitchFamily="18" charset="0"/>
                <a:cs typeface="Times New Roman" panose="02020603050405020304" pitchFamily="18" charset="0"/>
              </a:rPr>
              <a:t>này,</a:t>
            </a:r>
            <a:endParaRPr lang="en-US" altLang="en-US" sz="74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DA48B805-0FA3-692D-5044-32ABC7B89C22}"/>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7C4C97A-6EB4-0E4F-BF13-EBECF301FA46}"/>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0C9E2C62-FE33-2428-6583-AE42322E4908}"/>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194FB98B-53F7-52E9-9A24-8702AAE63D88}"/>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349907589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647700" y="1130847"/>
            <a:ext cx="7848600" cy="2881806"/>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NGÀI</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NGỰ</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LẠI</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(Hồng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Trần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&amp; Phạm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Đình</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Đài</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Đường Em-</a:t>
            </a:r>
            <a:r>
              <a:rPr lang="vi-VN" sz="7000" b="1" dirty="0" err="1">
                <a:effectLst/>
                <a:latin typeface="Times New Roman (Headings)"/>
                <a:cs typeface="Arial" panose="020B0604020202020204" pitchFamily="34" charset="0"/>
              </a:rPr>
              <a:t>maus</a:t>
            </a:r>
            <a:r>
              <a:rPr lang="vi-VN" sz="7000" b="1" dirty="0">
                <a:effectLst/>
                <a:latin typeface="Times New Roman (Headings)"/>
                <a:cs typeface="Arial" panose="020B0604020202020204" pitchFamily="34" charset="0"/>
              </a:rPr>
              <a:t> trời tối, Quê hương vẫn xa xôi. Xin Chúa thương ngự lại, cho hồn thôi đơn côi.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3944081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BD15B-5A5B-AECC-74A1-3443FE6031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8B6A0-CD1C-CE45-1493-0F3583BFC09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 Xin Chúa thương ngự đây, cho vơi nỗi niềm đắng cay.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873227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3280A-0D34-AE52-6E63-7DB354D98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CD5E65-A363-A3F1-48C1-9FAC8F31973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latin typeface="Times New Roman (Headings)"/>
                <a:cs typeface="Arial" panose="020B0604020202020204" pitchFamily="34" charset="0"/>
              </a:rPr>
              <a:t>Con mong ước đêm ngày: được gần Ngài phút giây này.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7673673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497CD-C7EF-582B-CEFA-098A2CC4F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13EEA-EFAA-5E1E-0CEC-4A3CC9D9371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000" b="1" dirty="0" err="1">
                <a:effectLst/>
                <a:latin typeface="Times New Roman (Headings)"/>
                <a:cs typeface="Arial" panose="020B0604020202020204" pitchFamily="34" charset="0"/>
              </a:rPr>
              <a:t>ĐK</a:t>
            </a:r>
            <a:r>
              <a:rPr lang="vi-VN" sz="7000" b="1" dirty="0">
                <a:effectLst/>
                <a:latin typeface="Times New Roman (Headings)"/>
                <a:cs typeface="Arial" panose="020B0604020202020204" pitchFamily="34" charset="0"/>
              </a:rPr>
              <a:t>: Đường Em-</a:t>
            </a:r>
            <a:r>
              <a:rPr lang="vi-VN" sz="7000" b="1" dirty="0" err="1">
                <a:effectLst/>
                <a:latin typeface="Times New Roman (Headings)"/>
                <a:cs typeface="Arial" panose="020B0604020202020204" pitchFamily="34" charset="0"/>
              </a:rPr>
              <a:t>maus</a:t>
            </a:r>
            <a:r>
              <a:rPr lang="vi-VN" sz="7000" b="1" dirty="0">
                <a:effectLst/>
                <a:latin typeface="Times New Roman (Headings)"/>
                <a:cs typeface="Arial" panose="020B0604020202020204" pitchFamily="34" charset="0"/>
              </a:rPr>
              <a:t> trời tối, Quê hương vẫn xa xôi. Xin Chúa thương ngự lại, cho hồn thôi đơn côi.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9479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0313009-D5C9-5280-531A-4C2C3613E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B12CB7-285B-C7AC-01D8-9C37EEBFF3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84FDF9-03EC-3C7F-AB9C-53EAB88444B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5143509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a:effectLst/>
                <a:latin typeface="Times New Roman (Headings)"/>
                <a:cs typeface="Arial" panose="020B0604020202020204" pitchFamily="34" charset="0"/>
              </a:rPr>
              <a:t>và bình an dưới thế cho người thiện tâm.</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it-IT" sz="9600" b="1">
                <a:effectLst/>
                <a:latin typeface="Times New Roman (Headings)"/>
                <a:cs typeface="Arial" panose="020B0604020202020204" pitchFamily="34" charset="0"/>
              </a:rPr>
              <a:t>Chúng con ca ngợi Chúa,</a:t>
            </a:r>
            <a:endParaRPr lang="en-US" sz="96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chúc</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tụng</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thờ</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lạy</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err="1">
                <a:effectLst/>
                <a:latin typeface="Times New Roman (Headings)"/>
                <a:cs typeface="Arial" panose="020B0604020202020204" pitchFamily="34" charset="0"/>
              </a:rPr>
              <a:t>chúng</a:t>
            </a:r>
            <a:r>
              <a:rPr lang="en-US" sz="9600" b="1">
                <a:effectLst/>
                <a:latin typeface="Times New Roman (Headings)"/>
                <a:cs typeface="Arial" panose="020B0604020202020204" pitchFamily="34" charset="0"/>
              </a:rPr>
              <a:t> con </a:t>
            </a:r>
            <a:r>
              <a:rPr lang="en-US" sz="9600" b="1" err="1">
                <a:effectLst/>
                <a:latin typeface="Times New Roman (Headings)"/>
                <a:cs typeface="Arial" panose="020B0604020202020204" pitchFamily="34" charset="0"/>
              </a:rPr>
              <a:t>tôn</a:t>
            </a:r>
            <a:r>
              <a:rPr lang="en-US" sz="9600" b="1">
                <a:effectLst/>
                <a:latin typeface="Times New Roman (Headings)"/>
                <a:cs typeface="Arial" panose="020B0604020202020204" pitchFamily="34" charset="0"/>
              </a:rPr>
              <a:t> </a:t>
            </a:r>
            <a:r>
              <a:rPr lang="en-US" sz="9600" b="1" err="1">
                <a:effectLst/>
                <a:latin typeface="Times New Roman (Headings)"/>
                <a:cs typeface="Arial" panose="020B0604020202020204" pitchFamily="34" charset="0"/>
              </a:rPr>
              <a:t>vinh</a:t>
            </a:r>
            <a:r>
              <a:rPr lang="en-US" sz="96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chúng</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cảm</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tạ</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vì</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vinh</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quang</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cao</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cả</a:t>
            </a:r>
            <a:r>
              <a:rPr lang="en-US" sz="8800" b="1">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Chúa </a:t>
            </a:r>
            <a:r>
              <a:rPr lang="en-US" sz="8800" b="1" err="1">
                <a:effectLst/>
                <a:latin typeface="Times New Roman (Headings)"/>
                <a:cs typeface="Arial" panose="020B0604020202020204" pitchFamily="34" charset="0"/>
              </a:rPr>
              <a:t>là</a:t>
            </a:r>
            <a:r>
              <a:rPr lang="en-US" sz="8800" b="1">
                <a:effectLst/>
                <a:latin typeface="Times New Roman (Headings)"/>
                <a:cs typeface="Arial" panose="020B0604020202020204" pitchFamily="34" charset="0"/>
              </a:rPr>
              <a:t> Thiên Chúa, </a:t>
            </a:r>
            <a:r>
              <a:rPr lang="en-US" sz="8800" b="1" err="1">
                <a:effectLst/>
                <a:latin typeface="Times New Roman (Headings)"/>
                <a:cs typeface="Arial" panose="020B0604020202020204" pitchFamily="34" charset="0"/>
              </a:rPr>
              <a:t>là</a:t>
            </a:r>
            <a:r>
              <a:rPr lang="en-US" sz="8800" b="1">
                <a:effectLst/>
                <a:latin typeface="Times New Roman (Headings)"/>
                <a:cs typeface="Arial" panose="020B0604020202020204" pitchFamily="34" charset="0"/>
              </a:rPr>
              <a:t> Vua </a:t>
            </a:r>
            <a:r>
              <a:rPr lang="en-US" sz="8800" b="1" err="1">
                <a:effectLst/>
                <a:latin typeface="Times New Roman (Headings)"/>
                <a:cs typeface="Arial" panose="020B0604020202020204" pitchFamily="34" charset="0"/>
              </a:rPr>
              <a:t>trên</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trời</a:t>
            </a:r>
            <a:r>
              <a:rPr lang="en-US" sz="8800" b="1">
                <a:effectLst/>
                <a:latin typeface="Times New Roman (Headings)"/>
                <a:cs typeface="Arial" panose="020B0604020202020204" pitchFamily="34" charset="0"/>
              </a:rPr>
              <a:t>, </a:t>
            </a:r>
            <a:r>
              <a:rPr lang="fr-FR" sz="8800" b="1">
                <a:effectLst/>
                <a:latin typeface="Times New Roman (Headings)"/>
                <a:cs typeface="Arial" panose="020B0604020202020204" pitchFamily="34" charset="0"/>
              </a:rPr>
              <a:t>là </a:t>
            </a:r>
            <a:r>
              <a:rPr lang="fr-FR" sz="8800" b="1" err="1">
                <a:effectLst/>
                <a:latin typeface="Times New Roman (Headings)"/>
                <a:cs typeface="Arial" panose="020B0604020202020204" pitchFamily="34" charset="0"/>
              </a:rPr>
              <a:t>Chúa</a:t>
            </a:r>
            <a:r>
              <a:rPr lang="fr-FR" sz="8800" b="1">
                <a:effectLst/>
                <a:latin typeface="Times New Roman (Headings)"/>
                <a:cs typeface="Arial" panose="020B0604020202020204" pitchFamily="34" charset="0"/>
              </a:rPr>
              <a:t> </a:t>
            </a:r>
            <a:r>
              <a:rPr lang="fr-FR" sz="8800" b="1" err="1">
                <a:effectLst/>
                <a:latin typeface="Times New Roman (Headings)"/>
                <a:cs typeface="Arial" panose="020B0604020202020204" pitchFamily="34" charset="0"/>
              </a:rPr>
              <a:t>Cha</a:t>
            </a:r>
            <a:r>
              <a:rPr lang="fr-FR" sz="8800" b="1">
                <a:effectLst/>
                <a:latin typeface="Times New Roman (Headings)"/>
                <a:cs typeface="Arial" panose="020B0604020202020204" pitchFamily="34" charset="0"/>
              </a:rPr>
              <a:t> </a:t>
            </a:r>
            <a:r>
              <a:rPr lang="fr-FR" sz="8800" b="1" err="1">
                <a:effectLst/>
                <a:latin typeface="Times New Roman (Headings)"/>
                <a:cs typeface="Arial" panose="020B0604020202020204" pitchFamily="34" charset="0"/>
              </a:rPr>
              <a:t>toàn</a:t>
            </a:r>
            <a:r>
              <a:rPr lang="fr-FR" sz="8800" b="1">
                <a:effectLst/>
                <a:latin typeface="Times New Roman (Headings)"/>
                <a:cs typeface="Arial" panose="020B0604020202020204" pitchFamily="34" charset="0"/>
              </a:rPr>
              <a:t> </a:t>
            </a:r>
            <a:r>
              <a:rPr lang="fr-FR" sz="8800" b="1" err="1">
                <a:effectLst/>
                <a:latin typeface="Times New Roman (Headings)"/>
                <a:cs typeface="Arial" panose="020B0604020202020204" pitchFamily="34" charset="0"/>
              </a:rPr>
              <a:t>năng</a:t>
            </a:r>
            <a:r>
              <a:rPr lang="fr-FR" sz="8800" b="1">
                <a:effectLst/>
                <a:latin typeface="Times New Roman (Headings)"/>
                <a:cs typeface="Arial" panose="020B0604020202020204" pitchFamily="34" charset="0"/>
              </a:rPr>
              <a:t>.</a:t>
            </a:r>
            <a:endParaRPr lang="en-US" sz="88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469B3BA8-6F6A-27E1-6FC4-538B1D411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174E9-3CE7-B234-1AEA-93193A7D45E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C6144AF-B30E-29CB-33A2-A13F67FEEED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0361272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1:</a:t>
            </a:r>
            <a:r>
              <a:rPr lang="en-US" sz="3800" b="1" dirty="0">
                <a:solidFill>
                  <a:srgbClr val="FF0000"/>
                </a:solidFill>
                <a:latin typeface="Arial" panose="020B0604020202020204" pitchFamily="34" charset="0"/>
                <a:cs typeface="Arial" panose="020B0604020202020204" pitchFamily="34" charset="0"/>
              </a:rPr>
              <a:t> </a:t>
            </a:r>
            <a:r>
              <a:rPr lang="en-US" sz="3800" b="1" dirty="0" err="1">
                <a:latin typeface="Arial" panose="020B0604020202020204" pitchFamily="34" charset="0"/>
                <a:cs typeface="Arial" panose="020B0604020202020204" pitchFamily="34" charset="0"/>
              </a:rPr>
              <a:t>Cv</a:t>
            </a:r>
            <a:r>
              <a:rPr lang="en-US" sz="3800" b="1" dirty="0">
                <a:latin typeface="Arial" panose="020B0604020202020204" pitchFamily="34" charset="0"/>
                <a:cs typeface="Arial" panose="020B0604020202020204" pitchFamily="34" charset="0"/>
              </a:rPr>
              <a:t> 10, </a:t>
            </a:r>
            <a:r>
              <a:rPr lang="en-US" sz="3800" b="1" dirty="0" err="1">
                <a:latin typeface="Arial" panose="020B0604020202020204" pitchFamily="34" charset="0"/>
                <a:cs typeface="Arial" panose="020B0604020202020204" pitchFamily="34" charset="0"/>
              </a:rPr>
              <a:t>34a</a:t>
            </a:r>
            <a:r>
              <a:rPr lang="en-US" sz="3800" b="1" dirty="0">
                <a:latin typeface="Arial" panose="020B0604020202020204" pitchFamily="34" charset="0"/>
                <a:cs typeface="Arial" panose="020B0604020202020204" pitchFamily="34" charset="0"/>
              </a:rPr>
              <a:t>. 37-43</a:t>
            </a:r>
          </a:p>
        </p:txBody>
      </p:sp>
      <p:sp>
        <p:nvSpPr>
          <p:cNvPr id="5" name="TextBox 4">
            <a:extLst>
              <a:ext uri="{FF2B5EF4-FFF2-40B4-BE49-F238E27FC236}">
                <a16:creationId xmlns:a16="http://schemas.microsoft.com/office/drawing/2014/main" id="{EC9E90A0-57EF-B562-11BD-EFA379BF3A1F}"/>
              </a:ext>
            </a:extLst>
          </p:cNvPr>
          <p:cNvSpPr txBox="1"/>
          <p:nvPr/>
        </p:nvSpPr>
        <p:spPr>
          <a:xfrm>
            <a:off x="0" y="1108055"/>
            <a:ext cx="9144000" cy="2585323"/>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"Chúng tôi là chứng nhân các lời đó cùng </a:t>
            </a:r>
            <a:br>
              <a:rPr lang="en-US" sz="5400" b="1" i="1" dirty="0">
                <a:solidFill>
                  <a:srgbClr val="FF0000"/>
                </a:solidFill>
                <a:latin typeface="Arial" panose="020B0604020202020204" pitchFamily="34" charset="0"/>
                <a:cs typeface="Arial" panose="020B0604020202020204" pitchFamily="34" charset="0"/>
              </a:rPr>
            </a:br>
            <a:r>
              <a:rPr lang="vi-VN" sz="5400" b="1" i="1" dirty="0">
                <a:solidFill>
                  <a:srgbClr val="FF0000"/>
                </a:solidFill>
                <a:latin typeface="Arial" panose="020B0604020202020204" pitchFamily="34" charset="0"/>
                <a:cs typeface="Arial" panose="020B0604020202020204" pitchFamily="34" charset="0"/>
              </a:rPr>
              <a:t>với Thánh Thần".</a:t>
            </a:r>
          </a:p>
        </p:txBody>
      </p:sp>
      <p:sp>
        <p:nvSpPr>
          <p:cNvPr id="7" name="TextBox 6">
            <a:extLst>
              <a:ext uri="{FF2B5EF4-FFF2-40B4-BE49-F238E27FC236}">
                <a16:creationId xmlns:a16="http://schemas.microsoft.com/office/drawing/2014/main" id="{FA7210C8-01DF-51DB-3853-C95430401C95}"/>
              </a:ext>
            </a:extLst>
          </p:cNvPr>
          <p:cNvSpPr txBox="1"/>
          <p:nvPr/>
        </p:nvSpPr>
        <p:spPr>
          <a:xfrm>
            <a:off x="228600" y="4196775"/>
            <a:ext cx="9144000" cy="584775"/>
          </a:xfrm>
          <a:prstGeom prst="rect">
            <a:avLst/>
          </a:prstGeom>
          <a:noFill/>
        </p:spPr>
        <p:txBody>
          <a:bodyPr wrap="square">
            <a:spAutoFit/>
          </a:bodyPr>
          <a:lstStyle/>
          <a:p>
            <a:r>
              <a:rPr lang="vi-VN" sz="3200" dirty="0">
                <a:latin typeface="Arial" panose="020B0604020202020204" pitchFamily="34" charset="0"/>
                <a:cs typeface="Arial" panose="020B0604020202020204" pitchFamily="34" charset="0"/>
              </a:rPr>
              <a:t>Trích sách Tông đồ Công vụ.</a:t>
            </a:r>
          </a:p>
        </p:txBody>
      </p:sp>
    </p:spTree>
    <p:extLst>
      <p:ext uri="{BB962C8B-B14F-4D97-AF65-F5344CB8AC3E}">
        <p14:creationId xmlns:p14="http://schemas.microsoft.com/office/powerpoint/2010/main" val="24725020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609600" y="756744"/>
            <a:ext cx="7848600" cy="2881806"/>
          </a:xfrm>
        </p:spPr>
        <p:txBody>
          <a:bodyPr lIns="91440" tIns="0" rIns="91440" bIns="0" anchor="b">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29</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1. Con ca </a:t>
            </a:r>
            <a:r>
              <a:rPr lang="en-US" sz="8000" b="1" err="1">
                <a:effectLst/>
                <a:latin typeface="Times New Roman (Headings)"/>
                <a:cs typeface="Arial" panose="020B0604020202020204" pitchFamily="34" charset="0"/>
              </a:rPr>
              <a:t>tụng</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Ngài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đã</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giải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thoát</a:t>
            </a:r>
            <a:r>
              <a:rPr lang="en-US" sz="8000" b="1">
                <a:effectLst/>
                <a:latin typeface="Times New Roman (Headings)"/>
                <a:cs typeface="Arial" panose="020B0604020202020204" pitchFamily="34" charset="0"/>
              </a:rPr>
              <a:t> </a:t>
            </a:r>
            <a:r>
              <a:rPr lang="en-US" sz="8000" b="1">
                <a:latin typeface="Times New Roman (Headings)"/>
                <a:cs typeface="Arial" panose="020B0604020202020204" pitchFamily="34" charset="0"/>
              </a:rPr>
              <a:t>con, </a:t>
            </a:r>
            <a:r>
              <a:rPr lang="en-US" sz="8000" b="1" err="1">
                <a:latin typeface="Times New Roman (Headings)"/>
                <a:cs typeface="Arial" panose="020B0604020202020204" pitchFamily="34" charset="0"/>
              </a:rPr>
              <a:t>không</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để</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quân</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thù</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hoan hỉ về con. Từ ngục âm ty lạy Chúa Ngài thương</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cứu</a:t>
            </a:r>
            <a:r>
              <a:rPr lang="en-US" sz="8000" b="1">
                <a:latin typeface="Times New Roman (Headings)"/>
                <a:cs typeface="Arial" panose="020B0604020202020204" pitchFamily="34" charset="0"/>
              </a:rPr>
              <a:t> con </a:t>
            </a:r>
            <a:r>
              <a:rPr lang="en-US" sz="8000" b="1" err="1">
                <a:latin typeface="Times New Roman (Headings)"/>
                <a:cs typeface="Arial" panose="020B0604020202020204" pitchFamily="34" charset="0"/>
              </a:rPr>
              <a:t>ra</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khỏi</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837FE-F0A8-8D00-0EBC-035788BC1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F9D7B4-7A5C-1F7C-FE00-D34B28C0A96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số phận những người đang bước xuống mộ sâu.</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08069707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2C1C0-9C63-4516-3A58-40322AD7B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48FE9-4AC6-7DED-944F-6CF2BF95BAC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err="1">
                <a:effectLst/>
                <a:latin typeface="Times New Roman (Headings)"/>
                <a:cs typeface="Arial" panose="020B0604020202020204" pitchFamily="34" charset="0"/>
              </a:rPr>
              <a:t>ĐK</a:t>
            </a:r>
            <a:r>
              <a:rPr lang="en-US" sz="7200" b="1">
                <a:effectLst/>
                <a:latin typeface="Times New Roman (Headings)"/>
                <a:cs typeface="Arial" panose="020B0604020202020204" pitchFamily="34" charset="0"/>
              </a:rPr>
              <a:t>: Con ca </a:t>
            </a:r>
            <a:r>
              <a:rPr lang="en-US" sz="7200" b="1" err="1">
                <a:effectLst/>
                <a:latin typeface="Times New Roman (Headings)"/>
                <a:cs typeface="Arial" panose="020B0604020202020204" pitchFamily="34" charset="0"/>
              </a:rPr>
              <a:t>tụng</a:t>
            </a:r>
            <a:r>
              <a:rPr lang="en-US" sz="7200" b="1">
                <a:effectLst/>
                <a:latin typeface="Times New Roman (Headings)"/>
                <a:cs typeface="Arial" panose="020B0604020202020204" pitchFamily="34" charset="0"/>
              </a:rPr>
              <a:t> Chúa </a:t>
            </a:r>
            <a:r>
              <a:rPr lang="en-US" sz="7200" b="1" err="1">
                <a:effectLst/>
                <a:latin typeface="Times New Roman (Headings)"/>
                <a:cs typeface="Arial" panose="020B0604020202020204" pitchFamily="34" charset="0"/>
              </a:rPr>
              <a:t>vì</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Chúa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a:t>
            </a:r>
            <a:r>
              <a:rPr lang="en-US" sz="7200" b="1" err="1">
                <a:effectLst/>
                <a:latin typeface="Times New Roman (Headings)"/>
                <a:cs typeface="Arial" panose="020B0604020202020204" pitchFamily="34" charset="0"/>
              </a:rPr>
              <a:t>cho</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khỏi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tay</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kẻ</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thù</a:t>
            </a:r>
            <a:r>
              <a:rPr lang="en-US" sz="72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45108853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0C9E8-E2AF-961A-B71D-34741F79A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92D104-CF2A-7B8F-85E0-80A11F6D44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2. </a:t>
            </a:r>
            <a:r>
              <a:rPr lang="en-US" sz="8000" b="1" err="1">
                <a:effectLst/>
                <a:latin typeface="Times New Roman (Headings)"/>
                <a:cs typeface="Arial" panose="020B0604020202020204" pitchFamily="34" charset="0"/>
              </a:rPr>
              <a:t>Những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tín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đồ</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đàn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hát</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hoan</a:t>
            </a:r>
            <a:r>
              <a:rPr lang="en-US" sz="8000" b="1">
                <a:effectLst/>
                <a:latin typeface="Times New Roman (Headings)"/>
                <a:cs typeface="Arial" panose="020B0604020202020204" pitchFamily="34" charset="0"/>
              </a:rPr>
              <a:t> ca </a:t>
            </a:r>
            <a:r>
              <a:rPr lang="en-US" sz="8000" b="1" err="1">
                <a:effectLst/>
                <a:latin typeface="Times New Roman (Headings)"/>
                <a:cs typeface="Arial" panose="020B0604020202020204" pitchFamily="34" charset="0"/>
              </a:rPr>
              <a:t>cảm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tạ</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đi</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vì</a:t>
            </a:r>
            <a:r>
              <a:rPr lang="en-US" sz="8000" b="1">
                <a:latin typeface="Times New Roman (Headings)"/>
                <a:cs typeface="Arial" panose="020B0604020202020204" pitchFamily="34" charset="0"/>
              </a:rPr>
              <a:t> Chúa </a:t>
            </a:r>
            <a:r>
              <a:rPr lang="en-US" sz="8000" b="1" err="1">
                <a:latin typeface="Times New Roman (Headings)"/>
                <a:cs typeface="Arial" panose="020B0604020202020204" pitchFamily="34" charset="0"/>
              </a:rPr>
              <a:t>nhân</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hậu</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180629032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A26F-7F3A-F8CE-2F8C-0F6D6C798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77470-F55C-A8A0-6733-CCB9D21CAFE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không thể giận lâu. Chiều hôm dù có gặp cảnh lệ rơi,</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sáng</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mai</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vui</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mừng</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105424507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16202-1D8E-0D2D-8F5E-206AC9A48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63DB7-A171-AA5E-CD04-2158B6036DF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tưng bừng vì lòng nhân Chúa vẫn ngàn đời.</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672385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8EFFF-1440-5E95-1A89-9138EA8FA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88A2B-1701-1AEB-9C46-245D5186061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err="1">
                <a:effectLst/>
                <a:latin typeface="Times New Roman (Headings)"/>
                <a:cs typeface="Arial" panose="020B0604020202020204" pitchFamily="34" charset="0"/>
              </a:rPr>
              <a:t>ĐK</a:t>
            </a:r>
            <a:r>
              <a:rPr lang="en-US" sz="7200" b="1">
                <a:effectLst/>
                <a:latin typeface="Times New Roman (Headings)"/>
                <a:cs typeface="Arial" panose="020B0604020202020204" pitchFamily="34" charset="0"/>
              </a:rPr>
              <a:t>: Con ca </a:t>
            </a:r>
            <a:r>
              <a:rPr lang="en-US" sz="7200" b="1" err="1">
                <a:effectLst/>
                <a:latin typeface="Times New Roman (Headings)"/>
                <a:cs typeface="Arial" panose="020B0604020202020204" pitchFamily="34" charset="0"/>
              </a:rPr>
              <a:t>tụng</a:t>
            </a:r>
            <a:r>
              <a:rPr lang="en-US" sz="7200" b="1">
                <a:effectLst/>
                <a:latin typeface="Times New Roman (Headings)"/>
                <a:cs typeface="Arial" panose="020B0604020202020204" pitchFamily="34" charset="0"/>
              </a:rPr>
              <a:t> Chúa </a:t>
            </a:r>
            <a:r>
              <a:rPr lang="en-US" sz="7200" b="1" err="1">
                <a:effectLst/>
                <a:latin typeface="Times New Roman (Headings)"/>
                <a:cs typeface="Arial" panose="020B0604020202020204" pitchFamily="34" charset="0"/>
              </a:rPr>
              <a:t>vì</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Chúa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a:t>
            </a:r>
            <a:r>
              <a:rPr lang="en-US" sz="7200" b="1" err="1">
                <a:effectLst/>
                <a:latin typeface="Times New Roman (Headings)"/>
                <a:cs typeface="Arial" panose="020B0604020202020204" pitchFamily="34" charset="0"/>
              </a:rPr>
              <a:t>cho</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khỏi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tay</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kẻ</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thù</a:t>
            </a:r>
            <a:r>
              <a:rPr lang="en-US" sz="72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591096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F2312-F618-F0F3-60B7-780A7F0031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CC642-D0AE-D546-945B-47CF112FA7E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3. Tiếng con cầu khấn lạy Chúa, thương nghe đáp lại Chúa ơi! Xin cứu</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226552629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8809B-6154-D323-DC7C-8C4F73724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0BF14-2792-EB6D-6130-194E00C530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giúp con qua cảnh lầm than. Ngài ơi đổi thay</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những</a:t>
            </a:r>
            <a:r>
              <a:rPr lang="en-US" sz="8000" b="1">
                <a:latin typeface="Times New Roman (Headings)"/>
                <a:cs typeface="Arial" panose="020B0604020202020204" pitchFamily="34" charset="0"/>
              </a:rPr>
              <a:t> </a:t>
            </a:r>
            <a:r>
              <a:rPr lang="en-US" sz="8000" b="1" err="1">
                <a:latin typeface="Times New Roman (Headings)"/>
                <a:cs typeface="Arial" panose="020B0604020202020204" pitchFamily="34" charset="0"/>
              </a:rPr>
              <a:t>tiếng</a:t>
            </a:r>
            <a:r>
              <a:rPr lang="en-US" sz="8000" b="1">
                <a:latin typeface="Times New Roman (Headings)"/>
                <a:cs typeface="Arial" panose="020B0604020202020204" pitchFamily="34" charset="0"/>
              </a:rPr>
              <a:t> than </a:t>
            </a:r>
            <a:r>
              <a:rPr lang="en-US" sz="8000" b="1" err="1">
                <a:latin typeface="Times New Roman (Headings)"/>
                <a:cs typeface="Arial" panose="020B0604020202020204" pitchFamily="34" charset="0"/>
              </a:rPr>
              <a:t>khóc</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139840424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F3194-ACC5-8D01-9544-767146DCF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9B1D7-EB02-5CAE-F474-BDAE2B898C9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trở</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nên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khúc</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nhạc</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hoan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lạc</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để</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đời</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mãi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chúc</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Ngài</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2122325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00E36-2267-02AF-6CBF-3263712790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60A2D5-2AF1-E9BC-1C6E-83FD8E66D08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err="1">
                <a:effectLst/>
                <a:latin typeface="Times New Roman (Headings)"/>
                <a:cs typeface="Arial" panose="020B0604020202020204" pitchFamily="34" charset="0"/>
              </a:rPr>
              <a:t>ĐK</a:t>
            </a:r>
            <a:r>
              <a:rPr lang="en-US" sz="7200" b="1">
                <a:effectLst/>
                <a:latin typeface="Times New Roman (Headings)"/>
                <a:cs typeface="Arial" panose="020B0604020202020204" pitchFamily="34" charset="0"/>
              </a:rPr>
              <a:t>: Con ca </a:t>
            </a:r>
            <a:r>
              <a:rPr lang="en-US" sz="7200" b="1" err="1">
                <a:effectLst/>
                <a:latin typeface="Times New Roman (Headings)"/>
                <a:cs typeface="Arial" panose="020B0604020202020204" pitchFamily="34" charset="0"/>
              </a:rPr>
              <a:t>tụng</a:t>
            </a:r>
            <a:r>
              <a:rPr lang="en-US" sz="7200" b="1">
                <a:effectLst/>
                <a:latin typeface="Times New Roman (Headings)"/>
                <a:cs typeface="Arial" panose="020B0604020202020204" pitchFamily="34" charset="0"/>
              </a:rPr>
              <a:t> Chúa </a:t>
            </a:r>
            <a:r>
              <a:rPr lang="en-US" sz="7200" b="1" err="1">
                <a:effectLst/>
                <a:latin typeface="Times New Roman (Headings)"/>
                <a:cs typeface="Arial" panose="020B0604020202020204" pitchFamily="34" charset="0"/>
              </a:rPr>
              <a:t>vì</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Chúa </a:t>
            </a:r>
            <a:r>
              <a:rPr lang="en-US" sz="7200" b="1" err="1">
                <a:effectLst/>
                <a:latin typeface="Times New Roman (Headings)"/>
                <a:cs typeface="Arial" panose="020B0604020202020204" pitchFamily="34" charset="0"/>
              </a:rPr>
              <a:t>đã</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giải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thoát</a:t>
            </a:r>
            <a:r>
              <a:rPr lang="en-US" sz="7200" b="1">
                <a:effectLst/>
                <a:latin typeface="Times New Roman (Headings)"/>
                <a:cs typeface="Arial" panose="020B0604020202020204" pitchFamily="34" charset="0"/>
              </a:rPr>
              <a:t> con </a:t>
            </a:r>
            <a:r>
              <a:rPr lang="en-US" sz="7200" b="1" err="1">
                <a:effectLst/>
                <a:latin typeface="Times New Roman (Headings)"/>
                <a:cs typeface="Arial" panose="020B0604020202020204" pitchFamily="34" charset="0"/>
              </a:rPr>
              <a:t>cho</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khỏi</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tay</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kẻ</a:t>
            </a:r>
            <a:r>
              <a:rPr lang="en-US" sz="7200" b="1">
                <a:effectLst/>
                <a:latin typeface="Times New Roman (Headings)"/>
                <a:cs typeface="Arial" panose="020B0604020202020204" pitchFamily="34" charset="0"/>
              </a:rPr>
              <a:t> </a:t>
            </a:r>
            <a:r>
              <a:rPr lang="en-US" sz="7200" b="1" err="1">
                <a:effectLst/>
                <a:latin typeface="Times New Roman (Headings)"/>
                <a:cs typeface="Arial" panose="020B0604020202020204" pitchFamily="34" charset="0"/>
              </a:rPr>
              <a:t>thù</a:t>
            </a:r>
            <a:r>
              <a:rPr lang="en-US" sz="72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8764545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7F7D0-D74F-7FF2-FE10-0AC858611E2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343DB-68C7-3ED6-0370-34895CC1271C}"/>
              </a:ext>
            </a:extLst>
          </p:cNvPr>
          <p:cNvSpPr/>
          <p:nvPr/>
        </p:nvSpPr>
        <p:spPr>
          <a:xfrm>
            <a:off x="0" y="0"/>
            <a:ext cx="9144000" cy="677108"/>
          </a:xfrm>
          <a:prstGeom prst="rect">
            <a:avLst/>
          </a:prstGeom>
        </p:spPr>
        <p:txBody>
          <a:bodyPr wrap="square">
            <a:spAutoFit/>
          </a:bodyPr>
          <a:lstStyle/>
          <a:p>
            <a:r>
              <a:rPr lang="en-US" sz="3800" b="1" u="sng" dirty="0" err="1">
                <a:solidFill>
                  <a:srgbClr val="FF0000"/>
                </a:solidFill>
                <a:latin typeface="Arial" panose="020B0604020202020204" pitchFamily="34" charset="0"/>
                <a:cs typeface="Arial" panose="020B0604020202020204" pitchFamily="34" charset="0"/>
              </a:rPr>
              <a:t>Bài</a:t>
            </a:r>
            <a:r>
              <a:rPr lang="en-US" sz="3800" b="1" u="sng" dirty="0">
                <a:solidFill>
                  <a:srgbClr val="FF0000"/>
                </a:solidFill>
                <a:latin typeface="Arial" panose="020B0604020202020204" pitchFamily="34" charset="0"/>
                <a:cs typeface="Arial" panose="020B0604020202020204" pitchFamily="34" charset="0"/>
              </a:rPr>
              <a:t> </a:t>
            </a:r>
            <a:r>
              <a:rPr lang="en-US" sz="3800" b="1" u="sng" dirty="0" err="1">
                <a:solidFill>
                  <a:srgbClr val="FF0000"/>
                </a:solidFill>
                <a:latin typeface="Arial" panose="020B0604020202020204" pitchFamily="34" charset="0"/>
                <a:cs typeface="Arial" panose="020B0604020202020204" pitchFamily="34" charset="0"/>
              </a:rPr>
              <a:t>đọc</a:t>
            </a:r>
            <a:r>
              <a:rPr lang="en-US" sz="3800" b="1" u="sng" dirty="0">
                <a:solidFill>
                  <a:srgbClr val="FF0000"/>
                </a:solidFill>
                <a:latin typeface="Arial" panose="020B0604020202020204" pitchFamily="34" charset="0"/>
                <a:cs typeface="Arial" panose="020B0604020202020204" pitchFamily="34" charset="0"/>
              </a:rPr>
              <a:t> 2:</a:t>
            </a:r>
            <a:r>
              <a:rPr lang="en-US" sz="3800" b="1" dirty="0">
                <a:solidFill>
                  <a:srgbClr val="FF0000"/>
                </a:solidFill>
                <a:latin typeface="Arial" panose="020B0604020202020204" pitchFamily="34" charset="0"/>
                <a:cs typeface="Arial" panose="020B0604020202020204" pitchFamily="34" charset="0"/>
              </a:rPr>
              <a:t> </a:t>
            </a:r>
            <a:r>
              <a:rPr lang="en-US" sz="3800" b="1" dirty="0">
                <a:latin typeface="Arial" panose="020B0604020202020204" pitchFamily="34" charset="0"/>
                <a:cs typeface="Arial" panose="020B0604020202020204" pitchFamily="34" charset="0"/>
              </a:rPr>
              <a:t>Kh 5, 11-14</a:t>
            </a:r>
          </a:p>
        </p:txBody>
      </p:sp>
      <p:sp>
        <p:nvSpPr>
          <p:cNvPr id="5" name="TextBox 4">
            <a:extLst>
              <a:ext uri="{FF2B5EF4-FFF2-40B4-BE49-F238E27FC236}">
                <a16:creationId xmlns:a16="http://schemas.microsoft.com/office/drawing/2014/main" id="{CA4054D2-825A-080E-4814-A0E8B26315E7}"/>
              </a:ext>
            </a:extLst>
          </p:cNvPr>
          <p:cNvSpPr txBox="1"/>
          <p:nvPr/>
        </p:nvSpPr>
        <p:spPr>
          <a:xfrm>
            <a:off x="0" y="863590"/>
            <a:ext cx="9144000" cy="3416320"/>
          </a:xfrm>
          <a:prstGeom prst="rect">
            <a:avLst/>
          </a:prstGeom>
          <a:noFill/>
        </p:spPr>
        <p:txBody>
          <a:bodyPr wrap="square">
            <a:spAutoFit/>
          </a:bodyPr>
          <a:lstStyle/>
          <a:p>
            <a:pPr algn="ctr"/>
            <a:r>
              <a:rPr lang="vi-VN" sz="5400" b="1" i="1" dirty="0">
                <a:solidFill>
                  <a:srgbClr val="FF0000"/>
                </a:solidFill>
                <a:latin typeface="Arial" panose="020B0604020202020204" pitchFamily="34" charset="0"/>
                <a:cs typeface="Arial" panose="020B0604020202020204" pitchFamily="34" charset="0"/>
              </a:rPr>
              <a:t>"Chiên Con đã bị giết, xứng đáng lãnh nhận quyền năng, …vinh quang và lời chúc tụng".</a:t>
            </a:r>
          </a:p>
        </p:txBody>
      </p:sp>
      <p:sp>
        <p:nvSpPr>
          <p:cNvPr id="7" name="TextBox 6">
            <a:extLst>
              <a:ext uri="{FF2B5EF4-FFF2-40B4-BE49-F238E27FC236}">
                <a16:creationId xmlns:a16="http://schemas.microsoft.com/office/drawing/2014/main" id="{56C64DB8-63CD-7BC7-1257-003B55A2EEF9}"/>
              </a:ext>
            </a:extLst>
          </p:cNvPr>
          <p:cNvSpPr txBox="1"/>
          <p:nvPr/>
        </p:nvSpPr>
        <p:spPr>
          <a:xfrm>
            <a:off x="228600" y="4196775"/>
            <a:ext cx="9144000" cy="523220"/>
          </a:xfrm>
          <a:prstGeom prst="rect">
            <a:avLst/>
          </a:prstGeom>
          <a:noFill/>
        </p:spPr>
        <p:txBody>
          <a:bodyPr wrap="square">
            <a:spAutoFit/>
          </a:bodyPr>
          <a:lstStyle/>
          <a:p>
            <a:r>
              <a:rPr lang="vi-VN" sz="2800" dirty="0">
                <a:latin typeface="Arial" panose="020B0604020202020204" pitchFamily="34" charset="0"/>
                <a:cs typeface="Arial" panose="020B0604020202020204" pitchFamily="34" charset="0"/>
              </a:rPr>
              <a:t>Trích sách Khải Huyền của Thánh </a:t>
            </a:r>
            <a:r>
              <a:rPr lang="vi-VN" sz="2800" dirty="0" err="1">
                <a:latin typeface="Arial" panose="020B0604020202020204" pitchFamily="34" charset="0"/>
                <a:cs typeface="Arial" panose="020B0604020202020204" pitchFamily="34" charset="0"/>
              </a:rPr>
              <a:t>Gioan</a:t>
            </a:r>
            <a:endParaRPr lang="vi-V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69876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DA244E9-20D4-7DB2-95E2-6CEBA7CC1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DB6C6-F585-E7A8-487D-2B6D999AF6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5B9EC3-20CF-0088-BA48-BE77DC01D85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1715189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727710"/>
            <a:ext cx="9144000" cy="4191000"/>
          </a:xfrm>
          <a:solidFill>
            <a:schemeClr val="bg1"/>
          </a:solidFill>
        </p:spPr>
        <p:txBody>
          <a:bodyPr lIns="91440" tIns="0" rIns="91440" bIns="0">
            <a:noAutofit/>
          </a:bodyPr>
          <a:lstStyle/>
          <a:p>
            <a:r>
              <a:rPr lang="vi-VN" sz="7500" b="1" dirty="0" err="1">
                <a:effectLst/>
                <a:latin typeface="Times New Roman (Headings)"/>
                <a:cs typeface="Arial" panose="020B0604020202020204" pitchFamily="34" charset="0"/>
              </a:rPr>
              <a:t>Alleluia</a:t>
            </a:r>
            <a:r>
              <a:rPr lang="vi-VN" sz="7500" b="1" dirty="0">
                <a:effectLst/>
                <a:latin typeface="Times New Roman (Headings)"/>
                <a:cs typeface="Arial" panose="020B0604020202020204" pitchFamily="34" charset="0"/>
              </a:rPr>
              <a:t>! </a:t>
            </a:r>
            <a:r>
              <a:rPr lang="vi-VN" sz="7500" b="1" dirty="0" err="1">
                <a:effectLst/>
                <a:latin typeface="Times New Roman (Headings)"/>
                <a:cs typeface="Arial" panose="020B0604020202020204" pitchFamily="34" charset="0"/>
              </a:rPr>
              <a:t>Alleluia</a:t>
            </a:r>
            <a:r>
              <a:rPr lang="vi-VN" sz="7500" b="1" dirty="0">
                <a:effectLst/>
                <a:latin typeface="Times New Roman (Headings)"/>
                <a:cs typeface="Arial" panose="020B0604020202020204" pitchFamily="34" charset="0"/>
              </a:rPr>
              <a:t>! Chúa phán: "Con chiên Ta thì nghe tiếng Ta, </a:t>
            </a:r>
            <a:endParaRPr lang="en-US" sz="7500" b="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81915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200" b="1" u="sng" dirty="0">
                <a:solidFill>
                  <a:srgbClr val="FF0000"/>
                </a:solidFill>
                <a:latin typeface="Arial" panose="020B0604020202020204" pitchFamily="34" charset="0"/>
                <a:cs typeface="Arial" panose="020B0604020202020204" pitchFamily="34" charset="0"/>
              </a:rPr>
              <a:t>CÂU XƯỚNG TRƯỚC PHÚC ÂM</a:t>
            </a:r>
            <a:endParaRPr lang="vi-VN" sz="32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latin typeface="Times New Roman (Headings)"/>
                <a:cs typeface="Arial" panose="020B0604020202020204" pitchFamily="34" charset="0"/>
              </a:rPr>
              <a:t>Ta biết chúng, và chúng theo bước của Ta". </a:t>
            </a:r>
            <a:r>
              <a:rPr lang="vi-VN" sz="8800" b="1" dirty="0" err="1">
                <a:latin typeface="Times New Roman (Headings)"/>
                <a:cs typeface="Arial" panose="020B0604020202020204" pitchFamily="34" charset="0"/>
              </a:rPr>
              <a:t>Alleluia</a:t>
            </a:r>
            <a:r>
              <a:rPr lang="vi-VN" sz="8800" b="1" dirty="0">
                <a:latin typeface="Times New Roman (Headings)"/>
                <a:cs typeface="Arial" panose="020B0604020202020204" pitchFamily="34" charset="0"/>
              </a:rPr>
              <a:t>! </a:t>
            </a:r>
            <a:r>
              <a:rPr lang="vi-VN" sz="8800" b="1" dirty="0" err="1">
                <a:latin typeface="Times New Roman (Headings)"/>
                <a:cs typeface="Arial" panose="020B0604020202020204" pitchFamily="34" charset="0"/>
              </a:rPr>
              <a:t>Alleluia</a:t>
            </a:r>
            <a:r>
              <a:rPr lang="vi-VN"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E99F30B5-DB3E-DD2C-A4A2-B11ACDFAEEA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75DAEC7-A0B1-D480-EE8E-3446636A47F6}"/>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2DC5DEC6-77CD-F2A0-C9D3-63B65CAA9B82}"/>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030BE2DE-FEE5-C059-D99B-CE01D143A23F}"/>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302176540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toàn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năng</a:t>
            </a:r>
            <a:r>
              <a:rPr lang="en-US" sz="80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C1CB904E-B67C-9652-A226-2172443BD94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6C613AD-5CA3-A670-93A3-2F6275C011C6}"/>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20681ACB-496F-BBDC-750A-311EF9F78EEB}"/>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84C4A2ED-501B-0EEF-A3E9-7873B0BDB5FD}"/>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165542658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609600" y="1123950"/>
            <a:ext cx="7848600" cy="2881806"/>
          </a:xfrm>
        </p:spPr>
        <p:txBody>
          <a:bodyPr lIns="91440" tIns="0" rIns="91440" bIns="0" anchor="b">
            <a:normAutofit fontScale="90000"/>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HIẾN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ĐỜI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1. Tiến dâng Cha đây hiến lễ đời con, bánh thơm ngon tình chung ly rượu nồng,</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58776-D1AF-F289-737F-4F9150DB2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29F1F-C726-2B5F-2F84-512508FDBE2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cả tấm lòng dệt bài thơ ước mong.</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Ước mong sao được nên như lòng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971553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EA5B3-5DD2-940E-62E4-418F571CB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B4CCC-60AD-202C-FCCB-B211B0BE2F9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giữa phong ba tình yêu không nhạt nhòa, để con là cánh hoa ươm hương tình Cha.</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1546210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C9441-A82E-0E2D-E5B5-4C21572B96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B92E35-E575-EEC5-679A-E6C9F1FB510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Cùng hòa lên khúc yêu thương ngày mới, ngời sáng trong ân tình Chúa ngàn nơi.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149143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44DA-D476-1491-34BC-9351A96B4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67C78-9A0A-644D-78A8-4201EA71B73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Nguyện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cuộc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đời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khối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này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nên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lễ</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dâng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ngày</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8372306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80511-91DC-A3D9-86D5-CED332D1D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FBC738-7191-6BA0-4DF3-F327D708671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2. Tiến dâng Cha đây tiếng hát lời ca, với hương hoa tỏa lan trên bàn thờ,</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03948378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0FDB-FFAE-D9F0-3694-5DCD1BF8B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A5832-72AD-2C18-CE34-A856A44E955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xin gói trọn lòng con trong tiếng thơ. Khấn xin Cha tỏa ánh sáng trời mơ,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49522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67DB2-186D-2A1C-EA59-14308CE156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FB001-93EC-C41B-064E-294A5194B0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dẫn con thơ vượt qua trên nẻo về, vẹn câu thề sáng trong tấm lòng thủy chung.</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4438422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D5E97-80C9-D8D1-91A3-B80A434E6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DDB1E3-123C-690F-7BBB-A08D1B1F863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err="1">
                <a:effectLst/>
                <a:latin typeface="Times New Roman (Headings)"/>
                <a:cs typeface="Arial" panose="020B0604020202020204" pitchFamily="34" charset="0"/>
              </a:rPr>
              <a:t>ĐK</a:t>
            </a:r>
            <a:r>
              <a:rPr lang="vi-VN" sz="7200" b="1" dirty="0">
                <a:effectLst/>
                <a:latin typeface="Times New Roman (Headings)"/>
                <a:cs typeface="Arial" panose="020B0604020202020204" pitchFamily="34" charset="0"/>
              </a:rPr>
              <a:t>. Cùng hòa lên khúc yêu thương ngày mới, ngời sáng trong ân tình Chúa ngàn nơi.</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0936451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F4CED-B246-38F8-EF8E-B0A768A96C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431AD2-E2D5-287D-012F-5139C285007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Nguyện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kết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liên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cuộc</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đời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khối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này</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để</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nên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lễ</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dâng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từng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ngày</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994962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E8A94BDB-5B17-CF50-D902-712B75AC419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38A4DBE-98FD-C441-98B6-15166C425B1C}"/>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74CAB203-D8AE-37C4-B348-E2B89B6D086E}"/>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03C7A5D7-FFE2-915E-47A8-2FF261EADBDE}"/>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390472678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4F280-FF26-9138-4B7F-5C303F1FC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77C9F-A119-EDAC-0E2E-96441D990493}"/>
              </a:ext>
            </a:extLst>
          </p:cNvPr>
          <p:cNvSpPr>
            <a:spLocks noGrp="1"/>
          </p:cNvSpPr>
          <p:nvPr>
            <p:ph type="ctrTitle"/>
          </p:nvPr>
        </p:nvSpPr>
        <p:spPr>
          <a:xfrm>
            <a:off x="0" y="581891"/>
            <a:ext cx="9144000" cy="4561608"/>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nói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với</a:t>
            </a:r>
            <a:r>
              <a:rPr lang="en-US" sz="8000" b="1" dirty="0">
                <a:effectLst/>
                <a:latin typeface="Times New Roman (Headings)"/>
                <a:cs typeface="Arial" panose="020B0604020202020204" pitchFamily="34" charset="0"/>
              </a:rPr>
              <a:t> các </a:t>
            </a:r>
            <a:r>
              <a:rPr lang="en-US" sz="8000" b="1" dirty="0" err="1">
                <a:effectLst/>
                <a:latin typeface="Times New Roman (Headings)"/>
                <a:cs typeface="Arial" panose="020B0604020202020204" pitchFamily="34" charset="0"/>
              </a:rPr>
              <a:t>môn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đệ</a:t>
            </a:r>
            <a:r>
              <a:rPr lang="en-US" sz="8000" b="1" dirty="0">
                <a:effectLst/>
                <a:latin typeface="Times New Roman (Headings)"/>
                <a:cs typeface="Arial" panose="020B0604020202020204" pitchFamily="34" charset="0"/>
              </a:rPr>
              <a:t>: “Anh </a:t>
            </a:r>
            <a:r>
              <a:rPr lang="en-US" sz="8000" b="1" dirty="0" err="1">
                <a:effectLst/>
                <a:latin typeface="Times New Roman (Headings)"/>
                <a:cs typeface="Arial" panose="020B0604020202020204" pitchFamily="34" charset="0"/>
              </a:rPr>
              <a:t>em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Rồi</a:t>
            </a:r>
            <a:r>
              <a:rPr lang="en-US" sz="8000" b="1" dirty="0">
                <a:effectLst/>
                <a:latin typeface="Times New Roman (Headings)"/>
                <a:cs typeface="Arial" panose="020B0604020202020204" pitchFamily="34" charset="0"/>
              </a:rPr>
              <a:t> Người </a:t>
            </a:r>
            <a:r>
              <a:rPr lang="en-US" sz="8000" b="1" dirty="0" err="1">
                <a:effectLst/>
                <a:latin typeface="Times New Roman (Headings)"/>
                <a:cs typeface="Arial" panose="020B0604020202020204" pitchFamily="34" charset="0"/>
              </a:rPr>
              <a:t>lấy</a:t>
            </a:r>
            <a:r>
              <a:rPr lang="en-US" sz="8000" b="1" dirty="0">
                <a:effectLst/>
                <a:latin typeface="Times New Roman (Headings)"/>
                <a:cs typeface="Arial" panose="020B0604020202020204" pitchFamily="34" charset="0"/>
              </a:rPr>
              <a:t> bánh</a:t>
            </a:r>
          </a:p>
        </p:txBody>
      </p:sp>
      <p:sp>
        <p:nvSpPr>
          <p:cNvPr id="4" name="Tiêu đề 1">
            <a:extLst>
              <a:ext uri="{FF2B5EF4-FFF2-40B4-BE49-F238E27FC236}">
                <a16:creationId xmlns:a16="http://schemas.microsoft.com/office/drawing/2014/main" id="{8C5235BF-D022-ED71-E4FF-60D98E59BB26}"/>
              </a:ext>
            </a:extLst>
          </p:cNvPr>
          <p:cNvSpPr txBox="1">
            <a:spLocks/>
          </p:cNvSpPr>
          <p:nvPr/>
        </p:nvSpPr>
        <p:spPr>
          <a:xfrm>
            <a:off x="0" y="1"/>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vi-VN" sz="3600" b="1" dirty="0">
                <a:solidFill>
                  <a:srgbClr val="FF0000"/>
                </a:solidFill>
                <a:latin typeface="Times New Roman" panose="02020603050405020304" pitchFamily="18" charset="0"/>
                <a:cs typeface="Times New Roman" panose="02020603050405020304" pitchFamily="18" charset="0"/>
              </a:rPr>
              <a:t>CA HIỆP LỄ</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71317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09319-23A3-83FC-8519-1F583F689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EB2DFA-7AD1-72B7-F8D1-28C9A42C37B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trao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ông</a:t>
            </a:r>
            <a:r>
              <a:rPr lang="en-US" sz="8800" b="1" dirty="0">
                <a:effectLst/>
                <a:latin typeface="Times New Roman (Headings)"/>
                <a:cs typeface="Arial" panose="020B0604020202020204" pitchFamily="34" charset="0"/>
              </a:rPr>
              <a:t>. </a:t>
            </a:r>
            <a:r>
              <a:rPr lang="vi-VN" sz="8800" b="1" dirty="0" err="1">
                <a:latin typeface="Times New Roman (Headings)"/>
                <a:cs typeface="Arial" panose="020B0604020202020204" pitchFamily="34" charset="0"/>
              </a:rPr>
              <a:t>Alleluia</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6914130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E4DE2-34A5-08DC-EE9F-81E7D3E6D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DB3A8-DE97-523E-CDF9-73FD6027112F}"/>
              </a:ext>
            </a:extLst>
          </p:cNvPr>
          <p:cNvSpPr>
            <a:spLocks noGrp="1"/>
          </p:cNvSpPr>
          <p:nvPr>
            <p:ph type="ctrTitle"/>
          </p:nvPr>
        </p:nvSpPr>
        <p:spPr>
          <a:xfrm>
            <a:off x="647700" y="1092747"/>
            <a:ext cx="7848600" cy="2958006"/>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MỘT</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TÌNH</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YÊU</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MẾN</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700753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2AFCE-7081-F071-261D-4E469B710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DB8AF-DBC1-FC77-9BEB-926C6D7AF5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34230158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C7968-90D6-6E32-08BC-6E72380C8E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D316F-A5C4-5028-8C09-44F506762A7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31810799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D68B6-0F8F-F2E1-C5BE-E8FEB8FB3E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A5446-B67E-DF78-CE39-A31642FEAE0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1. </a:t>
            </a:r>
            <a:r>
              <a:rPr lang="en-US" sz="7500" b="1" dirty="0" err="1">
                <a:effectLst/>
                <a:latin typeface="Times New Roman (Headings)"/>
                <a:cs typeface="Arial" panose="020B0604020202020204" pitchFamily="34" charset="0"/>
              </a:rPr>
              <a:t>Sông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sâu</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biển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rộng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tình</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cao</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dầy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vẫn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luôn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đong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đầy</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trên</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cuộc</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5149740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70F8-DA9D-B2B9-5DC7-10A6612AD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ACCF1F-ECA1-22C6-D48D-E0C6F69DC30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Núi lở non mòn thì tình Ngài thương con, một tình thương bền vững sắt son.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167883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6C4-03A2-71BF-9AE8-09A8A6EE6F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8E4F8-3608-DAF3-E16A-B1422C22FCE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Đời con bất xứng Chúa ơi đáng gì có chi Chúa thương chọn con.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044888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DB212-3DF5-14DD-3201-15D025212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56C0B-C14E-FA35-7388-72B902002D6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52954150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FD512-D765-B2B9-A7E1-B8822CBC6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AF63B-EC9B-EB51-B062-EB21B91377F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34851566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33FA9-5418-90B2-86B6-EF9DCB8D0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EAF6B-718C-13E7-4A27-25091D2C61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2. </a:t>
            </a:r>
            <a:r>
              <a:rPr lang="vi-VN" sz="7500" b="1" dirty="0">
                <a:effectLst/>
                <a:latin typeface="Times New Roman (Headings)"/>
                <a:cs typeface="Arial" panose="020B0604020202020204" pitchFamily="34" charset="0"/>
              </a:rPr>
              <a:t>Chúa đã biết con tình mến không tròn Chúa vẫn âm thầm thương chọn gọi con.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8821686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56D42-35FB-D2FC-C823-5B81C58DA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AB93D-1BAC-B7AB-3750-FEB461E7D6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Chúa hỡi dâng Ngài này cuộc đời con đây, để từ nay thuộc về Chúa thôi.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3092345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99E2-92F9-E6DE-F130-83B986278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1621E-03EC-AA84-0E2A-D6DF0D45362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Cậy trông nơi Chúa giúp con vững vàng giữa muôn nguy nàn lầm than.</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3889784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3A4E0-EA62-277C-987D-1CAB4118D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8C8E8-5212-6967-C78A-5AB259BEDE4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06857239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C6E5D-8EEA-CC43-590C-4D0037505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21FF6-D483-B019-6ADE-7BA2F601FD6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0455895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A8D6-BCDC-D895-3A37-D4E6C1F3D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BFC0D-3210-902A-194D-7C19B2644F6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a:effectLst/>
                <a:latin typeface="Times New Roman (Headings)"/>
                <a:cs typeface="Arial" panose="020B0604020202020204" pitchFamily="34" charset="0"/>
              </a:rPr>
              <a:t>2. </a:t>
            </a:r>
            <a:r>
              <a:rPr lang="vi-VN" sz="7500" b="1" dirty="0">
                <a:effectLst/>
                <a:latin typeface="Times New Roman (Headings)"/>
                <a:cs typeface="Arial" panose="020B0604020202020204" pitchFamily="34" charset="0"/>
              </a:rPr>
              <a:t>Con vui sống trọn tình mến yêu Ngài sẽ không lo ngại bước đường ngày mai.</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37993393"/>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C9CC2-BB97-0863-4A77-6D26330A4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1DD56-DD3A-155E-8EFF-5DC95D6CA56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500" b="1" dirty="0">
                <a:effectLst/>
                <a:latin typeface="Times New Roman (Headings)"/>
                <a:cs typeface="Arial" panose="020B0604020202020204" pitchFamily="34" charset="0"/>
              </a:rPr>
              <a:t>Phó thác nơi Ngài dù đời đầy chông gai, một mình Chúa lòng con khát mong.</a:t>
            </a:r>
            <a:endParaRPr lang="en-US" sz="7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36417237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9AEB-3381-8215-0313-1E01DCE96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8092B-E159-B905-701E-FAADE24F923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500" b="1" dirty="0" err="1">
                <a:effectLst/>
                <a:latin typeface="Times New Roman (Headings)"/>
                <a:cs typeface="Arial" panose="020B0604020202020204" pitchFamily="34" charset="0"/>
              </a:rPr>
              <a:t>Từ</a:t>
            </a:r>
            <a:r>
              <a:rPr lang="en-US" sz="7500" b="1" dirty="0">
                <a:effectLst/>
                <a:latin typeface="Times New Roman (Headings)"/>
                <a:cs typeface="Arial" panose="020B0604020202020204" pitchFamily="34" charset="0"/>
              </a:rPr>
              <a:t> nay </a:t>
            </a:r>
            <a:r>
              <a:rPr lang="en-US" sz="7500" b="1" dirty="0" err="1">
                <a:effectLst/>
                <a:latin typeface="Times New Roman (Headings)"/>
                <a:cs typeface="Arial" panose="020B0604020202020204" pitchFamily="34" charset="0"/>
              </a:rPr>
              <a:t>mãi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mãi</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sống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cho</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riêng</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Ngài</a:t>
            </a:r>
            <a:r>
              <a:rPr lang="en-US" sz="7500" b="1" dirty="0">
                <a:effectLst/>
                <a:latin typeface="Times New Roman (Headings)"/>
                <a:cs typeface="Arial" panose="020B0604020202020204" pitchFamily="34" charset="0"/>
              </a:rPr>
              <a:t>, Chúa </a:t>
            </a:r>
            <a:r>
              <a:rPr lang="en-US" sz="7500" b="1" dirty="0" err="1">
                <a:effectLst/>
                <a:latin typeface="Times New Roman (Headings)"/>
                <a:cs typeface="Arial" panose="020B0604020202020204" pitchFamily="34" charset="0"/>
              </a:rPr>
              <a:t>là</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tất</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cả</a:t>
            </a:r>
            <a:r>
              <a:rPr lang="en-US" sz="7500" b="1" dirty="0">
                <a:effectLst/>
                <a:latin typeface="Times New Roman (Headings)"/>
                <a:cs typeface="Arial" panose="020B0604020202020204" pitchFamily="34" charset="0"/>
              </a:rPr>
              <a:t> </a:t>
            </a:r>
            <a:r>
              <a:rPr lang="en-US" sz="7500" b="1" dirty="0" err="1">
                <a:effectLst/>
                <a:latin typeface="Times New Roman (Headings)"/>
                <a:cs typeface="Arial" panose="020B0604020202020204" pitchFamily="34" charset="0"/>
              </a:rPr>
              <a:t>đời</a:t>
            </a:r>
            <a:r>
              <a:rPr lang="en-US" sz="75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35364291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E9C41-7AA2-416A-5BB4-A88EACF77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4560D-D1A9-6C52-DB59-A7B33CE4926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Chúa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mọi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biết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lòng</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271410255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4C775-AFC2-75B5-DFD2-CCD56BC0F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F289A-E5E7-5B62-AF6E-BBD784DEDD4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Chúa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hằng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0107700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0809F198-7051-C9C9-0FA9-532B53CED98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1CF641B8-A851-B928-5A95-B36BF7497880}"/>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7697CE3C-3C49-75BD-31E7-B909B8F62D35}"/>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19EED1D1-A536-8795-E6E1-40D808F238D3}"/>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180274151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647700" y="1117039"/>
            <a:ext cx="7848600" cy="2909422"/>
          </a:xfrm>
        </p:spPr>
        <p:txBody>
          <a:bodyPr lIns="91440" tIns="0" rIns="91440" bIns="0" anchor="b">
            <a:normAutofit fontScale="90000"/>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TIẾNG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GỌI</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FA-TI-MA</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Phanxicô</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15767542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vi-VN" sz="8800" b="1" dirty="0">
                <a:effectLst/>
                <a:latin typeface="Times New Roman (Headings)"/>
                <a:cs typeface="Arial" panose="020B0604020202020204" pitchFamily="34" charset="0"/>
              </a:rPr>
              <a:t>Xưa trong làng </a:t>
            </a:r>
            <a:r>
              <a:rPr lang="vi-VN" sz="8800" b="1" dirty="0" err="1">
                <a:effectLst/>
                <a:latin typeface="Times New Roman (Headings)"/>
                <a:cs typeface="Arial" panose="020B0604020202020204" pitchFamily="34" charset="0"/>
              </a:rPr>
              <a:t>Fatima</a:t>
            </a:r>
            <a:r>
              <a:rPr lang="vi-VN" sz="8800" b="1" dirty="0">
                <a:effectLst/>
                <a:latin typeface="Times New Roman (Headings)"/>
                <a:cs typeface="Arial" panose="020B0604020202020204" pitchFamily="34" charset="0"/>
              </a:rPr>
              <a:t>, có Đức Mẹ </a:t>
            </a:r>
            <a:r>
              <a:rPr lang="vi-VN" sz="8800" b="1" dirty="0" err="1">
                <a:effectLst/>
                <a:latin typeface="Times New Roman (Headings)"/>
                <a:cs typeface="Arial" panose="020B0604020202020204" pitchFamily="34" charset="0"/>
              </a:rPr>
              <a:t>Maria</a:t>
            </a:r>
            <a:r>
              <a:rPr lang="vi-VN" sz="8800" b="1" dirty="0">
                <a:effectLst/>
                <a:latin typeface="Times New Roman (Headings)"/>
                <a:cs typeface="Arial" panose="020B0604020202020204" pitchFamily="34" charset="0"/>
              </a:rPr>
              <a:t>. Mẹ đến với</a:t>
            </a:r>
            <a:r>
              <a:rPr lang="en-US" sz="8800" b="1" dirty="0">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Mẹ nói với người,</a:t>
            </a:r>
            <a:r>
              <a:rPr lang="en-US" sz="8800" b="1" dirty="0">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những lời bao sắt son, những lời của Mẹ ru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9788158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CCC54-EC30-1474-6814-3FCC6ECD1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B7F8B-168D-A703-629C-337D15CCE91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Mẹ nhắc người ăn năn thống hối, hãy siêng năng lần hạt Mân Côi.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5415823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A3536-0CA9-7B75-AF4F-3323A578C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19B5E-14E9-08F9-C6C9-3A577370214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500" b="1" dirty="0">
                <a:effectLst/>
                <a:latin typeface="Times New Roman (Headings)"/>
                <a:cs typeface="Arial" panose="020B0604020202020204" pitchFamily="34" charset="0"/>
              </a:rPr>
              <a:t>Tháng năm qua Mẹ đau khổ nhiều. Hãy sùng kính Trái Tim Mẹ yêu</a:t>
            </a:r>
            <a:r>
              <a:rPr lang="en-US" sz="85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08180947"/>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a:extLst>
            <a:ext uri="{FF2B5EF4-FFF2-40B4-BE49-F238E27FC236}">
              <a16:creationId xmlns:a16="http://schemas.microsoft.com/office/drawing/2014/main" id="{42805AFA-E189-8A18-7C25-D4C6C6AB167B}"/>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111420D-975B-957E-DA28-60B2AA2A0CCF}"/>
              </a:ext>
            </a:extLst>
          </p:cNvPr>
          <p:cNvSpPr txBox="1"/>
          <p:nvPr/>
        </p:nvSpPr>
        <p:spPr>
          <a:xfrm>
            <a:off x="0" y="2395820"/>
            <a:ext cx="9144000" cy="1005840"/>
          </a:xfrm>
          <a:prstGeom prst="rect">
            <a:avLst/>
          </a:prstGeom>
          <a:effectLst>
            <a:outerShdw blurRad="50800" dist="38100" dir="2700000" algn="tl" rotWithShape="0">
              <a:prstClr val="black">
                <a:alpha val="40000"/>
              </a:prstClr>
            </a:outerShdw>
          </a:effectLst>
        </p:spPr>
        <p:txBody>
          <a:bodyPr vert="horz" lIns="91440" tIns="45720" rIns="91440" bIns="45720" rtlCol="0" anchor="b">
            <a:normAutofit/>
          </a:bodyPr>
          <a:lstStyle/>
          <a:p>
            <a:pPr algn="ctr">
              <a:lnSpc>
                <a:spcPct val="90000"/>
              </a:lnSpc>
              <a:spcBef>
                <a:spcPct val="0"/>
              </a:spcBef>
              <a:spcAft>
                <a:spcPts val="600"/>
              </a:spcAft>
            </a:pPr>
            <a:r>
              <a:rPr lang="vi-VN" sz="5400" b="1" dirty="0">
                <a:ln w="12700" cmpd="sng">
                  <a:solidFill>
                    <a:srgbClr val="C00000"/>
                  </a:solidFill>
                  <a:prstDash val="solid"/>
                </a:ln>
                <a:solidFill>
                  <a:srgbClr val="FFFFFF"/>
                </a:solidFill>
                <a:latin typeface="Arial"/>
                <a:ea typeface="+mj-ea"/>
                <a:cs typeface="Arial"/>
              </a:rPr>
              <a:t>CHÚA NHẬT I</a:t>
            </a:r>
            <a:r>
              <a:rPr lang="en-US" sz="5400" b="1" dirty="0">
                <a:ln w="12700" cmpd="sng">
                  <a:solidFill>
                    <a:srgbClr val="C00000"/>
                  </a:solidFill>
                  <a:prstDash val="solid"/>
                </a:ln>
                <a:solidFill>
                  <a:srgbClr val="FFFFFF"/>
                </a:solidFill>
                <a:latin typeface="Arial"/>
                <a:ea typeface="+mj-ea"/>
                <a:cs typeface="Arial"/>
              </a:rPr>
              <a:t>I</a:t>
            </a:r>
            <a:r>
              <a:rPr lang="vi-VN" sz="5400" b="1" dirty="0">
                <a:ln w="12700" cmpd="sng">
                  <a:solidFill>
                    <a:srgbClr val="C00000"/>
                  </a:solidFill>
                  <a:prstDash val="solid"/>
                </a:ln>
                <a:solidFill>
                  <a:srgbClr val="FFFFFF"/>
                </a:solidFill>
                <a:latin typeface="Arial"/>
                <a:ea typeface="+mj-ea"/>
                <a:cs typeface="Arial"/>
              </a:rPr>
              <a:t>I</a:t>
            </a:r>
            <a:r>
              <a:rPr lang="en-US" sz="5400" b="1" dirty="0">
                <a:ln w="12700" cmpd="sng">
                  <a:solidFill>
                    <a:srgbClr val="C00000"/>
                  </a:solidFill>
                  <a:prstDash val="solid"/>
                </a:ln>
                <a:solidFill>
                  <a:srgbClr val="FFFFFF"/>
                </a:solidFill>
                <a:latin typeface="Arial"/>
                <a:ea typeface="+mj-ea"/>
                <a:cs typeface="Arial"/>
              </a:rPr>
              <a:t> </a:t>
            </a:r>
            <a:r>
              <a:rPr lang="vi-VN" sz="5400" b="1" dirty="0">
                <a:ln w="12700" cmpd="sng">
                  <a:solidFill>
                    <a:srgbClr val="C00000"/>
                  </a:solidFill>
                  <a:prstDash val="solid"/>
                </a:ln>
                <a:solidFill>
                  <a:srgbClr val="FFFFFF"/>
                </a:solidFill>
                <a:latin typeface="Arial"/>
                <a:ea typeface="+mj-ea"/>
                <a:cs typeface="Arial"/>
              </a:rPr>
              <a:t>PHỤC SINH</a:t>
            </a:r>
          </a:p>
        </p:txBody>
      </p:sp>
      <p:sp>
        <p:nvSpPr>
          <p:cNvPr id="14" name="TextBox 13">
            <a:extLst>
              <a:ext uri="{FF2B5EF4-FFF2-40B4-BE49-F238E27FC236}">
                <a16:creationId xmlns:a16="http://schemas.microsoft.com/office/drawing/2014/main" id="{DF3757DA-00D6-BA7F-CB86-AF1FEAE7EC15}"/>
              </a:ext>
            </a:extLst>
          </p:cNvPr>
          <p:cNvSpPr txBox="1"/>
          <p:nvPr/>
        </p:nvSpPr>
        <p:spPr>
          <a:xfrm>
            <a:off x="2288" y="3292761"/>
            <a:ext cx="9141712" cy="1959831"/>
          </a:xfrm>
          <a:prstGeom prst="rect">
            <a:avLst/>
          </a:prstGeom>
          <a:effectLst>
            <a:outerShdw blurRad="50800" dist="38100" dir="2700000" algn="tl" rotWithShape="0">
              <a:prstClr val="black">
                <a:alpha val="40000"/>
              </a:prstClr>
            </a:outerShdw>
          </a:effectLst>
        </p:spPr>
        <p:txBody>
          <a:bodyPr vert="horz" lIns="91440" tIns="45720" rIns="91440" bIns="45720" rtlCol="0" anchor="t">
            <a:normAutofit/>
          </a:bodyPr>
          <a:lstStyle/>
          <a:p>
            <a:pPr algn="ctr">
              <a:lnSpc>
                <a:spcPct val="90000"/>
              </a:lnSpc>
              <a:spcBef>
                <a:spcPts val="1000"/>
              </a:spcBef>
              <a:spcAft>
                <a:spcPts val="600"/>
              </a:spcAft>
            </a:pPr>
            <a:r>
              <a:rPr lang="vi-VN" sz="4300" b="1" i="1" dirty="0">
                <a:ln>
                  <a:solidFill>
                    <a:schemeClr val="accent5">
                      <a:lumMod val="50000"/>
                    </a:schemeClr>
                  </a:solidFill>
                </a:ln>
                <a:solidFill>
                  <a:srgbClr val="FFFFFF"/>
                </a:solidFill>
              </a:rPr>
              <a:t>“Chúa </a:t>
            </a:r>
            <a:r>
              <a:rPr lang="vi-VN" sz="4300" b="1" i="1" dirty="0" err="1">
                <a:ln>
                  <a:solidFill>
                    <a:schemeClr val="accent5">
                      <a:lumMod val="50000"/>
                    </a:schemeClr>
                  </a:solidFill>
                </a:ln>
                <a:solidFill>
                  <a:srgbClr val="FFFFFF"/>
                </a:solidFill>
              </a:rPr>
              <a:t>Giêsu</a:t>
            </a:r>
            <a:r>
              <a:rPr lang="vi-VN" sz="4300" b="1" i="1" dirty="0">
                <a:ln>
                  <a:solidFill>
                    <a:schemeClr val="accent5">
                      <a:lumMod val="50000"/>
                    </a:schemeClr>
                  </a:solidFill>
                </a:ln>
                <a:solidFill>
                  <a:srgbClr val="FFFFFF"/>
                </a:solidFill>
              </a:rPr>
              <a:t> đến, cầm bánh và cá trao cho họ ăn”</a:t>
            </a:r>
            <a:endParaRPr lang="en-US" dirty="0"/>
          </a:p>
        </p:txBody>
      </p:sp>
      <p:sp>
        <p:nvSpPr>
          <p:cNvPr id="2" name="TextBox 1">
            <a:extLst>
              <a:ext uri="{FF2B5EF4-FFF2-40B4-BE49-F238E27FC236}">
                <a16:creationId xmlns:a16="http://schemas.microsoft.com/office/drawing/2014/main" id="{6DECCBC1-BA87-0DA6-1044-C12DA3D90132}"/>
              </a:ext>
            </a:extLst>
          </p:cNvPr>
          <p:cNvSpPr txBox="1"/>
          <p:nvPr/>
        </p:nvSpPr>
        <p:spPr>
          <a:xfrm>
            <a:off x="7047203" y="4732126"/>
            <a:ext cx="1407125" cy="409900"/>
          </a:xfrm>
          <a:prstGeom prst="rect">
            <a:avLst/>
          </a:prstGeom>
        </p:spPr>
        <p:txBody>
          <a:bodyPr vert="horz" lIns="91440" tIns="45720" rIns="91440" bIns="45720" rtlCol="0" anchor="t">
            <a:normAutofit/>
          </a:bodyPr>
          <a:lstStyle/>
          <a:p>
            <a:pPr algn="ctr">
              <a:lnSpc>
                <a:spcPct val="90000"/>
              </a:lnSpc>
              <a:spcAft>
                <a:spcPts val="600"/>
              </a:spcAft>
            </a:pPr>
            <a:r>
              <a:rPr lang="en-US" sz="1400" b="1" dirty="0">
                <a:solidFill>
                  <a:schemeClr val="bg1"/>
                </a:solidFill>
                <a:latin typeface="Arial"/>
                <a:cs typeface="Arial"/>
              </a:rPr>
              <a:t>(Ga 21, 1-14)</a:t>
            </a:r>
          </a:p>
        </p:txBody>
      </p:sp>
    </p:spTree>
    <p:extLst>
      <p:ext uri="{BB962C8B-B14F-4D97-AF65-F5344CB8AC3E}">
        <p14:creationId xmlns:p14="http://schemas.microsoft.com/office/powerpoint/2010/main" val="133958408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TotalTime>
  <Words>5013</Words>
  <Application>Microsoft Office PowerPoint</Application>
  <PresentationFormat>On-screen Show (16:9)</PresentationFormat>
  <Paragraphs>409</Paragraphs>
  <Slides>221</Slides>
  <Notes>69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221</vt:i4>
      </vt:variant>
    </vt:vector>
  </HeadingPairs>
  <TitlesOfParts>
    <vt:vector size="228"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XIN NGÀI  NGỰ LẠI (Hồng Trần &amp; Phạm Đình Đài)</vt:lpstr>
      <vt:lpstr>ĐK: Đường Em-maus trời tối, Quê hương vẫn xa xôi. Xin Chúa thương ngự lại, cho hồn thôi đơn côi.</vt:lpstr>
      <vt:lpstr>1. Xin Chúa thương ngự đây, cho vơi nỗi niềm đắng cay.</vt:lpstr>
      <vt:lpstr>Con mong ước đêm ngày: được gần Ngài phút giây này.</vt:lpstr>
      <vt:lpstr>ĐK: Đường Em-maus trời tối, Quê hương vẫn xa xôi. Xin Chúa thương ngự lại, cho hồn thôi đơn côi.</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29 (Lm. Thái Nguyên)</vt:lpstr>
      <vt:lpstr>1. Con ca tụng Chúa lạy Chúa vì Ngài đã giải thoát con, không để quân thù</vt:lpstr>
      <vt:lpstr>hoan hỉ về con. Từ ngục âm ty lạy Chúa Ngài thương cứu con ra khỏi</vt:lpstr>
      <vt:lpstr>số phận những người đang bước xuống mộ sâu.</vt:lpstr>
      <vt:lpstr>ĐK: Con ca tụng Chúa vì đã giải thoát con, Chúa đã giải thoát con cho khỏi tay kẻ thù.</vt:lpstr>
      <vt:lpstr>2. Những tín đồ Chúa đàn hát, hoan ca cảm tạ Chúa đi, vì Chúa nhân hậu</vt:lpstr>
      <vt:lpstr>không thể giận lâu. Chiều hôm dù có gặp cảnh lệ rơi, sáng mai vui mừng</vt:lpstr>
      <vt:lpstr>tưng bừng vì lòng nhân Chúa vẫn ngàn đời.</vt:lpstr>
      <vt:lpstr>ĐK: Con ca tụng Chúa vì đã giải thoát con, Chúa đã giải thoát con cho khỏi tay kẻ thù.</vt:lpstr>
      <vt:lpstr>3. Tiếng con cầu khấn lạy Chúa, thương nghe đáp lại Chúa ơi! Xin cứu</vt:lpstr>
      <vt:lpstr>giúp con qua cảnh lầm than. Ngài ơi đổi thay những tiếng than khóc</vt:lpstr>
      <vt:lpstr>trở nên khúc nhạc hoan lạc để đời con mãi chúc tụng Ngài.</vt:lpstr>
      <vt:lpstr>ĐK: Con ca tụng Chúa vì đã giải thoát con, Chúa đã giải thoát con cho khỏi tay kẻ thù.</vt:lpstr>
      <vt:lpstr>PowerPoint Presentation</vt:lpstr>
      <vt:lpstr>PowerPoint Presentation</vt:lpstr>
      <vt:lpstr>Alleluia! Alleluia! Chúa phán: "Con chiên Ta thì nghe tiếng Ta, </vt:lpstr>
      <vt:lpstr>Ta biết chúng, và chúng theo bước của Ta". Alleluia! Alleluia!</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HIẾN LỄ  ĐỜI CON (Lm. Thái Nguyên)</vt:lpstr>
      <vt:lpstr>1. Tiến dâng Cha đây hiến lễ đời con, bánh thơm ngon tình chung ly rượu nồng,</vt:lpstr>
      <vt:lpstr>cả tấm lòng dệt bài thơ ước mong. Ước mong sao được nên như lòng Cha,</vt:lpstr>
      <vt:lpstr>giữa phong ba tình yêu không nhạt nhòa, để con là cánh hoa ươm hương tình Cha.</vt:lpstr>
      <vt:lpstr>ĐK. Cùng hòa lên khúc yêu thương ngày mới, ngời sáng trong ân tình Chúa ngàn nơi.</vt:lpstr>
      <vt:lpstr>Nguyện kết liên cuộc đời khối tình này, để con nên lễ dâng trong từng ngày.</vt:lpstr>
      <vt:lpstr>2. Tiến dâng Cha đây tiếng hát lời ca, với hương hoa tỏa lan trên bàn thờ,</vt:lpstr>
      <vt:lpstr>xin gói trọn lòng con trong tiếng thơ. Khấn xin Cha tỏa ánh sáng trời mơ,</vt:lpstr>
      <vt:lpstr>dẫn con thơ vượt qua trên nẻo về, vẹn câu thề sáng trong tấm lòng thủy chung.</vt:lpstr>
      <vt:lpstr>ĐK. Cùng hòa lên khúc yêu thương ngày mới, ngời sáng trong ân tình Chúa ngàn nơi.</vt:lpstr>
      <vt:lpstr>Nguyện kết liên cuộc đời khối tình này, để con nên lễ dâng trong từng ngày.</vt:lpstr>
      <vt:lpstr>PowerPoint Presentation</vt:lpstr>
      <vt:lpstr>Chúa Giê-su nói với các môn đệ: “Anh em đến mà ăn!” Rồi Người lấy bánh</vt:lpstr>
      <vt:lpstr>trao cho các ông. Alleluia!</vt:lpstr>
      <vt:lpstr>HIỆP LỄ MỘT TÌNH  YÊU MẾN (Lm. Thái Nguyên)</vt:lpstr>
      <vt:lpstr>ĐK: Lạy Chúa Chúa biết, Chúa biết mọi sự Chúa biết lòng con.</vt:lpstr>
      <vt:lpstr>Chúa biết lòng con luôn yêu mến Ngài hằng yêu mến Ngài.</vt:lpstr>
      <vt:lpstr>1. Sông sâu biển rộng tình Chúa cao dầy vẫn luôn đong đầy trên cuộc đời con.</vt:lpstr>
      <vt:lpstr>Núi lở non mòn thì tình Ngài thương con, một tình thương bền vững sắt son.</vt:lpstr>
      <vt:lpstr>Đời con bất xứng Chúa ơi đáng gì có chi Chúa thương chọn con.</vt:lpstr>
      <vt:lpstr>ĐK: Lạy Chúa Chúa biết, Chúa biết mọi sự Chúa biết lòng con.</vt:lpstr>
      <vt:lpstr>Chúa biết lòng con luôn yêu mến Ngài hằng yêu mến Ngài.</vt:lpstr>
      <vt:lpstr>2. Chúa đã biết con tình mến không tròn Chúa vẫn âm thầm thương chọn gọi con.</vt:lpstr>
      <vt:lpstr>Chúa hỡi dâng Ngài này cuộc đời con đây, để từ nay thuộc về Chúa thôi.</vt:lpstr>
      <vt:lpstr>Cậy trông nơi Chúa giúp con vững vàng giữa muôn nguy nàn lầm than.</vt:lpstr>
      <vt:lpstr>ĐK: Lạy Chúa Chúa biết, Chúa biết mọi sự Chúa biết lòng con.</vt:lpstr>
      <vt:lpstr>Chúa biết lòng con luôn yêu mến Ngài hằng yêu mến Ngài.</vt:lpstr>
      <vt:lpstr>2. Con vui sống trọn tình mến yêu Ngài sẽ không lo ngại bước đường ngày mai.</vt:lpstr>
      <vt:lpstr>Phó thác nơi Ngài dù đời đầy chông gai, một mình Chúa lòng con khát mong.</vt:lpstr>
      <vt:lpstr>Từ nay mãi mãi sống cho riêng Ngài, Chúa là tất cả đời con.</vt:lpstr>
      <vt:lpstr>ĐK: Lạy Chúa Chúa biết, Chúa biết mọi sự Chúa biết lòng con.</vt:lpstr>
      <vt:lpstr>Chúa biết lòng con luôn yêu mến Ngài hằng yêu mến Ngài.</vt:lpstr>
      <vt:lpstr>PowerPoint Presentation</vt:lpstr>
      <vt:lpstr>KẾT LỄ TIẾNG GỌI  FA-TI-MA (Phanxicô)</vt:lpstr>
      <vt:lpstr>1. Xưa trong làng Fatima, có Đức Mẹ Maria. Mẹ đến với đời,</vt:lpstr>
      <vt:lpstr>Mẹ nói với người, những lời bao sắt son, những lời của Mẹ ru con.</vt:lpstr>
      <vt:lpstr>ĐK: Mẹ nhắc người ăn năn thống hối, hãy siêng năng lần hạt Mân Côi.</vt:lpstr>
      <vt:lpstr>Tháng năm qua Mẹ đau khổ nhiều. Hãy sùng kính Trái Tim Mẹ yêu.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231</cp:revision>
  <cp:lastPrinted>2025-03-29T15:09:16Z</cp:lastPrinted>
  <dcterms:created xsi:type="dcterms:W3CDTF">2023-01-29T22:00:16Z</dcterms:created>
  <dcterms:modified xsi:type="dcterms:W3CDTF">2025-05-02T08:29:36Z</dcterms:modified>
</cp:coreProperties>
</file>