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3"/>
  </p:notesMasterIdLst>
  <p:sldIdLst>
    <p:sldId id="11820" r:id="rId2"/>
    <p:sldId id="11503" r:id="rId3"/>
    <p:sldId id="321" r:id="rId4"/>
    <p:sldId id="371" r:id="rId5"/>
    <p:sldId id="322" r:id="rId6"/>
    <p:sldId id="372" r:id="rId7"/>
    <p:sldId id="323" r:id="rId8"/>
    <p:sldId id="9865" r:id="rId9"/>
    <p:sldId id="324" r:id="rId10"/>
    <p:sldId id="9866" r:id="rId11"/>
    <p:sldId id="9867" r:id="rId12"/>
    <p:sldId id="10719" r:id="rId13"/>
    <p:sldId id="10720" r:id="rId14"/>
    <p:sldId id="9869" r:id="rId15"/>
    <p:sldId id="9870" r:id="rId16"/>
    <p:sldId id="9871" r:id="rId17"/>
    <p:sldId id="9872" r:id="rId18"/>
    <p:sldId id="9873" r:id="rId19"/>
    <p:sldId id="9874" r:id="rId20"/>
    <p:sldId id="10721" r:id="rId21"/>
    <p:sldId id="10722" r:id="rId22"/>
    <p:sldId id="10723" r:id="rId23"/>
    <p:sldId id="10724" r:id="rId24"/>
    <p:sldId id="10725" r:id="rId25"/>
    <p:sldId id="11786" r:id="rId26"/>
    <p:sldId id="11821" r:id="rId27"/>
    <p:sldId id="11822" r:id="rId28"/>
    <p:sldId id="11823" r:id="rId29"/>
    <p:sldId id="11824" r:id="rId30"/>
    <p:sldId id="11825" r:id="rId31"/>
    <p:sldId id="11826" r:id="rId32"/>
    <p:sldId id="11827" r:id="rId33"/>
    <p:sldId id="11828" r:id="rId34"/>
    <p:sldId id="11829" r:id="rId35"/>
    <p:sldId id="11830" r:id="rId36"/>
    <p:sldId id="11831" r:id="rId37"/>
    <p:sldId id="11832" r:id="rId38"/>
    <p:sldId id="11833" r:id="rId39"/>
    <p:sldId id="11834" r:id="rId40"/>
    <p:sldId id="11835" r:id="rId41"/>
    <p:sldId id="11836" r:id="rId42"/>
    <p:sldId id="9898" r:id="rId43"/>
    <p:sldId id="9899" r:id="rId44"/>
    <p:sldId id="11837" r:id="rId45"/>
    <p:sldId id="11838" r:id="rId46"/>
    <p:sldId id="11839" r:id="rId47"/>
    <p:sldId id="11840" r:id="rId48"/>
    <p:sldId id="11807" r:id="rId49"/>
    <p:sldId id="11841" r:id="rId50"/>
    <p:sldId id="9907" r:id="rId51"/>
    <p:sldId id="9908" r:id="rId52"/>
    <p:sldId id="9909" r:id="rId53"/>
    <p:sldId id="9910" r:id="rId54"/>
    <p:sldId id="9911" r:id="rId55"/>
    <p:sldId id="9912" r:id="rId56"/>
    <p:sldId id="9913" r:id="rId57"/>
    <p:sldId id="9914" r:id="rId58"/>
    <p:sldId id="9915" r:id="rId59"/>
    <p:sldId id="9916" r:id="rId60"/>
    <p:sldId id="9917" r:id="rId61"/>
    <p:sldId id="9918" r:id="rId62"/>
    <p:sldId id="9919" r:id="rId63"/>
    <p:sldId id="9920" r:id="rId64"/>
    <p:sldId id="9921" r:id="rId65"/>
    <p:sldId id="9922" r:id="rId66"/>
    <p:sldId id="9923" r:id="rId67"/>
    <p:sldId id="9924" r:id="rId68"/>
    <p:sldId id="9925" r:id="rId69"/>
    <p:sldId id="9926" r:id="rId70"/>
    <p:sldId id="9927" r:id="rId71"/>
    <p:sldId id="9928" r:id="rId72"/>
    <p:sldId id="9929" r:id="rId73"/>
    <p:sldId id="9930" r:id="rId74"/>
    <p:sldId id="9931" r:id="rId75"/>
    <p:sldId id="9932" r:id="rId76"/>
    <p:sldId id="9933" r:id="rId77"/>
    <p:sldId id="9934" r:id="rId78"/>
    <p:sldId id="9935" r:id="rId79"/>
    <p:sldId id="341" r:id="rId80"/>
    <p:sldId id="409" r:id="rId81"/>
    <p:sldId id="342" r:id="rId82"/>
    <p:sldId id="417" r:id="rId83"/>
    <p:sldId id="343" r:id="rId84"/>
    <p:sldId id="11842" r:id="rId85"/>
    <p:sldId id="11843" r:id="rId86"/>
    <p:sldId id="345" r:id="rId87"/>
    <p:sldId id="418" r:id="rId88"/>
    <p:sldId id="346" r:id="rId89"/>
    <p:sldId id="11844" r:id="rId90"/>
    <p:sldId id="347" r:id="rId91"/>
    <p:sldId id="412" r:id="rId92"/>
    <p:sldId id="348" r:id="rId93"/>
    <p:sldId id="11845" r:id="rId94"/>
    <p:sldId id="349" r:id="rId95"/>
    <p:sldId id="11846" r:id="rId96"/>
    <p:sldId id="350" r:id="rId97"/>
    <p:sldId id="419" r:id="rId98"/>
    <p:sldId id="351" r:id="rId99"/>
    <p:sldId id="11847" r:id="rId100"/>
    <p:sldId id="413" r:id="rId101"/>
    <p:sldId id="352" r:id="rId102"/>
    <p:sldId id="353" r:id="rId103"/>
    <p:sldId id="11848" r:id="rId104"/>
    <p:sldId id="415" r:id="rId105"/>
    <p:sldId id="354" r:id="rId106"/>
    <p:sldId id="355" r:id="rId107"/>
    <p:sldId id="401" r:id="rId108"/>
    <p:sldId id="356" r:id="rId109"/>
    <p:sldId id="402" r:id="rId110"/>
    <p:sldId id="357" r:id="rId111"/>
    <p:sldId id="403" r:id="rId112"/>
    <p:sldId id="358" r:id="rId113"/>
    <p:sldId id="359" r:id="rId114"/>
    <p:sldId id="405" r:id="rId115"/>
    <p:sldId id="9984" r:id="rId116"/>
    <p:sldId id="406" r:id="rId117"/>
    <p:sldId id="408" r:id="rId118"/>
    <p:sldId id="365" r:id="rId119"/>
    <p:sldId id="9985" r:id="rId120"/>
    <p:sldId id="366" r:id="rId121"/>
    <p:sldId id="9961" r:id="rId122"/>
    <p:sldId id="423" r:id="rId123"/>
    <p:sldId id="424" r:id="rId124"/>
    <p:sldId id="11849" r:id="rId125"/>
    <p:sldId id="11739" r:id="rId126"/>
    <p:sldId id="11740" r:id="rId127"/>
    <p:sldId id="11741" r:id="rId128"/>
    <p:sldId id="11742" r:id="rId129"/>
    <p:sldId id="11743" r:id="rId130"/>
    <p:sldId id="10791" r:id="rId131"/>
    <p:sldId id="11100" r:id="rId132"/>
    <p:sldId id="11787" r:id="rId133"/>
    <p:sldId id="385" r:id="rId134"/>
    <p:sldId id="10256" r:id="rId135"/>
    <p:sldId id="10142" r:id="rId136"/>
    <p:sldId id="11226" r:id="rId137"/>
    <p:sldId id="11788" r:id="rId138"/>
    <p:sldId id="11417" r:id="rId139"/>
    <p:sldId id="11751" r:id="rId140"/>
    <p:sldId id="11419" r:id="rId141"/>
    <p:sldId id="11420" r:id="rId142"/>
    <p:sldId id="11789" r:id="rId143"/>
    <p:sldId id="11790" r:id="rId144"/>
    <p:sldId id="11791" r:id="rId145"/>
    <p:sldId id="11470" r:id="rId146"/>
    <p:sldId id="11471" r:id="rId147"/>
    <p:sldId id="11792" r:id="rId148"/>
    <p:sldId id="11793" r:id="rId149"/>
    <p:sldId id="11794" r:id="rId150"/>
    <p:sldId id="11307" r:id="rId151"/>
    <p:sldId id="11746" r:id="rId152"/>
    <p:sldId id="10280" r:id="rId153"/>
    <p:sldId id="11168" r:id="rId154"/>
    <p:sldId id="11816" r:id="rId155"/>
    <p:sldId id="9864" r:id="rId156"/>
    <p:sldId id="10316" r:id="rId157"/>
    <p:sldId id="10317" r:id="rId158"/>
    <p:sldId id="10318" r:id="rId159"/>
    <p:sldId id="10319" r:id="rId160"/>
    <p:sldId id="10320" r:id="rId161"/>
    <p:sldId id="10321" r:id="rId162"/>
    <p:sldId id="10322" r:id="rId163"/>
    <p:sldId id="10323" r:id="rId164"/>
    <p:sldId id="10324" r:id="rId165"/>
    <p:sldId id="10325" r:id="rId166"/>
    <p:sldId id="10337" r:id="rId167"/>
    <p:sldId id="10326" r:id="rId168"/>
    <p:sldId id="10327" r:id="rId169"/>
    <p:sldId id="10328" r:id="rId170"/>
    <p:sldId id="10336" r:id="rId171"/>
    <p:sldId id="10329" r:id="rId172"/>
    <p:sldId id="10330" r:id="rId173"/>
    <p:sldId id="10331" r:id="rId174"/>
    <p:sldId id="10332" r:id="rId175"/>
    <p:sldId id="10333" r:id="rId176"/>
    <p:sldId id="10334" r:id="rId177"/>
    <p:sldId id="10335" r:id="rId178"/>
    <p:sldId id="11817" r:id="rId179"/>
    <p:sldId id="10651" r:id="rId180"/>
    <p:sldId id="10652" r:id="rId181"/>
    <p:sldId id="10653" r:id="rId182"/>
    <p:sldId id="11680" r:id="rId183"/>
    <p:sldId id="11795" r:id="rId184"/>
    <p:sldId id="11169" r:id="rId185"/>
    <p:sldId id="11624" r:id="rId186"/>
    <p:sldId id="11764" r:id="rId187"/>
    <p:sldId id="11765" r:id="rId188"/>
    <p:sldId id="11683" r:id="rId189"/>
    <p:sldId id="11684" r:id="rId190"/>
    <p:sldId id="11796" r:id="rId191"/>
    <p:sldId id="11797" r:id="rId192"/>
    <p:sldId id="11798" r:id="rId193"/>
    <p:sldId id="11799" r:id="rId194"/>
    <p:sldId id="11800" r:id="rId195"/>
    <p:sldId id="11801" r:id="rId196"/>
    <p:sldId id="11221" r:id="rId197"/>
    <p:sldId id="11649" r:id="rId198"/>
    <p:sldId id="11655" r:id="rId199"/>
    <p:sldId id="11656" r:id="rId200"/>
    <p:sldId id="11657" r:id="rId201"/>
    <p:sldId id="11658" r:id="rId202"/>
    <p:sldId id="11659" r:id="rId203"/>
    <p:sldId id="11648" r:id="rId204"/>
    <p:sldId id="11660" r:id="rId205"/>
    <p:sldId id="11661" r:id="rId206"/>
    <p:sldId id="11662" r:id="rId207"/>
    <p:sldId id="11663" r:id="rId208"/>
    <p:sldId id="11664" r:id="rId209"/>
    <p:sldId id="11665" r:id="rId210"/>
    <p:sldId id="11666" r:id="rId211"/>
    <p:sldId id="11667" r:id="rId212"/>
    <p:sldId id="11668" r:id="rId213"/>
    <p:sldId id="11738" r:id="rId214"/>
    <p:sldId id="10212" r:id="rId215"/>
    <p:sldId id="10823" r:id="rId216"/>
    <p:sldId id="10931" r:id="rId217"/>
    <p:sldId id="10932" r:id="rId218"/>
    <p:sldId id="10933" r:id="rId219"/>
    <p:sldId id="10995" r:id="rId220"/>
    <p:sldId id="11776" r:id="rId221"/>
    <p:sldId id="11802" r:id="rId222"/>
    <p:sldId id="11803" r:id="rId223"/>
    <p:sldId id="11804" r:id="rId224"/>
    <p:sldId id="11805" r:id="rId225"/>
    <p:sldId id="11806" r:id="rId226"/>
    <p:sldId id="11808" r:id="rId227"/>
    <p:sldId id="11809" r:id="rId228"/>
    <p:sldId id="11810" r:id="rId229"/>
    <p:sldId id="11811" r:id="rId230"/>
    <p:sldId id="11812" r:id="rId231"/>
    <p:sldId id="11813" r:id="rId232"/>
    <p:sldId id="11814" r:id="rId233"/>
    <p:sldId id="11815" r:id="rId234"/>
    <p:sldId id="11818" r:id="rId235"/>
    <p:sldId id="10769" r:id="rId236"/>
    <p:sldId id="10253" r:id="rId237"/>
    <p:sldId id="11006" r:id="rId238"/>
    <p:sldId id="11595" r:id="rId239"/>
    <p:sldId id="11597" r:id="rId240"/>
    <p:sldId id="11598" r:id="rId241"/>
    <p:sldId id="11819" r:id="rId242"/>
  </p:sldIdLst>
  <p:sldSz cx="9144000" cy="5143500" type="screen16x9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FDAF1C-37A2-4320-8278-2F03C36EE5D4}" v="1" dt="2025-04-19T06:36:49.909"/>
    <p1510:client id="{D102BF66-124C-43F9-B354-0B520A23B620}" v="217" dt="2025-04-20T23:27:06.8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0637" autoAdjust="0"/>
    <p:restoredTop sz="94660"/>
  </p:normalViewPr>
  <p:slideViewPr>
    <p:cSldViewPr snapToGrid="0">
      <p:cViewPr>
        <p:scale>
          <a:sx n="100" d="100"/>
          <a:sy n="100" d="100"/>
        </p:scale>
        <p:origin x="1626" y="6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247" Type="http://schemas.openxmlformats.org/officeDocument/2006/relationships/tableStyles" Target="tableStyle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microsoft.com/office/2016/11/relationships/changesInfo" Target="changesInfos/changesInfo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82" Type="http://schemas.openxmlformats.org/officeDocument/2006/relationships/slide" Target="slides/slide181.xml"/><Relationship Id="rId187" Type="http://schemas.openxmlformats.org/officeDocument/2006/relationships/slide" Target="slides/slide186.xml"/><Relationship Id="rId217" Type="http://schemas.openxmlformats.org/officeDocument/2006/relationships/slide" Target="slides/slide2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38" Type="http://schemas.openxmlformats.org/officeDocument/2006/relationships/slide" Target="slides/slide237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2" Type="http://schemas.openxmlformats.org/officeDocument/2006/relationships/slide" Target="slides/slide201.xml"/><Relationship Id="rId207" Type="http://schemas.openxmlformats.org/officeDocument/2006/relationships/slide" Target="slides/slide206.xml"/><Relationship Id="rId223" Type="http://schemas.openxmlformats.org/officeDocument/2006/relationships/slide" Target="slides/slide222.xml"/><Relationship Id="rId228" Type="http://schemas.openxmlformats.org/officeDocument/2006/relationships/slide" Target="slides/slide227.xml"/><Relationship Id="rId244" Type="http://schemas.openxmlformats.org/officeDocument/2006/relationships/presProps" Target="presProps.xml"/><Relationship Id="rId249" Type="http://schemas.microsoft.com/office/2015/10/relationships/revisionInfo" Target="revisionInfo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3" Type="http://schemas.openxmlformats.org/officeDocument/2006/relationships/slide" Target="slides/slide212.xml"/><Relationship Id="rId218" Type="http://schemas.openxmlformats.org/officeDocument/2006/relationships/slide" Target="slides/slide217.xml"/><Relationship Id="rId234" Type="http://schemas.openxmlformats.org/officeDocument/2006/relationships/slide" Target="slides/slide233.xml"/><Relationship Id="rId239" Type="http://schemas.openxmlformats.org/officeDocument/2006/relationships/slide" Target="slides/slide238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0" Type="http://schemas.openxmlformats.org/officeDocument/2006/relationships/slide" Target="slides/slide239.xml"/><Relationship Id="rId245" Type="http://schemas.openxmlformats.org/officeDocument/2006/relationships/viewProps" Target="viewProps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219" Type="http://schemas.openxmlformats.org/officeDocument/2006/relationships/slide" Target="slides/slide21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0" Type="http://schemas.openxmlformats.org/officeDocument/2006/relationships/slide" Target="slides/slide229.xml"/><Relationship Id="rId235" Type="http://schemas.openxmlformats.org/officeDocument/2006/relationships/slide" Target="slides/slide234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slide" Target="slides/slide224.xml"/><Relationship Id="rId241" Type="http://schemas.openxmlformats.org/officeDocument/2006/relationships/slide" Target="slides/slide240.xml"/><Relationship Id="rId246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ý Thanh Ngô" userId="d1fb4545a5d636d2" providerId="LiveId" clId="{E4D9CBFD-E110-4D84-9E16-A07CEF4E01B3}"/>
    <pc:docChg chg="undo redo custSel addSld delSld modSld sldOrd">
      <pc:chgData name="Lý Thanh Ngô" userId="d1fb4545a5d636d2" providerId="LiveId" clId="{E4D9CBFD-E110-4D84-9E16-A07CEF4E01B3}" dt="2025-04-05T15:27:48.763" v="4124" actId="1036"/>
      <pc:docMkLst>
        <pc:docMk/>
      </pc:docMkLst>
      <pc:sldChg chg="addSp modSp add mod setBg">
        <pc:chgData name="Lý Thanh Ngô" userId="d1fb4545a5d636d2" providerId="LiveId" clId="{E4D9CBFD-E110-4D84-9E16-A07CEF4E01B3}" dt="2025-04-05T15:20:51.677" v="4100" actId="27636"/>
        <pc:sldMkLst>
          <pc:docMk/>
          <pc:sldMk cId="591027290" sldId="257"/>
        </pc:sldMkLst>
        <pc:spChg chg="add mod">
          <ac:chgData name="Lý Thanh Ngô" userId="d1fb4545a5d636d2" providerId="LiveId" clId="{E4D9CBFD-E110-4D84-9E16-A07CEF4E01B3}" dt="2025-04-05T15:20:51.677" v="4100" actId="27636"/>
          <ac:spMkLst>
            <pc:docMk/>
            <pc:sldMk cId="591027290" sldId="257"/>
            <ac:spMk id="2" creationId="{6D3FAADD-3FA7-BD7E-FE2F-54B5B64F1AD9}"/>
          </ac:spMkLst>
        </pc:spChg>
        <pc:spChg chg="mod">
          <ac:chgData name="Lý Thanh Ngô" userId="d1fb4545a5d636d2" providerId="LiveId" clId="{E4D9CBFD-E110-4D84-9E16-A07CEF4E01B3}" dt="2025-03-30T06:39:18.206" v="331" actId="20577"/>
          <ac:spMkLst>
            <pc:docMk/>
            <pc:sldMk cId="591027290" sldId="257"/>
            <ac:spMk id="3" creationId="{00000000-0000-0000-0000-000000000000}"/>
          </ac:spMkLst>
        </pc:spChg>
      </pc:sldChg>
      <pc:sldChg chg="modSp add mod setBg">
        <pc:chgData name="Lý Thanh Ngô" userId="d1fb4545a5d636d2" providerId="LiveId" clId="{E4D9CBFD-E110-4D84-9E16-A07CEF4E01B3}" dt="2025-03-30T06:31:23.930" v="191" actId="20577"/>
        <pc:sldMkLst>
          <pc:docMk/>
          <pc:sldMk cId="2171119766" sldId="258"/>
        </pc:sldMkLst>
        <pc:spChg chg="mod">
          <ac:chgData name="Lý Thanh Ngô" userId="d1fb4545a5d636d2" providerId="LiveId" clId="{E4D9CBFD-E110-4D84-9E16-A07CEF4E01B3}" dt="2025-03-30T06:31:23.930" v="191" actId="20577"/>
          <ac:spMkLst>
            <pc:docMk/>
            <pc:sldMk cId="2171119766" sldId="258"/>
            <ac:spMk id="7170" creationId="{00000000-0000-0000-0000-000000000000}"/>
          </ac:spMkLst>
        </pc:spChg>
      </pc:sldChg>
      <pc:sldChg chg="modSp add mod setBg">
        <pc:chgData name="Lý Thanh Ngô" userId="d1fb4545a5d636d2" providerId="LiveId" clId="{E4D9CBFD-E110-4D84-9E16-A07CEF4E01B3}" dt="2025-03-30T06:33:39.195" v="234" actId="20577"/>
        <pc:sldMkLst>
          <pc:docMk/>
          <pc:sldMk cId="3057438887" sldId="259"/>
        </pc:sldMkLst>
        <pc:spChg chg="mod">
          <ac:chgData name="Lý Thanh Ngô" userId="d1fb4545a5d636d2" providerId="LiveId" clId="{E4D9CBFD-E110-4D84-9E16-A07CEF4E01B3}" dt="2025-03-30T06:33:39.195" v="234" actId="20577"/>
          <ac:spMkLst>
            <pc:docMk/>
            <pc:sldMk cId="3057438887" sldId="259"/>
            <ac:spMk id="3" creationId="{00000000-0000-0000-0000-000000000000}"/>
          </ac:spMkLst>
        </pc:spChg>
      </pc:sldChg>
      <pc:sldChg chg="modSp add mod setBg">
        <pc:chgData name="Lý Thanh Ngô" userId="d1fb4545a5d636d2" providerId="LiveId" clId="{E4D9CBFD-E110-4D84-9E16-A07CEF4E01B3}" dt="2025-04-04T14:25:03.967" v="1863" actId="20577"/>
        <pc:sldMkLst>
          <pc:docMk/>
          <pc:sldMk cId="532766581" sldId="260"/>
        </pc:sldMkLst>
        <pc:spChg chg="mod">
          <ac:chgData name="Lý Thanh Ngô" userId="d1fb4545a5d636d2" providerId="LiveId" clId="{E4D9CBFD-E110-4D84-9E16-A07CEF4E01B3}" dt="2025-04-04T14:25:03.967" v="1863" actId="20577"/>
          <ac:spMkLst>
            <pc:docMk/>
            <pc:sldMk cId="532766581" sldId="260"/>
            <ac:spMk id="7170" creationId="{00000000-0000-0000-0000-000000000000}"/>
          </ac:spMkLst>
        </pc:spChg>
      </pc:sldChg>
      <pc:sldChg chg="modSp add mod setBg">
        <pc:chgData name="Lý Thanh Ngô" userId="d1fb4545a5d636d2" providerId="LiveId" clId="{E4D9CBFD-E110-4D84-9E16-A07CEF4E01B3}" dt="2025-03-30T06:34:43.517" v="254" actId="20577"/>
        <pc:sldMkLst>
          <pc:docMk/>
          <pc:sldMk cId="1487358291" sldId="261"/>
        </pc:sldMkLst>
        <pc:spChg chg="mod">
          <ac:chgData name="Lý Thanh Ngô" userId="d1fb4545a5d636d2" providerId="LiveId" clId="{E4D9CBFD-E110-4D84-9E16-A07CEF4E01B3}" dt="2025-03-30T06:34:43.517" v="254" actId="20577"/>
          <ac:spMkLst>
            <pc:docMk/>
            <pc:sldMk cId="1487358291" sldId="261"/>
            <ac:spMk id="7170" creationId="{00000000-0000-0000-0000-000000000000}"/>
          </ac:spMkLst>
        </pc:spChg>
      </pc:sldChg>
      <pc:sldChg chg="modSp add del mod setBg">
        <pc:chgData name="Lý Thanh Ngô" userId="d1fb4545a5d636d2" providerId="LiveId" clId="{E4D9CBFD-E110-4D84-9E16-A07CEF4E01B3}" dt="2025-03-30T06:27:46.281" v="75" actId="47"/>
        <pc:sldMkLst>
          <pc:docMk/>
          <pc:sldMk cId="4207669071" sldId="262"/>
        </pc:sldMkLst>
      </pc:sldChg>
      <pc:sldChg chg="modSp add mod setBg">
        <pc:chgData name="Lý Thanh Ngô" userId="d1fb4545a5d636d2" providerId="LiveId" clId="{E4D9CBFD-E110-4D84-9E16-A07CEF4E01B3}" dt="2025-03-30T06:38:58.608" v="329" actId="20577"/>
        <pc:sldMkLst>
          <pc:docMk/>
          <pc:sldMk cId="1140672165" sldId="263"/>
        </pc:sldMkLst>
        <pc:spChg chg="mod">
          <ac:chgData name="Lý Thanh Ngô" userId="d1fb4545a5d636d2" providerId="LiveId" clId="{E4D9CBFD-E110-4D84-9E16-A07CEF4E01B3}" dt="2025-03-30T06:38:58.608" v="329" actId="20577"/>
          <ac:spMkLst>
            <pc:docMk/>
            <pc:sldMk cId="1140672165" sldId="263"/>
            <ac:spMk id="7170" creationId="{00000000-0000-0000-0000-000000000000}"/>
          </ac:spMkLst>
        </pc:spChg>
      </pc:sldChg>
      <pc:sldChg chg="modSp add del mod setBg">
        <pc:chgData name="Lý Thanh Ngô" userId="d1fb4545a5d636d2" providerId="LiveId" clId="{E4D9CBFD-E110-4D84-9E16-A07CEF4E01B3}" dt="2025-03-30T06:39:01.487" v="330" actId="47"/>
        <pc:sldMkLst>
          <pc:docMk/>
          <pc:sldMk cId="746211627" sldId="264"/>
        </pc:sldMkLst>
      </pc:sldChg>
      <pc:sldChg chg="modSp add mod setBg">
        <pc:chgData name="Lý Thanh Ngô" userId="d1fb4545a5d636d2" providerId="LiveId" clId="{E4D9CBFD-E110-4D84-9E16-A07CEF4E01B3}" dt="2025-03-30T06:35:34.904" v="276" actId="20577"/>
        <pc:sldMkLst>
          <pc:docMk/>
          <pc:sldMk cId="1434756872" sldId="265"/>
        </pc:sldMkLst>
        <pc:spChg chg="mod">
          <ac:chgData name="Lý Thanh Ngô" userId="d1fb4545a5d636d2" providerId="LiveId" clId="{E4D9CBFD-E110-4D84-9E16-A07CEF4E01B3}" dt="2025-03-30T06:35:34.904" v="276" actId="20577"/>
          <ac:spMkLst>
            <pc:docMk/>
            <pc:sldMk cId="1434756872" sldId="265"/>
            <ac:spMk id="7170" creationId="{00000000-0000-0000-0000-000000000000}"/>
          </ac:spMkLst>
        </pc:spChg>
      </pc:sldChg>
      <pc:sldChg chg="modSp add mod setBg">
        <pc:chgData name="Lý Thanh Ngô" userId="d1fb4545a5d636d2" providerId="LiveId" clId="{E4D9CBFD-E110-4D84-9E16-A07CEF4E01B3}" dt="2025-03-30T06:36:19.243" v="304" actId="20577"/>
        <pc:sldMkLst>
          <pc:docMk/>
          <pc:sldMk cId="1191164645" sldId="266"/>
        </pc:sldMkLst>
        <pc:spChg chg="mod">
          <ac:chgData name="Lý Thanh Ngô" userId="d1fb4545a5d636d2" providerId="LiveId" clId="{E4D9CBFD-E110-4D84-9E16-A07CEF4E01B3}" dt="2025-03-30T06:36:19.243" v="304" actId="20577"/>
          <ac:spMkLst>
            <pc:docMk/>
            <pc:sldMk cId="1191164645" sldId="266"/>
            <ac:spMk id="7170" creationId="{00000000-0000-0000-0000-000000000000}"/>
          </ac:spMkLst>
        </pc:spChg>
      </pc:sldChg>
      <pc:sldChg chg="add del setBg">
        <pc:chgData name="Lý Thanh Ngô" userId="d1fb4545a5d636d2" providerId="LiveId" clId="{E4D9CBFD-E110-4D84-9E16-A07CEF4E01B3}" dt="2025-03-30T06:36:36.320" v="305" actId="47"/>
        <pc:sldMkLst>
          <pc:docMk/>
          <pc:sldMk cId="3480554668" sldId="267"/>
        </pc:sldMkLst>
      </pc:sldChg>
      <pc:sldChg chg="modSp add del mod setBg">
        <pc:chgData name="Lý Thanh Ngô" userId="d1fb4545a5d636d2" providerId="LiveId" clId="{E4D9CBFD-E110-4D84-9E16-A07CEF4E01B3}" dt="2025-03-30T06:31:54.358" v="205" actId="47"/>
        <pc:sldMkLst>
          <pc:docMk/>
          <pc:sldMk cId="933824949" sldId="268"/>
        </pc:sldMkLst>
      </pc:sldChg>
      <pc:sldChg chg="modSp mod">
        <pc:chgData name="Lý Thanh Ngô" userId="d1fb4545a5d636d2" providerId="LiveId" clId="{E4D9CBFD-E110-4D84-9E16-A07CEF4E01B3}" dt="2025-04-05T14:51:13.255" v="3864" actId="123"/>
        <pc:sldMkLst>
          <pc:docMk/>
          <pc:sldMk cId="0" sldId="344"/>
        </pc:sldMkLst>
        <pc:spChg chg="mod">
          <ac:chgData name="Lý Thanh Ngô" userId="d1fb4545a5d636d2" providerId="LiveId" clId="{E4D9CBFD-E110-4D84-9E16-A07CEF4E01B3}" dt="2025-04-05T14:51:13.255" v="3864" actId="123"/>
          <ac:spMkLst>
            <pc:docMk/>
            <pc:sldMk cId="0" sldId="344"/>
            <ac:spMk id="66562" creationId="{81C76A0F-EF95-2F19-13C9-0D53F5BE8601}"/>
          </ac:spMkLst>
        </pc:spChg>
      </pc:sldChg>
      <pc:sldChg chg="modSp mod">
        <pc:chgData name="Lý Thanh Ngô" userId="d1fb4545a5d636d2" providerId="LiveId" clId="{E4D9CBFD-E110-4D84-9E16-A07CEF4E01B3}" dt="2025-04-05T14:54:00.242" v="3906" actId="255"/>
        <pc:sldMkLst>
          <pc:docMk/>
          <pc:sldMk cId="0" sldId="347"/>
        </pc:sldMkLst>
        <pc:spChg chg="mod">
          <ac:chgData name="Lý Thanh Ngô" userId="d1fb4545a5d636d2" providerId="LiveId" clId="{E4D9CBFD-E110-4D84-9E16-A07CEF4E01B3}" dt="2025-04-05T14:54:00.242" v="3906" actId="255"/>
          <ac:spMkLst>
            <pc:docMk/>
            <pc:sldMk cId="0" sldId="347"/>
            <ac:spMk id="66562" creationId="{4D6D1884-2BBD-1374-8C27-4DF14DF2DBF6}"/>
          </ac:spMkLst>
        </pc:spChg>
      </pc:sldChg>
      <pc:sldChg chg="modSp mod">
        <pc:chgData name="Lý Thanh Ngô" userId="d1fb4545a5d636d2" providerId="LiveId" clId="{E4D9CBFD-E110-4D84-9E16-A07CEF4E01B3}" dt="2025-04-05T14:57:07.351" v="3913" actId="27636"/>
        <pc:sldMkLst>
          <pc:docMk/>
          <pc:sldMk cId="0" sldId="354"/>
        </pc:sldMkLst>
        <pc:spChg chg="mod">
          <ac:chgData name="Lý Thanh Ngô" userId="d1fb4545a5d636d2" providerId="LiveId" clId="{E4D9CBFD-E110-4D84-9E16-A07CEF4E01B3}" dt="2025-04-05T14:57:07.351" v="3913" actId="27636"/>
          <ac:spMkLst>
            <pc:docMk/>
            <pc:sldMk cId="0" sldId="354"/>
            <ac:spMk id="66562" creationId="{433D330E-1ADA-A91D-179B-B45C0AD17696}"/>
          </ac:spMkLst>
        </pc:spChg>
      </pc:sldChg>
      <pc:sldChg chg="modSp mod">
        <pc:chgData name="Lý Thanh Ngô" userId="d1fb4545a5d636d2" providerId="LiveId" clId="{E4D9CBFD-E110-4D84-9E16-A07CEF4E01B3}" dt="2025-04-05T15:09:30.031" v="3993" actId="255"/>
        <pc:sldMkLst>
          <pc:docMk/>
          <pc:sldMk cId="0" sldId="365"/>
        </pc:sldMkLst>
        <pc:spChg chg="mod">
          <ac:chgData name="Lý Thanh Ngô" userId="d1fb4545a5d636d2" providerId="LiveId" clId="{E4D9CBFD-E110-4D84-9E16-A07CEF4E01B3}" dt="2025-04-05T15:09:30.031" v="3993" actId="255"/>
          <ac:spMkLst>
            <pc:docMk/>
            <pc:sldMk cId="0" sldId="365"/>
            <ac:spMk id="102402" creationId="{1084ADDA-DAB6-AF8E-BD14-B16348A1FBD9}"/>
          </ac:spMkLst>
        </pc:spChg>
      </pc:sldChg>
      <pc:sldChg chg="modSp mod">
        <pc:chgData name="Lý Thanh Ngô" userId="d1fb4545a5d636d2" providerId="LiveId" clId="{E4D9CBFD-E110-4D84-9E16-A07CEF4E01B3}" dt="2025-04-05T15:13:15.255" v="4088" actId="20577"/>
        <pc:sldMkLst>
          <pc:docMk/>
          <pc:sldMk cId="0" sldId="366"/>
        </pc:sldMkLst>
        <pc:spChg chg="mod">
          <ac:chgData name="Lý Thanh Ngô" userId="d1fb4545a5d636d2" providerId="LiveId" clId="{E4D9CBFD-E110-4D84-9E16-A07CEF4E01B3}" dt="2025-04-05T15:13:15.255" v="4088" actId="20577"/>
          <ac:spMkLst>
            <pc:docMk/>
            <pc:sldMk cId="0" sldId="366"/>
            <ac:spMk id="103426" creationId="{4757C4C1-B1EF-BBE0-782B-EA4BAADC21D5}"/>
          </ac:spMkLst>
        </pc:spChg>
      </pc:sldChg>
      <pc:sldChg chg="modSp mod">
        <pc:chgData name="Lý Thanh Ngô" userId="d1fb4545a5d636d2" providerId="LiveId" clId="{E4D9CBFD-E110-4D84-9E16-A07CEF4E01B3}" dt="2025-04-04T14:48:22.581" v="2678" actId="20577"/>
        <pc:sldMkLst>
          <pc:docMk/>
          <pc:sldMk cId="2472502028" sldId="385"/>
        </pc:sldMkLst>
        <pc:spChg chg="mod">
          <ac:chgData name="Lý Thanh Ngô" userId="d1fb4545a5d636d2" providerId="LiveId" clId="{E4D9CBFD-E110-4D84-9E16-A07CEF4E01B3}" dt="2025-04-04T14:47:56.073" v="2656" actId="20577"/>
          <ac:spMkLst>
            <pc:docMk/>
            <pc:sldMk cId="2472502028" sldId="385"/>
            <ac:spMk id="4" creationId="{00000000-0000-0000-0000-000000000000}"/>
          </ac:spMkLst>
        </pc:spChg>
        <pc:spChg chg="mod">
          <ac:chgData name="Lý Thanh Ngô" userId="d1fb4545a5d636d2" providerId="LiveId" clId="{E4D9CBFD-E110-4D84-9E16-A07CEF4E01B3}" dt="2025-04-04T14:48:07.380" v="2662" actId="1036"/>
          <ac:spMkLst>
            <pc:docMk/>
            <pc:sldMk cId="2472502028" sldId="385"/>
            <ac:spMk id="5" creationId="{EC9E90A0-57EF-B562-11BD-EFA379BF3A1F}"/>
          </ac:spMkLst>
        </pc:spChg>
        <pc:spChg chg="mod">
          <ac:chgData name="Lý Thanh Ngô" userId="d1fb4545a5d636d2" providerId="LiveId" clId="{E4D9CBFD-E110-4D84-9E16-A07CEF4E01B3}" dt="2025-04-04T14:48:22.581" v="2678" actId="20577"/>
          <ac:spMkLst>
            <pc:docMk/>
            <pc:sldMk cId="2472502028" sldId="385"/>
            <ac:spMk id="7" creationId="{FA7210C8-01DF-51DB-3853-C95430401C95}"/>
          </ac:spMkLst>
        </pc:spChg>
      </pc:sldChg>
      <pc:sldChg chg="modSp mod">
        <pc:chgData name="Lý Thanh Ngô" userId="d1fb4545a5d636d2" providerId="LiveId" clId="{E4D9CBFD-E110-4D84-9E16-A07CEF4E01B3}" dt="2025-04-05T15:05:40.526" v="3955" actId="255"/>
        <pc:sldMkLst>
          <pc:docMk/>
          <pc:sldMk cId="0" sldId="405"/>
        </pc:sldMkLst>
        <pc:spChg chg="mod">
          <ac:chgData name="Lý Thanh Ngô" userId="d1fb4545a5d636d2" providerId="LiveId" clId="{E4D9CBFD-E110-4D84-9E16-A07CEF4E01B3}" dt="2025-04-05T15:05:40.526" v="3955" actId="255"/>
          <ac:spMkLst>
            <pc:docMk/>
            <pc:sldMk cId="0" sldId="405"/>
            <ac:spMk id="101378" creationId="{8B071663-4B6E-994B-582A-6E6D92613C37}"/>
          </ac:spMkLst>
        </pc:spChg>
      </pc:sldChg>
      <pc:sldChg chg="modSp mod">
        <pc:chgData name="Lý Thanh Ngô" userId="d1fb4545a5d636d2" providerId="LiveId" clId="{E4D9CBFD-E110-4D84-9E16-A07CEF4E01B3}" dt="2025-04-05T15:07:14.813" v="3964" actId="27636"/>
        <pc:sldMkLst>
          <pc:docMk/>
          <pc:sldMk cId="0" sldId="406"/>
        </pc:sldMkLst>
        <pc:spChg chg="mod">
          <ac:chgData name="Lý Thanh Ngô" userId="d1fb4545a5d636d2" providerId="LiveId" clId="{E4D9CBFD-E110-4D84-9E16-A07CEF4E01B3}" dt="2025-04-05T15:07:14.813" v="3964" actId="27636"/>
          <ac:spMkLst>
            <pc:docMk/>
            <pc:sldMk cId="0" sldId="406"/>
            <ac:spMk id="99330" creationId="{8A50B797-F9AB-BABB-1B40-19BCA9033AB2}"/>
          </ac:spMkLst>
        </pc:spChg>
      </pc:sldChg>
      <pc:sldChg chg="modSp del mod">
        <pc:chgData name="Lý Thanh Ngô" userId="d1fb4545a5d636d2" providerId="LiveId" clId="{E4D9CBFD-E110-4D84-9E16-A07CEF4E01B3}" dt="2025-04-05T15:07:21.560" v="3965" actId="47"/>
        <pc:sldMkLst>
          <pc:docMk/>
          <pc:sldMk cId="0" sldId="407"/>
        </pc:sldMkLst>
      </pc:sldChg>
      <pc:sldChg chg="modSp mod">
        <pc:chgData name="Lý Thanh Ngô" userId="d1fb4545a5d636d2" providerId="LiveId" clId="{E4D9CBFD-E110-4D84-9E16-A07CEF4E01B3}" dt="2025-04-05T15:08:03.529" v="3968" actId="255"/>
        <pc:sldMkLst>
          <pc:docMk/>
          <pc:sldMk cId="0" sldId="408"/>
        </pc:sldMkLst>
        <pc:spChg chg="mod">
          <ac:chgData name="Lý Thanh Ngô" userId="d1fb4545a5d636d2" providerId="LiveId" clId="{E4D9CBFD-E110-4D84-9E16-A07CEF4E01B3}" dt="2025-04-05T15:08:03.529" v="3968" actId="255"/>
          <ac:spMkLst>
            <pc:docMk/>
            <pc:sldMk cId="0" sldId="408"/>
            <ac:spMk id="101378" creationId="{05CAE2DE-B2EC-A655-F166-350C09BD7435}"/>
          </ac:spMkLst>
        </pc:spChg>
      </pc:sldChg>
      <pc:sldChg chg="modSp del mod">
        <pc:chgData name="Lý Thanh Ngô" userId="d1fb4545a5d636d2" providerId="LiveId" clId="{E4D9CBFD-E110-4D84-9E16-A07CEF4E01B3}" dt="2025-04-05T15:13:26.369" v="4089" actId="2696"/>
        <pc:sldMkLst>
          <pc:docMk/>
          <pc:sldMk cId="0" sldId="422"/>
        </pc:sldMkLst>
      </pc:sldChg>
      <pc:sldChg chg="modSp mod">
        <pc:chgData name="Lý Thanh Ngô" userId="d1fb4545a5d636d2" providerId="LiveId" clId="{E4D9CBFD-E110-4D84-9E16-A07CEF4E01B3}" dt="2025-04-05T15:14:26.618" v="4091" actId="207"/>
        <pc:sldMkLst>
          <pc:docMk/>
          <pc:sldMk cId="0" sldId="424"/>
        </pc:sldMkLst>
        <pc:spChg chg="mod">
          <ac:chgData name="Lý Thanh Ngô" userId="d1fb4545a5d636d2" providerId="LiveId" clId="{E4D9CBFD-E110-4D84-9E16-A07CEF4E01B3}" dt="2025-04-05T15:14:26.618" v="4091" actId="207"/>
          <ac:spMkLst>
            <pc:docMk/>
            <pc:sldMk cId="0" sldId="424"/>
            <ac:spMk id="106498" creationId="{E3BC3CA2-358F-C6F0-6E92-29F63F658DAF}"/>
          </ac:spMkLst>
        </pc:spChg>
      </pc:sldChg>
      <pc:sldChg chg="addSp delSp modSp del mod">
        <pc:chgData name="Lý Thanh Ngô" userId="d1fb4545a5d636d2" providerId="LiveId" clId="{E4D9CBFD-E110-4D84-9E16-A07CEF4E01B3}" dt="2025-04-03T23:12:48.955" v="1151" actId="47"/>
        <pc:sldMkLst>
          <pc:docMk/>
          <pc:sldMk cId="3769639125" sldId="9788"/>
        </pc:sldMkLst>
      </pc:sldChg>
      <pc:sldChg chg="del">
        <pc:chgData name="Lý Thanh Ngô" userId="d1fb4545a5d636d2" providerId="LiveId" clId="{E4D9CBFD-E110-4D84-9E16-A07CEF4E01B3}" dt="2025-04-03T23:28:32.591" v="1312" actId="47"/>
        <pc:sldMkLst>
          <pc:docMk/>
          <pc:sldMk cId="3917989569" sldId="9789"/>
        </pc:sldMkLst>
      </pc:sldChg>
      <pc:sldChg chg="addSp delSp modSp mod modNotesTx">
        <pc:chgData name="Lý Thanh Ngô" userId="d1fb4545a5d636d2" providerId="LiveId" clId="{E4D9CBFD-E110-4D84-9E16-A07CEF4E01B3}" dt="2025-04-05T15:14:52.143" v="4092" actId="14100"/>
        <pc:sldMkLst>
          <pc:docMk/>
          <pc:sldMk cId="3681698675" sldId="9793"/>
        </pc:sldMkLst>
        <pc:spChg chg="mod">
          <ac:chgData name="Lý Thanh Ngô" userId="d1fb4545a5d636d2" providerId="LiveId" clId="{E4D9CBFD-E110-4D84-9E16-A07CEF4E01B3}" dt="2025-04-05T15:14:52.143" v="4092" actId="14100"/>
          <ac:spMkLst>
            <pc:docMk/>
            <pc:sldMk cId="3681698675" sldId="9793"/>
            <ac:spMk id="2" creationId="{224182AB-1A1E-C15F-0016-71E6D272116A}"/>
          </ac:spMkLst>
        </pc:spChg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2438411217" sldId="9794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2324261318" sldId="9795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3427656459" sldId="9796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2672676719" sldId="9797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1902892374" sldId="9798"/>
        </pc:sldMkLst>
      </pc:sldChg>
      <pc:sldChg chg="modSp mod modNotesTx">
        <pc:chgData name="Lý Thanh Ngô" userId="d1fb4545a5d636d2" providerId="LiveId" clId="{E4D9CBFD-E110-4D84-9E16-A07CEF4E01B3}" dt="2025-04-04T14:39:08.715" v="2162" actId="255"/>
        <pc:sldMkLst>
          <pc:docMk/>
          <pc:sldMk cId="288514113" sldId="9799"/>
        </pc:sldMkLst>
        <pc:spChg chg="mod">
          <ac:chgData name="Lý Thanh Ngô" userId="d1fb4545a5d636d2" providerId="LiveId" clId="{E4D9CBFD-E110-4D84-9E16-A07CEF4E01B3}" dt="2025-04-04T14:39:08.715" v="2162" actId="255"/>
          <ac:spMkLst>
            <pc:docMk/>
            <pc:sldMk cId="288514113" sldId="9799"/>
            <ac:spMk id="2" creationId="{AD79F752-64A9-AEFA-6988-B977A51087C2}"/>
          </ac:spMkLst>
        </pc:spChg>
      </pc:sldChg>
      <pc:sldChg chg="addSp modSp mod">
        <pc:chgData name="Lý Thanh Ngô" userId="d1fb4545a5d636d2" providerId="LiveId" clId="{E4D9CBFD-E110-4D84-9E16-A07CEF4E01B3}" dt="2025-04-05T15:20:06.469" v="4094" actId="114"/>
        <pc:sldMkLst>
          <pc:docMk/>
          <pc:sldMk cId="1307668271" sldId="9800"/>
        </pc:sldMkLst>
        <pc:spChg chg="mod">
          <ac:chgData name="Lý Thanh Ngô" userId="d1fb4545a5d636d2" providerId="LiveId" clId="{E4D9CBFD-E110-4D84-9E16-A07CEF4E01B3}" dt="2025-04-05T15:20:06.469" v="4094" actId="114"/>
          <ac:spMkLst>
            <pc:docMk/>
            <pc:sldMk cId="1307668271" sldId="9800"/>
            <ac:spMk id="2" creationId="{4712D805-4723-9CE9-42DA-7AE8EBF9C314}"/>
          </ac:spMkLst>
        </pc:spChg>
      </pc:sldChg>
      <pc:sldChg chg="del">
        <pc:chgData name="Lý Thanh Ngô" userId="d1fb4545a5d636d2" providerId="LiveId" clId="{E4D9CBFD-E110-4D84-9E16-A07CEF4E01B3}" dt="2025-04-04T14:31:36.163" v="2071" actId="47"/>
        <pc:sldMkLst>
          <pc:docMk/>
          <pc:sldMk cId="3126393781" sldId="9801"/>
        </pc:sldMkLst>
      </pc:sldChg>
      <pc:sldChg chg="addSp delSp modSp del mod">
        <pc:chgData name="Lý Thanh Ngô" userId="d1fb4545a5d636d2" providerId="LiveId" clId="{E4D9CBFD-E110-4D84-9E16-A07CEF4E01B3}" dt="2025-04-03T23:20:21.800" v="1214" actId="47"/>
        <pc:sldMkLst>
          <pc:docMk/>
          <pc:sldMk cId="3297558619" sldId="9802"/>
        </pc:sldMkLst>
      </pc:sldChg>
      <pc:sldChg chg="modSp mod modNotesTx">
        <pc:chgData name="Lý Thanh Ngô" userId="d1fb4545a5d636d2" providerId="LiveId" clId="{E4D9CBFD-E110-4D84-9E16-A07CEF4E01B3}" dt="2025-04-05T15:25:41.092" v="4104" actId="123"/>
        <pc:sldMkLst>
          <pc:docMk/>
          <pc:sldMk cId="1342301587" sldId="9803"/>
        </pc:sldMkLst>
        <pc:spChg chg="mod">
          <ac:chgData name="Lý Thanh Ngô" userId="d1fb4545a5d636d2" providerId="LiveId" clId="{E4D9CBFD-E110-4D84-9E16-A07CEF4E01B3}" dt="2025-04-05T15:25:41.092" v="4104" actId="123"/>
          <ac:spMkLst>
            <pc:docMk/>
            <pc:sldMk cId="1342301587" sldId="9803"/>
            <ac:spMk id="2" creationId="{D9FDB8AF-DBC1-FC77-9BEB-926C6D7AF5D6}"/>
          </ac:spMkLst>
        </pc:spChg>
      </pc:sldChg>
      <pc:sldChg chg="del">
        <pc:chgData name="Lý Thanh Ngô" userId="d1fb4545a5d636d2" providerId="LiveId" clId="{E4D9CBFD-E110-4D84-9E16-A07CEF4E01B3}" dt="2025-03-30T06:37:17.055" v="321" actId="47"/>
        <pc:sldMkLst>
          <pc:docMk/>
          <pc:sldMk cId="3407074290" sldId="9804"/>
        </pc:sldMkLst>
      </pc:sldChg>
      <pc:sldChg chg="del">
        <pc:chgData name="Lý Thanh Ngô" userId="d1fb4545a5d636d2" providerId="LiveId" clId="{E4D9CBFD-E110-4D84-9E16-A07CEF4E01B3}" dt="2025-03-30T06:37:17.055" v="321" actId="47"/>
        <pc:sldMkLst>
          <pc:docMk/>
          <pc:sldMk cId="3731749232" sldId="9805"/>
        </pc:sldMkLst>
      </pc:sldChg>
      <pc:sldChg chg="del">
        <pc:chgData name="Lý Thanh Ngô" userId="d1fb4545a5d636d2" providerId="LiveId" clId="{E4D9CBFD-E110-4D84-9E16-A07CEF4E01B3}" dt="2025-03-30T06:37:17.055" v="321" actId="47"/>
        <pc:sldMkLst>
          <pc:docMk/>
          <pc:sldMk cId="2605310120" sldId="9806"/>
        </pc:sldMkLst>
      </pc:sldChg>
      <pc:sldChg chg="modSp mod modNotesTx">
        <pc:chgData name="Lý Thanh Ngô" userId="d1fb4545a5d636d2" providerId="LiveId" clId="{E4D9CBFD-E110-4D84-9E16-A07CEF4E01B3}" dt="2025-04-04T14:55:16.591" v="2803" actId="255"/>
        <pc:sldMkLst>
          <pc:docMk/>
          <pc:sldMk cId="3768715522" sldId="9808"/>
        </pc:sldMkLst>
        <pc:spChg chg="mod">
          <ac:chgData name="Lý Thanh Ngô" userId="d1fb4545a5d636d2" providerId="LiveId" clId="{E4D9CBFD-E110-4D84-9E16-A07CEF4E01B3}" dt="2025-04-04T14:55:16.591" v="2803" actId="255"/>
          <ac:spMkLst>
            <pc:docMk/>
            <pc:sldMk cId="3768715522" sldId="9808"/>
            <ac:spMk id="2" creationId="{A94A499C-A97E-79EF-ED19-E090AEBBEC19}"/>
          </ac:spMkLst>
        </pc:spChg>
      </pc:sldChg>
      <pc:sldChg chg="del">
        <pc:chgData name="Lý Thanh Ngô" userId="d1fb4545a5d636d2" providerId="LiveId" clId="{E4D9CBFD-E110-4D84-9E16-A07CEF4E01B3}" dt="2025-04-04T13:48:01.043" v="1617" actId="47"/>
        <pc:sldMkLst>
          <pc:docMk/>
          <pc:sldMk cId="3329939368" sldId="9809"/>
        </pc:sldMkLst>
      </pc:sldChg>
      <pc:sldChg chg="del">
        <pc:chgData name="Lý Thanh Ngô" userId="d1fb4545a5d636d2" providerId="LiveId" clId="{E4D9CBFD-E110-4D84-9E16-A07CEF4E01B3}" dt="2025-04-03T23:28:08.969" v="1303" actId="47"/>
        <pc:sldMkLst>
          <pc:docMk/>
          <pc:sldMk cId="1592849602" sldId="9813"/>
        </pc:sldMkLst>
      </pc:sldChg>
      <pc:sldChg chg="modSp mod modNotesTx">
        <pc:chgData name="Lý Thanh Ngô" userId="d1fb4545a5d636d2" providerId="LiveId" clId="{E4D9CBFD-E110-4D84-9E16-A07CEF4E01B3}" dt="2025-04-04T15:29:56.702" v="3646" actId="20577"/>
        <pc:sldMkLst>
          <pc:docMk/>
          <pc:sldMk cId="627141964" sldId="9814"/>
        </pc:sldMkLst>
        <pc:spChg chg="mod">
          <ac:chgData name="Lý Thanh Ngô" userId="d1fb4545a5d636d2" providerId="LiveId" clId="{E4D9CBFD-E110-4D84-9E16-A07CEF4E01B3}" dt="2025-04-04T15:29:41.060" v="3590" actId="123"/>
          <ac:spMkLst>
            <pc:docMk/>
            <pc:sldMk cId="627141964" sldId="9814"/>
            <ac:spMk id="2" creationId="{ED4DBA0B-0F80-9FB8-2416-207E64980B46}"/>
          </ac:spMkLst>
        </pc:spChg>
      </pc:sldChg>
      <pc:sldChg chg="del">
        <pc:chgData name="Lý Thanh Ngô" userId="d1fb4545a5d636d2" providerId="LiveId" clId="{E4D9CBFD-E110-4D84-9E16-A07CEF4E01B3}" dt="2025-03-30T06:46:28.729" v="450" actId="47"/>
        <pc:sldMkLst>
          <pc:docMk/>
          <pc:sldMk cId="1691264668" sldId="9815"/>
        </pc:sldMkLst>
      </pc:sldChg>
      <pc:sldChg chg="del">
        <pc:chgData name="Lý Thanh Ngô" userId="d1fb4545a5d636d2" providerId="LiveId" clId="{E4D9CBFD-E110-4D84-9E16-A07CEF4E01B3}" dt="2025-04-04T14:36:34.626" v="2128" actId="47"/>
        <pc:sldMkLst>
          <pc:docMk/>
          <pc:sldMk cId="1432816605" sldId="9816"/>
        </pc:sldMkLst>
      </pc:sldChg>
      <pc:sldChg chg="del">
        <pc:chgData name="Lý Thanh Ngô" userId="d1fb4545a5d636d2" providerId="LiveId" clId="{E4D9CBFD-E110-4D84-9E16-A07CEF4E01B3}" dt="2025-03-30T06:47:45.153" v="566" actId="47"/>
        <pc:sldMkLst>
          <pc:docMk/>
          <pc:sldMk cId="448704284" sldId="9817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2205802082" sldId="9818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1646080519" sldId="9819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1398243246" sldId="9820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4135302213" sldId="9821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148545705" sldId="9822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832378762" sldId="9823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2506181314" sldId="9824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609497434" sldId="9825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1250538440" sldId="9826"/>
        </pc:sldMkLst>
      </pc:sldChg>
      <pc:sldChg chg="modSp mod modNotesTx">
        <pc:chgData name="Lý Thanh Ngô" userId="d1fb4545a5d636d2" providerId="LiveId" clId="{E4D9CBFD-E110-4D84-9E16-A07CEF4E01B3}" dt="2025-04-04T15:20:19.386" v="3450" actId="123"/>
        <pc:sldMkLst>
          <pc:docMk/>
          <pc:sldMk cId="2958806556" sldId="9827"/>
        </pc:sldMkLst>
        <pc:spChg chg="mod">
          <ac:chgData name="Lý Thanh Ngô" userId="d1fb4545a5d636d2" providerId="LiveId" clId="{E4D9CBFD-E110-4D84-9E16-A07CEF4E01B3}" dt="2025-04-04T15:20:19.386" v="3450" actId="123"/>
          <ac:spMkLst>
            <pc:docMk/>
            <pc:sldMk cId="2958806556" sldId="9827"/>
            <ac:spMk id="2" creationId="{D0DB7A7C-C6BF-BBBA-3631-B0614733E958}"/>
          </ac:spMkLst>
        </pc:spChg>
      </pc:sldChg>
      <pc:sldChg chg="del">
        <pc:chgData name="Lý Thanh Ngô" userId="d1fb4545a5d636d2" providerId="LiveId" clId="{E4D9CBFD-E110-4D84-9E16-A07CEF4E01B3}" dt="2025-03-30T06:47:59.406" v="570" actId="47"/>
        <pc:sldMkLst>
          <pc:docMk/>
          <pc:sldMk cId="3958862344" sldId="9828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1647823718" sldId="9829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3449617028" sldId="9830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1592406097" sldId="9831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3410915460" sldId="9832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272661577" sldId="9833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1232266678" sldId="9834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496433219" sldId="9835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331621706" sldId="9836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3840654511" sldId="9837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3105827102" sldId="9838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1302606052" sldId="9839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2880974531" sldId="9840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331976115" sldId="9841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974659310" sldId="9842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3839078036" sldId="9843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848203935" sldId="9844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2393921006" sldId="9845"/>
        </pc:sldMkLst>
      </pc:sldChg>
      <pc:sldChg chg="del">
        <pc:chgData name="Lý Thanh Ngô" userId="d1fb4545a5d636d2" providerId="LiveId" clId="{E4D9CBFD-E110-4D84-9E16-A07CEF4E01B3}" dt="2025-03-30T06:48:27.681" v="592" actId="47"/>
        <pc:sldMkLst>
          <pc:docMk/>
          <pc:sldMk cId="1623123200" sldId="9846"/>
        </pc:sldMkLst>
      </pc:sldChg>
      <pc:sldChg chg="modSp mod modNotesTx">
        <pc:chgData name="Lý Thanh Ngô" userId="d1fb4545a5d636d2" providerId="LiveId" clId="{E4D9CBFD-E110-4D84-9E16-A07CEF4E01B3}" dt="2025-04-04T14:38:55.562" v="2159" actId="255"/>
        <pc:sldMkLst>
          <pc:docMk/>
          <pc:sldMk cId="3438506491" sldId="9847"/>
        </pc:sldMkLst>
      </pc:sldChg>
      <pc:sldChg chg="modSp mod modNotesTx">
        <pc:chgData name="Lý Thanh Ngô" userId="d1fb4545a5d636d2" providerId="LiveId" clId="{E4D9CBFD-E110-4D84-9E16-A07CEF4E01B3}" dt="2025-04-04T14:39:03.281" v="2161" actId="255"/>
        <pc:sldMkLst>
          <pc:docMk/>
          <pc:sldMk cId="3111587494" sldId="9848"/>
        </pc:sldMkLst>
        <pc:spChg chg="mod">
          <ac:chgData name="Lý Thanh Ngô" userId="d1fb4545a5d636d2" providerId="LiveId" clId="{E4D9CBFD-E110-4D84-9E16-A07CEF4E01B3}" dt="2025-04-04T14:39:03.281" v="2161" actId="255"/>
          <ac:spMkLst>
            <pc:docMk/>
            <pc:sldMk cId="3111587494" sldId="9848"/>
            <ac:spMk id="2" creationId="{63F0A5E2-77DC-7B9F-1C02-600C97B0A748}"/>
          </ac:spMkLst>
        </pc:spChg>
      </pc:sldChg>
      <pc:sldChg chg="modSp mod modNotesTx">
        <pc:chgData name="Lý Thanh Ngô" userId="d1fb4545a5d636d2" providerId="LiveId" clId="{E4D9CBFD-E110-4D84-9E16-A07CEF4E01B3}" dt="2025-04-04T14:39:17.247" v="2163" actId="255"/>
        <pc:sldMkLst>
          <pc:docMk/>
          <pc:sldMk cId="3414643596" sldId="9849"/>
        </pc:sldMkLst>
        <pc:spChg chg="mod">
          <ac:chgData name="Lý Thanh Ngô" userId="d1fb4545a5d636d2" providerId="LiveId" clId="{E4D9CBFD-E110-4D84-9E16-A07CEF4E01B3}" dt="2025-04-04T14:39:17.247" v="2163" actId="255"/>
          <ac:spMkLst>
            <pc:docMk/>
            <pc:sldMk cId="3414643596" sldId="9849"/>
            <ac:spMk id="2" creationId="{875313AE-8DE9-EF7A-A539-00E8E5418705}"/>
          </ac:spMkLst>
        </pc:spChg>
      </pc:sldChg>
      <pc:sldChg chg="modSp mod">
        <pc:chgData name="Lý Thanh Ngô" userId="d1fb4545a5d636d2" providerId="LiveId" clId="{E4D9CBFD-E110-4D84-9E16-A07CEF4E01B3}" dt="2025-04-04T14:39:23.735" v="2165" actId="255"/>
        <pc:sldMkLst>
          <pc:docMk/>
          <pc:sldMk cId="3238211235" sldId="9850"/>
        </pc:sldMkLst>
        <pc:spChg chg="mod">
          <ac:chgData name="Lý Thanh Ngô" userId="d1fb4545a5d636d2" providerId="LiveId" clId="{E4D9CBFD-E110-4D84-9E16-A07CEF4E01B3}" dt="2025-04-04T14:39:23.735" v="2165" actId="255"/>
          <ac:spMkLst>
            <pc:docMk/>
            <pc:sldMk cId="3238211235" sldId="9850"/>
            <ac:spMk id="2" creationId="{9EB41746-D780-1DA4-8C37-16E02E72EE06}"/>
          </ac:spMkLst>
        </pc:spChg>
      </pc:sldChg>
      <pc:sldChg chg="del">
        <pc:chgData name="Lý Thanh Ngô" userId="d1fb4545a5d636d2" providerId="LiveId" clId="{E4D9CBFD-E110-4D84-9E16-A07CEF4E01B3}" dt="2025-04-04T14:39:33.933" v="2169" actId="47"/>
        <pc:sldMkLst>
          <pc:docMk/>
          <pc:sldMk cId="1186045386" sldId="9851"/>
        </pc:sldMkLst>
      </pc:sldChg>
      <pc:sldChg chg="del">
        <pc:chgData name="Lý Thanh Ngô" userId="d1fb4545a5d636d2" providerId="LiveId" clId="{E4D9CBFD-E110-4D84-9E16-A07CEF4E01B3}" dt="2025-04-04T14:39:35.520" v="2170" actId="47"/>
        <pc:sldMkLst>
          <pc:docMk/>
          <pc:sldMk cId="887314122" sldId="9852"/>
        </pc:sldMkLst>
      </pc:sldChg>
      <pc:sldChg chg="modSp mod modNotesTx">
        <pc:chgData name="Lý Thanh Ngô" userId="d1fb4545a5d636d2" providerId="LiveId" clId="{E4D9CBFD-E110-4D84-9E16-A07CEF4E01B3}" dt="2025-04-04T14:40:22.207" v="2186" actId="255"/>
        <pc:sldMkLst>
          <pc:docMk/>
          <pc:sldMk cId="2696584302" sldId="9853"/>
        </pc:sldMkLst>
      </pc:sldChg>
      <pc:sldChg chg="del">
        <pc:chgData name="Lý Thanh Ngô" userId="d1fb4545a5d636d2" providerId="LiveId" clId="{E4D9CBFD-E110-4D84-9E16-A07CEF4E01B3}" dt="2025-04-04T14:40:42.164" v="2188" actId="47"/>
        <pc:sldMkLst>
          <pc:docMk/>
          <pc:sldMk cId="3862663970" sldId="9854"/>
        </pc:sldMkLst>
      </pc:sldChg>
      <pc:sldChg chg="del">
        <pc:chgData name="Lý Thanh Ngô" userId="d1fb4545a5d636d2" providerId="LiveId" clId="{E4D9CBFD-E110-4D84-9E16-A07CEF4E01B3}" dt="2025-04-04T14:41:14.598" v="2195" actId="47"/>
        <pc:sldMkLst>
          <pc:docMk/>
          <pc:sldMk cId="3848865846" sldId="9855"/>
        </pc:sldMkLst>
      </pc:sldChg>
      <pc:sldChg chg="del">
        <pc:chgData name="Lý Thanh Ngô" userId="d1fb4545a5d636d2" providerId="LiveId" clId="{E4D9CBFD-E110-4D84-9E16-A07CEF4E01B3}" dt="2025-04-04T14:41:16.132" v="2196" actId="47"/>
        <pc:sldMkLst>
          <pc:docMk/>
          <pc:sldMk cId="1777329158" sldId="9856"/>
        </pc:sldMkLst>
      </pc:sldChg>
      <pc:sldChg chg="modSp mod">
        <pc:chgData name="Lý Thanh Ngô" userId="d1fb4545a5d636d2" providerId="LiveId" clId="{E4D9CBFD-E110-4D84-9E16-A07CEF4E01B3}" dt="2025-04-04T14:46:41.297" v="2635" actId="122"/>
        <pc:sldMkLst>
          <pc:docMk/>
          <pc:sldMk cId="1640538101" sldId="9857"/>
        </pc:sldMkLst>
        <pc:spChg chg="mod">
          <ac:chgData name="Lý Thanh Ngô" userId="d1fb4545a5d636d2" providerId="LiveId" clId="{E4D9CBFD-E110-4D84-9E16-A07CEF4E01B3}" dt="2025-04-04T14:42:38.836" v="2221" actId="20577"/>
          <ac:spMkLst>
            <pc:docMk/>
            <pc:sldMk cId="1640538101" sldId="9857"/>
            <ac:spMk id="4" creationId="{C83C1662-DE3B-485E-D039-6DAF01222417}"/>
          </ac:spMkLst>
        </pc:spChg>
        <pc:spChg chg="mod">
          <ac:chgData name="Lý Thanh Ngô" userId="d1fb4545a5d636d2" providerId="LiveId" clId="{E4D9CBFD-E110-4D84-9E16-A07CEF4E01B3}" dt="2025-04-04T14:46:41.297" v="2635" actId="122"/>
          <ac:spMkLst>
            <pc:docMk/>
            <pc:sldMk cId="1640538101" sldId="9857"/>
            <ac:spMk id="5" creationId="{885A7151-12D0-D5E7-4150-116F20C67271}"/>
          </ac:spMkLst>
        </pc:spChg>
        <pc:spChg chg="mod">
          <ac:chgData name="Lý Thanh Ngô" userId="d1fb4545a5d636d2" providerId="LiveId" clId="{E4D9CBFD-E110-4D84-9E16-A07CEF4E01B3}" dt="2025-04-04T14:44:55.863" v="2509" actId="1076"/>
          <ac:spMkLst>
            <pc:docMk/>
            <pc:sldMk cId="1640538101" sldId="9857"/>
            <ac:spMk id="7" creationId="{27682D36-7139-D43C-8AC6-2259120A3B6A}"/>
          </ac:spMkLst>
        </pc:spChg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130758898" sldId="9858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826091572" sldId="9859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3848815841" sldId="9860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3207059514" sldId="9861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416133720" sldId="9862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2711831379" sldId="9863"/>
        </pc:sldMkLst>
      </pc:sldChg>
      <pc:sldChg chg="modSp mod">
        <pc:chgData name="Lý Thanh Ngô" userId="d1fb4545a5d636d2" providerId="LiveId" clId="{E4D9CBFD-E110-4D84-9E16-A07CEF4E01B3}" dt="2025-04-05T15:25:18.021" v="4103" actId="115"/>
        <pc:sldMkLst>
          <pc:docMk/>
          <pc:sldMk cId="2722460507" sldId="9864"/>
        </pc:sldMkLst>
        <pc:spChg chg="mod">
          <ac:chgData name="Lý Thanh Ngô" userId="d1fb4545a5d636d2" providerId="LiveId" clId="{E4D9CBFD-E110-4D84-9E16-A07CEF4E01B3}" dt="2025-04-04T15:07:12.736" v="3150" actId="20577"/>
          <ac:spMkLst>
            <pc:docMk/>
            <pc:sldMk cId="2722460507" sldId="9864"/>
            <ac:spMk id="2" creationId="{C5AC7524-1DCF-5012-325A-112DC29DE05E}"/>
          </ac:spMkLst>
        </pc:spChg>
        <pc:spChg chg="mod">
          <ac:chgData name="Lý Thanh Ngô" userId="d1fb4545a5d636d2" providerId="LiveId" clId="{E4D9CBFD-E110-4D84-9E16-A07CEF4E01B3}" dt="2025-04-05T15:25:18.021" v="4103" actId="115"/>
          <ac:spMkLst>
            <pc:docMk/>
            <pc:sldMk cId="2722460507" sldId="9864"/>
            <ac:spMk id="4" creationId="{9B130C5D-607E-1CBB-D591-F748074BB843}"/>
          </ac:spMkLst>
        </pc:spChg>
      </pc:sldChg>
      <pc:sldChg chg="modSp mod">
        <pc:chgData name="Lý Thanh Ngô" userId="d1fb4545a5d636d2" providerId="LiveId" clId="{E4D9CBFD-E110-4D84-9E16-A07CEF4E01B3}" dt="2025-04-05T14:22:55.901" v="3698" actId="122"/>
        <pc:sldMkLst>
          <pc:docMk/>
          <pc:sldMk cId="2160185228" sldId="9889"/>
        </pc:sldMkLst>
        <pc:spChg chg="mod">
          <ac:chgData name="Lý Thanh Ngô" userId="d1fb4545a5d636d2" providerId="LiveId" clId="{E4D9CBFD-E110-4D84-9E16-A07CEF4E01B3}" dt="2025-04-05T14:22:55.901" v="3698" actId="122"/>
          <ac:spMkLst>
            <pc:docMk/>
            <pc:sldMk cId="2160185228" sldId="9889"/>
            <ac:spMk id="46082" creationId="{7F10E4E4-09C3-1CB5-C4A2-CFBEECAD9E94}"/>
          </ac:spMkLst>
        </pc:spChg>
      </pc:sldChg>
      <pc:sldChg chg="modSp mod">
        <pc:chgData name="Lý Thanh Ngô" userId="d1fb4545a5d636d2" providerId="LiveId" clId="{E4D9CBFD-E110-4D84-9E16-A07CEF4E01B3}" dt="2025-04-05T14:24:58.879" v="3721" actId="27636"/>
        <pc:sldMkLst>
          <pc:docMk/>
          <pc:sldMk cId="3359446926" sldId="9892"/>
        </pc:sldMkLst>
        <pc:spChg chg="mod">
          <ac:chgData name="Lý Thanh Ngô" userId="d1fb4545a5d636d2" providerId="LiveId" clId="{E4D9CBFD-E110-4D84-9E16-A07CEF4E01B3}" dt="2025-04-05T14:24:58.879" v="3721" actId="27636"/>
          <ac:spMkLst>
            <pc:docMk/>
            <pc:sldMk cId="3359446926" sldId="9892"/>
            <ac:spMk id="46082" creationId="{3893F0D4-65DD-5D42-B970-F583E8012BD1}"/>
          </ac:spMkLst>
        </pc:spChg>
      </pc:sldChg>
      <pc:sldChg chg="modSp mod">
        <pc:chgData name="Lý Thanh Ngô" userId="d1fb4545a5d636d2" providerId="LiveId" clId="{E4D9CBFD-E110-4D84-9E16-A07CEF4E01B3}" dt="2025-04-05T14:32:58.614" v="3833" actId="403"/>
        <pc:sldMkLst>
          <pc:docMk/>
          <pc:sldMk cId="3719311503" sldId="9893"/>
        </pc:sldMkLst>
        <pc:spChg chg="mod">
          <ac:chgData name="Lý Thanh Ngô" userId="d1fb4545a5d636d2" providerId="LiveId" clId="{E4D9CBFD-E110-4D84-9E16-A07CEF4E01B3}" dt="2025-04-05T14:32:58.614" v="3833" actId="403"/>
          <ac:spMkLst>
            <pc:docMk/>
            <pc:sldMk cId="3719311503" sldId="9893"/>
            <ac:spMk id="87042" creationId="{9D6177F0-5E6C-608E-3A88-D9044B9315F4}"/>
          </ac:spMkLst>
        </pc:spChg>
      </pc:sldChg>
      <pc:sldChg chg="modSp del mod">
        <pc:chgData name="Lý Thanh Ngô" userId="d1fb4545a5d636d2" providerId="LiveId" clId="{E4D9CBFD-E110-4D84-9E16-A07CEF4E01B3}" dt="2025-04-05T14:26:25.452" v="3735" actId="47"/>
        <pc:sldMkLst>
          <pc:docMk/>
          <pc:sldMk cId="316058304" sldId="9894"/>
        </pc:sldMkLst>
      </pc:sldChg>
      <pc:sldChg chg="modSp mod">
        <pc:chgData name="Lý Thanh Ngô" userId="d1fb4545a5d636d2" providerId="LiveId" clId="{E4D9CBFD-E110-4D84-9E16-A07CEF4E01B3}" dt="2025-04-05T14:33:12.952" v="3837" actId="255"/>
        <pc:sldMkLst>
          <pc:docMk/>
          <pc:sldMk cId="1521856680" sldId="9895"/>
        </pc:sldMkLst>
        <pc:spChg chg="mod">
          <ac:chgData name="Lý Thanh Ngô" userId="d1fb4545a5d636d2" providerId="LiveId" clId="{E4D9CBFD-E110-4D84-9E16-A07CEF4E01B3}" dt="2025-04-05T14:33:12.952" v="3837" actId="255"/>
          <ac:spMkLst>
            <pc:docMk/>
            <pc:sldMk cId="1521856680" sldId="9895"/>
            <ac:spMk id="87042" creationId="{5E4C3294-384A-CFC9-ED45-0243B0AA62AF}"/>
          </ac:spMkLst>
        </pc:spChg>
      </pc:sldChg>
      <pc:sldChg chg="modSp del mod">
        <pc:chgData name="Lý Thanh Ngô" userId="d1fb4545a5d636d2" providerId="LiveId" clId="{E4D9CBFD-E110-4D84-9E16-A07CEF4E01B3}" dt="2025-04-05T14:28:15.727" v="3790" actId="47"/>
        <pc:sldMkLst>
          <pc:docMk/>
          <pc:sldMk cId="367318003" sldId="9896"/>
        </pc:sldMkLst>
      </pc:sldChg>
      <pc:sldChg chg="modSp mod">
        <pc:chgData name="Lý Thanh Ngô" userId="d1fb4545a5d636d2" providerId="LiveId" clId="{E4D9CBFD-E110-4D84-9E16-A07CEF4E01B3}" dt="2025-04-05T14:33:40.051" v="3840" actId="255"/>
        <pc:sldMkLst>
          <pc:docMk/>
          <pc:sldMk cId="121284145" sldId="9897"/>
        </pc:sldMkLst>
        <pc:spChg chg="mod">
          <ac:chgData name="Lý Thanh Ngô" userId="d1fb4545a5d636d2" providerId="LiveId" clId="{E4D9CBFD-E110-4D84-9E16-A07CEF4E01B3}" dt="2025-04-05T14:33:40.051" v="3840" actId="255"/>
          <ac:spMkLst>
            <pc:docMk/>
            <pc:sldMk cId="121284145" sldId="9897"/>
            <ac:spMk id="87042" creationId="{EF956515-5E3A-1C60-EEC1-B8BC2F8729E5}"/>
          </ac:spMkLst>
        </pc:spChg>
      </pc:sldChg>
      <pc:sldChg chg="modSp mod">
        <pc:chgData name="Lý Thanh Ngô" userId="d1fb4545a5d636d2" providerId="LiveId" clId="{E4D9CBFD-E110-4D84-9E16-A07CEF4E01B3}" dt="2025-04-05T14:35:28.241" v="3842" actId="207"/>
        <pc:sldMkLst>
          <pc:docMk/>
          <pc:sldMk cId="2539266509" sldId="9899"/>
        </pc:sldMkLst>
        <pc:spChg chg="mod">
          <ac:chgData name="Lý Thanh Ngô" userId="d1fb4545a5d636d2" providerId="LiveId" clId="{E4D9CBFD-E110-4D84-9E16-A07CEF4E01B3}" dt="2025-04-05T14:35:28.241" v="3842" actId="207"/>
          <ac:spMkLst>
            <pc:docMk/>
            <pc:sldMk cId="2539266509" sldId="9899"/>
            <ac:spMk id="87042" creationId="{2B2286D7-605B-DB63-0781-00C69EDA5C3E}"/>
          </ac:spMkLst>
        </pc:spChg>
      </pc:sldChg>
      <pc:sldChg chg="del">
        <pc:chgData name="Lý Thanh Ngô" userId="d1fb4545a5d636d2" providerId="LiveId" clId="{E4D9CBFD-E110-4D84-9E16-A07CEF4E01B3}" dt="2025-04-05T14:36:55.241" v="3843" actId="2696"/>
        <pc:sldMkLst>
          <pc:docMk/>
          <pc:sldMk cId="1290835927" sldId="9903"/>
        </pc:sldMkLst>
      </pc:sldChg>
      <pc:sldChg chg="modSp mod">
        <pc:chgData name="Lý Thanh Ngô" userId="d1fb4545a5d636d2" providerId="LiveId" clId="{E4D9CBFD-E110-4D84-9E16-A07CEF4E01B3}" dt="2025-04-05T14:37:18.551" v="3858" actId="6549"/>
        <pc:sldMkLst>
          <pc:docMk/>
          <pc:sldMk cId="4150645961" sldId="9904"/>
        </pc:sldMkLst>
        <pc:spChg chg="mod">
          <ac:chgData name="Lý Thanh Ngô" userId="d1fb4545a5d636d2" providerId="LiveId" clId="{E4D9CBFD-E110-4D84-9E16-A07CEF4E01B3}" dt="2025-04-05T14:37:18.551" v="3858" actId="6549"/>
          <ac:spMkLst>
            <pc:docMk/>
            <pc:sldMk cId="4150645961" sldId="9904"/>
            <ac:spMk id="46082" creationId="{236B643C-42FE-0444-4FEE-828177A8F322}"/>
          </ac:spMkLst>
        </pc:spChg>
      </pc:sldChg>
      <pc:sldChg chg="modSp mod">
        <pc:chgData name="Lý Thanh Ngô" userId="d1fb4545a5d636d2" providerId="LiveId" clId="{E4D9CBFD-E110-4D84-9E16-A07CEF4E01B3}" dt="2025-04-05T14:39:52.599" v="3863" actId="255"/>
        <pc:sldMkLst>
          <pc:docMk/>
          <pc:sldMk cId="574032678" sldId="9918"/>
        </pc:sldMkLst>
        <pc:spChg chg="mod">
          <ac:chgData name="Lý Thanh Ngô" userId="d1fb4545a5d636d2" providerId="LiveId" clId="{E4D9CBFD-E110-4D84-9E16-A07CEF4E01B3}" dt="2025-04-05T14:39:52.599" v="3863" actId="255"/>
          <ac:spMkLst>
            <pc:docMk/>
            <pc:sldMk cId="574032678" sldId="9918"/>
            <ac:spMk id="46082" creationId="{61F1A4DB-79ED-8B9A-714E-8288BF017CD5}"/>
          </ac:spMkLst>
        </pc:spChg>
      </pc:sldChg>
      <pc:sldChg chg="modSp mod">
        <pc:chgData name="Lý Thanh Ngô" userId="d1fb4545a5d636d2" providerId="LiveId" clId="{E4D9CBFD-E110-4D84-9E16-A07CEF4E01B3}" dt="2025-04-05T14:51:27.754" v="3865" actId="123"/>
        <pc:sldMkLst>
          <pc:docMk/>
          <pc:sldMk cId="2840395799" sldId="9936"/>
        </pc:sldMkLst>
        <pc:spChg chg="mod">
          <ac:chgData name="Lý Thanh Ngô" userId="d1fb4545a5d636d2" providerId="LiveId" clId="{E4D9CBFD-E110-4D84-9E16-A07CEF4E01B3}" dt="2025-04-05T14:51:27.754" v="3865" actId="123"/>
          <ac:spMkLst>
            <pc:docMk/>
            <pc:sldMk cId="2840395799" sldId="9936"/>
            <ac:spMk id="66562" creationId="{21102977-3B5A-1558-31A1-C4E1BFDE937F}"/>
          </ac:spMkLst>
        </pc:spChg>
      </pc:sldChg>
      <pc:sldChg chg="del">
        <pc:chgData name="Lý Thanh Ngô" userId="d1fb4545a5d636d2" providerId="LiveId" clId="{E4D9CBFD-E110-4D84-9E16-A07CEF4E01B3}" dt="2025-04-05T14:57:44.231" v="3914" actId="47"/>
        <pc:sldMkLst>
          <pc:docMk/>
          <pc:sldMk cId="1696849316" sldId="9937"/>
        </pc:sldMkLst>
      </pc:sldChg>
      <pc:sldChg chg="add">
        <pc:chgData name="Lý Thanh Ngô" userId="d1fb4545a5d636d2" providerId="LiveId" clId="{E4D9CBFD-E110-4D84-9E16-A07CEF4E01B3}" dt="2025-03-30T06:24:12.228" v="0" actId="2890"/>
        <pc:sldMkLst>
          <pc:docMk/>
          <pc:sldMk cId="3153557228" sldId="9938"/>
        </pc:sldMkLst>
      </pc:sldChg>
      <pc:sldChg chg="modSp add mod modNotesTx">
        <pc:chgData name="Lý Thanh Ngô" userId="d1fb4545a5d636d2" providerId="LiveId" clId="{E4D9CBFD-E110-4D84-9E16-A07CEF4E01B3}" dt="2025-04-04T14:55:42.549" v="2808" actId="20577"/>
        <pc:sldMkLst>
          <pc:docMk/>
          <pc:sldMk cId="813544249" sldId="9939"/>
        </pc:sldMkLst>
        <pc:spChg chg="mod">
          <ac:chgData name="Lý Thanh Ngô" userId="d1fb4545a5d636d2" providerId="LiveId" clId="{E4D9CBFD-E110-4D84-9E16-A07CEF4E01B3}" dt="2025-04-04T14:55:32.984" v="2806" actId="255"/>
          <ac:spMkLst>
            <pc:docMk/>
            <pc:sldMk cId="813544249" sldId="9939"/>
            <ac:spMk id="2" creationId="{0FDF8E87-4413-7DB9-20AC-EF6EA30AFFF6}"/>
          </ac:spMkLst>
        </pc:spChg>
      </pc:sldChg>
      <pc:sldChg chg="modSp add mod modNotesTx">
        <pc:chgData name="Lý Thanh Ngô" userId="d1fb4545a5d636d2" providerId="LiveId" clId="{E4D9CBFD-E110-4D84-9E16-A07CEF4E01B3}" dt="2025-04-04T14:57:25.293" v="2825" actId="255"/>
        <pc:sldMkLst>
          <pc:docMk/>
          <pc:sldMk cId="268761183" sldId="9940"/>
        </pc:sldMkLst>
        <pc:spChg chg="mod">
          <ac:chgData name="Lý Thanh Ngô" userId="d1fb4545a5d636d2" providerId="LiveId" clId="{E4D9CBFD-E110-4D84-9E16-A07CEF4E01B3}" dt="2025-04-04T14:57:25.293" v="2825" actId="255"/>
          <ac:spMkLst>
            <pc:docMk/>
            <pc:sldMk cId="268761183" sldId="9940"/>
            <ac:spMk id="2" creationId="{D74C8315-A309-A147-0C1E-6D1C1ABAA66F}"/>
          </ac:spMkLst>
        </pc:spChg>
      </pc:sldChg>
      <pc:sldChg chg="modSp add mod ord">
        <pc:chgData name="Lý Thanh Ngô" userId="d1fb4545a5d636d2" providerId="LiveId" clId="{E4D9CBFD-E110-4D84-9E16-A07CEF4E01B3}" dt="2025-04-04T14:45:07.970" v="2514" actId="20577"/>
        <pc:sldMkLst>
          <pc:docMk/>
          <pc:sldMk cId="990936998" sldId="9941"/>
        </pc:sldMkLst>
        <pc:spChg chg="mod">
          <ac:chgData name="Lý Thanh Ngô" userId="d1fb4545a5d636d2" providerId="LiveId" clId="{E4D9CBFD-E110-4D84-9E16-A07CEF4E01B3}" dt="2025-04-04T14:45:07.970" v="2514" actId="20577"/>
          <ac:spMkLst>
            <pc:docMk/>
            <pc:sldMk cId="990936998" sldId="9941"/>
            <ac:spMk id="2" creationId="{F7C3BBC3-CF78-1F09-8F73-5276A745A17C}"/>
          </ac:spMkLst>
        </pc:spChg>
      </pc:sldChg>
      <pc:sldChg chg="addSp delSp modSp add del mod setBg addAnim delDesignElem">
        <pc:chgData name="Lý Thanh Ngô" userId="d1fb4545a5d636d2" providerId="LiveId" clId="{E4D9CBFD-E110-4D84-9E16-A07CEF4E01B3}" dt="2025-03-30T06:45:31.535" v="372" actId="47"/>
        <pc:sldMkLst>
          <pc:docMk/>
          <pc:sldMk cId="3030894678" sldId="9941"/>
        </pc:sldMkLst>
      </pc:sldChg>
      <pc:sldChg chg="modSp add mod ord">
        <pc:chgData name="Lý Thanh Ngô" userId="d1fb4545a5d636d2" providerId="LiveId" clId="{E4D9CBFD-E110-4D84-9E16-A07CEF4E01B3}" dt="2025-04-04T14:53:48.328" v="2776" actId="27636"/>
        <pc:sldMkLst>
          <pc:docMk/>
          <pc:sldMk cId="2810394137" sldId="9942"/>
        </pc:sldMkLst>
        <pc:spChg chg="mod">
          <ac:chgData name="Lý Thanh Ngô" userId="d1fb4545a5d636d2" providerId="LiveId" clId="{E4D9CBFD-E110-4D84-9E16-A07CEF4E01B3}" dt="2025-04-04T14:53:48.328" v="2776" actId="27636"/>
          <ac:spMkLst>
            <pc:docMk/>
            <pc:sldMk cId="2810394137" sldId="9942"/>
            <ac:spMk id="2" creationId="{312F32DC-9B83-B46C-8BF4-6344E3FAAC74}"/>
          </ac:spMkLst>
        </pc:spChg>
      </pc:sldChg>
      <pc:sldChg chg="modSp add mod ord">
        <pc:chgData name="Lý Thanh Ngô" userId="d1fb4545a5d636d2" providerId="LiveId" clId="{E4D9CBFD-E110-4D84-9E16-A07CEF4E01B3}" dt="2025-04-04T15:12:15.111" v="3231" actId="27636"/>
        <pc:sldMkLst>
          <pc:docMk/>
          <pc:sldMk cId="378811415" sldId="9943"/>
        </pc:sldMkLst>
        <pc:spChg chg="mod">
          <ac:chgData name="Lý Thanh Ngô" userId="d1fb4545a5d636d2" providerId="LiveId" clId="{E4D9CBFD-E110-4D84-9E16-A07CEF4E01B3}" dt="2025-04-04T15:12:15.111" v="3231" actId="27636"/>
          <ac:spMkLst>
            <pc:docMk/>
            <pc:sldMk cId="378811415" sldId="9943"/>
            <ac:spMk id="2" creationId="{DC1B0499-28FB-DE88-7ED6-4994F19B6B34}"/>
          </ac:spMkLst>
        </pc:spChg>
      </pc:sldChg>
      <pc:sldChg chg="modSp add mod ord">
        <pc:chgData name="Lý Thanh Ngô" userId="d1fb4545a5d636d2" providerId="LiveId" clId="{E4D9CBFD-E110-4D84-9E16-A07CEF4E01B3}" dt="2025-04-04T15:23:06.636" v="3535" actId="20577"/>
        <pc:sldMkLst>
          <pc:docMk/>
          <pc:sldMk cId="3779287100" sldId="9944"/>
        </pc:sldMkLst>
        <pc:spChg chg="mod">
          <ac:chgData name="Lý Thanh Ngô" userId="d1fb4545a5d636d2" providerId="LiveId" clId="{E4D9CBFD-E110-4D84-9E16-A07CEF4E01B3}" dt="2025-04-04T15:23:06.636" v="3535" actId="20577"/>
          <ac:spMkLst>
            <pc:docMk/>
            <pc:sldMk cId="3779287100" sldId="9944"/>
            <ac:spMk id="2" creationId="{2084C655-90FD-8D43-D091-30E94757F522}"/>
          </ac:spMkLst>
        </pc:spChg>
      </pc:sldChg>
      <pc:sldChg chg="addSp delSp modSp add mod setBg">
        <pc:chgData name="Lý Thanh Ngô" userId="d1fb4545a5d636d2" providerId="LiveId" clId="{E4D9CBFD-E110-4D84-9E16-A07CEF4E01B3}" dt="2025-04-05T15:27:27.079" v="4121"/>
        <pc:sldMkLst>
          <pc:docMk/>
          <pc:sldMk cId="2454869540" sldId="9945"/>
        </pc:sldMkLst>
        <pc:spChg chg="add mod">
          <ac:chgData name="Lý Thanh Ngô" userId="d1fb4545a5d636d2" providerId="LiveId" clId="{E4D9CBFD-E110-4D84-9E16-A07CEF4E01B3}" dt="2025-04-04T13:37:21.096" v="1313" actId="2711"/>
          <ac:spMkLst>
            <pc:docMk/>
            <pc:sldMk cId="2454869540" sldId="9945"/>
            <ac:spMk id="13" creationId="{71869B43-3F2C-19D6-D0DA-39ABE8B36ADE}"/>
          </ac:spMkLst>
        </pc:spChg>
        <pc:spChg chg="add mod">
          <ac:chgData name="Lý Thanh Ngô" userId="d1fb4545a5d636d2" providerId="LiveId" clId="{E4D9CBFD-E110-4D84-9E16-A07CEF4E01B3}" dt="2025-04-04T13:40:35.204" v="1446" actId="2085"/>
          <ac:spMkLst>
            <pc:docMk/>
            <pc:sldMk cId="2454869540" sldId="9945"/>
            <ac:spMk id="14" creationId="{508DD08E-8C99-DFA9-6A8B-8A4ACC50DF72}"/>
          </ac:spMkLst>
        </pc:spChg>
        <pc:spChg chg="add mod">
          <ac:chgData name="Lý Thanh Ngô" userId="d1fb4545a5d636d2" providerId="LiveId" clId="{E4D9CBFD-E110-4D84-9E16-A07CEF4E01B3}" dt="2025-04-05T15:27:27.079" v="4121"/>
          <ac:spMkLst>
            <pc:docMk/>
            <pc:sldMk cId="2454869540" sldId="9945"/>
            <ac:spMk id="15" creationId="{C6A41391-A817-7ACA-7186-E5CB90A28449}"/>
          </ac:spMkLst>
        </pc:spChg>
        <pc:picChg chg="add mod ord">
          <ac:chgData name="Lý Thanh Ngô" userId="d1fb4545a5d636d2" providerId="LiveId" clId="{E4D9CBFD-E110-4D84-9E16-A07CEF4E01B3}" dt="2025-04-03T23:05:04.910" v="1018" actId="26606"/>
          <ac:picMkLst>
            <pc:docMk/>
            <pc:sldMk cId="2454869540" sldId="9945"/>
            <ac:picMk id="12" creationId="{DC7CB448-D008-3FF2-DF07-3502D8D92D3B}"/>
          </ac:picMkLst>
        </pc:picChg>
      </pc:sldChg>
      <pc:sldChg chg="addSp delSp add del setBg delDesignElem">
        <pc:chgData name="Lý Thanh Ngô" userId="d1fb4545a5d636d2" providerId="LiveId" clId="{E4D9CBFD-E110-4D84-9E16-A07CEF4E01B3}" dt="2025-04-03T23:13:18.578" v="1154"/>
        <pc:sldMkLst>
          <pc:docMk/>
          <pc:sldMk cId="1533085762" sldId="9946"/>
        </pc:sldMkLst>
      </pc:sldChg>
      <pc:sldChg chg="addSp delSp modSp add del mod ord">
        <pc:chgData name="Lý Thanh Ngô" userId="d1fb4545a5d636d2" providerId="LiveId" clId="{E4D9CBFD-E110-4D84-9E16-A07CEF4E01B3}" dt="2025-04-04T13:41:58.213" v="1453" actId="47"/>
        <pc:sldMkLst>
          <pc:docMk/>
          <pc:sldMk cId="3701650730" sldId="9946"/>
        </pc:sldMkLst>
      </pc:sldChg>
      <pc:sldChg chg="add del">
        <pc:chgData name="Lý Thanh Ngô" userId="d1fb4545a5d636d2" providerId="LiveId" clId="{E4D9CBFD-E110-4D84-9E16-A07CEF4E01B3}" dt="2025-04-03T23:16:04.067" v="1205" actId="2890"/>
        <pc:sldMkLst>
          <pc:docMk/>
          <pc:sldMk cId="290238042" sldId="9947"/>
        </pc:sldMkLst>
      </pc:sldChg>
      <pc:sldChg chg="addSp delSp modSp add mod modTransition setBg addAnim delAnim modAnim setClrOvrMap">
        <pc:chgData name="Lý Thanh Ngô" userId="d1fb4545a5d636d2" providerId="LiveId" clId="{E4D9CBFD-E110-4D84-9E16-A07CEF4E01B3}" dt="2025-04-04T14:49:31.423" v="2680"/>
        <pc:sldMkLst>
          <pc:docMk/>
          <pc:sldMk cId="3944630175" sldId="9947"/>
        </pc:sldMkLst>
      </pc:sldChg>
      <pc:sldChg chg="addSp delSp add del setBg delDesignElem">
        <pc:chgData name="Lý Thanh Ngô" userId="d1fb4545a5d636d2" providerId="LiveId" clId="{E4D9CBFD-E110-4D84-9E16-A07CEF4E01B3}" dt="2025-04-03T23:28:21.068" v="1308"/>
        <pc:sldMkLst>
          <pc:docMk/>
          <pc:sldMk cId="391373228" sldId="9948"/>
        </pc:sldMkLst>
      </pc:sldChg>
      <pc:sldChg chg="add del ord">
        <pc:chgData name="Lý Thanh Ngô" userId="d1fb4545a5d636d2" providerId="LiveId" clId="{E4D9CBFD-E110-4D84-9E16-A07CEF4E01B3}" dt="2025-04-04T15:21:34.119" v="3459" actId="47"/>
        <pc:sldMkLst>
          <pc:docMk/>
          <pc:sldMk cId="2125520960" sldId="9948"/>
        </pc:sldMkLst>
      </pc:sldChg>
      <pc:sldChg chg="addSp delSp modSp add mod ord modTransition">
        <pc:chgData name="Lý Thanh Ngô" userId="d1fb4545a5d636d2" providerId="LiveId" clId="{E4D9CBFD-E110-4D84-9E16-A07CEF4E01B3}" dt="2025-04-04T15:40:47.317" v="3687"/>
        <pc:sldMkLst>
          <pc:docMk/>
          <pc:sldMk cId="3262154031" sldId="9949"/>
        </pc:sldMkLst>
      </pc:sldChg>
      <pc:sldChg chg="addSp delSp modSp add mod ord modTransition setBg delAnim modAnim delDesignElem">
        <pc:chgData name="Lý Thanh Ngô" userId="d1fb4545a5d636d2" providerId="LiveId" clId="{E4D9CBFD-E110-4D84-9E16-A07CEF4E01B3}" dt="2025-04-04T15:41:48.147" v="3688"/>
        <pc:sldMkLst>
          <pc:docMk/>
          <pc:sldMk cId="721610287" sldId="9950"/>
        </pc:sldMkLst>
      </pc:sldChg>
      <pc:sldChg chg="modSp add mod ord modTransition modAnim">
        <pc:chgData name="Lý Thanh Ngô" userId="d1fb4545a5d636d2" providerId="LiveId" clId="{E4D9CBFD-E110-4D84-9E16-A07CEF4E01B3}" dt="2025-04-05T15:27:48.763" v="4124" actId="1036"/>
        <pc:sldMkLst>
          <pc:docMk/>
          <pc:sldMk cId="4124360639" sldId="9951"/>
        </pc:sldMkLst>
      </pc:sldChg>
      <pc:sldChg chg="add del ord">
        <pc:chgData name="Lý Thanh Ngô" userId="d1fb4545a5d636d2" providerId="LiveId" clId="{E4D9CBFD-E110-4D84-9E16-A07CEF4E01B3}" dt="2025-04-04T14:20:22.693" v="1834" actId="47"/>
        <pc:sldMkLst>
          <pc:docMk/>
          <pc:sldMk cId="4203696164" sldId="9951"/>
        </pc:sldMkLst>
      </pc:sldChg>
      <pc:sldChg chg="add ord">
        <pc:chgData name="Lý Thanh Ngô" userId="d1fb4545a5d636d2" providerId="LiveId" clId="{E4D9CBFD-E110-4D84-9E16-A07CEF4E01B3}" dt="2025-04-04T14:39:31.490" v="2168"/>
        <pc:sldMkLst>
          <pc:docMk/>
          <pc:sldMk cId="624180952" sldId="9952"/>
        </pc:sldMkLst>
      </pc:sldChg>
      <pc:sldChg chg="modSp add mod">
        <pc:chgData name="Lý Thanh Ngô" userId="d1fb4545a5d636d2" providerId="LiveId" clId="{E4D9CBFD-E110-4D84-9E16-A07CEF4E01B3}" dt="2025-04-04T14:40:59.660" v="2191" actId="255"/>
        <pc:sldMkLst>
          <pc:docMk/>
          <pc:sldMk cId="185798073" sldId="9953"/>
        </pc:sldMkLst>
      </pc:sldChg>
      <pc:sldChg chg="add ord">
        <pc:chgData name="Lý Thanh Ngô" userId="d1fb4545a5d636d2" providerId="LiveId" clId="{E4D9CBFD-E110-4D84-9E16-A07CEF4E01B3}" dt="2025-04-04T14:41:12.810" v="2194"/>
        <pc:sldMkLst>
          <pc:docMk/>
          <pc:sldMk cId="1054668953" sldId="9954"/>
        </pc:sldMkLst>
      </pc:sldChg>
      <pc:sldChg chg="add">
        <pc:chgData name="Lý Thanh Ngô" userId="d1fb4545a5d636d2" providerId="LiveId" clId="{E4D9CBFD-E110-4D84-9E16-A07CEF4E01B3}" dt="2025-04-04T14:57:04.084" v="2821" actId="2890"/>
        <pc:sldMkLst>
          <pc:docMk/>
          <pc:sldMk cId="516085141" sldId="9955"/>
        </pc:sldMkLst>
      </pc:sldChg>
      <pc:sldChg chg="modSp add mod ord">
        <pc:chgData name="Lý Thanh Ngô" userId="d1fb4545a5d636d2" providerId="LiveId" clId="{E4D9CBFD-E110-4D84-9E16-A07CEF4E01B3}" dt="2025-04-04T14:58:14.286" v="2833"/>
        <pc:sldMkLst>
          <pc:docMk/>
          <pc:sldMk cId="1431207373" sldId="9956"/>
        </pc:sldMkLst>
      </pc:sldChg>
      <pc:sldChg chg="modSp add mod ord replId">
        <pc:chgData name="Lý Thanh Ngô" userId="d1fb4545a5d636d2" providerId="LiveId" clId="{E4D9CBFD-E110-4D84-9E16-A07CEF4E01B3}" dt="2025-04-04T14:58:28.455" v="2837" actId="20577"/>
        <pc:sldMkLst>
          <pc:docMk/>
          <pc:sldMk cId="3987162015" sldId="9957"/>
        </pc:sldMkLst>
      </pc:sldChg>
      <pc:sldChg chg="add ord">
        <pc:chgData name="Lý Thanh Ngô" userId="d1fb4545a5d636d2" providerId="LiveId" clId="{E4D9CBFD-E110-4D84-9E16-A07CEF4E01B3}" dt="2025-04-04T14:58:40.539" v="2840"/>
        <pc:sldMkLst>
          <pc:docMk/>
          <pc:sldMk cId="2282112537" sldId="9958"/>
        </pc:sldMkLst>
      </pc:sldChg>
      <pc:sldChg chg="add ord replId">
        <pc:chgData name="Lý Thanh Ngô" userId="d1fb4545a5d636d2" providerId="LiveId" clId="{E4D9CBFD-E110-4D84-9E16-A07CEF4E01B3}" dt="2025-04-04T14:58:40.539" v="2840"/>
        <pc:sldMkLst>
          <pc:docMk/>
          <pc:sldMk cId="165752441" sldId="9959"/>
        </pc:sldMkLst>
      </pc:sldChg>
      <pc:sldChg chg="add del">
        <pc:chgData name="Lý Thanh Ngô" userId="d1fb4545a5d636d2" providerId="LiveId" clId="{E4D9CBFD-E110-4D84-9E16-A07CEF4E01B3}" dt="2025-04-04T15:05:03.382" v="3119" actId="47"/>
        <pc:sldMkLst>
          <pc:docMk/>
          <pc:sldMk cId="1705467564" sldId="9960"/>
        </pc:sldMkLst>
      </pc:sldChg>
      <pc:sldChg chg="delSp modSp add mod">
        <pc:chgData name="Lý Thanh Ngô" userId="d1fb4545a5d636d2" providerId="LiveId" clId="{E4D9CBFD-E110-4D84-9E16-A07CEF4E01B3}" dt="2025-04-04T15:07:08.452" v="3149" actId="20577"/>
        <pc:sldMkLst>
          <pc:docMk/>
          <pc:sldMk cId="3408874133" sldId="9960"/>
        </pc:sldMkLst>
      </pc:sldChg>
      <pc:sldChg chg="modSp add mod">
        <pc:chgData name="Lý Thanh Ngô" userId="d1fb4545a5d636d2" providerId="LiveId" clId="{E4D9CBFD-E110-4D84-9E16-A07CEF4E01B3}" dt="2025-04-04T15:08:18.563" v="3158" actId="255"/>
        <pc:sldMkLst>
          <pc:docMk/>
          <pc:sldMk cId="1306729375" sldId="9961"/>
        </pc:sldMkLst>
        <pc:spChg chg="mod">
          <ac:chgData name="Lý Thanh Ngô" userId="d1fb4545a5d636d2" providerId="LiveId" clId="{E4D9CBFD-E110-4D84-9E16-A07CEF4E01B3}" dt="2025-04-04T15:08:18.563" v="3158" actId="255"/>
          <ac:spMkLst>
            <pc:docMk/>
            <pc:sldMk cId="1306729375" sldId="9961"/>
            <ac:spMk id="118786" creationId="{92D4C300-2034-9AFA-5F60-80E2C8FE73DB}"/>
          </ac:spMkLst>
        </pc:spChg>
      </pc:sldChg>
      <pc:sldChg chg="modSp add mod">
        <pc:chgData name="Lý Thanh Ngô" userId="d1fb4545a5d636d2" providerId="LiveId" clId="{E4D9CBFD-E110-4D84-9E16-A07CEF4E01B3}" dt="2025-04-05T15:25:45.555" v="4105" actId="123"/>
        <pc:sldMkLst>
          <pc:docMk/>
          <pc:sldMk cId="624766837" sldId="9962"/>
        </pc:sldMkLst>
        <pc:spChg chg="mod">
          <ac:chgData name="Lý Thanh Ngô" userId="d1fb4545a5d636d2" providerId="LiveId" clId="{E4D9CBFD-E110-4D84-9E16-A07CEF4E01B3}" dt="2025-04-05T15:25:45.555" v="4105" actId="123"/>
          <ac:spMkLst>
            <pc:docMk/>
            <pc:sldMk cId="624766837" sldId="9962"/>
            <ac:spMk id="2" creationId="{BD44D9BF-8FAF-06D2-C497-C7325FD962E4}"/>
          </ac:spMkLst>
        </pc:spChg>
      </pc:sldChg>
      <pc:sldChg chg="modSp add mod">
        <pc:chgData name="Lý Thanh Ngô" userId="d1fb4545a5d636d2" providerId="LiveId" clId="{E4D9CBFD-E110-4D84-9E16-A07CEF4E01B3}" dt="2025-04-05T15:25:48.898" v="4106" actId="123"/>
        <pc:sldMkLst>
          <pc:docMk/>
          <pc:sldMk cId="3695098983" sldId="9963"/>
        </pc:sldMkLst>
        <pc:spChg chg="mod">
          <ac:chgData name="Lý Thanh Ngô" userId="d1fb4545a5d636d2" providerId="LiveId" clId="{E4D9CBFD-E110-4D84-9E16-A07CEF4E01B3}" dt="2025-04-05T15:25:48.898" v="4106" actId="123"/>
          <ac:spMkLst>
            <pc:docMk/>
            <pc:sldMk cId="3695098983" sldId="9963"/>
            <ac:spMk id="2" creationId="{9DFE1CDA-F7C0-DFA3-CE14-4A3AE39E6BBA}"/>
          </ac:spMkLst>
        </pc:spChg>
      </pc:sldChg>
      <pc:sldChg chg="modSp add mod">
        <pc:chgData name="Lý Thanh Ngô" userId="d1fb4545a5d636d2" providerId="LiveId" clId="{E4D9CBFD-E110-4D84-9E16-A07CEF4E01B3}" dt="2025-04-05T15:25:51.559" v="4107" actId="123"/>
        <pc:sldMkLst>
          <pc:docMk/>
          <pc:sldMk cId="3393974807" sldId="9964"/>
        </pc:sldMkLst>
        <pc:spChg chg="mod">
          <ac:chgData name="Lý Thanh Ngô" userId="d1fb4545a5d636d2" providerId="LiveId" clId="{E4D9CBFD-E110-4D84-9E16-A07CEF4E01B3}" dt="2025-04-05T15:25:51.559" v="4107" actId="123"/>
          <ac:spMkLst>
            <pc:docMk/>
            <pc:sldMk cId="3393974807" sldId="9964"/>
            <ac:spMk id="2" creationId="{3905EDAE-1302-69EE-349A-5A614EA702FF}"/>
          </ac:spMkLst>
        </pc:spChg>
      </pc:sldChg>
      <pc:sldChg chg="modSp add mod ord">
        <pc:chgData name="Lý Thanh Ngô" userId="d1fb4545a5d636d2" providerId="LiveId" clId="{E4D9CBFD-E110-4D84-9E16-A07CEF4E01B3}" dt="2025-04-05T15:25:55.564" v="4108" actId="123"/>
        <pc:sldMkLst>
          <pc:docMk/>
          <pc:sldMk cId="1366274867" sldId="9965"/>
        </pc:sldMkLst>
        <pc:spChg chg="mod">
          <ac:chgData name="Lý Thanh Ngô" userId="d1fb4545a5d636d2" providerId="LiveId" clId="{E4D9CBFD-E110-4D84-9E16-A07CEF4E01B3}" dt="2025-04-05T15:25:55.564" v="4108" actId="123"/>
          <ac:spMkLst>
            <pc:docMk/>
            <pc:sldMk cId="1366274867" sldId="9965"/>
            <ac:spMk id="2" creationId="{68744D67-9CCE-ACF0-7B66-ED1BE1AB6929}"/>
          </ac:spMkLst>
        </pc:spChg>
      </pc:sldChg>
      <pc:sldChg chg="modSp add mod ord replId">
        <pc:chgData name="Lý Thanh Ngô" userId="d1fb4545a5d636d2" providerId="LiveId" clId="{E4D9CBFD-E110-4D84-9E16-A07CEF4E01B3}" dt="2025-04-05T15:25:58.068" v="4109" actId="123"/>
        <pc:sldMkLst>
          <pc:docMk/>
          <pc:sldMk cId="2478253930" sldId="9966"/>
        </pc:sldMkLst>
        <pc:spChg chg="mod">
          <ac:chgData name="Lý Thanh Ngô" userId="d1fb4545a5d636d2" providerId="LiveId" clId="{E4D9CBFD-E110-4D84-9E16-A07CEF4E01B3}" dt="2025-04-05T15:25:58.068" v="4109" actId="123"/>
          <ac:spMkLst>
            <pc:docMk/>
            <pc:sldMk cId="2478253930" sldId="9966"/>
            <ac:spMk id="2" creationId="{84D71C44-9F8C-8117-7112-6861DCEED389}"/>
          </ac:spMkLst>
        </pc:spChg>
      </pc:sldChg>
      <pc:sldChg chg="modSp add mod ord">
        <pc:chgData name="Lý Thanh Ngô" userId="d1fb4545a5d636d2" providerId="LiveId" clId="{E4D9CBFD-E110-4D84-9E16-A07CEF4E01B3}" dt="2025-04-05T15:26:04.110" v="4110" actId="123"/>
        <pc:sldMkLst>
          <pc:docMk/>
          <pc:sldMk cId="747948205" sldId="9967"/>
        </pc:sldMkLst>
      </pc:sldChg>
      <pc:sldChg chg="modSp add mod ord replId">
        <pc:chgData name="Lý Thanh Ngô" userId="d1fb4545a5d636d2" providerId="LiveId" clId="{E4D9CBFD-E110-4D84-9E16-A07CEF4E01B3}" dt="2025-04-05T15:26:17.414" v="4111" actId="123"/>
        <pc:sldMkLst>
          <pc:docMk/>
          <pc:sldMk cId="631962786" sldId="9968"/>
        </pc:sldMkLst>
      </pc:sldChg>
      <pc:sldChg chg="modSp add mod ord">
        <pc:chgData name="Lý Thanh Ngô" userId="d1fb4545a5d636d2" providerId="LiveId" clId="{E4D9CBFD-E110-4D84-9E16-A07CEF4E01B3}" dt="2025-04-05T15:26:21.383" v="4112" actId="123"/>
        <pc:sldMkLst>
          <pc:docMk/>
          <pc:sldMk cId="3954064163" sldId="9969"/>
        </pc:sldMkLst>
      </pc:sldChg>
      <pc:sldChg chg="modSp add mod ord replId">
        <pc:chgData name="Lý Thanh Ngô" userId="d1fb4545a5d636d2" providerId="LiveId" clId="{E4D9CBFD-E110-4D84-9E16-A07CEF4E01B3}" dt="2025-04-05T15:26:26.164" v="4113" actId="123"/>
        <pc:sldMkLst>
          <pc:docMk/>
          <pc:sldMk cId="525939841" sldId="9970"/>
        </pc:sldMkLst>
      </pc:sldChg>
      <pc:sldChg chg="modSp add mod ord">
        <pc:chgData name="Lý Thanh Ngô" userId="d1fb4545a5d636d2" providerId="LiveId" clId="{E4D9CBFD-E110-4D84-9E16-A07CEF4E01B3}" dt="2025-04-05T15:26:29.768" v="4114" actId="123"/>
        <pc:sldMkLst>
          <pc:docMk/>
          <pc:sldMk cId="1664256530" sldId="9971"/>
        </pc:sldMkLst>
      </pc:sldChg>
      <pc:sldChg chg="modSp add mod ord replId">
        <pc:chgData name="Lý Thanh Ngô" userId="d1fb4545a5d636d2" providerId="LiveId" clId="{E4D9CBFD-E110-4D84-9E16-A07CEF4E01B3}" dt="2025-04-05T15:26:34.860" v="4115" actId="123"/>
        <pc:sldMkLst>
          <pc:docMk/>
          <pc:sldMk cId="3471029095" sldId="9972"/>
        </pc:sldMkLst>
      </pc:sldChg>
      <pc:sldChg chg="modSp add mod ord">
        <pc:chgData name="Lý Thanh Ngô" userId="d1fb4545a5d636d2" providerId="LiveId" clId="{E4D9CBFD-E110-4D84-9E16-A07CEF4E01B3}" dt="2025-04-05T15:26:39.275" v="4116" actId="123"/>
        <pc:sldMkLst>
          <pc:docMk/>
          <pc:sldMk cId="3500693299" sldId="9973"/>
        </pc:sldMkLst>
      </pc:sldChg>
      <pc:sldChg chg="modSp add mod ord replId">
        <pc:chgData name="Lý Thanh Ngô" userId="d1fb4545a5d636d2" providerId="LiveId" clId="{E4D9CBFD-E110-4D84-9E16-A07CEF4E01B3}" dt="2025-04-05T15:26:41.533" v="4117" actId="123"/>
        <pc:sldMkLst>
          <pc:docMk/>
          <pc:sldMk cId="3417300399" sldId="9974"/>
        </pc:sldMkLst>
      </pc:sldChg>
      <pc:sldChg chg="modSp add mod">
        <pc:chgData name="Lý Thanh Ngô" userId="d1fb4545a5d636d2" providerId="LiveId" clId="{E4D9CBFD-E110-4D84-9E16-A07CEF4E01B3}" dt="2025-04-04T15:20:14.887" v="3449" actId="123"/>
        <pc:sldMkLst>
          <pc:docMk/>
          <pc:sldMk cId="1284839365" sldId="9975"/>
        </pc:sldMkLst>
        <pc:spChg chg="mod">
          <ac:chgData name="Lý Thanh Ngô" userId="d1fb4545a5d636d2" providerId="LiveId" clId="{E4D9CBFD-E110-4D84-9E16-A07CEF4E01B3}" dt="2025-04-04T15:20:14.887" v="3449" actId="123"/>
          <ac:spMkLst>
            <pc:docMk/>
            <pc:sldMk cId="1284839365" sldId="9975"/>
            <ac:spMk id="2" creationId="{C79F052F-BCA6-166F-AEC4-767EBEF53B1F}"/>
          </ac:spMkLst>
        </pc:spChg>
      </pc:sldChg>
      <pc:sldChg chg="modSp add mod">
        <pc:chgData name="Lý Thanh Ngô" userId="d1fb4545a5d636d2" providerId="LiveId" clId="{E4D9CBFD-E110-4D84-9E16-A07CEF4E01B3}" dt="2025-04-04T15:20:53.727" v="3454" actId="404"/>
        <pc:sldMkLst>
          <pc:docMk/>
          <pc:sldMk cId="165486286" sldId="9976"/>
        </pc:sldMkLst>
        <pc:spChg chg="mod">
          <ac:chgData name="Lý Thanh Ngô" userId="d1fb4545a5d636d2" providerId="LiveId" clId="{E4D9CBFD-E110-4D84-9E16-A07CEF4E01B3}" dt="2025-04-04T15:20:53.727" v="3454" actId="404"/>
          <ac:spMkLst>
            <pc:docMk/>
            <pc:sldMk cId="165486286" sldId="9976"/>
            <ac:spMk id="2" creationId="{A1D82AA7-F1D0-AEA4-1FAD-4748502A37C4}"/>
          </ac:spMkLst>
        </pc:spChg>
      </pc:sldChg>
      <pc:sldChg chg="modSp add mod">
        <pc:chgData name="Lý Thanh Ngô" userId="d1fb4545a5d636d2" providerId="LiveId" clId="{E4D9CBFD-E110-4D84-9E16-A07CEF4E01B3}" dt="2025-04-04T15:21:18.927" v="3458" actId="255"/>
        <pc:sldMkLst>
          <pc:docMk/>
          <pc:sldMk cId="3587934167" sldId="9977"/>
        </pc:sldMkLst>
        <pc:spChg chg="mod">
          <ac:chgData name="Lý Thanh Ngô" userId="d1fb4545a5d636d2" providerId="LiveId" clId="{E4D9CBFD-E110-4D84-9E16-A07CEF4E01B3}" dt="2025-04-04T15:21:18.927" v="3458" actId="255"/>
          <ac:spMkLst>
            <pc:docMk/>
            <pc:sldMk cId="3587934167" sldId="9977"/>
            <ac:spMk id="2" creationId="{6880B61F-5F7A-1892-A99C-045C6383F15E}"/>
          </ac:spMkLst>
        </pc:spChg>
      </pc:sldChg>
      <pc:sldChg chg="add ord modTransition">
        <pc:chgData name="Lý Thanh Ngô" userId="d1fb4545a5d636d2" providerId="LiveId" clId="{E4D9CBFD-E110-4D84-9E16-A07CEF4E01B3}" dt="2025-04-04T15:22:14.367" v="3463"/>
        <pc:sldMkLst>
          <pc:docMk/>
          <pc:sldMk cId="3904146026" sldId="9978"/>
        </pc:sldMkLst>
      </pc:sldChg>
      <pc:sldChg chg="modSp add mod modNotesTx">
        <pc:chgData name="Lý Thanh Ngô" userId="d1fb4545a5d636d2" providerId="LiveId" clId="{E4D9CBFD-E110-4D84-9E16-A07CEF4E01B3}" dt="2025-04-04T15:30:24.600" v="3653"/>
        <pc:sldMkLst>
          <pc:docMk/>
          <pc:sldMk cId="1474904797" sldId="9979"/>
        </pc:sldMkLst>
        <pc:spChg chg="mod">
          <ac:chgData name="Lý Thanh Ngô" userId="d1fb4545a5d636d2" providerId="LiveId" clId="{E4D9CBFD-E110-4D84-9E16-A07CEF4E01B3}" dt="2025-04-04T15:30:24.600" v="3653"/>
          <ac:spMkLst>
            <pc:docMk/>
            <pc:sldMk cId="1474904797" sldId="9979"/>
            <ac:spMk id="2" creationId="{9565030A-77B7-AF6C-4507-19108EDCD44B}"/>
          </ac:spMkLst>
        </pc:spChg>
      </pc:sldChg>
      <pc:sldChg chg="modSp add mod modNotesTx">
        <pc:chgData name="Lý Thanh Ngô" userId="d1fb4545a5d636d2" providerId="LiveId" clId="{E4D9CBFD-E110-4D84-9E16-A07CEF4E01B3}" dt="2025-04-04T15:30:52.970" v="3658" actId="20577"/>
        <pc:sldMkLst>
          <pc:docMk/>
          <pc:sldMk cId="359517249" sldId="9980"/>
        </pc:sldMkLst>
        <pc:spChg chg="mod">
          <ac:chgData name="Lý Thanh Ngô" userId="d1fb4545a5d636d2" providerId="LiveId" clId="{E4D9CBFD-E110-4D84-9E16-A07CEF4E01B3}" dt="2025-04-04T15:30:52.970" v="3658" actId="20577"/>
          <ac:spMkLst>
            <pc:docMk/>
            <pc:sldMk cId="359517249" sldId="9980"/>
            <ac:spMk id="2" creationId="{3E920A8F-4979-A34A-7B28-174A4193BDAA}"/>
          </ac:spMkLst>
        </pc:spChg>
      </pc:sldChg>
      <pc:sldChg chg="modSp add mod">
        <pc:chgData name="Lý Thanh Ngô" userId="d1fb4545a5d636d2" providerId="LiveId" clId="{E4D9CBFD-E110-4D84-9E16-A07CEF4E01B3}" dt="2025-04-04T15:31:17.511" v="3661"/>
        <pc:sldMkLst>
          <pc:docMk/>
          <pc:sldMk cId="3935681365" sldId="9981"/>
        </pc:sldMkLst>
      </pc:sldChg>
      <pc:sldChg chg="modSp add mod">
        <pc:chgData name="Lý Thanh Ngô" userId="d1fb4545a5d636d2" providerId="LiveId" clId="{E4D9CBFD-E110-4D84-9E16-A07CEF4E01B3}" dt="2025-04-04T15:31:31.867" v="3664"/>
        <pc:sldMkLst>
          <pc:docMk/>
          <pc:sldMk cId="3286551496" sldId="9982"/>
        </pc:sldMkLst>
      </pc:sldChg>
      <pc:sldChg chg="add ord">
        <pc:chgData name="Lý Thanh Ngô" userId="d1fb4545a5d636d2" providerId="LiveId" clId="{E4D9CBFD-E110-4D84-9E16-A07CEF4E01B3}" dt="2025-04-04T15:31:42.256" v="3667"/>
        <pc:sldMkLst>
          <pc:docMk/>
          <pc:sldMk cId="1816306348" sldId="9983"/>
        </pc:sldMkLst>
      </pc:sldChg>
      <pc:sldChg chg="modSp add mod">
        <pc:chgData name="Lý Thanh Ngô" userId="d1fb4545a5d636d2" providerId="LiveId" clId="{E4D9CBFD-E110-4D84-9E16-A07CEF4E01B3}" dt="2025-04-05T15:06:32.391" v="3960" actId="27636"/>
        <pc:sldMkLst>
          <pc:docMk/>
          <pc:sldMk cId="263607885" sldId="9984"/>
        </pc:sldMkLst>
        <pc:spChg chg="mod">
          <ac:chgData name="Lý Thanh Ngô" userId="d1fb4545a5d636d2" providerId="LiveId" clId="{E4D9CBFD-E110-4D84-9E16-A07CEF4E01B3}" dt="2025-04-05T15:06:32.391" v="3960" actId="27636"/>
          <ac:spMkLst>
            <pc:docMk/>
            <pc:sldMk cId="263607885" sldId="9984"/>
            <ac:spMk id="101378" creationId="{E8B5C425-1613-646D-3D74-69D653656685}"/>
          </ac:spMkLst>
        </pc:spChg>
      </pc:sldChg>
      <pc:sldChg chg="modSp add mod">
        <pc:chgData name="Lý Thanh Ngô" userId="d1fb4545a5d636d2" providerId="LiveId" clId="{E4D9CBFD-E110-4D84-9E16-A07CEF4E01B3}" dt="2025-04-05T15:10:14.843" v="4083"/>
        <pc:sldMkLst>
          <pc:docMk/>
          <pc:sldMk cId="2501544215" sldId="9985"/>
        </pc:sldMkLst>
        <pc:spChg chg="mod">
          <ac:chgData name="Lý Thanh Ngô" userId="d1fb4545a5d636d2" providerId="LiveId" clId="{E4D9CBFD-E110-4D84-9E16-A07CEF4E01B3}" dt="2025-04-05T15:10:14.843" v="4083"/>
          <ac:spMkLst>
            <pc:docMk/>
            <pc:sldMk cId="2501544215" sldId="9985"/>
            <ac:spMk id="102402" creationId="{48725B39-9AEA-3831-39AD-A3C80A34459D}"/>
          </ac:spMkLst>
        </pc:spChg>
      </pc:sldChg>
    </pc:docChg>
  </pc:docChgLst>
  <pc:docChgLst>
    <pc:chgData name="Lý Thanh Ngô" userId="d1fb4545a5d636d2" providerId="LiveId" clId="{3EBE4935-0AA5-7D46-87F5-3833BB1987ED}"/>
    <pc:docChg chg="undo custSel addSld modSld sldOrd">
      <pc:chgData name="Lý Thanh Ngô" userId="d1fb4545a5d636d2" providerId="LiveId" clId="{3EBE4935-0AA5-7D46-87F5-3833BB1987ED}" dt="2025-03-29T16:43:48.894" v="478" actId="20577"/>
      <pc:docMkLst>
        <pc:docMk/>
      </pc:docMkLst>
      <pc:sldChg chg="modSp">
        <pc:chgData name="Lý Thanh Ngô" userId="d1fb4545a5d636d2" providerId="LiveId" clId="{3EBE4935-0AA5-7D46-87F5-3833BB1987ED}" dt="2025-03-27T01:41:42.704" v="1" actId="1076"/>
        <pc:sldMkLst>
          <pc:docMk/>
          <pc:sldMk cId="2472502028" sldId="385"/>
        </pc:sldMkLst>
      </pc:sldChg>
      <pc:sldChg chg="modSp">
        <pc:chgData name="Lý Thanh Ngô" userId="d1fb4545a5d636d2" providerId="LiveId" clId="{3EBE4935-0AA5-7D46-87F5-3833BB1987ED}" dt="2025-03-29T16:43:48.894" v="478" actId="20577"/>
        <pc:sldMkLst>
          <pc:docMk/>
          <pc:sldMk cId="1623123200" sldId="9846"/>
        </pc:sldMkLst>
      </pc:sldChg>
      <pc:sldChg chg="modSp add ord">
        <pc:chgData name="Lý Thanh Ngô" userId="d1fb4545a5d636d2" providerId="LiveId" clId="{3EBE4935-0AA5-7D46-87F5-3833BB1987ED}" dt="2025-03-28T23:15:48.217" v="290" actId="20577"/>
        <pc:sldMkLst>
          <pc:docMk/>
          <pc:sldMk cId="2722460507" sldId="9864"/>
        </pc:sldMkLst>
        <pc:spChg chg="mod">
          <ac:chgData name="Lý Thanh Ngô" userId="d1fb4545a5d636d2" providerId="LiveId" clId="{3EBE4935-0AA5-7D46-87F5-3833BB1987ED}" dt="2025-03-28T23:15:48.217" v="290" actId="20577"/>
          <ac:spMkLst>
            <pc:docMk/>
            <pc:sldMk cId="2722460507" sldId="9864"/>
            <ac:spMk id="2" creationId="{C5AC7524-1DCF-5012-325A-112DC29DE05E}"/>
          </ac:spMkLst>
        </pc:spChg>
        <pc:spChg chg="mod">
          <ac:chgData name="Lý Thanh Ngô" userId="d1fb4545a5d636d2" providerId="LiveId" clId="{3EBE4935-0AA5-7D46-87F5-3833BB1987ED}" dt="2025-03-28T23:13:58.894" v="241" actId="20577"/>
          <ac:spMkLst>
            <pc:docMk/>
            <pc:sldMk cId="2722460507" sldId="9864"/>
            <ac:spMk id="4" creationId="{9B130C5D-607E-1CBB-D591-F748074BB843}"/>
          </ac:spMkLst>
        </pc:spChg>
      </pc:sldChg>
    </pc:docChg>
  </pc:docChgLst>
  <pc:docChgLst>
    <pc:chgData name="Lý Thanh Ngô" userId="d1fb4545a5d636d2" providerId="Windows Live" clId="Web-{D102BF66-124C-43F9-B354-0B520A23B620}"/>
    <pc:docChg chg="addSld delSld modSld sldOrd">
      <pc:chgData name="Lý Thanh Ngô" userId="d1fb4545a5d636d2" providerId="Windows Live" clId="Web-{D102BF66-124C-43F9-B354-0B520A23B620}" dt="2025-04-20T23:27:04.567" v="212" actId="20577"/>
      <pc:docMkLst>
        <pc:docMk/>
      </pc:docMkLst>
      <pc:sldChg chg="addSp modSp">
        <pc:chgData name="Lý Thanh Ngô" userId="d1fb4545a5d636d2" providerId="Windows Live" clId="Web-{D102BF66-124C-43F9-B354-0B520A23B620}" dt="2025-04-20T23:22:24.635" v="139" actId="20577"/>
        <pc:sldMkLst>
          <pc:docMk/>
          <pc:sldMk cId="3709593179" sldId="992"/>
        </pc:sldMkLst>
        <pc:spChg chg="add mod">
          <ac:chgData name="Lý Thanh Ngô" userId="d1fb4545a5d636d2" providerId="Windows Live" clId="Web-{D102BF66-124C-43F9-B354-0B520A23B620}" dt="2025-04-20T23:20:48.147" v="110" actId="20577"/>
          <ac:spMkLst>
            <pc:docMk/>
            <pc:sldMk cId="3709593179" sldId="992"/>
            <ac:spMk id="2" creationId="{C57F27C5-F0BD-6C31-DD7A-EE663B2AC4BF}"/>
          </ac:spMkLst>
        </pc:spChg>
        <pc:spChg chg="mod">
          <ac:chgData name="Lý Thanh Ngô" userId="d1fb4545a5d636d2" providerId="Windows Live" clId="Web-{D102BF66-124C-43F9-B354-0B520A23B620}" dt="2025-04-20T23:22:24.635" v="139" actId="20577"/>
          <ac:spMkLst>
            <pc:docMk/>
            <pc:sldMk cId="3709593179" sldId="992"/>
            <ac:spMk id="46082" creationId="{00000000-0000-0000-0000-000000000000}"/>
          </ac:spMkLst>
        </pc:spChg>
      </pc:sldChg>
      <pc:sldChg chg="modSp">
        <pc:chgData name="Lý Thanh Ngô" userId="d1fb4545a5d636d2" providerId="Windows Live" clId="Web-{D102BF66-124C-43F9-B354-0B520A23B620}" dt="2025-04-20T23:25:54.737" v="194" actId="20577"/>
        <pc:sldMkLst>
          <pc:docMk/>
          <pc:sldMk cId="926735322" sldId="1000"/>
        </pc:sldMkLst>
        <pc:spChg chg="mod">
          <ac:chgData name="Lý Thanh Ngô" userId="d1fb4545a5d636d2" providerId="Windows Live" clId="Web-{D102BF66-124C-43F9-B354-0B520A23B620}" dt="2025-04-20T23:25:54.737" v="194" actId="20577"/>
          <ac:spMkLst>
            <pc:docMk/>
            <pc:sldMk cId="926735322" sldId="1000"/>
            <ac:spMk id="86018" creationId="{00000000-0000-0000-0000-000000000000}"/>
          </ac:spMkLst>
        </pc:spChg>
      </pc:sldChg>
      <pc:sldChg chg="modSp">
        <pc:chgData name="Lý Thanh Ngô" userId="d1fb4545a5d636d2" providerId="Windows Live" clId="Web-{D102BF66-124C-43F9-B354-0B520A23B620}" dt="2025-04-20T23:26:13.050" v="200" actId="20577"/>
        <pc:sldMkLst>
          <pc:docMk/>
          <pc:sldMk cId="2279159345" sldId="1001"/>
        </pc:sldMkLst>
        <pc:spChg chg="mod">
          <ac:chgData name="Lý Thanh Ngô" userId="d1fb4545a5d636d2" providerId="Windows Live" clId="Web-{D102BF66-124C-43F9-B354-0B520A23B620}" dt="2025-04-20T23:26:13.050" v="200" actId="20577"/>
          <ac:spMkLst>
            <pc:docMk/>
            <pc:sldMk cId="2279159345" sldId="1001"/>
            <ac:spMk id="87042" creationId="{00000000-0000-0000-0000-000000000000}"/>
          </ac:spMkLst>
        </pc:spChg>
      </pc:sldChg>
      <pc:sldChg chg="modSp">
        <pc:chgData name="Lý Thanh Ngô" userId="d1fb4545a5d636d2" providerId="Windows Live" clId="Web-{D102BF66-124C-43F9-B354-0B520A23B620}" dt="2025-04-20T23:22:53.589" v="146" actId="20577"/>
        <pc:sldMkLst>
          <pc:docMk/>
          <pc:sldMk cId="164018825" sldId="9868"/>
        </pc:sldMkLst>
        <pc:spChg chg="mod">
          <ac:chgData name="Lý Thanh Ngô" userId="d1fb4545a5d636d2" providerId="Windows Live" clId="Web-{D102BF66-124C-43F9-B354-0B520A23B620}" dt="2025-04-20T23:22:53.589" v="146" actId="20577"/>
          <ac:spMkLst>
            <pc:docMk/>
            <pc:sldMk cId="164018825" sldId="9868"/>
            <ac:spMk id="46082" creationId="{C11C8183-3786-BCD8-8D04-15856141B202}"/>
          </ac:spMkLst>
        </pc:spChg>
      </pc:sldChg>
      <pc:sldChg chg="del">
        <pc:chgData name="Lý Thanh Ngô" userId="d1fb4545a5d636d2" providerId="Windows Live" clId="Web-{D102BF66-124C-43F9-B354-0B520A23B620}" dt="2025-04-20T23:24:06.014" v="176"/>
        <pc:sldMkLst>
          <pc:docMk/>
          <pc:sldMk cId="2013522262" sldId="9869"/>
        </pc:sldMkLst>
      </pc:sldChg>
      <pc:sldChg chg="del">
        <pc:chgData name="Lý Thanh Ngô" userId="d1fb4545a5d636d2" providerId="Windows Live" clId="Web-{D102BF66-124C-43F9-B354-0B520A23B620}" dt="2025-04-20T23:24:06.014" v="175"/>
        <pc:sldMkLst>
          <pc:docMk/>
          <pc:sldMk cId="3673572297" sldId="9870"/>
        </pc:sldMkLst>
      </pc:sldChg>
      <pc:sldChg chg="del">
        <pc:chgData name="Lý Thanh Ngô" userId="d1fb4545a5d636d2" providerId="Windows Live" clId="Web-{D102BF66-124C-43F9-B354-0B520A23B620}" dt="2025-04-20T23:24:09.951" v="180"/>
        <pc:sldMkLst>
          <pc:docMk/>
          <pc:sldMk cId="908324352" sldId="9871"/>
        </pc:sldMkLst>
      </pc:sldChg>
      <pc:sldChg chg="del">
        <pc:chgData name="Lý Thanh Ngô" userId="d1fb4545a5d636d2" providerId="Windows Live" clId="Web-{D102BF66-124C-43F9-B354-0B520A23B620}" dt="2025-04-20T23:24:09.951" v="179"/>
        <pc:sldMkLst>
          <pc:docMk/>
          <pc:sldMk cId="2985367123" sldId="9872"/>
        </pc:sldMkLst>
      </pc:sldChg>
      <pc:sldChg chg="del">
        <pc:chgData name="Lý Thanh Ngô" userId="d1fb4545a5d636d2" providerId="Windows Live" clId="Web-{D102BF66-124C-43F9-B354-0B520A23B620}" dt="2025-04-20T23:24:09.951" v="178"/>
        <pc:sldMkLst>
          <pc:docMk/>
          <pc:sldMk cId="3195392803" sldId="9873"/>
        </pc:sldMkLst>
      </pc:sldChg>
      <pc:sldChg chg="del">
        <pc:chgData name="Lý Thanh Ngô" userId="d1fb4545a5d636d2" providerId="Windows Live" clId="Web-{D102BF66-124C-43F9-B354-0B520A23B620}" dt="2025-04-20T23:24:09.951" v="177"/>
        <pc:sldMkLst>
          <pc:docMk/>
          <pc:sldMk cId="2946253812" sldId="9874"/>
        </pc:sldMkLst>
      </pc:sldChg>
      <pc:sldChg chg="modSp">
        <pc:chgData name="Lý Thanh Ngô" userId="d1fb4545a5d636d2" providerId="Windows Live" clId="Web-{D102BF66-124C-43F9-B354-0B520A23B620}" dt="2025-04-20T23:26:28.972" v="204" actId="20577"/>
        <pc:sldMkLst>
          <pc:docMk/>
          <pc:sldMk cId="746019610" sldId="9876"/>
        </pc:sldMkLst>
        <pc:spChg chg="mod">
          <ac:chgData name="Lý Thanh Ngô" userId="d1fb4545a5d636d2" providerId="Windows Live" clId="Web-{D102BF66-124C-43F9-B354-0B520A23B620}" dt="2025-04-20T23:26:28.972" v="204" actId="20577"/>
          <ac:spMkLst>
            <pc:docMk/>
            <pc:sldMk cId="746019610" sldId="9876"/>
            <ac:spMk id="87042" creationId="{A5EF2E5F-0C1C-E7B3-90DB-68BB610F6C55}"/>
          </ac:spMkLst>
        </pc:spChg>
      </pc:sldChg>
      <pc:sldChg chg="modSp">
        <pc:chgData name="Lý Thanh Ngô" userId="d1fb4545a5d636d2" providerId="Windows Live" clId="Web-{D102BF66-124C-43F9-B354-0B520A23B620}" dt="2025-04-20T23:26:54.676" v="208" actId="20577"/>
        <pc:sldMkLst>
          <pc:docMk/>
          <pc:sldMk cId="2746057718" sldId="9877"/>
        </pc:sldMkLst>
        <pc:spChg chg="mod">
          <ac:chgData name="Lý Thanh Ngô" userId="d1fb4545a5d636d2" providerId="Windows Live" clId="Web-{D102BF66-124C-43F9-B354-0B520A23B620}" dt="2025-04-20T23:26:54.676" v="208" actId="20577"/>
          <ac:spMkLst>
            <pc:docMk/>
            <pc:sldMk cId="2746057718" sldId="9877"/>
            <ac:spMk id="87042" creationId="{082AC1DB-1601-1A29-A69E-4B030B8CA4DC}"/>
          </ac:spMkLst>
        </pc:spChg>
      </pc:sldChg>
      <pc:sldChg chg="modSp">
        <pc:chgData name="Lý Thanh Ngô" userId="d1fb4545a5d636d2" providerId="Windows Live" clId="Web-{D102BF66-124C-43F9-B354-0B520A23B620}" dt="2025-04-20T23:27:04.567" v="212" actId="20577"/>
        <pc:sldMkLst>
          <pc:docMk/>
          <pc:sldMk cId="1631203887" sldId="9878"/>
        </pc:sldMkLst>
        <pc:spChg chg="mod">
          <ac:chgData name="Lý Thanh Ngô" userId="d1fb4545a5d636d2" providerId="Windows Live" clId="Web-{D102BF66-124C-43F9-B354-0B520A23B620}" dt="2025-04-20T23:27:04.567" v="212" actId="20577"/>
          <ac:spMkLst>
            <pc:docMk/>
            <pc:sldMk cId="1631203887" sldId="9878"/>
            <ac:spMk id="87042" creationId="{9CD209B4-C587-CC4B-44C2-38608CFC7E4A}"/>
          </ac:spMkLst>
        </pc:spChg>
      </pc:sldChg>
      <pc:sldChg chg="modSp mod setBg">
        <pc:chgData name="Lý Thanh Ngô" userId="d1fb4545a5d636d2" providerId="Windows Live" clId="Web-{D102BF66-124C-43F9-B354-0B520A23B620}" dt="2025-04-20T23:12:54.036" v="45" actId="1076"/>
        <pc:sldMkLst>
          <pc:docMk/>
          <pc:sldMk cId="3725756604" sldId="10092"/>
        </pc:sldMkLst>
        <pc:spChg chg="mod">
          <ac:chgData name="Lý Thanh Ngô" userId="d1fb4545a5d636d2" providerId="Windows Live" clId="Web-{D102BF66-124C-43F9-B354-0B520A23B620}" dt="2025-04-20T23:12:54.036" v="45" actId="1076"/>
          <ac:spMkLst>
            <pc:docMk/>
            <pc:sldMk cId="3725756604" sldId="10092"/>
            <ac:spMk id="2" creationId="{0F6A5CE5-B4D8-BCF6-5EFF-F208569F478C}"/>
          </ac:spMkLst>
        </pc:spChg>
        <pc:spChg chg="mod">
          <ac:chgData name="Lý Thanh Ngô" userId="d1fb4545a5d636d2" providerId="Windows Live" clId="Web-{D102BF66-124C-43F9-B354-0B520A23B620}" dt="2025-04-20T23:07:09.066" v="17" actId="1076"/>
          <ac:spMkLst>
            <pc:docMk/>
            <pc:sldMk cId="3725756604" sldId="10092"/>
            <ac:spMk id="13" creationId="{C79F8ACD-B8D8-2529-26AB-4599224970D9}"/>
          </ac:spMkLst>
        </pc:spChg>
        <pc:spChg chg="mod">
          <ac:chgData name="Lý Thanh Ngô" userId="d1fb4545a5d636d2" providerId="Windows Live" clId="Web-{D102BF66-124C-43F9-B354-0B520A23B620}" dt="2025-04-20T23:12:49.989" v="44" actId="20577"/>
          <ac:spMkLst>
            <pc:docMk/>
            <pc:sldMk cId="3725756604" sldId="10092"/>
            <ac:spMk id="14" creationId="{DE350219-EF26-FDCA-6A74-0CFB9B7CEA3D}"/>
          </ac:spMkLst>
        </pc:spChg>
      </pc:sldChg>
      <pc:sldChg chg="del">
        <pc:chgData name="Lý Thanh Ngô" userId="d1fb4545a5d636d2" providerId="Windows Live" clId="Web-{D102BF66-124C-43F9-B354-0B520A23B620}" dt="2025-04-20T23:08:01.958" v="21"/>
        <pc:sldMkLst>
          <pc:docMk/>
          <pc:sldMk cId="1904792399" sldId="10273"/>
        </pc:sldMkLst>
      </pc:sldChg>
      <pc:sldChg chg="del">
        <pc:chgData name="Lý Thanh Ngô" userId="d1fb4545a5d636d2" providerId="Windows Live" clId="Web-{D102BF66-124C-43F9-B354-0B520A23B620}" dt="2025-04-20T23:08:13.818" v="24"/>
        <pc:sldMkLst>
          <pc:docMk/>
          <pc:sldMk cId="2298115398" sldId="10276"/>
        </pc:sldMkLst>
      </pc:sldChg>
      <pc:sldChg chg="del">
        <pc:chgData name="Lý Thanh Ngô" userId="d1fb4545a5d636d2" providerId="Windows Live" clId="Web-{D102BF66-124C-43F9-B354-0B520A23B620}" dt="2025-04-20T23:08:39.679" v="33"/>
        <pc:sldMkLst>
          <pc:docMk/>
          <pc:sldMk cId="1565759562" sldId="10277"/>
        </pc:sldMkLst>
      </pc:sldChg>
      <pc:sldChg chg="del">
        <pc:chgData name="Lý Thanh Ngô" userId="d1fb4545a5d636d2" providerId="Windows Live" clId="Web-{D102BF66-124C-43F9-B354-0B520A23B620}" dt="2025-04-20T23:08:47.741" v="36"/>
        <pc:sldMkLst>
          <pc:docMk/>
          <pc:sldMk cId="2059986902" sldId="10278"/>
        </pc:sldMkLst>
      </pc:sldChg>
      <pc:sldChg chg="del">
        <pc:chgData name="Lý Thanh Ngô" userId="d1fb4545a5d636d2" providerId="Windows Live" clId="Web-{D102BF66-124C-43F9-B354-0B520A23B620}" dt="2025-04-20T23:08:29.053" v="30"/>
        <pc:sldMkLst>
          <pc:docMk/>
          <pc:sldMk cId="3038942686" sldId="10279"/>
        </pc:sldMkLst>
      </pc:sldChg>
      <pc:sldChg chg="del">
        <pc:chgData name="Lý Thanh Ngô" userId="d1fb4545a5d636d2" providerId="Windows Live" clId="Web-{D102BF66-124C-43F9-B354-0B520A23B620}" dt="2025-04-20T23:08:22.490" v="27"/>
        <pc:sldMkLst>
          <pc:docMk/>
          <pc:sldMk cId="3743221985" sldId="10314"/>
        </pc:sldMkLst>
      </pc:sldChg>
      <pc:sldChg chg="add mod ord replId setBg">
        <pc:chgData name="Lý Thanh Ngô" userId="d1fb4545a5d636d2" providerId="Windows Live" clId="Web-{D102BF66-124C-43F9-B354-0B520A23B620}" dt="2025-04-20T23:11:19.434" v="38"/>
        <pc:sldMkLst>
          <pc:docMk/>
          <pc:sldMk cId="1297061217" sldId="10339"/>
        </pc:sldMkLst>
      </pc:sldChg>
      <pc:sldChg chg="add del mod ord replId setBg">
        <pc:chgData name="Lý Thanh Ngô" userId="d1fb4545a5d636d2" providerId="Windows Live" clId="Web-{D102BF66-124C-43F9-B354-0B520A23B620}" dt="2025-04-20T23:14:01.820" v="80"/>
        <pc:sldMkLst>
          <pc:docMk/>
          <pc:sldMk cId="1429353144" sldId="10340"/>
        </pc:sldMkLst>
      </pc:sldChg>
      <pc:sldChg chg="add del mod ord replId setBg">
        <pc:chgData name="Lý Thanh Ngô" userId="d1fb4545a5d636d2" providerId="Windows Live" clId="Web-{D102BF66-124C-43F9-B354-0B520A23B620}" dt="2025-04-20T23:14:12.274" v="83"/>
        <pc:sldMkLst>
          <pc:docMk/>
          <pc:sldMk cId="2038434055" sldId="10341"/>
        </pc:sldMkLst>
      </pc:sldChg>
      <pc:sldChg chg="add del mod ord replId setBg">
        <pc:chgData name="Lý Thanh Ngô" userId="d1fb4545a5d636d2" providerId="Windows Live" clId="Web-{D102BF66-124C-43F9-B354-0B520A23B620}" dt="2025-04-20T23:14:20.586" v="86"/>
        <pc:sldMkLst>
          <pc:docMk/>
          <pc:sldMk cId="4275852868" sldId="10342"/>
        </pc:sldMkLst>
      </pc:sldChg>
      <pc:sldChg chg="add del mod ord replId setBg">
        <pc:chgData name="Lý Thanh Ngô" userId="d1fb4545a5d636d2" providerId="Windows Live" clId="Web-{D102BF66-124C-43F9-B354-0B520A23B620}" dt="2025-04-20T23:14:30.665" v="89"/>
        <pc:sldMkLst>
          <pc:docMk/>
          <pc:sldMk cId="379401526" sldId="10343"/>
        </pc:sldMkLst>
      </pc:sldChg>
      <pc:sldChg chg="add del mod ord replId setBg">
        <pc:chgData name="Lý Thanh Ngô" userId="d1fb4545a5d636d2" providerId="Windows Live" clId="Web-{D102BF66-124C-43F9-B354-0B520A23B620}" dt="2025-04-20T23:14:47.556" v="92"/>
        <pc:sldMkLst>
          <pc:docMk/>
          <pc:sldMk cId="14268833" sldId="10344"/>
        </pc:sldMkLst>
      </pc:sldChg>
      <pc:sldChg chg="add del replId">
        <pc:chgData name="Lý Thanh Ngô" userId="d1fb4545a5d636d2" providerId="Windows Live" clId="Web-{D102BF66-124C-43F9-B354-0B520A23B620}" dt="2025-04-20T23:13:42.507" v="72"/>
        <pc:sldMkLst>
          <pc:docMk/>
          <pc:sldMk cId="2906770932" sldId="10345"/>
        </pc:sldMkLst>
      </pc:sldChg>
      <pc:sldChg chg="add del replId">
        <pc:chgData name="Lý Thanh Ngô" userId="d1fb4545a5d636d2" providerId="Windows Live" clId="Web-{D102BF66-124C-43F9-B354-0B520A23B620}" dt="2025-04-20T23:13:42.772" v="73"/>
        <pc:sldMkLst>
          <pc:docMk/>
          <pc:sldMk cId="1980861627" sldId="10346"/>
        </pc:sldMkLst>
      </pc:sldChg>
      <pc:sldChg chg="add del replId">
        <pc:chgData name="Lý Thanh Ngô" userId="d1fb4545a5d636d2" providerId="Windows Live" clId="Web-{D102BF66-124C-43F9-B354-0B520A23B620}" dt="2025-04-20T23:13:43.038" v="74"/>
        <pc:sldMkLst>
          <pc:docMk/>
          <pc:sldMk cId="3892877944" sldId="10347"/>
        </pc:sldMkLst>
      </pc:sldChg>
      <pc:sldChg chg="add">
        <pc:chgData name="Lý Thanh Ngô" userId="d1fb4545a5d636d2" providerId="Windows Live" clId="Web-{D102BF66-124C-43F9-B354-0B520A23B620}" dt="2025-04-20T23:13:48.429" v="75"/>
        <pc:sldMkLst>
          <pc:docMk/>
          <pc:sldMk cId="1650330413" sldId="10348"/>
        </pc:sldMkLst>
      </pc:sldChg>
      <pc:sldChg chg="add ord replId">
        <pc:chgData name="Lý Thanh Ngô" userId="d1fb4545a5d636d2" providerId="Windows Live" clId="Web-{D102BF66-124C-43F9-B354-0B520A23B620}" dt="2025-04-20T23:14:08.805" v="82"/>
        <pc:sldMkLst>
          <pc:docMk/>
          <pc:sldMk cId="34406757" sldId="10349"/>
        </pc:sldMkLst>
      </pc:sldChg>
      <pc:sldChg chg="add del">
        <pc:chgData name="Lý Thanh Ngô" userId="d1fb4545a5d636d2" providerId="Windows Live" clId="Web-{D102BF66-124C-43F9-B354-0B520A23B620}" dt="2025-04-20T23:13:59.523" v="79"/>
        <pc:sldMkLst>
          <pc:docMk/>
          <pc:sldMk cId="515834520" sldId="10349"/>
        </pc:sldMkLst>
      </pc:sldChg>
      <pc:sldChg chg="add ord replId">
        <pc:chgData name="Lý Thanh Ngô" userId="d1fb4545a5d636d2" providerId="Windows Live" clId="Web-{D102BF66-124C-43F9-B354-0B520A23B620}" dt="2025-04-20T23:14:18.618" v="85"/>
        <pc:sldMkLst>
          <pc:docMk/>
          <pc:sldMk cId="1297571981" sldId="10350"/>
        </pc:sldMkLst>
      </pc:sldChg>
      <pc:sldChg chg="add del">
        <pc:chgData name="Lý Thanh Ngô" userId="d1fb4545a5d636d2" providerId="Windows Live" clId="Web-{D102BF66-124C-43F9-B354-0B520A23B620}" dt="2025-04-20T23:13:59.523" v="78"/>
        <pc:sldMkLst>
          <pc:docMk/>
          <pc:sldMk cId="3428822464" sldId="10350"/>
        </pc:sldMkLst>
      </pc:sldChg>
      <pc:sldChg chg="add ord replId">
        <pc:chgData name="Lý Thanh Ngô" userId="d1fb4545a5d636d2" providerId="Windows Live" clId="Web-{D102BF66-124C-43F9-B354-0B520A23B620}" dt="2025-04-20T23:14:28.571" v="88"/>
        <pc:sldMkLst>
          <pc:docMk/>
          <pc:sldMk cId="3854325399" sldId="10351"/>
        </pc:sldMkLst>
      </pc:sldChg>
      <pc:sldChg chg="add ord replId">
        <pc:chgData name="Lý Thanh Ngô" userId="d1fb4545a5d636d2" providerId="Windows Live" clId="Web-{D102BF66-124C-43F9-B354-0B520A23B620}" dt="2025-04-20T23:14:44.650" v="91"/>
        <pc:sldMkLst>
          <pc:docMk/>
          <pc:sldMk cId="1644976485" sldId="10352"/>
        </pc:sldMkLst>
      </pc:sldChg>
      <pc:sldChg chg="modSp add replId">
        <pc:chgData name="Lý Thanh Ngô" userId="d1fb4545a5d636d2" providerId="Windows Live" clId="Web-{D102BF66-124C-43F9-B354-0B520A23B620}" dt="2025-04-20T23:23:21.262" v="162" actId="20577"/>
        <pc:sldMkLst>
          <pc:docMk/>
          <pc:sldMk cId="3178957577" sldId="10353"/>
        </pc:sldMkLst>
        <pc:spChg chg="mod">
          <ac:chgData name="Lý Thanh Ngô" userId="d1fb4545a5d636d2" providerId="Windows Live" clId="Web-{D102BF66-124C-43F9-B354-0B520A23B620}" dt="2025-04-20T23:23:21.262" v="162" actId="20577"/>
          <ac:spMkLst>
            <pc:docMk/>
            <pc:sldMk cId="3178957577" sldId="10353"/>
            <ac:spMk id="46082" creationId="{85C17735-7BAA-CD89-B52A-1F4BFF494069}"/>
          </ac:spMkLst>
        </pc:spChg>
      </pc:sldChg>
      <pc:sldChg chg="modSp add replId">
        <pc:chgData name="Lý Thanh Ngô" userId="d1fb4545a5d636d2" providerId="Windows Live" clId="Web-{D102BF66-124C-43F9-B354-0B520A23B620}" dt="2025-04-20T23:23:44.747" v="169" actId="20577"/>
        <pc:sldMkLst>
          <pc:docMk/>
          <pc:sldMk cId="2521317777" sldId="10354"/>
        </pc:sldMkLst>
        <pc:spChg chg="mod">
          <ac:chgData name="Lý Thanh Ngô" userId="d1fb4545a5d636d2" providerId="Windows Live" clId="Web-{D102BF66-124C-43F9-B354-0B520A23B620}" dt="2025-04-20T23:23:44.747" v="169" actId="20577"/>
          <ac:spMkLst>
            <pc:docMk/>
            <pc:sldMk cId="2521317777" sldId="10354"/>
            <ac:spMk id="46082" creationId="{C3A5766B-4D44-0F7E-1A28-3CDA078B45CA}"/>
          </ac:spMkLst>
        </pc:spChg>
      </pc:sldChg>
      <pc:sldChg chg="modSp add ord replId">
        <pc:chgData name="Lý Thanh Ngô" userId="d1fb4545a5d636d2" providerId="Windows Live" clId="Web-{D102BF66-124C-43F9-B354-0B520A23B620}" dt="2025-04-20T23:24:00.092" v="174" actId="20577"/>
        <pc:sldMkLst>
          <pc:docMk/>
          <pc:sldMk cId="70965490" sldId="10355"/>
        </pc:sldMkLst>
        <pc:spChg chg="mod">
          <ac:chgData name="Lý Thanh Ngô" userId="d1fb4545a5d636d2" providerId="Windows Live" clId="Web-{D102BF66-124C-43F9-B354-0B520A23B620}" dt="2025-04-20T23:24:00.092" v="174" actId="20577"/>
          <ac:spMkLst>
            <pc:docMk/>
            <pc:sldMk cId="70965490" sldId="10355"/>
            <ac:spMk id="46082" creationId="{CE50AFAC-2F18-11DB-748C-1801D7FA0169}"/>
          </ac:spMkLst>
        </pc:spChg>
      </pc:sldChg>
      <pc:sldChg chg="modSp add ord replId">
        <pc:chgData name="Lý Thanh Ngô" userId="d1fb4545a5d636d2" providerId="Windows Live" clId="Web-{D102BF66-124C-43F9-B354-0B520A23B620}" dt="2025-04-20T23:25:36.517" v="189" actId="20577"/>
        <pc:sldMkLst>
          <pc:docMk/>
          <pc:sldMk cId="1907014761" sldId="10356"/>
        </pc:sldMkLst>
        <pc:spChg chg="mod">
          <ac:chgData name="Lý Thanh Ngô" userId="d1fb4545a5d636d2" providerId="Windows Live" clId="Web-{D102BF66-124C-43F9-B354-0B520A23B620}" dt="2025-04-20T23:25:36.517" v="189" actId="20577"/>
          <ac:spMkLst>
            <pc:docMk/>
            <pc:sldMk cId="1907014761" sldId="10356"/>
            <ac:spMk id="46082" creationId="{3C7A8091-E4E8-CEF6-4BE6-C20A9169193C}"/>
          </ac:spMkLst>
        </pc:spChg>
      </pc:sldChg>
    </pc:docChg>
  </pc:docChgLst>
  <pc:docChgLst>
    <pc:chgData name="Lý Thanh Ngô" userId="d1fb4545a5d636d2" providerId="Windows Live" clId="Web-{67FDAF1C-37A2-4320-8278-2F03C36EE5D4}"/>
    <pc:docChg chg="modSld">
      <pc:chgData name="Lý Thanh Ngô" userId="d1fb4545a5d636d2" providerId="Windows Live" clId="Web-{67FDAF1C-37A2-4320-8278-2F03C36EE5D4}" dt="2025-04-19T06:36:49.909" v="0" actId="14100"/>
      <pc:docMkLst>
        <pc:docMk/>
      </pc:docMkLst>
      <pc:sldChg chg="modSp">
        <pc:chgData name="Lý Thanh Ngô" userId="d1fb4545a5d636d2" providerId="Windows Live" clId="Web-{67FDAF1C-37A2-4320-8278-2F03C36EE5D4}" dt="2025-04-19T06:36:49.909" v="0" actId="14100"/>
        <pc:sldMkLst>
          <pc:docMk/>
          <pc:sldMk cId="2157675428" sldId="10252"/>
        </pc:sldMkLst>
        <pc:spChg chg="mod">
          <ac:chgData name="Lý Thanh Ngô" userId="d1fb4545a5d636d2" providerId="Windows Live" clId="Web-{67FDAF1C-37A2-4320-8278-2F03C36EE5D4}" dt="2025-04-19T06:36:49.909" v="0" actId="14100"/>
          <ac:spMkLst>
            <pc:docMk/>
            <pc:sldMk cId="2157675428" sldId="10252"/>
            <ac:spMk id="2" creationId="{7245C7E0-AD08-9DB0-D243-A28F8F7A3746}"/>
          </ac:spMkLst>
        </pc:spChg>
      </pc:sldChg>
    </pc:docChg>
  </pc:docChgLst>
  <pc:docChgLst>
    <pc:chgData name="Người dùng Khách" providerId="Windows Live" clId="Web-{1B100269-CCA5-42B0-A349-0021EC7AED96}"/>
    <pc:docChg chg="addSld delSld modSld">
      <pc:chgData name="Người dùng Khách" userId="" providerId="Windows Live" clId="Web-{1B100269-CCA5-42B0-A349-0021EC7AED96}" dt="2025-03-29T17:05:52.474" v="107"/>
      <pc:docMkLst>
        <pc:docMk/>
      </pc:docMkLst>
      <pc:sldChg chg="modTransition">
        <pc:chgData name="Người dùng Khách" userId="" providerId="Windows Live" clId="Web-{1B100269-CCA5-42B0-A349-0021EC7AED96}" dt="2025-03-29T17:05:49.302" v="106"/>
        <pc:sldMkLst>
          <pc:docMk/>
          <pc:sldMk cId="3297558619" sldId="9802"/>
        </pc:sldMkLst>
      </pc:sldChg>
      <pc:sldChg chg="modSp">
        <pc:chgData name="Người dùng Khách" userId="" providerId="Windows Live" clId="Web-{1B100269-CCA5-42B0-A349-0021EC7AED96}" dt="2025-03-29T17:03:17.563" v="101"/>
        <pc:sldMkLst>
          <pc:docMk/>
          <pc:sldMk cId="3407074290" sldId="9804"/>
        </pc:sldMkLst>
      </pc:sldChg>
      <pc:sldChg chg="modSp">
        <pc:chgData name="Người dùng Khách" userId="" providerId="Windows Live" clId="Web-{1B100269-CCA5-42B0-A349-0021EC7AED96}" dt="2025-03-29T16:56:35.910" v="59" actId="20577"/>
        <pc:sldMkLst>
          <pc:docMk/>
          <pc:sldMk cId="3731749232" sldId="9805"/>
        </pc:sldMkLst>
      </pc:sldChg>
      <pc:sldChg chg="modSp add del">
        <pc:chgData name="Người dùng Khách" userId="" providerId="Windows Live" clId="Web-{1B100269-CCA5-42B0-A349-0021EC7AED96}" dt="2025-03-29T17:01:56.827" v="94"/>
        <pc:sldMkLst>
          <pc:docMk/>
          <pc:sldMk cId="2605310120" sldId="9806"/>
        </pc:sldMkLst>
      </pc:sldChg>
      <pc:sldChg chg="del">
        <pc:chgData name="Người dùng Khách" userId="" providerId="Windows Live" clId="Web-{1B100269-CCA5-42B0-A349-0021EC7AED96}" dt="2025-03-29T17:02:02.608" v="95"/>
        <pc:sldMkLst>
          <pc:docMk/>
          <pc:sldMk cId="1065535235" sldId="9807"/>
        </pc:sldMkLst>
      </pc:sldChg>
      <pc:sldChg chg="modTransition">
        <pc:chgData name="Người dùng Khách" userId="" providerId="Windows Live" clId="Web-{1B100269-CCA5-42B0-A349-0021EC7AED96}" dt="2025-03-29T17:05:52.474" v="107"/>
        <pc:sldMkLst>
          <pc:docMk/>
          <pc:sldMk cId="1592849602" sldId="9813"/>
        </pc:sldMkLst>
      </pc:sldChg>
      <pc:sldChg chg="modSp">
        <pc:chgData name="Người dùng Khách" userId="" providerId="Windows Live" clId="Web-{1B100269-CCA5-42B0-A349-0021EC7AED96}" dt="2025-03-29T17:03:20.360" v="102"/>
        <pc:sldMkLst>
          <pc:docMk/>
          <pc:sldMk cId="2958806556" sldId="9827"/>
        </pc:sldMkLst>
        <pc:spChg chg="mod">
          <ac:chgData name="Người dùng Khách" userId="" providerId="Windows Live" clId="Web-{1B100269-CCA5-42B0-A349-0021EC7AED96}" dt="2025-03-29T17:03:20.360" v="102"/>
          <ac:spMkLst>
            <pc:docMk/>
            <pc:sldMk cId="2958806556" sldId="9827"/>
            <ac:spMk id="2" creationId="{D0DB7A7C-C6BF-BBBA-3631-B0614733E958}"/>
          </ac:spMkLst>
        </pc:spChg>
      </pc:sldChg>
      <pc:sldChg chg="modSp">
        <pc:chgData name="Người dùng Khách" userId="" providerId="Windows Live" clId="Web-{1B100269-CCA5-42B0-A349-0021EC7AED96}" dt="2025-03-29T16:45:46.704" v="6" actId="20577"/>
        <pc:sldMkLst>
          <pc:docMk/>
          <pc:sldMk cId="1623123200" sldId="9846"/>
        </pc:sldMkLst>
      </pc:sldChg>
      <pc:sldChg chg="modSp">
        <pc:chgData name="Người dùng Khách" userId="" providerId="Windows Live" clId="Web-{1B100269-CCA5-42B0-A349-0021EC7AED96}" dt="2025-03-29T17:04:03.440" v="105"/>
        <pc:sldMkLst>
          <pc:docMk/>
          <pc:sldMk cId="2722460507" sldId="9864"/>
        </pc:sldMkLst>
        <pc:spChg chg="mod">
          <ac:chgData name="Người dùng Khách" userId="" providerId="Windows Live" clId="Web-{1B100269-CCA5-42B0-A349-0021EC7AED96}" dt="2025-03-29T17:04:03.440" v="105"/>
          <ac:spMkLst>
            <pc:docMk/>
            <pc:sldMk cId="2722460507" sldId="9864"/>
            <ac:spMk id="2" creationId="{C5AC7524-1DCF-5012-325A-112DC29DE05E}"/>
          </ac:spMkLst>
        </pc:spChg>
        <pc:spChg chg="mod">
          <ac:chgData name="Người dùng Khách" userId="" providerId="Windows Live" clId="Web-{1B100269-CCA5-42B0-A349-0021EC7AED96}" dt="2025-03-29T17:03:51.049" v="104"/>
          <ac:spMkLst>
            <pc:docMk/>
            <pc:sldMk cId="2722460507" sldId="9864"/>
            <ac:spMk id="4" creationId="{9B130C5D-607E-1CBB-D591-F748074BB843}"/>
          </ac:spMkLst>
        </pc:spChg>
      </pc:sldChg>
    </pc:docChg>
  </pc:docChgLst>
  <pc:docChgLst>
    <pc:chgData name="Lý Thanh Ngô" userId="d1fb4545a5d636d2" providerId="LiveId" clId="{572A53DC-FA1E-40D6-9AFD-601B456BF9DD}"/>
    <pc:docChg chg="undo custSel addSld delSld modSld">
      <pc:chgData name="Lý Thanh Ngô" userId="d1fb4545a5d636d2" providerId="LiveId" clId="{572A53DC-FA1E-40D6-9AFD-601B456BF9DD}" dt="2025-04-13T02:16:12.493" v="104" actId="14100"/>
      <pc:docMkLst>
        <pc:docMk/>
      </pc:docMkLst>
      <pc:sldChg chg="modSp mod">
        <pc:chgData name="Lý Thanh Ngô" userId="d1fb4545a5d636d2" providerId="LiveId" clId="{572A53DC-FA1E-40D6-9AFD-601B456BF9DD}" dt="2025-04-13T02:15:53.319" v="103" actId="403"/>
        <pc:sldMkLst>
          <pc:docMk/>
          <pc:sldMk cId="591027290" sldId="257"/>
        </pc:sldMkLst>
        <pc:spChg chg="mod">
          <ac:chgData name="Lý Thanh Ngô" userId="d1fb4545a5d636d2" providerId="LiveId" clId="{572A53DC-FA1E-40D6-9AFD-601B456BF9DD}" dt="2025-04-13T02:15:53.319" v="103" actId="403"/>
          <ac:spMkLst>
            <pc:docMk/>
            <pc:sldMk cId="591027290" sldId="257"/>
            <ac:spMk id="3" creationId="{00000000-0000-0000-0000-000000000000}"/>
          </ac:spMkLst>
        </pc:spChg>
      </pc:sldChg>
      <pc:sldChg chg="modSp mod">
        <pc:chgData name="Lý Thanh Ngô" userId="d1fb4545a5d636d2" providerId="LiveId" clId="{572A53DC-FA1E-40D6-9AFD-601B456BF9DD}" dt="2025-04-13T02:16:12.493" v="104" actId="14100"/>
        <pc:sldMkLst>
          <pc:docMk/>
          <pc:sldMk cId="2171119766" sldId="258"/>
        </pc:sldMkLst>
        <pc:spChg chg="mod">
          <ac:chgData name="Lý Thanh Ngô" userId="d1fb4545a5d636d2" providerId="LiveId" clId="{572A53DC-FA1E-40D6-9AFD-601B456BF9DD}" dt="2025-04-13T02:16:12.493" v="104" actId="14100"/>
          <ac:spMkLst>
            <pc:docMk/>
            <pc:sldMk cId="2171119766" sldId="258"/>
            <ac:spMk id="7170" creationId="{00000000-0000-0000-0000-000000000000}"/>
          </ac:spMkLst>
        </pc:spChg>
      </pc:sldChg>
      <pc:sldChg chg="modSp mod">
        <pc:chgData name="Lý Thanh Ngô" userId="d1fb4545a5d636d2" providerId="LiveId" clId="{572A53DC-FA1E-40D6-9AFD-601B456BF9DD}" dt="2025-04-13T02:11:57.845" v="20" actId="20577"/>
        <pc:sldMkLst>
          <pc:docMk/>
          <pc:sldMk cId="3057438887" sldId="259"/>
        </pc:sldMkLst>
        <pc:spChg chg="mod">
          <ac:chgData name="Lý Thanh Ngô" userId="d1fb4545a5d636d2" providerId="LiveId" clId="{572A53DC-FA1E-40D6-9AFD-601B456BF9DD}" dt="2025-04-13T02:11:57.845" v="20" actId="20577"/>
          <ac:spMkLst>
            <pc:docMk/>
            <pc:sldMk cId="3057438887" sldId="259"/>
            <ac:spMk id="3" creationId="{00000000-0000-0000-0000-000000000000}"/>
          </ac:spMkLst>
        </pc:spChg>
      </pc:sldChg>
      <pc:sldChg chg="modSp mod">
        <pc:chgData name="Lý Thanh Ngô" userId="d1fb4545a5d636d2" providerId="LiveId" clId="{572A53DC-FA1E-40D6-9AFD-601B456BF9DD}" dt="2025-04-13T02:12:12.258" v="26" actId="20577"/>
        <pc:sldMkLst>
          <pc:docMk/>
          <pc:sldMk cId="532766581" sldId="260"/>
        </pc:sldMkLst>
        <pc:spChg chg="mod">
          <ac:chgData name="Lý Thanh Ngô" userId="d1fb4545a5d636d2" providerId="LiveId" clId="{572A53DC-FA1E-40D6-9AFD-601B456BF9DD}" dt="2025-04-13T02:12:12.258" v="26" actId="20577"/>
          <ac:spMkLst>
            <pc:docMk/>
            <pc:sldMk cId="532766581" sldId="260"/>
            <ac:spMk id="7170" creationId="{00000000-0000-0000-0000-000000000000}"/>
          </ac:spMkLst>
        </pc:spChg>
      </pc:sldChg>
      <pc:sldChg chg="modSp mod">
        <pc:chgData name="Lý Thanh Ngô" userId="d1fb4545a5d636d2" providerId="LiveId" clId="{572A53DC-FA1E-40D6-9AFD-601B456BF9DD}" dt="2025-04-13T02:12:28.041" v="33" actId="20577"/>
        <pc:sldMkLst>
          <pc:docMk/>
          <pc:sldMk cId="1487358291" sldId="261"/>
        </pc:sldMkLst>
        <pc:spChg chg="mod">
          <ac:chgData name="Lý Thanh Ngô" userId="d1fb4545a5d636d2" providerId="LiveId" clId="{572A53DC-FA1E-40D6-9AFD-601B456BF9DD}" dt="2025-04-13T02:12:28.041" v="33" actId="20577"/>
          <ac:spMkLst>
            <pc:docMk/>
            <pc:sldMk cId="1487358291" sldId="261"/>
            <ac:spMk id="7170" creationId="{00000000-0000-0000-0000-000000000000}"/>
          </ac:spMkLst>
        </pc:spChg>
      </pc:sldChg>
      <pc:sldChg chg="modSp mod">
        <pc:chgData name="Lý Thanh Ngô" userId="d1fb4545a5d636d2" providerId="LiveId" clId="{572A53DC-FA1E-40D6-9AFD-601B456BF9DD}" dt="2025-04-13T02:13:01.536" v="47" actId="20577"/>
        <pc:sldMkLst>
          <pc:docMk/>
          <pc:sldMk cId="1140672165" sldId="263"/>
        </pc:sldMkLst>
        <pc:spChg chg="mod">
          <ac:chgData name="Lý Thanh Ngô" userId="d1fb4545a5d636d2" providerId="LiveId" clId="{572A53DC-FA1E-40D6-9AFD-601B456BF9DD}" dt="2025-04-13T02:13:01.536" v="47" actId="20577"/>
          <ac:spMkLst>
            <pc:docMk/>
            <pc:sldMk cId="1140672165" sldId="263"/>
            <ac:spMk id="7170" creationId="{00000000-0000-0000-0000-000000000000}"/>
          </ac:spMkLst>
        </pc:spChg>
      </pc:sldChg>
      <pc:sldChg chg="modSp mod">
        <pc:chgData name="Lý Thanh Ngô" userId="d1fb4545a5d636d2" providerId="LiveId" clId="{572A53DC-FA1E-40D6-9AFD-601B456BF9DD}" dt="2025-04-13T02:13:11.801" v="50" actId="27636"/>
        <pc:sldMkLst>
          <pc:docMk/>
          <pc:sldMk cId="1434756872" sldId="265"/>
        </pc:sldMkLst>
        <pc:spChg chg="mod">
          <ac:chgData name="Lý Thanh Ngô" userId="d1fb4545a5d636d2" providerId="LiveId" clId="{572A53DC-FA1E-40D6-9AFD-601B456BF9DD}" dt="2025-04-13T02:13:11.801" v="50" actId="27636"/>
          <ac:spMkLst>
            <pc:docMk/>
            <pc:sldMk cId="1434756872" sldId="265"/>
            <ac:spMk id="7170" creationId="{00000000-0000-0000-0000-000000000000}"/>
          </ac:spMkLst>
        </pc:spChg>
      </pc:sldChg>
      <pc:sldChg chg="modSp mod">
        <pc:chgData name="Lý Thanh Ngô" userId="d1fb4545a5d636d2" providerId="LiveId" clId="{572A53DC-FA1E-40D6-9AFD-601B456BF9DD}" dt="2025-04-13T02:13:25.104" v="53" actId="27636"/>
        <pc:sldMkLst>
          <pc:docMk/>
          <pc:sldMk cId="1191164645" sldId="266"/>
        </pc:sldMkLst>
        <pc:spChg chg="mod">
          <ac:chgData name="Lý Thanh Ngô" userId="d1fb4545a5d636d2" providerId="LiveId" clId="{572A53DC-FA1E-40D6-9AFD-601B456BF9DD}" dt="2025-04-13T02:13:25.104" v="53" actId="27636"/>
          <ac:spMkLst>
            <pc:docMk/>
            <pc:sldMk cId="1191164645" sldId="266"/>
            <ac:spMk id="7170" creationId="{00000000-0000-0000-0000-000000000000}"/>
          </ac:spMkLst>
        </pc:spChg>
      </pc:sldChg>
      <pc:sldChg chg="modSp add mod">
        <pc:chgData name="Lý Thanh Ngô" userId="d1fb4545a5d636d2" providerId="LiveId" clId="{572A53DC-FA1E-40D6-9AFD-601B456BF9DD}" dt="2025-04-13T02:14:13.720" v="74" actId="255"/>
        <pc:sldMkLst>
          <pc:docMk/>
          <pc:sldMk cId="3745318228" sldId="10025"/>
        </pc:sldMkLst>
        <pc:spChg chg="mod">
          <ac:chgData name="Lý Thanh Ngô" userId="d1fb4545a5d636d2" providerId="LiveId" clId="{572A53DC-FA1E-40D6-9AFD-601B456BF9DD}" dt="2025-04-13T02:14:13.720" v="74" actId="255"/>
          <ac:spMkLst>
            <pc:docMk/>
            <pc:sldMk cId="3745318228" sldId="10025"/>
            <ac:spMk id="7170" creationId="{B03D3875-C065-9232-5CCB-9E4598D6B32B}"/>
          </ac:spMkLst>
        </pc:spChg>
      </pc:sldChg>
      <pc:sldChg chg="add del">
        <pc:chgData name="Lý Thanh Ngô" userId="d1fb4545a5d636d2" providerId="LiveId" clId="{572A53DC-FA1E-40D6-9AFD-601B456BF9DD}" dt="2025-04-13T02:15:41.047" v="102" actId="47"/>
        <pc:sldMkLst>
          <pc:docMk/>
          <pc:sldMk cId="4186013731" sldId="10026"/>
        </pc:sldMkLst>
      </pc:sldChg>
      <pc:sldChg chg="modSp add mod">
        <pc:chgData name="Lý Thanh Ngô" userId="d1fb4545a5d636d2" providerId="LiveId" clId="{572A53DC-FA1E-40D6-9AFD-601B456BF9DD}" dt="2025-04-13T02:14:42.368" v="85" actId="20577"/>
        <pc:sldMkLst>
          <pc:docMk/>
          <pc:sldMk cId="2805427209" sldId="10027"/>
        </pc:sldMkLst>
        <pc:spChg chg="mod">
          <ac:chgData name="Lý Thanh Ngô" userId="d1fb4545a5d636d2" providerId="LiveId" clId="{572A53DC-FA1E-40D6-9AFD-601B456BF9DD}" dt="2025-04-13T02:14:42.368" v="85" actId="20577"/>
          <ac:spMkLst>
            <pc:docMk/>
            <pc:sldMk cId="2805427209" sldId="10027"/>
            <ac:spMk id="7170" creationId="{6C388B8F-92EB-F8BC-C719-6F704A7EB62E}"/>
          </ac:spMkLst>
        </pc:spChg>
      </pc:sldChg>
      <pc:sldChg chg="modSp add mod">
        <pc:chgData name="Lý Thanh Ngô" userId="d1fb4545a5d636d2" providerId="LiveId" clId="{572A53DC-FA1E-40D6-9AFD-601B456BF9DD}" dt="2025-04-13T02:14:55.407" v="87"/>
        <pc:sldMkLst>
          <pc:docMk/>
          <pc:sldMk cId="400344294" sldId="10028"/>
        </pc:sldMkLst>
        <pc:spChg chg="mod">
          <ac:chgData name="Lý Thanh Ngô" userId="d1fb4545a5d636d2" providerId="LiveId" clId="{572A53DC-FA1E-40D6-9AFD-601B456BF9DD}" dt="2025-04-13T02:14:55.407" v="87"/>
          <ac:spMkLst>
            <pc:docMk/>
            <pc:sldMk cId="400344294" sldId="10028"/>
            <ac:spMk id="7170" creationId="{74836C57-81A1-171A-0033-498FC909B48D}"/>
          </ac:spMkLst>
        </pc:spChg>
      </pc:sldChg>
      <pc:sldChg chg="modSp add mod">
        <pc:chgData name="Lý Thanh Ngô" userId="d1fb4545a5d636d2" providerId="LiveId" clId="{572A53DC-FA1E-40D6-9AFD-601B456BF9DD}" dt="2025-04-13T02:15:15.361" v="92" actId="20577"/>
        <pc:sldMkLst>
          <pc:docMk/>
          <pc:sldMk cId="2530891263" sldId="10029"/>
        </pc:sldMkLst>
        <pc:spChg chg="mod">
          <ac:chgData name="Lý Thanh Ngô" userId="d1fb4545a5d636d2" providerId="LiveId" clId="{572A53DC-FA1E-40D6-9AFD-601B456BF9DD}" dt="2025-04-13T02:15:15.361" v="92" actId="20577"/>
          <ac:spMkLst>
            <pc:docMk/>
            <pc:sldMk cId="2530891263" sldId="10029"/>
            <ac:spMk id="7170" creationId="{1725084F-0C50-CE5E-ED27-E9FD6D0F6769}"/>
          </ac:spMkLst>
        </pc:spChg>
      </pc:sldChg>
      <pc:sldChg chg="modSp add mod">
        <pc:chgData name="Lý Thanh Ngô" userId="d1fb4545a5d636d2" providerId="LiveId" clId="{572A53DC-FA1E-40D6-9AFD-601B456BF9DD}" dt="2025-04-13T02:15:39.547" v="101" actId="207"/>
        <pc:sldMkLst>
          <pc:docMk/>
          <pc:sldMk cId="4195677237" sldId="10030"/>
        </pc:sldMkLst>
        <pc:spChg chg="mod">
          <ac:chgData name="Lý Thanh Ngô" userId="d1fb4545a5d636d2" providerId="LiveId" clId="{572A53DC-FA1E-40D6-9AFD-601B456BF9DD}" dt="2025-04-13T02:15:39.547" v="101" actId="207"/>
          <ac:spMkLst>
            <pc:docMk/>
            <pc:sldMk cId="4195677237" sldId="10030"/>
            <ac:spMk id="7170" creationId="{1FA55E2C-9F42-E4AD-447A-B8389F4E6E51}"/>
          </ac:spMkLst>
        </pc:spChg>
      </pc:sldChg>
    </pc:docChg>
  </pc:docChgLst>
  <pc:docChgLst>
    <pc:chgData name="Lý Thanh Ngô" userId="d1fb4545a5d636d2" providerId="LiveId" clId="{ABD4904B-081A-47C6-B87B-1F2506E329D6}"/>
    <pc:docChg chg="undo redo custSel addSld delSld modSld sldOrd delMainMaster">
      <pc:chgData name="Lý Thanh Ngô" userId="d1fb4545a5d636d2" providerId="LiveId" clId="{ABD4904B-081A-47C6-B87B-1F2506E329D6}" dt="2025-03-30T06:10:53.274" v="2014" actId="123"/>
      <pc:docMkLst>
        <pc:docMk/>
      </pc:docMkLst>
      <pc:sldChg chg="modSp mod">
        <pc:chgData name="Lý Thanh Ngô" userId="d1fb4545a5d636d2" providerId="LiveId" clId="{ABD4904B-081A-47C6-B87B-1F2506E329D6}" dt="2025-03-30T04:54:23.912" v="1799" actId="122"/>
        <pc:sldMkLst>
          <pc:docMk/>
          <pc:sldMk cId="0" sldId="304"/>
        </pc:sldMkLst>
        <pc:spChg chg="mod">
          <ac:chgData name="Lý Thanh Ngô" userId="d1fb4545a5d636d2" providerId="LiveId" clId="{ABD4904B-081A-47C6-B87B-1F2506E329D6}" dt="2025-03-30T04:54:23.912" v="1799" actId="122"/>
          <ac:spMkLst>
            <pc:docMk/>
            <pc:sldMk cId="0" sldId="304"/>
            <ac:spMk id="46082" creationId="{E17C6E24-CB11-9ED3-E73D-25EE4CA00827}"/>
          </ac:spMkLst>
        </pc:spChg>
      </pc:sldChg>
      <pc:sldChg chg="modSp mod">
        <pc:chgData name="Lý Thanh Ngô" userId="d1fb4545a5d636d2" providerId="LiveId" clId="{ABD4904B-081A-47C6-B87B-1F2506E329D6}" dt="2025-03-30T04:52:57.906" v="1763" actId="123"/>
        <pc:sldMkLst>
          <pc:docMk/>
          <pc:sldMk cId="0" sldId="321"/>
        </pc:sldMkLst>
        <pc:spChg chg="mod">
          <ac:chgData name="Lý Thanh Ngô" userId="d1fb4545a5d636d2" providerId="LiveId" clId="{ABD4904B-081A-47C6-B87B-1F2506E329D6}" dt="2025-03-30T04:52:57.906" v="1763" actId="123"/>
          <ac:spMkLst>
            <pc:docMk/>
            <pc:sldMk cId="0" sldId="321"/>
            <ac:spMk id="66562" creationId="{D884BA29-1F76-D50D-3220-7C4834945777}"/>
          </ac:spMkLst>
        </pc:spChg>
      </pc:sldChg>
      <pc:sldChg chg="modSp mod">
        <pc:chgData name="Lý Thanh Ngô" userId="d1fb4545a5d636d2" providerId="LiveId" clId="{ABD4904B-081A-47C6-B87B-1F2506E329D6}" dt="2025-03-30T04:53:05.836" v="1765" actId="123"/>
        <pc:sldMkLst>
          <pc:docMk/>
          <pc:sldMk cId="0" sldId="322"/>
        </pc:sldMkLst>
        <pc:spChg chg="mod">
          <ac:chgData name="Lý Thanh Ngô" userId="d1fb4545a5d636d2" providerId="LiveId" clId="{ABD4904B-081A-47C6-B87B-1F2506E329D6}" dt="2025-03-30T04:53:05.836" v="1765" actId="123"/>
          <ac:spMkLst>
            <pc:docMk/>
            <pc:sldMk cId="0" sldId="322"/>
            <ac:spMk id="66562" creationId="{DB96D1C1-1479-6C6E-261C-24F0694D7BDD}"/>
          </ac:spMkLst>
        </pc:spChg>
      </pc:sldChg>
      <pc:sldChg chg="modSp mod">
        <pc:chgData name="Lý Thanh Ngô" userId="d1fb4545a5d636d2" providerId="LiveId" clId="{ABD4904B-081A-47C6-B87B-1F2506E329D6}" dt="2025-03-30T04:53:10.913" v="1766" actId="123"/>
        <pc:sldMkLst>
          <pc:docMk/>
          <pc:sldMk cId="0" sldId="323"/>
        </pc:sldMkLst>
        <pc:spChg chg="mod">
          <ac:chgData name="Lý Thanh Ngô" userId="d1fb4545a5d636d2" providerId="LiveId" clId="{ABD4904B-081A-47C6-B87B-1F2506E329D6}" dt="2025-03-30T04:53:10.913" v="1766" actId="123"/>
          <ac:spMkLst>
            <pc:docMk/>
            <pc:sldMk cId="0" sldId="323"/>
            <ac:spMk id="66562" creationId="{C3F13C7A-5304-48FF-CAD8-39A6B663E1B7}"/>
          </ac:spMkLst>
        </pc:spChg>
      </pc:sldChg>
      <pc:sldChg chg="modSp mod">
        <pc:chgData name="Lý Thanh Ngô" userId="d1fb4545a5d636d2" providerId="LiveId" clId="{ABD4904B-081A-47C6-B87B-1F2506E329D6}" dt="2025-03-30T04:53:17.920" v="1768" actId="123"/>
        <pc:sldMkLst>
          <pc:docMk/>
          <pc:sldMk cId="0" sldId="324"/>
        </pc:sldMkLst>
        <pc:spChg chg="mod">
          <ac:chgData name="Lý Thanh Ngô" userId="d1fb4545a5d636d2" providerId="LiveId" clId="{ABD4904B-081A-47C6-B87B-1F2506E329D6}" dt="2025-03-30T04:53:17.920" v="1768" actId="123"/>
          <ac:spMkLst>
            <pc:docMk/>
            <pc:sldMk cId="0" sldId="324"/>
            <ac:spMk id="66562" creationId="{030630BD-3423-7E1C-CA80-A2B4DAF1EA01}"/>
          </ac:spMkLst>
        </pc:spChg>
      </pc:sldChg>
      <pc:sldChg chg="modSp mod">
        <pc:chgData name="Lý Thanh Ngô" userId="d1fb4545a5d636d2" providerId="LiveId" clId="{ABD4904B-081A-47C6-B87B-1F2506E329D6}" dt="2025-03-30T05:03:04.716" v="1993" actId="404"/>
        <pc:sldMkLst>
          <pc:docMk/>
          <pc:sldMk cId="0" sldId="341"/>
        </pc:sldMkLst>
        <pc:spChg chg="mod">
          <ac:chgData name="Lý Thanh Ngô" userId="d1fb4545a5d636d2" providerId="LiveId" clId="{ABD4904B-081A-47C6-B87B-1F2506E329D6}" dt="2025-03-30T05:03:04.716" v="1993" actId="404"/>
          <ac:spMkLst>
            <pc:docMk/>
            <pc:sldMk cId="0" sldId="341"/>
            <ac:spMk id="66562" creationId="{A4D685C3-35A5-ED4F-2DCC-7FD5DCCE7257}"/>
          </ac:spMkLst>
        </pc:spChg>
      </pc:sldChg>
      <pc:sldChg chg="modSp mod">
        <pc:chgData name="Lý Thanh Ngô" userId="d1fb4545a5d636d2" providerId="LiveId" clId="{ABD4904B-081A-47C6-B87B-1F2506E329D6}" dt="2025-03-30T04:25:33.214" v="996" actId="20577"/>
        <pc:sldMkLst>
          <pc:docMk/>
          <pc:sldMk cId="0" sldId="342"/>
        </pc:sldMkLst>
        <pc:spChg chg="mod">
          <ac:chgData name="Lý Thanh Ngô" userId="d1fb4545a5d636d2" providerId="LiveId" clId="{ABD4904B-081A-47C6-B87B-1F2506E329D6}" dt="2025-03-30T04:25:33.214" v="996" actId="20577"/>
          <ac:spMkLst>
            <pc:docMk/>
            <pc:sldMk cId="0" sldId="342"/>
            <ac:spMk id="66562" creationId="{ACD56851-6628-4177-9AD5-458996848715}"/>
          </ac:spMkLst>
        </pc:spChg>
      </pc:sldChg>
      <pc:sldChg chg="modSp mod">
        <pc:chgData name="Lý Thanh Ngô" userId="d1fb4545a5d636d2" providerId="LiveId" clId="{ABD4904B-081A-47C6-B87B-1F2506E329D6}" dt="2025-03-30T04:30:22.957" v="1197" actId="20577"/>
        <pc:sldMkLst>
          <pc:docMk/>
          <pc:sldMk cId="0" sldId="343"/>
        </pc:sldMkLst>
        <pc:spChg chg="mod">
          <ac:chgData name="Lý Thanh Ngô" userId="d1fb4545a5d636d2" providerId="LiveId" clId="{ABD4904B-081A-47C6-B87B-1F2506E329D6}" dt="2025-03-30T04:30:22.957" v="1197" actId="20577"/>
          <ac:spMkLst>
            <pc:docMk/>
            <pc:sldMk cId="0" sldId="343"/>
            <ac:spMk id="66562" creationId="{9BFAB20C-8B8D-DA6D-B8B2-28F039EE254E}"/>
          </ac:spMkLst>
        </pc:spChg>
      </pc:sldChg>
      <pc:sldChg chg="modSp mod">
        <pc:chgData name="Lý Thanh Ngô" userId="d1fb4545a5d636d2" providerId="LiveId" clId="{ABD4904B-081A-47C6-B87B-1F2506E329D6}" dt="2025-03-30T04:32:47.457" v="1237" actId="255"/>
        <pc:sldMkLst>
          <pc:docMk/>
          <pc:sldMk cId="0" sldId="344"/>
        </pc:sldMkLst>
        <pc:spChg chg="mod">
          <ac:chgData name="Lý Thanh Ngô" userId="d1fb4545a5d636d2" providerId="LiveId" clId="{ABD4904B-081A-47C6-B87B-1F2506E329D6}" dt="2025-03-30T04:32:47.457" v="1237" actId="255"/>
          <ac:spMkLst>
            <pc:docMk/>
            <pc:sldMk cId="0" sldId="344"/>
            <ac:spMk id="66562" creationId="{81C76A0F-EF95-2F19-13C9-0D53F5BE8601}"/>
          </ac:spMkLst>
        </pc:spChg>
      </pc:sldChg>
      <pc:sldChg chg="modSp mod">
        <pc:chgData name="Lý Thanh Ngô" userId="d1fb4545a5d636d2" providerId="LiveId" clId="{ABD4904B-081A-47C6-B87B-1F2506E329D6}" dt="2025-03-30T04:34:45.903" v="1259" actId="27636"/>
        <pc:sldMkLst>
          <pc:docMk/>
          <pc:sldMk cId="0" sldId="345"/>
        </pc:sldMkLst>
        <pc:spChg chg="mod">
          <ac:chgData name="Lý Thanh Ngô" userId="d1fb4545a5d636d2" providerId="LiveId" clId="{ABD4904B-081A-47C6-B87B-1F2506E329D6}" dt="2025-03-30T04:34:45.903" v="1259" actId="27636"/>
          <ac:spMkLst>
            <pc:docMk/>
            <pc:sldMk cId="0" sldId="345"/>
            <ac:spMk id="66562" creationId="{AB065F11-4BDC-5D36-3AC6-A4C4BFF5DBC3}"/>
          </ac:spMkLst>
        </pc:spChg>
      </pc:sldChg>
      <pc:sldChg chg="modSp mod">
        <pc:chgData name="Lý Thanh Ngô" userId="d1fb4545a5d636d2" providerId="LiveId" clId="{ABD4904B-081A-47C6-B87B-1F2506E329D6}" dt="2025-03-30T04:35:53.052" v="1281" actId="6549"/>
        <pc:sldMkLst>
          <pc:docMk/>
          <pc:sldMk cId="0" sldId="346"/>
        </pc:sldMkLst>
        <pc:spChg chg="mod">
          <ac:chgData name="Lý Thanh Ngô" userId="d1fb4545a5d636d2" providerId="LiveId" clId="{ABD4904B-081A-47C6-B87B-1F2506E329D6}" dt="2025-03-30T04:35:53.052" v="1281" actId="6549"/>
          <ac:spMkLst>
            <pc:docMk/>
            <pc:sldMk cId="0" sldId="346"/>
            <ac:spMk id="66562" creationId="{C4A6B55D-2891-6BDC-DED5-E5F0D700E625}"/>
          </ac:spMkLst>
        </pc:spChg>
      </pc:sldChg>
      <pc:sldChg chg="modSp mod">
        <pc:chgData name="Lý Thanh Ngô" userId="d1fb4545a5d636d2" providerId="LiveId" clId="{ABD4904B-081A-47C6-B87B-1F2506E329D6}" dt="2025-03-30T04:36:57.323" v="1302" actId="403"/>
        <pc:sldMkLst>
          <pc:docMk/>
          <pc:sldMk cId="0" sldId="347"/>
        </pc:sldMkLst>
        <pc:spChg chg="mod">
          <ac:chgData name="Lý Thanh Ngô" userId="d1fb4545a5d636d2" providerId="LiveId" clId="{ABD4904B-081A-47C6-B87B-1F2506E329D6}" dt="2025-03-30T04:36:57.323" v="1302" actId="403"/>
          <ac:spMkLst>
            <pc:docMk/>
            <pc:sldMk cId="0" sldId="347"/>
            <ac:spMk id="66562" creationId="{4D6D1884-2BBD-1374-8C27-4DF14DF2DBF6}"/>
          </ac:spMkLst>
        </pc:spChg>
      </pc:sldChg>
      <pc:sldChg chg="modSp mod">
        <pc:chgData name="Lý Thanh Ngô" userId="d1fb4545a5d636d2" providerId="LiveId" clId="{ABD4904B-081A-47C6-B87B-1F2506E329D6}" dt="2025-03-30T04:38:51.572" v="1358" actId="27636"/>
        <pc:sldMkLst>
          <pc:docMk/>
          <pc:sldMk cId="0" sldId="348"/>
        </pc:sldMkLst>
        <pc:spChg chg="mod">
          <ac:chgData name="Lý Thanh Ngô" userId="d1fb4545a5d636d2" providerId="LiveId" clId="{ABD4904B-081A-47C6-B87B-1F2506E329D6}" dt="2025-03-30T04:38:51.572" v="1358" actId="27636"/>
          <ac:spMkLst>
            <pc:docMk/>
            <pc:sldMk cId="0" sldId="348"/>
            <ac:spMk id="66562" creationId="{33CC4CD7-1B60-C439-112A-F5719E6F93AB}"/>
          </ac:spMkLst>
        </pc:spChg>
      </pc:sldChg>
      <pc:sldChg chg="modSp mod">
        <pc:chgData name="Lý Thanh Ngô" userId="d1fb4545a5d636d2" providerId="LiveId" clId="{ABD4904B-081A-47C6-B87B-1F2506E329D6}" dt="2025-03-30T04:39:46.769" v="1372" actId="27636"/>
        <pc:sldMkLst>
          <pc:docMk/>
          <pc:sldMk cId="0" sldId="349"/>
        </pc:sldMkLst>
        <pc:spChg chg="mod">
          <ac:chgData name="Lý Thanh Ngô" userId="d1fb4545a5d636d2" providerId="LiveId" clId="{ABD4904B-081A-47C6-B87B-1F2506E329D6}" dt="2025-03-30T04:39:46.769" v="1372" actId="27636"/>
          <ac:spMkLst>
            <pc:docMk/>
            <pc:sldMk cId="0" sldId="349"/>
            <ac:spMk id="66562" creationId="{C0F1FE32-B775-A81C-6666-6F3DFFF789A0}"/>
          </ac:spMkLst>
        </pc:spChg>
      </pc:sldChg>
      <pc:sldChg chg="modSp mod">
        <pc:chgData name="Lý Thanh Ngô" userId="d1fb4545a5d636d2" providerId="LiveId" clId="{ABD4904B-081A-47C6-B87B-1F2506E329D6}" dt="2025-03-30T04:40:14.375" v="1384" actId="403"/>
        <pc:sldMkLst>
          <pc:docMk/>
          <pc:sldMk cId="0" sldId="350"/>
        </pc:sldMkLst>
        <pc:spChg chg="mod">
          <ac:chgData name="Lý Thanh Ngô" userId="d1fb4545a5d636d2" providerId="LiveId" clId="{ABD4904B-081A-47C6-B87B-1F2506E329D6}" dt="2025-03-30T04:40:14.375" v="1384" actId="403"/>
          <ac:spMkLst>
            <pc:docMk/>
            <pc:sldMk cId="0" sldId="350"/>
            <ac:spMk id="66562" creationId="{F76B668E-C196-E29B-D15F-AFB22C66E040}"/>
          </ac:spMkLst>
        </pc:spChg>
      </pc:sldChg>
      <pc:sldChg chg="modSp mod">
        <pc:chgData name="Lý Thanh Ngô" userId="d1fb4545a5d636d2" providerId="LiveId" clId="{ABD4904B-081A-47C6-B87B-1F2506E329D6}" dt="2025-03-30T04:42:53.021" v="1535" actId="403"/>
        <pc:sldMkLst>
          <pc:docMk/>
          <pc:sldMk cId="0" sldId="351"/>
        </pc:sldMkLst>
        <pc:spChg chg="mod">
          <ac:chgData name="Lý Thanh Ngô" userId="d1fb4545a5d636d2" providerId="LiveId" clId="{ABD4904B-081A-47C6-B87B-1F2506E329D6}" dt="2025-03-30T04:42:53.021" v="1535" actId="403"/>
          <ac:spMkLst>
            <pc:docMk/>
            <pc:sldMk cId="0" sldId="351"/>
            <ac:spMk id="66562" creationId="{B66FF892-2DFC-35F5-832D-65ECBE15DADD}"/>
          </ac:spMkLst>
        </pc:spChg>
      </pc:sldChg>
      <pc:sldChg chg="modSp mod">
        <pc:chgData name="Lý Thanh Ngô" userId="d1fb4545a5d636d2" providerId="LiveId" clId="{ABD4904B-081A-47C6-B87B-1F2506E329D6}" dt="2025-03-30T04:44:46.538" v="1586" actId="120"/>
        <pc:sldMkLst>
          <pc:docMk/>
          <pc:sldMk cId="0" sldId="352"/>
        </pc:sldMkLst>
        <pc:spChg chg="mod">
          <ac:chgData name="Lý Thanh Ngô" userId="d1fb4545a5d636d2" providerId="LiveId" clId="{ABD4904B-081A-47C6-B87B-1F2506E329D6}" dt="2025-03-30T04:44:46.538" v="1586" actId="120"/>
          <ac:spMkLst>
            <pc:docMk/>
            <pc:sldMk cId="0" sldId="352"/>
            <ac:spMk id="66562" creationId="{BE0D3BF3-E3D0-B397-F77F-20BAF3B2FA4A}"/>
          </ac:spMkLst>
        </pc:spChg>
      </pc:sldChg>
      <pc:sldChg chg="modSp mod">
        <pc:chgData name="Lý Thanh Ngô" userId="d1fb4545a5d636d2" providerId="LiveId" clId="{ABD4904B-081A-47C6-B87B-1F2506E329D6}" dt="2025-03-30T04:48:59.585" v="1669" actId="120"/>
        <pc:sldMkLst>
          <pc:docMk/>
          <pc:sldMk cId="0" sldId="353"/>
        </pc:sldMkLst>
        <pc:spChg chg="mod">
          <ac:chgData name="Lý Thanh Ngô" userId="d1fb4545a5d636d2" providerId="LiveId" clId="{ABD4904B-081A-47C6-B87B-1F2506E329D6}" dt="2025-03-30T04:48:59.585" v="1669" actId="120"/>
          <ac:spMkLst>
            <pc:docMk/>
            <pc:sldMk cId="0" sldId="353"/>
            <ac:spMk id="66562" creationId="{EA9068C9-9945-05A1-E593-DF0FB5AFE597}"/>
          </ac:spMkLst>
        </pc:spChg>
      </pc:sldChg>
      <pc:sldChg chg="modSp mod">
        <pc:chgData name="Lý Thanh Ngô" userId="d1fb4545a5d636d2" providerId="LiveId" clId="{ABD4904B-081A-47C6-B87B-1F2506E329D6}" dt="2025-03-30T04:49:51.228" v="1699" actId="207"/>
        <pc:sldMkLst>
          <pc:docMk/>
          <pc:sldMk cId="0" sldId="354"/>
        </pc:sldMkLst>
        <pc:spChg chg="mod">
          <ac:chgData name="Lý Thanh Ngô" userId="d1fb4545a5d636d2" providerId="LiveId" clId="{ABD4904B-081A-47C6-B87B-1F2506E329D6}" dt="2025-03-30T04:49:51.228" v="1699" actId="207"/>
          <ac:spMkLst>
            <pc:docMk/>
            <pc:sldMk cId="0" sldId="354"/>
            <ac:spMk id="66562" creationId="{433D330E-1ADA-A91D-179B-B45C0AD17696}"/>
          </ac:spMkLst>
        </pc:spChg>
      </pc:sldChg>
      <pc:sldChg chg="modSp mod">
        <pc:chgData name="Lý Thanh Ngô" userId="d1fb4545a5d636d2" providerId="LiveId" clId="{ABD4904B-081A-47C6-B87B-1F2506E329D6}" dt="2025-03-30T04:50:10.327" v="1705" actId="207"/>
        <pc:sldMkLst>
          <pc:docMk/>
          <pc:sldMk cId="0" sldId="355"/>
        </pc:sldMkLst>
        <pc:spChg chg="mod">
          <ac:chgData name="Lý Thanh Ngô" userId="d1fb4545a5d636d2" providerId="LiveId" clId="{ABD4904B-081A-47C6-B87B-1F2506E329D6}" dt="2025-03-30T04:50:10.327" v="1705" actId="207"/>
          <ac:spMkLst>
            <pc:docMk/>
            <pc:sldMk cId="0" sldId="355"/>
            <ac:spMk id="66562" creationId="{B29CBAD3-9A59-1290-3F2E-48D6B157815B}"/>
          </ac:spMkLst>
        </pc:spChg>
      </pc:sldChg>
      <pc:sldChg chg="modSp mod">
        <pc:chgData name="Lý Thanh Ngô" userId="d1fb4545a5d636d2" providerId="LiveId" clId="{ABD4904B-081A-47C6-B87B-1F2506E329D6}" dt="2025-03-30T04:52:20.889" v="1756" actId="403"/>
        <pc:sldMkLst>
          <pc:docMk/>
          <pc:sldMk cId="0" sldId="356"/>
        </pc:sldMkLst>
        <pc:spChg chg="mod">
          <ac:chgData name="Lý Thanh Ngô" userId="d1fb4545a5d636d2" providerId="LiveId" clId="{ABD4904B-081A-47C6-B87B-1F2506E329D6}" dt="2025-03-30T04:52:20.889" v="1756" actId="403"/>
          <ac:spMkLst>
            <pc:docMk/>
            <pc:sldMk cId="0" sldId="356"/>
            <ac:spMk id="91138" creationId="{7897A9CE-D9A3-DFCA-186C-54A0F3C6308C}"/>
          </ac:spMkLst>
        </pc:spChg>
      </pc:sldChg>
      <pc:sldChg chg="modSp mod">
        <pc:chgData name="Lý Thanh Ngô" userId="d1fb4545a5d636d2" providerId="LiveId" clId="{ABD4904B-081A-47C6-B87B-1F2506E329D6}" dt="2025-03-30T04:51:47.981" v="1742" actId="27636"/>
        <pc:sldMkLst>
          <pc:docMk/>
          <pc:sldMk cId="0" sldId="357"/>
        </pc:sldMkLst>
        <pc:spChg chg="mod">
          <ac:chgData name="Lý Thanh Ngô" userId="d1fb4545a5d636d2" providerId="LiveId" clId="{ABD4904B-081A-47C6-B87B-1F2506E329D6}" dt="2025-03-30T04:51:47.981" v="1742" actId="27636"/>
          <ac:spMkLst>
            <pc:docMk/>
            <pc:sldMk cId="0" sldId="357"/>
            <ac:spMk id="66562" creationId="{8CAC1D55-A1D3-AA61-1F0B-406CD71DF7FD}"/>
          </ac:spMkLst>
        </pc:spChg>
      </pc:sldChg>
      <pc:sldChg chg="modSp mod setBg">
        <pc:chgData name="Lý Thanh Ngô" userId="d1fb4545a5d636d2" providerId="LiveId" clId="{ABD4904B-081A-47C6-B87B-1F2506E329D6}" dt="2025-03-30T04:51:32.892" v="1733" actId="403"/>
        <pc:sldMkLst>
          <pc:docMk/>
          <pc:sldMk cId="0" sldId="358"/>
        </pc:sldMkLst>
        <pc:spChg chg="mod">
          <ac:chgData name="Lý Thanh Ngô" userId="d1fb4545a5d636d2" providerId="LiveId" clId="{ABD4904B-081A-47C6-B87B-1F2506E329D6}" dt="2025-03-30T04:51:32.892" v="1733" actId="403"/>
          <ac:spMkLst>
            <pc:docMk/>
            <pc:sldMk cId="0" sldId="358"/>
            <ac:spMk id="66562" creationId="{0EBC0F20-DD81-3105-D8C6-A7937474A117}"/>
          </ac:spMkLst>
        </pc:spChg>
      </pc:sldChg>
      <pc:sldChg chg="modSp mod">
        <pc:chgData name="Lý Thanh Ngô" userId="d1fb4545a5d636d2" providerId="LiveId" clId="{ABD4904B-081A-47C6-B87B-1F2506E329D6}" dt="2025-03-30T04:51:25.241" v="1730" actId="403"/>
        <pc:sldMkLst>
          <pc:docMk/>
          <pc:sldMk cId="0" sldId="359"/>
        </pc:sldMkLst>
        <pc:spChg chg="mod">
          <ac:chgData name="Lý Thanh Ngô" userId="d1fb4545a5d636d2" providerId="LiveId" clId="{ABD4904B-081A-47C6-B87B-1F2506E329D6}" dt="2025-03-30T04:51:25.241" v="1730" actId="403"/>
          <ac:spMkLst>
            <pc:docMk/>
            <pc:sldMk cId="0" sldId="359"/>
            <ac:spMk id="59394" creationId="{E52F8858-16E8-FD5D-17B5-C5641CE3D4ED}"/>
          </ac:spMkLst>
        </pc:spChg>
      </pc:sldChg>
      <pc:sldChg chg="modSp mod">
        <pc:chgData name="Lý Thanh Ngô" userId="d1fb4545a5d636d2" providerId="LiveId" clId="{ABD4904B-081A-47C6-B87B-1F2506E329D6}" dt="2025-03-30T04:46:23.095" v="1611" actId="27636"/>
        <pc:sldMkLst>
          <pc:docMk/>
          <pc:sldMk cId="0" sldId="365"/>
        </pc:sldMkLst>
        <pc:spChg chg="mod">
          <ac:chgData name="Lý Thanh Ngô" userId="d1fb4545a5d636d2" providerId="LiveId" clId="{ABD4904B-081A-47C6-B87B-1F2506E329D6}" dt="2025-03-30T04:46:23.095" v="1611" actId="27636"/>
          <ac:spMkLst>
            <pc:docMk/>
            <pc:sldMk cId="0" sldId="365"/>
            <ac:spMk id="102402" creationId="{1084ADDA-DAB6-AF8E-BD14-B16348A1FBD9}"/>
          </ac:spMkLst>
        </pc:spChg>
      </pc:sldChg>
      <pc:sldChg chg="modSp mod">
        <pc:chgData name="Lý Thanh Ngô" userId="d1fb4545a5d636d2" providerId="LiveId" clId="{ABD4904B-081A-47C6-B87B-1F2506E329D6}" dt="2025-03-30T04:46:10.645" v="1605" actId="403"/>
        <pc:sldMkLst>
          <pc:docMk/>
          <pc:sldMk cId="0" sldId="366"/>
        </pc:sldMkLst>
        <pc:spChg chg="mod">
          <ac:chgData name="Lý Thanh Ngô" userId="d1fb4545a5d636d2" providerId="LiveId" clId="{ABD4904B-081A-47C6-B87B-1F2506E329D6}" dt="2025-03-30T04:46:10.645" v="1605" actId="403"/>
          <ac:spMkLst>
            <pc:docMk/>
            <pc:sldMk cId="0" sldId="366"/>
            <ac:spMk id="103426" creationId="{4757C4C1-B1EF-BBE0-782B-EA4BAADC21D5}"/>
          </ac:spMkLst>
        </pc:spChg>
      </pc:sldChg>
      <pc:sldChg chg="modSp mod">
        <pc:chgData name="Lý Thanh Ngô" userId="d1fb4545a5d636d2" providerId="LiveId" clId="{ABD4904B-081A-47C6-B87B-1F2506E329D6}" dt="2025-03-30T04:53:02.270" v="1764" actId="123"/>
        <pc:sldMkLst>
          <pc:docMk/>
          <pc:sldMk cId="0" sldId="371"/>
        </pc:sldMkLst>
        <pc:spChg chg="mod">
          <ac:chgData name="Lý Thanh Ngô" userId="d1fb4545a5d636d2" providerId="LiveId" clId="{ABD4904B-081A-47C6-B87B-1F2506E329D6}" dt="2025-03-30T04:53:02.270" v="1764" actId="123"/>
          <ac:spMkLst>
            <pc:docMk/>
            <pc:sldMk cId="0" sldId="371"/>
            <ac:spMk id="5122" creationId="{3A534A11-9DFE-A5EC-8139-2FB818022E44}"/>
          </ac:spMkLst>
        </pc:spChg>
      </pc:sldChg>
      <pc:sldChg chg="addSp delSp modSp mod modTransition">
        <pc:chgData name="Lý Thanh Ngô" userId="d1fb4545a5d636d2" providerId="LiveId" clId="{ABD4904B-081A-47C6-B87B-1F2506E329D6}" dt="2025-03-27T07:50:57.978" v="473" actId="1076"/>
        <pc:sldMkLst>
          <pc:docMk/>
          <pc:sldMk cId="2472502028" sldId="385"/>
        </pc:sldMkLst>
        <pc:spChg chg="mod">
          <ac:chgData name="Lý Thanh Ngô" userId="d1fb4545a5d636d2" providerId="LiveId" clId="{ABD4904B-081A-47C6-B87B-1F2506E329D6}" dt="2025-03-27T07:49:52.966" v="450" actId="1076"/>
          <ac:spMkLst>
            <pc:docMk/>
            <pc:sldMk cId="2472502028" sldId="385"/>
            <ac:spMk id="4" creationId="{00000000-0000-0000-0000-000000000000}"/>
          </ac:spMkLst>
        </pc:spChg>
        <pc:spChg chg="add mod">
          <ac:chgData name="Lý Thanh Ngô" userId="d1fb4545a5d636d2" providerId="LiveId" clId="{ABD4904B-081A-47C6-B87B-1F2506E329D6}" dt="2025-03-27T07:50:54.110" v="472" actId="1076"/>
          <ac:spMkLst>
            <pc:docMk/>
            <pc:sldMk cId="2472502028" sldId="385"/>
            <ac:spMk id="5" creationId="{EC9E90A0-57EF-B562-11BD-EFA379BF3A1F}"/>
          </ac:spMkLst>
        </pc:spChg>
        <pc:spChg chg="add mod">
          <ac:chgData name="Lý Thanh Ngô" userId="d1fb4545a5d636d2" providerId="LiveId" clId="{ABD4904B-081A-47C6-B87B-1F2506E329D6}" dt="2025-03-27T07:50:57.978" v="473" actId="1076"/>
          <ac:spMkLst>
            <pc:docMk/>
            <pc:sldMk cId="2472502028" sldId="385"/>
            <ac:spMk id="7" creationId="{FA7210C8-01DF-51DB-3853-C95430401C95}"/>
          </ac:spMkLst>
        </pc:spChg>
      </pc:sldChg>
      <pc:sldChg chg="modSp del mod modTransition">
        <pc:chgData name="Lý Thanh Ngô" userId="d1fb4545a5d636d2" providerId="LiveId" clId="{ABD4904B-081A-47C6-B87B-1F2506E329D6}" dt="2025-03-27T07:54:44.862" v="623" actId="47"/>
        <pc:sldMkLst>
          <pc:docMk/>
          <pc:sldMk cId="1775292808" sldId="390"/>
        </pc:sldMkLst>
      </pc:sldChg>
      <pc:sldChg chg="modSp mod">
        <pc:chgData name="Lý Thanh Ngô" userId="d1fb4545a5d636d2" providerId="LiveId" clId="{ABD4904B-081A-47C6-B87B-1F2506E329D6}" dt="2025-03-30T04:52:34.414" v="1762" actId="207"/>
        <pc:sldMkLst>
          <pc:docMk/>
          <pc:sldMk cId="0" sldId="401"/>
        </pc:sldMkLst>
        <pc:spChg chg="mod">
          <ac:chgData name="Lý Thanh Ngô" userId="d1fb4545a5d636d2" providerId="LiveId" clId="{ABD4904B-081A-47C6-B87B-1F2506E329D6}" dt="2025-03-30T04:52:34.414" v="1762" actId="207"/>
          <ac:spMkLst>
            <pc:docMk/>
            <pc:sldMk cId="0" sldId="401"/>
            <ac:spMk id="5122" creationId="{24DA8356-44F2-FA16-4947-37F52C5817CB}"/>
          </ac:spMkLst>
        </pc:spChg>
      </pc:sldChg>
      <pc:sldChg chg="modSp mod">
        <pc:chgData name="Lý Thanh Ngô" userId="d1fb4545a5d636d2" providerId="LiveId" clId="{ABD4904B-081A-47C6-B87B-1F2506E329D6}" dt="2025-03-30T04:52:05.124" v="1749" actId="6549"/>
        <pc:sldMkLst>
          <pc:docMk/>
          <pc:sldMk cId="0" sldId="402"/>
        </pc:sldMkLst>
        <pc:spChg chg="mod">
          <ac:chgData name="Lý Thanh Ngô" userId="d1fb4545a5d636d2" providerId="LiveId" clId="{ABD4904B-081A-47C6-B87B-1F2506E329D6}" dt="2025-03-30T04:52:05.124" v="1749" actId="6549"/>
          <ac:spMkLst>
            <pc:docMk/>
            <pc:sldMk cId="0" sldId="402"/>
            <ac:spMk id="92162" creationId="{1F9C0583-6028-786C-0F2C-B6F741646725}"/>
          </ac:spMkLst>
        </pc:spChg>
      </pc:sldChg>
      <pc:sldChg chg="modSp mod">
        <pc:chgData name="Lý Thanh Ngô" userId="d1fb4545a5d636d2" providerId="LiveId" clId="{ABD4904B-081A-47C6-B87B-1F2506E329D6}" dt="2025-03-30T04:51:19.252" v="1727" actId="27636"/>
        <pc:sldMkLst>
          <pc:docMk/>
          <pc:sldMk cId="0" sldId="403"/>
        </pc:sldMkLst>
        <pc:spChg chg="mod">
          <ac:chgData name="Lý Thanh Ngô" userId="d1fb4545a5d636d2" providerId="LiveId" clId="{ABD4904B-081A-47C6-B87B-1F2506E329D6}" dt="2025-03-30T04:51:19.252" v="1727" actId="27636"/>
          <ac:spMkLst>
            <pc:docMk/>
            <pc:sldMk cId="0" sldId="403"/>
            <ac:spMk id="5122" creationId="{4999B0E5-5D06-2694-2C01-33327C15E3DC}"/>
          </ac:spMkLst>
        </pc:spChg>
      </pc:sldChg>
      <pc:sldChg chg="modSp mod">
        <pc:chgData name="Lý Thanh Ngô" userId="d1fb4545a5d636d2" providerId="LiveId" clId="{ABD4904B-081A-47C6-B87B-1F2506E329D6}" dt="2025-03-30T04:47:32.942" v="1640" actId="403"/>
        <pc:sldMkLst>
          <pc:docMk/>
          <pc:sldMk cId="0" sldId="405"/>
        </pc:sldMkLst>
        <pc:spChg chg="mod">
          <ac:chgData name="Lý Thanh Ngô" userId="d1fb4545a5d636d2" providerId="LiveId" clId="{ABD4904B-081A-47C6-B87B-1F2506E329D6}" dt="2025-03-30T04:47:32.942" v="1640" actId="403"/>
          <ac:spMkLst>
            <pc:docMk/>
            <pc:sldMk cId="0" sldId="405"/>
            <ac:spMk id="101378" creationId="{8B071663-4B6E-994B-582A-6E6D92613C37}"/>
          </ac:spMkLst>
        </pc:spChg>
      </pc:sldChg>
      <pc:sldChg chg="modSp mod">
        <pc:chgData name="Lý Thanh Ngô" userId="d1fb4545a5d636d2" providerId="LiveId" clId="{ABD4904B-081A-47C6-B87B-1F2506E329D6}" dt="2025-03-30T04:47:02.750" v="1626" actId="403"/>
        <pc:sldMkLst>
          <pc:docMk/>
          <pc:sldMk cId="0" sldId="406"/>
        </pc:sldMkLst>
        <pc:spChg chg="mod">
          <ac:chgData name="Lý Thanh Ngô" userId="d1fb4545a5d636d2" providerId="LiveId" clId="{ABD4904B-081A-47C6-B87B-1F2506E329D6}" dt="2025-03-30T04:47:02.750" v="1626" actId="403"/>
          <ac:spMkLst>
            <pc:docMk/>
            <pc:sldMk cId="0" sldId="406"/>
            <ac:spMk id="99330" creationId="{8A50B797-F9AB-BABB-1B40-19BCA9033AB2}"/>
          </ac:spMkLst>
        </pc:spChg>
      </pc:sldChg>
      <pc:sldChg chg="modSp mod">
        <pc:chgData name="Lý Thanh Ngô" userId="d1fb4545a5d636d2" providerId="LiveId" clId="{ABD4904B-081A-47C6-B87B-1F2506E329D6}" dt="2025-03-30T04:46:46.660" v="1619" actId="403"/>
        <pc:sldMkLst>
          <pc:docMk/>
          <pc:sldMk cId="0" sldId="407"/>
        </pc:sldMkLst>
      </pc:sldChg>
      <pc:sldChg chg="modSp mod">
        <pc:chgData name="Lý Thanh Ngô" userId="d1fb4545a5d636d2" providerId="LiveId" clId="{ABD4904B-081A-47C6-B87B-1F2506E329D6}" dt="2025-03-30T04:46:36.099" v="1614" actId="207"/>
        <pc:sldMkLst>
          <pc:docMk/>
          <pc:sldMk cId="0" sldId="408"/>
        </pc:sldMkLst>
        <pc:spChg chg="mod">
          <ac:chgData name="Lý Thanh Ngô" userId="d1fb4545a5d636d2" providerId="LiveId" clId="{ABD4904B-081A-47C6-B87B-1F2506E329D6}" dt="2025-03-30T04:46:36.099" v="1614" actId="207"/>
          <ac:spMkLst>
            <pc:docMk/>
            <pc:sldMk cId="0" sldId="408"/>
            <ac:spMk id="101378" creationId="{05CAE2DE-B2EC-A655-F166-350C09BD7435}"/>
          </ac:spMkLst>
        </pc:spChg>
      </pc:sldChg>
      <pc:sldChg chg="modSp mod">
        <pc:chgData name="Lý Thanh Ngô" userId="d1fb4545a5d636d2" providerId="LiveId" clId="{ABD4904B-081A-47C6-B87B-1F2506E329D6}" dt="2025-03-30T04:23:56.539" v="921" actId="27636"/>
        <pc:sldMkLst>
          <pc:docMk/>
          <pc:sldMk cId="0" sldId="409"/>
        </pc:sldMkLst>
        <pc:spChg chg="mod">
          <ac:chgData name="Lý Thanh Ngô" userId="d1fb4545a5d636d2" providerId="LiveId" clId="{ABD4904B-081A-47C6-B87B-1F2506E329D6}" dt="2025-03-30T04:23:56.539" v="921" actId="27636"/>
          <ac:spMkLst>
            <pc:docMk/>
            <pc:sldMk cId="0" sldId="409"/>
            <ac:spMk id="5122" creationId="{93146006-FC1B-E6F9-1314-494063FCD611}"/>
          </ac:spMkLst>
        </pc:spChg>
      </pc:sldChg>
      <pc:sldChg chg="modSp mod">
        <pc:chgData name="Lý Thanh Ngô" userId="d1fb4545a5d636d2" providerId="LiveId" clId="{ABD4904B-081A-47C6-B87B-1F2506E329D6}" dt="2025-03-30T04:38:17.474" v="1342" actId="20577"/>
        <pc:sldMkLst>
          <pc:docMk/>
          <pc:sldMk cId="0" sldId="412"/>
        </pc:sldMkLst>
        <pc:spChg chg="mod">
          <ac:chgData name="Lý Thanh Ngô" userId="d1fb4545a5d636d2" providerId="LiveId" clId="{ABD4904B-081A-47C6-B87B-1F2506E329D6}" dt="2025-03-30T04:38:17.474" v="1342" actId="20577"/>
          <ac:spMkLst>
            <pc:docMk/>
            <pc:sldMk cId="0" sldId="412"/>
            <ac:spMk id="5122" creationId="{F3468EC2-34F2-4845-07D9-246E727B0E59}"/>
          </ac:spMkLst>
        </pc:spChg>
      </pc:sldChg>
      <pc:sldChg chg="modSp mod">
        <pc:chgData name="Lý Thanh Ngô" userId="d1fb4545a5d636d2" providerId="LiveId" clId="{ABD4904B-081A-47C6-B87B-1F2506E329D6}" dt="2025-03-30T04:43:42.148" v="1565" actId="27636"/>
        <pc:sldMkLst>
          <pc:docMk/>
          <pc:sldMk cId="0" sldId="413"/>
        </pc:sldMkLst>
        <pc:spChg chg="mod">
          <ac:chgData name="Lý Thanh Ngô" userId="d1fb4545a5d636d2" providerId="LiveId" clId="{ABD4904B-081A-47C6-B87B-1F2506E329D6}" dt="2025-03-30T04:43:42.148" v="1565" actId="27636"/>
          <ac:spMkLst>
            <pc:docMk/>
            <pc:sldMk cId="0" sldId="413"/>
            <ac:spMk id="5122" creationId="{D09B7431-80A5-5A29-5F59-7AE97BB61221}"/>
          </ac:spMkLst>
        </pc:spChg>
      </pc:sldChg>
      <pc:sldChg chg="modSp mod">
        <pc:chgData name="Lý Thanh Ngô" userId="d1fb4545a5d636d2" providerId="LiveId" clId="{ABD4904B-081A-47C6-B87B-1F2506E329D6}" dt="2025-03-30T04:49:30.407" v="1691" actId="403"/>
        <pc:sldMkLst>
          <pc:docMk/>
          <pc:sldMk cId="0" sldId="415"/>
        </pc:sldMkLst>
        <pc:spChg chg="mod">
          <ac:chgData name="Lý Thanh Ngô" userId="d1fb4545a5d636d2" providerId="LiveId" clId="{ABD4904B-081A-47C6-B87B-1F2506E329D6}" dt="2025-03-30T04:49:30.407" v="1691" actId="403"/>
          <ac:spMkLst>
            <pc:docMk/>
            <pc:sldMk cId="0" sldId="415"/>
            <ac:spMk id="5122" creationId="{2B9A6706-C428-3E6A-5662-C680C893E988}"/>
          </ac:spMkLst>
        </pc:spChg>
      </pc:sldChg>
      <pc:sldChg chg="modSp mod">
        <pc:chgData name="Lý Thanh Ngô" userId="d1fb4545a5d636d2" providerId="LiveId" clId="{ABD4904B-081A-47C6-B87B-1F2506E329D6}" dt="2025-03-30T06:10:53.274" v="2014" actId="123"/>
        <pc:sldMkLst>
          <pc:docMk/>
          <pc:sldMk cId="0" sldId="417"/>
        </pc:sldMkLst>
        <pc:spChg chg="mod">
          <ac:chgData name="Lý Thanh Ngô" userId="d1fb4545a5d636d2" providerId="LiveId" clId="{ABD4904B-081A-47C6-B87B-1F2506E329D6}" dt="2025-03-30T06:10:53.274" v="2014" actId="123"/>
          <ac:spMkLst>
            <pc:docMk/>
            <pc:sldMk cId="0" sldId="417"/>
            <ac:spMk id="5122" creationId="{FAEBB9A1-4055-E178-C71E-8310588A2AB3}"/>
          </ac:spMkLst>
        </pc:spChg>
      </pc:sldChg>
      <pc:sldChg chg="modSp mod">
        <pc:chgData name="Lý Thanh Ngô" userId="d1fb4545a5d636d2" providerId="LiveId" clId="{ABD4904B-081A-47C6-B87B-1F2506E329D6}" dt="2025-03-30T04:35:24.079" v="1271" actId="6549"/>
        <pc:sldMkLst>
          <pc:docMk/>
          <pc:sldMk cId="0" sldId="418"/>
        </pc:sldMkLst>
        <pc:spChg chg="mod">
          <ac:chgData name="Lý Thanh Ngô" userId="d1fb4545a5d636d2" providerId="LiveId" clId="{ABD4904B-081A-47C6-B87B-1F2506E329D6}" dt="2025-03-30T04:35:24.079" v="1271" actId="6549"/>
          <ac:spMkLst>
            <pc:docMk/>
            <pc:sldMk cId="0" sldId="418"/>
            <ac:spMk id="5122" creationId="{B841D53A-75CD-A498-2FF8-51D3779388B8}"/>
          </ac:spMkLst>
        </pc:spChg>
      </pc:sldChg>
      <pc:sldChg chg="modSp mod">
        <pc:chgData name="Lý Thanh Ngô" userId="d1fb4545a5d636d2" providerId="LiveId" clId="{ABD4904B-081A-47C6-B87B-1F2506E329D6}" dt="2025-03-30T04:42:18.685" v="1524" actId="20577"/>
        <pc:sldMkLst>
          <pc:docMk/>
          <pc:sldMk cId="0" sldId="419"/>
        </pc:sldMkLst>
        <pc:spChg chg="mod">
          <ac:chgData name="Lý Thanh Ngô" userId="d1fb4545a5d636d2" providerId="LiveId" clId="{ABD4904B-081A-47C6-B87B-1F2506E329D6}" dt="2025-03-30T04:42:18.685" v="1524" actId="20577"/>
          <ac:spMkLst>
            <pc:docMk/>
            <pc:sldMk cId="0" sldId="419"/>
            <ac:spMk id="5122" creationId="{662F0F59-F73C-087E-1261-EE0E44712400}"/>
          </ac:spMkLst>
        </pc:spChg>
      </pc:sldChg>
      <pc:sldChg chg="modSp mod">
        <pc:chgData name="Lý Thanh Ngô" userId="d1fb4545a5d636d2" providerId="LiveId" clId="{ABD4904B-081A-47C6-B87B-1F2506E329D6}" dt="2025-03-30T04:45:56.103" v="1600" actId="255"/>
        <pc:sldMkLst>
          <pc:docMk/>
          <pc:sldMk cId="0" sldId="422"/>
        </pc:sldMkLst>
      </pc:sldChg>
      <pc:sldChg chg="modSp mod">
        <pc:chgData name="Lý Thanh Ngô" userId="d1fb4545a5d636d2" providerId="LiveId" clId="{ABD4904B-081A-47C6-B87B-1F2506E329D6}" dt="2025-03-30T04:45:39.579" v="1594" actId="207"/>
        <pc:sldMkLst>
          <pc:docMk/>
          <pc:sldMk cId="0" sldId="423"/>
        </pc:sldMkLst>
        <pc:spChg chg="mod">
          <ac:chgData name="Lý Thanh Ngô" userId="d1fb4545a5d636d2" providerId="LiveId" clId="{ABD4904B-081A-47C6-B87B-1F2506E329D6}" dt="2025-03-30T04:45:39.579" v="1594" actId="207"/>
          <ac:spMkLst>
            <pc:docMk/>
            <pc:sldMk cId="0" sldId="423"/>
            <ac:spMk id="105474" creationId="{41602E03-DCD1-488B-D053-47495648D28F}"/>
          </ac:spMkLst>
        </pc:spChg>
      </pc:sldChg>
      <pc:sldChg chg="modSp mod">
        <pc:chgData name="Lý Thanh Ngô" userId="d1fb4545a5d636d2" providerId="LiveId" clId="{ABD4904B-081A-47C6-B87B-1F2506E329D6}" dt="2025-03-30T04:45:22.350" v="1590" actId="207"/>
        <pc:sldMkLst>
          <pc:docMk/>
          <pc:sldMk cId="0" sldId="424"/>
        </pc:sldMkLst>
        <pc:spChg chg="mod">
          <ac:chgData name="Lý Thanh Ngô" userId="d1fb4545a5d636d2" providerId="LiveId" clId="{ABD4904B-081A-47C6-B87B-1F2506E329D6}" dt="2025-03-30T04:45:22.350" v="1590" actId="207"/>
          <ac:spMkLst>
            <pc:docMk/>
            <pc:sldMk cId="0" sldId="424"/>
            <ac:spMk id="106498" creationId="{E3BC3CA2-358F-C6F0-6E92-29F63F658DAF}"/>
          </ac:spMkLst>
        </pc:spChg>
      </pc:sldChg>
      <pc:sldChg chg="del">
        <pc:chgData name="Lý Thanh Ngô" userId="d1fb4545a5d636d2" providerId="LiveId" clId="{ABD4904B-081A-47C6-B87B-1F2506E329D6}" dt="2025-03-30T04:47:44.445" v="1641" actId="47"/>
        <pc:sldMkLst>
          <pc:docMk/>
          <pc:sldMk cId="0" sldId="432"/>
        </pc:sldMkLst>
      </pc:sldChg>
      <pc:sldChg chg="modSp mod">
        <pc:chgData name="Lý Thanh Ngô" userId="d1fb4545a5d636d2" providerId="LiveId" clId="{ABD4904B-081A-47C6-B87B-1F2506E329D6}" dt="2025-03-30T04:20:16.669" v="713" actId="20577"/>
        <pc:sldMkLst>
          <pc:docMk/>
          <pc:sldMk cId="3709593179" sldId="992"/>
        </pc:sldMkLst>
        <pc:spChg chg="mod">
          <ac:chgData name="Lý Thanh Ngô" userId="d1fb4545a5d636d2" providerId="LiveId" clId="{ABD4904B-081A-47C6-B87B-1F2506E329D6}" dt="2025-03-30T04:20:16.669" v="713" actId="20577"/>
          <ac:spMkLst>
            <pc:docMk/>
            <pc:sldMk cId="3709593179" sldId="992"/>
            <ac:spMk id="46082" creationId="{00000000-0000-0000-0000-000000000000}"/>
          </ac:spMkLst>
        </pc:spChg>
      </pc:sldChg>
      <pc:sldChg chg="modSp mod">
        <pc:chgData name="Lý Thanh Ngô" userId="d1fb4545a5d636d2" providerId="LiveId" clId="{ABD4904B-081A-47C6-B87B-1F2506E329D6}" dt="2025-03-30T04:54:28.909" v="1800" actId="122"/>
        <pc:sldMkLst>
          <pc:docMk/>
          <pc:sldMk cId="926735322" sldId="1000"/>
        </pc:sldMkLst>
        <pc:spChg chg="mod">
          <ac:chgData name="Lý Thanh Ngô" userId="d1fb4545a5d636d2" providerId="LiveId" clId="{ABD4904B-081A-47C6-B87B-1F2506E329D6}" dt="2025-03-30T04:54:28.909" v="1800" actId="122"/>
          <ac:spMkLst>
            <pc:docMk/>
            <pc:sldMk cId="926735322" sldId="1000"/>
            <ac:spMk id="86018" creationId="{00000000-0000-0000-0000-000000000000}"/>
          </ac:spMkLst>
        </pc:spChg>
      </pc:sldChg>
      <pc:sldChg chg="modSp mod">
        <pc:chgData name="Lý Thanh Ngô" userId="d1fb4545a5d636d2" providerId="LiveId" clId="{ABD4904B-081A-47C6-B87B-1F2506E329D6}" dt="2025-03-30T04:53:37.152" v="1772" actId="123"/>
        <pc:sldMkLst>
          <pc:docMk/>
          <pc:sldMk cId="2279159345" sldId="1001"/>
        </pc:sldMkLst>
        <pc:spChg chg="mod">
          <ac:chgData name="Lý Thanh Ngô" userId="d1fb4545a5d636d2" providerId="LiveId" clId="{ABD4904B-081A-47C6-B87B-1F2506E329D6}" dt="2025-03-30T04:53:37.152" v="1772" actId="123"/>
          <ac:spMkLst>
            <pc:docMk/>
            <pc:sldMk cId="2279159345" sldId="1001"/>
            <ac:spMk id="87042" creationId="{00000000-0000-0000-0000-000000000000}"/>
          </ac:spMkLst>
        </pc:spChg>
      </pc:sldChg>
      <pc:sldChg chg="modSp mod modTransition">
        <pc:chgData name="Lý Thanh Ngô" userId="d1fb4545a5d636d2" providerId="LiveId" clId="{ABD4904B-081A-47C6-B87B-1F2506E329D6}" dt="2025-03-27T01:37:25.084" v="6"/>
        <pc:sldMkLst>
          <pc:docMk/>
          <pc:sldMk cId="3769639125" sldId="9788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917989569" sldId="9789"/>
        </pc:sldMkLst>
      </pc:sldChg>
      <pc:sldChg chg="addSp delSp modSp mod modTransition">
        <pc:chgData name="Lý Thanh Ngô" userId="d1fb4545a5d636d2" providerId="LiveId" clId="{ABD4904B-081A-47C6-B87B-1F2506E329D6}" dt="2025-03-27T07:59:12.257" v="636" actId="26606"/>
        <pc:sldMkLst>
          <pc:docMk/>
          <pc:sldMk cId="3681698675" sldId="9793"/>
        </pc:sldMkLst>
        <pc:spChg chg="mod">
          <ac:chgData name="Lý Thanh Ngô" userId="d1fb4545a5d636d2" providerId="LiveId" clId="{ABD4904B-081A-47C6-B87B-1F2506E329D6}" dt="2025-03-27T07:59:12.257" v="636" actId="26606"/>
          <ac:spMkLst>
            <pc:docMk/>
            <pc:sldMk cId="3681698675" sldId="9793"/>
            <ac:spMk id="2" creationId="{224182AB-1A1E-C15F-0016-71E6D272116A}"/>
          </ac:spMkLst>
        </pc:spChg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438411217" sldId="9794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324261318" sldId="9795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427656459" sldId="9796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672676719" sldId="9797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902892374" sldId="9798"/>
        </pc:sldMkLst>
      </pc:sldChg>
      <pc:sldChg chg="modSp mod modTransition modNotesTx">
        <pc:chgData name="Lý Thanh Ngô" userId="d1fb4545a5d636d2" providerId="LiveId" clId="{ABD4904B-081A-47C6-B87B-1F2506E329D6}" dt="2025-03-27T07:32:12.597" v="89"/>
        <pc:sldMkLst>
          <pc:docMk/>
          <pc:sldMk cId="288514113" sldId="9799"/>
        </pc:sldMkLst>
        <pc:spChg chg="mod">
          <ac:chgData name="Lý Thanh Ngô" userId="d1fb4545a5d636d2" providerId="LiveId" clId="{ABD4904B-081A-47C6-B87B-1F2506E329D6}" dt="2025-03-27T07:32:12.597" v="89"/>
          <ac:spMkLst>
            <pc:docMk/>
            <pc:sldMk cId="288514113" sldId="9799"/>
            <ac:spMk id="2" creationId="{AD79F752-64A9-AEFA-6988-B977A51087C2}"/>
          </ac:spMkLst>
        </pc:spChg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307668271" sldId="9800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126393781" sldId="9801"/>
        </pc:sldMkLst>
      </pc:sldChg>
      <pc:sldChg chg="modTransition">
        <pc:chgData name="Lý Thanh Ngô" userId="d1fb4545a5d636d2" providerId="LiveId" clId="{ABD4904B-081A-47C6-B87B-1F2506E329D6}" dt="2025-03-27T08:06:03.339" v="671"/>
        <pc:sldMkLst>
          <pc:docMk/>
          <pc:sldMk cId="3297558619" sldId="9802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342301587" sldId="9803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407074290" sldId="9804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731749232" sldId="9805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605310120" sldId="9806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065535235" sldId="9807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768715522" sldId="9808"/>
        </pc:sldMkLst>
      </pc:sldChg>
      <pc:sldChg chg="modTransition setBg">
        <pc:chgData name="Lý Thanh Ngô" userId="d1fb4545a5d636d2" providerId="LiveId" clId="{ABD4904B-081A-47C6-B87B-1F2506E329D6}" dt="2025-03-27T08:06:36.822" v="673"/>
        <pc:sldMkLst>
          <pc:docMk/>
          <pc:sldMk cId="3329939368" sldId="9809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775538961" sldId="9810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734214333" sldId="9811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396412669" sldId="9812"/>
        </pc:sldMkLst>
      </pc:sldChg>
      <pc:sldChg chg="modTransition">
        <pc:chgData name="Lý Thanh Ngô" userId="d1fb4545a5d636d2" providerId="LiveId" clId="{ABD4904B-081A-47C6-B87B-1F2506E329D6}" dt="2025-03-27T08:03:45.274" v="661"/>
        <pc:sldMkLst>
          <pc:docMk/>
          <pc:sldMk cId="1592849602" sldId="9813"/>
        </pc:sldMkLst>
      </pc:sldChg>
      <pc:sldChg chg="modSp mod modTransition">
        <pc:chgData name="Lý Thanh Ngô" userId="d1fb4545a5d636d2" providerId="LiveId" clId="{ABD4904B-081A-47C6-B87B-1F2506E329D6}" dt="2025-03-27T01:37:25.084" v="6"/>
        <pc:sldMkLst>
          <pc:docMk/>
          <pc:sldMk cId="627141964" sldId="9814"/>
        </pc:sldMkLst>
        <pc:spChg chg="mod">
          <ac:chgData name="Lý Thanh Ngô" userId="d1fb4545a5d636d2" providerId="LiveId" clId="{ABD4904B-081A-47C6-B87B-1F2506E329D6}" dt="2025-03-27T01:35:00.838" v="1" actId="113"/>
          <ac:spMkLst>
            <pc:docMk/>
            <pc:sldMk cId="627141964" sldId="9814"/>
            <ac:spMk id="2" creationId="{ED4DBA0B-0F80-9FB8-2416-207E64980B46}"/>
          </ac:spMkLst>
        </pc:spChg>
      </pc:sldChg>
      <pc:sldChg chg="modSp mod modTransition">
        <pc:chgData name="Lý Thanh Ngô" userId="d1fb4545a5d636d2" providerId="LiveId" clId="{ABD4904B-081A-47C6-B87B-1F2506E329D6}" dt="2025-03-27T07:57:01.325" v="632" actId="255"/>
        <pc:sldMkLst>
          <pc:docMk/>
          <pc:sldMk cId="1691264668" sldId="9815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432816605" sldId="9816"/>
        </pc:sldMkLst>
      </pc:sldChg>
      <pc:sldChg chg="modSp mod modTransition">
        <pc:chgData name="Lý Thanh Ngô" userId="d1fb4545a5d636d2" providerId="LiveId" clId="{ABD4904B-081A-47C6-B87B-1F2506E329D6}" dt="2025-03-27T07:56:39.364" v="627" actId="14100"/>
        <pc:sldMkLst>
          <pc:docMk/>
          <pc:sldMk cId="448704284" sldId="9817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205802082" sldId="9818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646080519" sldId="9819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398243246" sldId="9820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4135302213" sldId="9821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48545705" sldId="9822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832378762" sldId="9823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506181314" sldId="9824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609497434" sldId="9825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250538440" sldId="9826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958806556" sldId="9827"/>
        </pc:sldMkLst>
      </pc:sldChg>
      <pc:sldChg chg="modSp mod modTransition">
        <pc:chgData name="Lý Thanh Ngô" userId="d1fb4545a5d636d2" providerId="LiveId" clId="{ABD4904B-081A-47C6-B87B-1F2506E329D6}" dt="2025-03-27T07:57:38.855" v="633" actId="255"/>
        <pc:sldMkLst>
          <pc:docMk/>
          <pc:sldMk cId="3958862344" sldId="9828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647823718" sldId="9829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449617028" sldId="9830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592406097" sldId="9831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410915460" sldId="9832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72661577" sldId="9833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232266678" sldId="9834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496433219" sldId="9835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31621706" sldId="9836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840654511" sldId="9837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105827102" sldId="9838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302606052" sldId="9839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880974531" sldId="9840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31976115" sldId="9841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974659310" sldId="9842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839078036" sldId="9843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848203935" sldId="9844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393921006" sldId="9845"/>
        </pc:sldMkLst>
      </pc:sldChg>
      <pc:sldChg chg="modSp mod modTransition">
        <pc:chgData name="Lý Thanh Ngô" userId="d1fb4545a5d636d2" providerId="LiveId" clId="{ABD4904B-081A-47C6-B87B-1F2506E329D6}" dt="2025-03-27T08:07:08.232" v="675" actId="20577"/>
        <pc:sldMkLst>
          <pc:docMk/>
          <pc:sldMk cId="1623123200" sldId="9846"/>
        </pc:sldMkLst>
      </pc:sldChg>
      <pc:sldChg chg="add">
        <pc:chgData name="Lý Thanh Ngô" userId="d1fb4545a5d636d2" providerId="LiveId" clId="{ABD4904B-081A-47C6-B87B-1F2506E329D6}" dt="2025-03-27T07:31:35.061" v="8" actId="2890"/>
        <pc:sldMkLst>
          <pc:docMk/>
          <pc:sldMk cId="3438506491" sldId="9847"/>
        </pc:sldMkLst>
      </pc:sldChg>
      <pc:sldChg chg="modSp add mod">
        <pc:chgData name="Lý Thanh Ngô" userId="d1fb4545a5d636d2" providerId="LiveId" clId="{ABD4904B-081A-47C6-B87B-1F2506E329D6}" dt="2025-03-27T07:32:23.398" v="92"/>
        <pc:sldMkLst>
          <pc:docMk/>
          <pc:sldMk cId="3111587494" sldId="9848"/>
        </pc:sldMkLst>
        <pc:spChg chg="mod">
          <ac:chgData name="Lý Thanh Ngô" userId="d1fb4545a5d636d2" providerId="LiveId" clId="{ABD4904B-081A-47C6-B87B-1F2506E329D6}" dt="2025-03-27T07:32:23.398" v="92"/>
          <ac:spMkLst>
            <pc:docMk/>
            <pc:sldMk cId="3111587494" sldId="9848"/>
            <ac:spMk id="2" creationId="{63F0A5E2-77DC-7B9F-1C02-600C97B0A748}"/>
          </ac:spMkLst>
        </pc:spChg>
      </pc:sldChg>
      <pc:sldChg chg="modSp add mod modNotesTx">
        <pc:chgData name="Lý Thanh Ngô" userId="d1fb4545a5d636d2" providerId="LiveId" clId="{ABD4904B-081A-47C6-B87B-1F2506E329D6}" dt="2025-03-27T07:33:07.719" v="179" actId="20577"/>
        <pc:sldMkLst>
          <pc:docMk/>
          <pc:sldMk cId="3414643596" sldId="9849"/>
        </pc:sldMkLst>
        <pc:spChg chg="mod">
          <ac:chgData name="Lý Thanh Ngô" userId="d1fb4545a5d636d2" providerId="LiveId" clId="{ABD4904B-081A-47C6-B87B-1F2506E329D6}" dt="2025-03-27T07:33:07.719" v="179" actId="20577"/>
          <ac:spMkLst>
            <pc:docMk/>
            <pc:sldMk cId="3414643596" sldId="9849"/>
            <ac:spMk id="2" creationId="{875313AE-8DE9-EF7A-A539-00E8E5418705}"/>
          </ac:spMkLst>
        </pc:spChg>
      </pc:sldChg>
      <pc:sldChg chg="modSp add mod">
        <pc:chgData name="Lý Thanh Ngô" userId="d1fb4545a5d636d2" providerId="LiveId" clId="{ABD4904B-081A-47C6-B87B-1F2506E329D6}" dt="2025-03-27T07:33:14.037" v="181"/>
        <pc:sldMkLst>
          <pc:docMk/>
          <pc:sldMk cId="3238211235" sldId="9850"/>
        </pc:sldMkLst>
        <pc:spChg chg="mod">
          <ac:chgData name="Lý Thanh Ngô" userId="d1fb4545a5d636d2" providerId="LiveId" clId="{ABD4904B-081A-47C6-B87B-1F2506E329D6}" dt="2025-03-27T07:33:14.037" v="181"/>
          <ac:spMkLst>
            <pc:docMk/>
            <pc:sldMk cId="3238211235" sldId="9850"/>
            <ac:spMk id="2" creationId="{9EB41746-D780-1DA4-8C37-16E02E72EE06}"/>
          </ac:spMkLst>
        </pc:spChg>
      </pc:sldChg>
      <pc:sldChg chg="add">
        <pc:chgData name="Lý Thanh Ngô" userId="d1fb4545a5d636d2" providerId="LiveId" clId="{ABD4904B-081A-47C6-B87B-1F2506E329D6}" dt="2025-03-27T07:33:19.449" v="182"/>
        <pc:sldMkLst>
          <pc:docMk/>
          <pc:sldMk cId="1186045386" sldId="9851"/>
        </pc:sldMkLst>
      </pc:sldChg>
      <pc:sldChg chg="add">
        <pc:chgData name="Lý Thanh Ngô" userId="d1fb4545a5d636d2" providerId="LiveId" clId="{ABD4904B-081A-47C6-B87B-1F2506E329D6}" dt="2025-03-27T07:33:19.449" v="182"/>
        <pc:sldMkLst>
          <pc:docMk/>
          <pc:sldMk cId="887314122" sldId="9852"/>
        </pc:sldMkLst>
      </pc:sldChg>
      <pc:sldChg chg="modSp add mod modNotesTx">
        <pc:chgData name="Lý Thanh Ngô" userId="d1fb4545a5d636d2" providerId="LiveId" clId="{ABD4904B-081A-47C6-B87B-1F2506E329D6}" dt="2025-03-27T07:33:41.081" v="265" actId="20577"/>
        <pc:sldMkLst>
          <pc:docMk/>
          <pc:sldMk cId="2696584302" sldId="9853"/>
        </pc:sldMkLst>
      </pc:sldChg>
      <pc:sldChg chg="modSp add mod">
        <pc:chgData name="Lý Thanh Ngô" userId="d1fb4545a5d636d2" providerId="LiveId" clId="{ABD4904B-081A-47C6-B87B-1F2506E329D6}" dt="2025-03-27T07:33:47.606" v="267"/>
        <pc:sldMkLst>
          <pc:docMk/>
          <pc:sldMk cId="3862663970" sldId="9854"/>
        </pc:sldMkLst>
      </pc:sldChg>
      <pc:sldChg chg="add">
        <pc:chgData name="Lý Thanh Ngô" userId="d1fb4545a5d636d2" providerId="LiveId" clId="{ABD4904B-081A-47C6-B87B-1F2506E329D6}" dt="2025-03-27T07:33:51.314" v="268"/>
        <pc:sldMkLst>
          <pc:docMk/>
          <pc:sldMk cId="3848865846" sldId="9855"/>
        </pc:sldMkLst>
      </pc:sldChg>
      <pc:sldChg chg="add">
        <pc:chgData name="Lý Thanh Ngô" userId="d1fb4545a5d636d2" providerId="LiveId" clId="{ABD4904B-081A-47C6-B87B-1F2506E329D6}" dt="2025-03-27T07:33:51.314" v="268"/>
        <pc:sldMkLst>
          <pc:docMk/>
          <pc:sldMk cId="1777329158" sldId="9856"/>
        </pc:sldMkLst>
      </pc:sldChg>
      <pc:sldChg chg="modSp add mod ord">
        <pc:chgData name="Lý Thanh Ngô" userId="d1fb4545a5d636d2" providerId="LiveId" clId="{ABD4904B-081A-47C6-B87B-1F2506E329D6}" dt="2025-03-27T07:55:45.767" v="625"/>
        <pc:sldMkLst>
          <pc:docMk/>
          <pc:sldMk cId="1640538101" sldId="9857"/>
        </pc:sldMkLst>
        <pc:spChg chg="mod">
          <ac:chgData name="Lý Thanh Ngô" userId="d1fb4545a5d636d2" providerId="LiveId" clId="{ABD4904B-081A-47C6-B87B-1F2506E329D6}" dt="2025-03-27T07:52:54.768" v="489" actId="20577"/>
          <ac:spMkLst>
            <pc:docMk/>
            <pc:sldMk cId="1640538101" sldId="9857"/>
            <ac:spMk id="4" creationId="{C83C1662-DE3B-485E-D039-6DAF01222417}"/>
          </ac:spMkLst>
        </pc:spChg>
        <pc:spChg chg="mod">
          <ac:chgData name="Lý Thanh Ngô" userId="d1fb4545a5d636d2" providerId="LiveId" clId="{ABD4904B-081A-47C6-B87B-1F2506E329D6}" dt="2025-03-27T07:54:15.964" v="618" actId="1076"/>
          <ac:spMkLst>
            <pc:docMk/>
            <pc:sldMk cId="1640538101" sldId="9857"/>
            <ac:spMk id="5" creationId="{885A7151-12D0-D5E7-4150-116F20C67271}"/>
          </ac:spMkLst>
        </pc:spChg>
        <pc:spChg chg="mod">
          <ac:chgData name="Lý Thanh Ngô" userId="d1fb4545a5d636d2" providerId="LiveId" clId="{ABD4904B-081A-47C6-B87B-1F2506E329D6}" dt="2025-03-27T07:54:40.690" v="622" actId="113"/>
          <ac:spMkLst>
            <pc:docMk/>
            <pc:sldMk cId="1640538101" sldId="9857"/>
            <ac:spMk id="7" creationId="{27682D36-7139-D43C-8AC6-2259120A3B6A}"/>
          </ac:spMkLst>
        </pc:spChg>
      </pc:sldChg>
      <pc:sldChg chg="modSp add mod setBg modNotesTx">
        <pc:chgData name="Lý Thanh Ngô" userId="d1fb4545a5d636d2" providerId="LiveId" clId="{ABD4904B-081A-47C6-B87B-1F2506E329D6}" dt="2025-03-27T08:01:14.171" v="640" actId="20577"/>
        <pc:sldMkLst>
          <pc:docMk/>
          <pc:sldMk cId="130758898" sldId="9858"/>
        </pc:sldMkLst>
      </pc:sldChg>
      <pc:sldChg chg="modSp add mod setBg modNotesTx">
        <pc:chgData name="Lý Thanh Ngô" userId="d1fb4545a5d636d2" providerId="LiveId" clId="{ABD4904B-081A-47C6-B87B-1F2506E329D6}" dt="2025-03-27T08:01:56.112" v="648" actId="255"/>
        <pc:sldMkLst>
          <pc:docMk/>
          <pc:sldMk cId="826091572" sldId="9859"/>
        </pc:sldMkLst>
      </pc:sldChg>
      <pc:sldChg chg="modSp add mod setBg modNotesTx">
        <pc:chgData name="Lý Thanh Ngô" userId="d1fb4545a5d636d2" providerId="LiveId" clId="{ABD4904B-081A-47C6-B87B-1F2506E329D6}" dt="2025-03-27T08:02:17.352" v="653" actId="20577"/>
        <pc:sldMkLst>
          <pc:docMk/>
          <pc:sldMk cId="3848815841" sldId="9860"/>
        </pc:sldMkLst>
      </pc:sldChg>
      <pc:sldChg chg="add setBg">
        <pc:chgData name="Lý Thanh Ngô" userId="d1fb4545a5d636d2" providerId="LiveId" clId="{ABD4904B-081A-47C6-B87B-1F2506E329D6}" dt="2025-03-27T08:02:37.387" v="654"/>
        <pc:sldMkLst>
          <pc:docMk/>
          <pc:sldMk cId="3207059514" sldId="9861"/>
        </pc:sldMkLst>
      </pc:sldChg>
      <pc:sldChg chg="add setBg">
        <pc:chgData name="Lý Thanh Ngô" userId="d1fb4545a5d636d2" providerId="LiveId" clId="{ABD4904B-081A-47C6-B87B-1F2506E329D6}" dt="2025-03-27T08:02:37.387" v="654"/>
        <pc:sldMkLst>
          <pc:docMk/>
          <pc:sldMk cId="416133720" sldId="9862"/>
        </pc:sldMkLst>
      </pc:sldChg>
      <pc:sldChg chg="add">
        <pc:chgData name="Lý Thanh Ngô" userId="d1fb4545a5d636d2" providerId="LiveId" clId="{ABD4904B-081A-47C6-B87B-1F2506E329D6}" dt="2025-03-27T08:02:37.387" v="654"/>
        <pc:sldMkLst>
          <pc:docMk/>
          <pc:sldMk cId="2711831379" sldId="9863"/>
        </pc:sldMkLst>
      </pc:sldChg>
      <pc:sldChg chg="modSp mod">
        <pc:chgData name="Lý Thanh Ngô" userId="d1fb4545a5d636d2" providerId="LiveId" clId="{ABD4904B-081A-47C6-B87B-1F2506E329D6}" dt="2025-03-30T04:53:14.930" v="1767" actId="123"/>
        <pc:sldMkLst>
          <pc:docMk/>
          <pc:sldMk cId="607866452" sldId="9865"/>
        </pc:sldMkLst>
        <pc:spChg chg="mod">
          <ac:chgData name="Lý Thanh Ngô" userId="d1fb4545a5d636d2" providerId="LiveId" clId="{ABD4904B-081A-47C6-B87B-1F2506E329D6}" dt="2025-03-30T04:53:14.930" v="1767" actId="123"/>
          <ac:spMkLst>
            <pc:docMk/>
            <pc:sldMk cId="607866452" sldId="9865"/>
            <ac:spMk id="66562" creationId="{82047D14-E417-5DE6-C9C7-9B82C82EDE0B}"/>
          </ac:spMkLst>
        </pc:spChg>
      </pc:sldChg>
      <pc:sldChg chg="modSp mod">
        <pc:chgData name="Lý Thanh Ngô" userId="d1fb4545a5d636d2" providerId="LiveId" clId="{ABD4904B-081A-47C6-B87B-1F2506E329D6}" dt="2025-03-30T04:53:20.900" v="1769" actId="123"/>
        <pc:sldMkLst>
          <pc:docMk/>
          <pc:sldMk cId="1170284011" sldId="9866"/>
        </pc:sldMkLst>
        <pc:spChg chg="mod">
          <ac:chgData name="Lý Thanh Ngô" userId="d1fb4545a5d636d2" providerId="LiveId" clId="{ABD4904B-081A-47C6-B87B-1F2506E329D6}" dt="2025-03-30T04:53:20.900" v="1769" actId="123"/>
          <ac:spMkLst>
            <pc:docMk/>
            <pc:sldMk cId="1170284011" sldId="9866"/>
            <ac:spMk id="66562" creationId="{4C5D4E35-9549-4095-21EF-FC5243A37787}"/>
          </ac:spMkLst>
        </pc:spChg>
      </pc:sldChg>
      <pc:sldChg chg="modSp mod">
        <pc:chgData name="Lý Thanh Ngô" userId="d1fb4545a5d636d2" providerId="LiveId" clId="{ABD4904B-081A-47C6-B87B-1F2506E329D6}" dt="2025-03-30T04:53:23.724" v="1770" actId="123"/>
        <pc:sldMkLst>
          <pc:docMk/>
          <pc:sldMk cId="1063818607" sldId="9867"/>
        </pc:sldMkLst>
        <pc:spChg chg="mod">
          <ac:chgData name="Lý Thanh Ngô" userId="d1fb4545a5d636d2" providerId="LiveId" clId="{ABD4904B-081A-47C6-B87B-1F2506E329D6}" dt="2025-03-30T04:53:23.724" v="1770" actId="123"/>
          <ac:spMkLst>
            <pc:docMk/>
            <pc:sldMk cId="1063818607" sldId="9867"/>
            <ac:spMk id="66562" creationId="{FF75AC47-1F6D-EA79-ADBF-809C6278BEEB}"/>
          </ac:spMkLst>
        </pc:spChg>
      </pc:sldChg>
      <pc:sldChg chg="modSp mod">
        <pc:chgData name="Lý Thanh Ngô" userId="d1fb4545a5d636d2" providerId="LiveId" clId="{ABD4904B-081A-47C6-B87B-1F2506E329D6}" dt="2025-03-30T04:53:49.285" v="1778" actId="20577"/>
        <pc:sldMkLst>
          <pc:docMk/>
          <pc:sldMk cId="746019610" sldId="9876"/>
        </pc:sldMkLst>
        <pc:spChg chg="mod">
          <ac:chgData name="Lý Thanh Ngô" userId="d1fb4545a5d636d2" providerId="LiveId" clId="{ABD4904B-081A-47C6-B87B-1F2506E329D6}" dt="2025-03-30T04:53:49.285" v="1778" actId="20577"/>
          <ac:spMkLst>
            <pc:docMk/>
            <pc:sldMk cId="746019610" sldId="9876"/>
            <ac:spMk id="87042" creationId="{A5EF2E5F-0C1C-E7B3-90DB-68BB610F6C55}"/>
          </ac:spMkLst>
        </pc:spChg>
      </pc:sldChg>
      <pc:sldChg chg="modSp mod">
        <pc:chgData name="Lý Thanh Ngô" userId="d1fb4545a5d636d2" providerId="LiveId" clId="{ABD4904B-081A-47C6-B87B-1F2506E329D6}" dt="2025-03-30T04:53:54.239" v="1779" actId="123"/>
        <pc:sldMkLst>
          <pc:docMk/>
          <pc:sldMk cId="2746057718" sldId="9877"/>
        </pc:sldMkLst>
        <pc:spChg chg="mod">
          <ac:chgData name="Lý Thanh Ngô" userId="d1fb4545a5d636d2" providerId="LiveId" clId="{ABD4904B-081A-47C6-B87B-1F2506E329D6}" dt="2025-03-30T04:53:54.239" v="1779" actId="123"/>
          <ac:spMkLst>
            <pc:docMk/>
            <pc:sldMk cId="2746057718" sldId="9877"/>
            <ac:spMk id="87042" creationId="{082AC1DB-1601-1A29-A69E-4B030B8CA4DC}"/>
          </ac:spMkLst>
        </pc:spChg>
      </pc:sldChg>
      <pc:sldChg chg="modSp mod">
        <pc:chgData name="Lý Thanh Ngô" userId="d1fb4545a5d636d2" providerId="LiveId" clId="{ABD4904B-081A-47C6-B87B-1F2506E329D6}" dt="2025-03-30T04:54:14.872" v="1797" actId="404"/>
        <pc:sldMkLst>
          <pc:docMk/>
          <pc:sldMk cId="1631203887" sldId="9878"/>
        </pc:sldMkLst>
        <pc:spChg chg="mod">
          <ac:chgData name="Lý Thanh Ngô" userId="d1fb4545a5d636d2" providerId="LiveId" clId="{ABD4904B-081A-47C6-B87B-1F2506E329D6}" dt="2025-03-30T04:54:14.872" v="1797" actId="404"/>
          <ac:spMkLst>
            <pc:docMk/>
            <pc:sldMk cId="1631203887" sldId="9878"/>
            <ac:spMk id="87042" creationId="{9CD209B4-C587-CC4B-44C2-38608CFC7E4A}"/>
          </ac:spMkLst>
        </pc:spChg>
      </pc:sldChg>
      <pc:sldChg chg="modSp mod">
        <pc:chgData name="Lý Thanh Ngô" userId="d1fb4545a5d636d2" providerId="LiveId" clId="{ABD4904B-081A-47C6-B87B-1F2506E329D6}" dt="2025-03-30T04:54:35.635" v="1801" actId="123"/>
        <pc:sldMkLst>
          <pc:docMk/>
          <pc:sldMk cId="2568018836" sldId="9879"/>
        </pc:sldMkLst>
        <pc:spChg chg="mod">
          <ac:chgData name="Lý Thanh Ngô" userId="d1fb4545a5d636d2" providerId="LiveId" clId="{ABD4904B-081A-47C6-B87B-1F2506E329D6}" dt="2025-03-30T04:54:35.635" v="1801" actId="123"/>
          <ac:spMkLst>
            <pc:docMk/>
            <pc:sldMk cId="2568018836" sldId="9879"/>
            <ac:spMk id="87042" creationId="{B23F1D18-B7C7-5D52-9DE7-348C04BB5C0B}"/>
          </ac:spMkLst>
        </pc:spChg>
      </pc:sldChg>
      <pc:sldChg chg="modSp mod">
        <pc:chgData name="Lý Thanh Ngô" userId="d1fb4545a5d636d2" providerId="LiveId" clId="{ABD4904B-081A-47C6-B87B-1F2506E329D6}" dt="2025-03-30T04:54:37.445" v="1802" actId="123"/>
        <pc:sldMkLst>
          <pc:docMk/>
          <pc:sldMk cId="181995151" sldId="9880"/>
        </pc:sldMkLst>
        <pc:spChg chg="mod">
          <ac:chgData name="Lý Thanh Ngô" userId="d1fb4545a5d636d2" providerId="LiveId" clId="{ABD4904B-081A-47C6-B87B-1F2506E329D6}" dt="2025-03-30T04:54:37.445" v="1802" actId="123"/>
          <ac:spMkLst>
            <pc:docMk/>
            <pc:sldMk cId="181995151" sldId="9880"/>
            <ac:spMk id="87042" creationId="{E23A55D2-39BC-5ACF-FF01-3A1F0C6DE876}"/>
          </ac:spMkLst>
        </pc:spChg>
      </pc:sldChg>
      <pc:sldChg chg="modSp mod">
        <pc:chgData name="Lý Thanh Ngô" userId="d1fb4545a5d636d2" providerId="LiveId" clId="{ABD4904B-081A-47C6-B87B-1F2506E329D6}" dt="2025-03-30T04:54:39.610" v="1803" actId="123"/>
        <pc:sldMkLst>
          <pc:docMk/>
          <pc:sldMk cId="1703213285" sldId="9881"/>
        </pc:sldMkLst>
        <pc:spChg chg="mod">
          <ac:chgData name="Lý Thanh Ngô" userId="d1fb4545a5d636d2" providerId="LiveId" clId="{ABD4904B-081A-47C6-B87B-1F2506E329D6}" dt="2025-03-30T04:54:39.610" v="1803" actId="123"/>
          <ac:spMkLst>
            <pc:docMk/>
            <pc:sldMk cId="1703213285" sldId="9881"/>
            <ac:spMk id="87042" creationId="{7A7F8A57-795D-5BE7-E136-BD0DC0766313}"/>
          </ac:spMkLst>
        </pc:spChg>
      </pc:sldChg>
      <pc:sldChg chg="modSp mod">
        <pc:chgData name="Lý Thanh Ngô" userId="d1fb4545a5d636d2" providerId="LiveId" clId="{ABD4904B-081A-47C6-B87B-1F2506E329D6}" dt="2025-03-30T04:54:43.176" v="1804" actId="123"/>
        <pc:sldMkLst>
          <pc:docMk/>
          <pc:sldMk cId="1438407309" sldId="9882"/>
        </pc:sldMkLst>
        <pc:spChg chg="mod">
          <ac:chgData name="Lý Thanh Ngô" userId="d1fb4545a5d636d2" providerId="LiveId" clId="{ABD4904B-081A-47C6-B87B-1F2506E329D6}" dt="2025-03-30T04:54:43.176" v="1804" actId="123"/>
          <ac:spMkLst>
            <pc:docMk/>
            <pc:sldMk cId="1438407309" sldId="9882"/>
            <ac:spMk id="87042" creationId="{1D590097-05BA-8268-85A9-60C2D6A2446A}"/>
          </ac:spMkLst>
        </pc:spChg>
      </pc:sldChg>
      <pc:sldChg chg="modSp mod">
        <pc:chgData name="Lý Thanh Ngô" userId="d1fb4545a5d636d2" providerId="LiveId" clId="{ABD4904B-081A-47C6-B87B-1F2506E329D6}" dt="2025-03-30T04:55:20.520" v="1816" actId="404"/>
        <pc:sldMkLst>
          <pc:docMk/>
          <pc:sldMk cId="1954565109" sldId="9883"/>
        </pc:sldMkLst>
        <pc:spChg chg="mod">
          <ac:chgData name="Lý Thanh Ngô" userId="d1fb4545a5d636d2" providerId="LiveId" clId="{ABD4904B-081A-47C6-B87B-1F2506E329D6}" dt="2025-03-30T04:55:20.520" v="1816" actId="404"/>
          <ac:spMkLst>
            <pc:docMk/>
            <pc:sldMk cId="1954565109" sldId="9883"/>
            <ac:spMk id="87042" creationId="{22699D2C-8763-156D-F51D-1784997923B6}"/>
          </ac:spMkLst>
        </pc:spChg>
      </pc:sldChg>
      <pc:sldChg chg="modSp mod">
        <pc:chgData name="Lý Thanh Ngô" userId="d1fb4545a5d636d2" providerId="LiveId" clId="{ABD4904B-081A-47C6-B87B-1F2506E329D6}" dt="2025-03-30T04:55:44.735" v="1826" actId="123"/>
        <pc:sldMkLst>
          <pc:docMk/>
          <pc:sldMk cId="2188824168" sldId="9884"/>
        </pc:sldMkLst>
        <pc:spChg chg="mod">
          <ac:chgData name="Lý Thanh Ngô" userId="d1fb4545a5d636d2" providerId="LiveId" clId="{ABD4904B-081A-47C6-B87B-1F2506E329D6}" dt="2025-03-30T04:55:44.735" v="1826" actId="123"/>
          <ac:spMkLst>
            <pc:docMk/>
            <pc:sldMk cId="2188824168" sldId="9884"/>
            <ac:spMk id="46082" creationId="{8476D6E7-324D-C6DE-B47D-867879947BB0}"/>
          </ac:spMkLst>
        </pc:spChg>
      </pc:sldChg>
      <pc:sldChg chg="modSp mod">
        <pc:chgData name="Lý Thanh Ngô" userId="d1fb4545a5d636d2" providerId="LiveId" clId="{ABD4904B-081A-47C6-B87B-1F2506E329D6}" dt="2025-03-30T04:55:30.455" v="1817" actId="123"/>
        <pc:sldMkLst>
          <pc:docMk/>
          <pc:sldMk cId="662654963" sldId="9885"/>
        </pc:sldMkLst>
        <pc:spChg chg="mod">
          <ac:chgData name="Lý Thanh Ngô" userId="d1fb4545a5d636d2" providerId="LiveId" clId="{ABD4904B-081A-47C6-B87B-1F2506E329D6}" dt="2025-03-30T04:55:30.455" v="1817" actId="123"/>
          <ac:spMkLst>
            <pc:docMk/>
            <pc:sldMk cId="662654963" sldId="9885"/>
            <ac:spMk id="87042" creationId="{D8A71609-0C98-EEF0-2D2E-B1E587497947}"/>
          </ac:spMkLst>
        </pc:spChg>
      </pc:sldChg>
      <pc:sldChg chg="modSp mod">
        <pc:chgData name="Lý Thanh Ngô" userId="d1fb4545a5d636d2" providerId="LiveId" clId="{ABD4904B-081A-47C6-B87B-1F2506E329D6}" dt="2025-03-30T04:57:01.172" v="1877" actId="255"/>
        <pc:sldMkLst>
          <pc:docMk/>
          <pc:sldMk cId="4290998353" sldId="9886"/>
        </pc:sldMkLst>
        <pc:spChg chg="mod">
          <ac:chgData name="Lý Thanh Ngô" userId="d1fb4545a5d636d2" providerId="LiveId" clId="{ABD4904B-081A-47C6-B87B-1F2506E329D6}" dt="2025-03-30T04:57:01.172" v="1877" actId="255"/>
          <ac:spMkLst>
            <pc:docMk/>
            <pc:sldMk cId="4290998353" sldId="9886"/>
            <ac:spMk id="87042" creationId="{4F796875-2FDD-ED52-CF5B-B6F4CA724F54}"/>
          </ac:spMkLst>
        </pc:spChg>
      </pc:sldChg>
      <pc:sldChg chg="modSp mod">
        <pc:chgData name="Lý Thanh Ngô" userId="d1fb4545a5d636d2" providerId="LiveId" clId="{ABD4904B-081A-47C6-B87B-1F2506E329D6}" dt="2025-03-30T04:57:28.801" v="1886" actId="255"/>
        <pc:sldMkLst>
          <pc:docMk/>
          <pc:sldMk cId="3520831965" sldId="9887"/>
        </pc:sldMkLst>
        <pc:spChg chg="mod">
          <ac:chgData name="Lý Thanh Ngô" userId="d1fb4545a5d636d2" providerId="LiveId" clId="{ABD4904B-081A-47C6-B87B-1F2506E329D6}" dt="2025-03-30T04:57:28.801" v="1886" actId="255"/>
          <ac:spMkLst>
            <pc:docMk/>
            <pc:sldMk cId="3520831965" sldId="9887"/>
            <ac:spMk id="87042" creationId="{47B993B1-4E7E-3623-5845-358F89A38981}"/>
          </ac:spMkLst>
        </pc:spChg>
      </pc:sldChg>
      <pc:sldChg chg="modSp del mod">
        <pc:chgData name="Lý Thanh Ngô" userId="d1fb4545a5d636d2" providerId="LiveId" clId="{ABD4904B-081A-47C6-B87B-1F2506E329D6}" dt="2025-03-30T04:57:32.745" v="1887" actId="47"/>
        <pc:sldMkLst>
          <pc:docMk/>
          <pc:sldMk cId="1525044725" sldId="9888"/>
        </pc:sldMkLst>
      </pc:sldChg>
      <pc:sldChg chg="modSp mod">
        <pc:chgData name="Lý Thanh Ngô" userId="d1fb4545a5d636d2" providerId="LiveId" clId="{ABD4904B-081A-47C6-B87B-1F2506E329D6}" dt="2025-03-30T04:20:46.642" v="768" actId="20577"/>
        <pc:sldMkLst>
          <pc:docMk/>
          <pc:sldMk cId="2160185228" sldId="9889"/>
        </pc:sldMkLst>
        <pc:spChg chg="mod">
          <ac:chgData name="Lý Thanh Ngô" userId="d1fb4545a5d636d2" providerId="LiveId" clId="{ABD4904B-081A-47C6-B87B-1F2506E329D6}" dt="2025-03-30T04:20:46.642" v="768" actId="20577"/>
          <ac:spMkLst>
            <pc:docMk/>
            <pc:sldMk cId="2160185228" sldId="9889"/>
            <ac:spMk id="46082" creationId="{7F10E4E4-09C3-1CB5-C4A2-CFBEECAD9E94}"/>
          </ac:spMkLst>
        </pc:spChg>
      </pc:sldChg>
      <pc:sldChg chg="modSp mod">
        <pc:chgData name="Lý Thanh Ngô" userId="d1fb4545a5d636d2" providerId="LiveId" clId="{ABD4904B-081A-47C6-B87B-1F2506E329D6}" dt="2025-03-30T04:58:20.969" v="1904" actId="255"/>
        <pc:sldMkLst>
          <pc:docMk/>
          <pc:sldMk cId="13721989" sldId="9890"/>
        </pc:sldMkLst>
        <pc:spChg chg="mod">
          <ac:chgData name="Lý Thanh Ngô" userId="d1fb4545a5d636d2" providerId="LiveId" clId="{ABD4904B-081A-47C6-B87B-1F2506E329D6}" dt="2025-03-30T04:58:20.969" v="1904" actId="255"/>
          <ac:spMkLst>
            <pc:docMk/>
            <pc:sldMk cId="13721989" sldId="9890"/>
            <ac:spMk id="87042" creationId="{EA32DEC4-77F7-E4F0-E43C-66DB26030237}"/>
          </ac:spMkLst>
        </pc:spChg>
      </pc:sldChg>
      <pc:sldChg chg="modSp mod">
        <pc:chgData name="Lý Thanh Ngô" userId="d1fb4545a5d636d2" providerId="LiveId" clId="{ABD4904B-081A-47C6-B87B-1F2506E329D6}" dt="2025-03-30T04:58:28.020" v="1905" actId="123"/>
        <pc:sldMkLst>
          <pc:docMk/>
          <pc:sldMk cId="1952414727" sldId="9891"/>
        </pc:sldMkLst>
        <pc:spChg chg="mod">
          <ac:chgData name="Lý Thanh Ngô" userId="d1fb4545a5d636d2" providerId="LiveId" clId="{ABD4904B-081A-47C6-B87B-1F2506E329D6}" dt="2025-03-30T04:58:28.020" v="1905" actId="123"/>
          <ac:spMkLst>
            <pc:docMk/>
            <pc:sldMk cId="1952414727" sldId="9891"/>
            <ac:spMk id="87042" creationId="{8B5415F9-5B1C-F1AB-A470-19E098C759C2}"/>
          </ac:spMkLst>
        </pc:spChg>
      </pc:sldChg>
      <pc:sldChg chg="modSp mod">
        <pc:chgData name="Lý Thanh Ngô" userId="d1fb4545a5d636d2" providerId="LiveId" clId="{ABD4904B-081A-47C6-B87B-1F2506E329D6}" dt="2025-03-30T04:20:55.749" v="802" actId="20577"/>
        <pc:sldMkLst>
          <pc:docMk/>
          <pc:sldMk cId="3359446926" sldId="9892"/>
        </pc:sldMkLst>
        <pc:spChg chg="mod">
          <ac:chgData name="Lý Thanh Ngô" userId="d1fb4545a5d636d2" providerId="LiveId" clId="{ABD4904B-081A-47C6-B87B-1F2506E329D6}" dt="2025-03-30T04:20:55.749" v="802" actId="20577"/>
          <ac:spMkLst>
            <pc:docMk/>
            <pc:sldMk cId="3359446926" sldId="9892"/>
            <ac:spMk id="46082" creationId="{3893F0D4-65DD-5D42-B970-F583E8012BD1}"/>
          </ac:spMkLst>
        </pc:spChg>
      </pc:sldChg>
      <pc:sldChg chg="modSp mod">
        <pc:chgData name="Lý Thanh Ngô" userId="d1fb4545a5d636d2" providerId="LiveId" clId="{ABD4904B-081A-47C6-B87B-1F2506E329D6}" dt="2025-03-30T04:58:42.064" v="1906" actId="123"/>
        <pc:sldMkLst>
          <pc:docMk/>
          <pc:sldMk cId="3719311503" sldId="9893"/>
        </pc:sldMkLst>
        <pc:spChg chg="mod">
          <ac:chgData name="Lý Thanh Ngô" userId="d1fb4545a5d636d2" providerId="LiveId" clId="{ABD4904B-081A-47C6-B87B-1F2506E329D6}" dt="2025-03-30T04:58:42.064" v="1906" actId="123"/>
          <ac:spMkLst>
            <pc:docMk/>
            <pc:sldMk cId="3719311503" sldId="9893"/>
            <ac:spMk id="87042" creationId="{9D6177F0-5E6C-608E-3A88-D9044B9315F4}"/>
          </ac:spMkLst>
        </pc:spChg>
      </pc:sldChg>
      <pc:sldChg chg="modSp mod">
        <pc:chgData name="Lý Thanh Ngô" userId="d1fb4545a5d636d2" providerId="LiveId" clId="{ABD4904B-081A-47C6-B87B-1F2506E329D6}" dt="2025-03-30T04:58:45.926" v="1907" actId="123"/>
        <pc:sldMkLst>
          <pc:docMk/>
          <pc:sldMk cId="316058304" sldId="9894"/>
        </pc:sldMkLst>
      </pc:sldChg>
      <pc:sldChg chg="modSp mod">
        <pc:chgData name="Lý Thanh Ngô" userId="d1fb4545a5d636d2" providerId="LiveId" clId="{ABD4904B-081A-47C6-B87B-1F2506E329D6}" dt="2025-03-30T04:58:48.681" v="1908" actId="123"/>
        <pc:sldMkLst>
          <pc:docMk/>
          <pc:sldMk cId="1521856680" sldId="9895"/>
        </pc:sldMkLst>
        <pc:spChg chg="mod">
          <ac:chgData name="Lý Thanh Ngô" userId="d1fb4545a5d636d2" providerId="LiveId" clId="{ABD4904B-081A-47C6-B87B-1F2506E329D6}" dt="2025-03-30T04:58:48.681" v="1908" actId="123"/>
          <ac:spMkLst>
            <pc:docMk/>
            <pc:sldMk cId="1521856680" sldId="9895"/>
            <ac:spMk id="87042" creationId="{5E4C3294-384A-CFC9-ED45-0243B0AA62AF}"/>
          </ac:spMkLst>
        </pc:spChg>
      </pc:sldChg>
      <pc:sldChg chg="modSp mod">
        <pc:chgData name="Lý Thanh Ngô" userId="d1fb4545a5d636d2" providerId="LiveId" clId="{ABD4904B-081A-47C6-B87B-1F2506E329D6}" dt="2025-03-30T04:58:51.566" v="1909" actId="123"/>
        <pc:sldMkLst>
          <pc:docMk/>
          <pc:sldMk cId="367318003" sldId="9896"/>
        </pc:sldMkLst>
      </pc:sldChg>
      <pc:sldChg chg="modSp mod">
        <pc:chgData name="Lý Thanh Ngô" userId="d1fb4545a5d636d2" providerId="LiveId" clId="{ABD4904B-081A-47C6-B87B-1F2506E329D6}" dt="2025-03-30T04:58:55.482" v="1910" actId="123"/>
        <pc:sldMkLst>
          <pc:docMk/>
          <pc:sldMk cId="121284145" sldId="9897"/>
        </pc:sldMkLst>
        <pc:spChg chg="mod">
          <ac:chgData name="Lý Thanh Ngô" userId="d1fb4545a5d636d2" providerId="LiveId" clId="{ABD4904B-081A-47C6-B87B-1F2506E329D6}" dt="2025-03-30T04:58:55.482" v="1910" actId="123"/>
          <ac:spMkLst>
            <pc:docMk/>
            <pc:sldMk cId="121284145" sldId="9897"/>
            <ac:spMk id="87042" creationId="{EF956515-5E3A-1C60-EEC1-B8BC2F8729E5}"/>
          </ac:spMkLst>
        </pc:spChg>
      </pc:sldChg>
      <pc:sldChg chg="modSp mod">
        <pc:chgData name="Lý Thanh Ngô" userId="d1fb4545a5d636d2" providerId="LiveId" clId="{ABD4904B-081A-47C6-B87B-1F2506E329D6}" dt="2025-03-30T04:59:10.744" v="1916" actId="122"/>
        <pc:sldMkLst>
          <pc:docMk/>
          <pc:sldMk cId="1078366241" sldId="9900"/>
        </pc:sldMkLst>
        <pc:spChg chg="mod">
          <ac:chgData name="Lý Thanh Ngô" userId="d1fb4545a5d636d2" providerId="LiveId" clId="{ABD4904B-081A-47C6-B87B-1F2506E329D6}" dt="2025-03-30T04:59:10.744" v="1916" actId="122"/>
          <ac:spMkLst>
            <pc:docMk/>
            <pc:sldMk cId="1078366241" sldId="9900"/>
            <ac:spMk id="46082" creationId="{44F3A9AE-039F-15BA-D2A3-30FDFA699F44}"/>
          </ac:spMkLst>
        </pc:spChg>
      </pc:sldChg>
      <pc:sldChg chg="modSp mod">
        <pc:chgData name="Lý Thanh Ngô" userId="d1fb4545a5d636d2" providerId="LiveId" clId="{ABD4904B-081A-47C6-B87B-1F2506E329D6}" dt="2025-03-30T04:59:15.465" v="1917" actId="123"/>
        <pc:sldMkLst>
          <pc:docMk/>
          <pc:sldMk cId="1608661232" sldId="9901"/>
        </pc:sldMkLst>
        <pc:spChg chg="mod">
          <ac:chgData name="Lý Thanh Ngô" userId="d1fb4545a5d636d2" providerId="LiveId" clId="{ABD4904B-081A-47C6-B87B-1F2506E329D6}" dt="2025-03-30T04:59:15.465" v="1917" actId="123"/>
          <ac:spMkLst>
            <pc:docMk/>
            <pc:sldMk cId="1608661232" sldId="9901"/>
            <ac:spMk id="46082" creationId="{FF7D9A66-A37E-54A8-65CA-B9AC17CC62FF}"/>
          </ac:spMkLst>
        </pc:spChg>
      </pc:sldChg>
      <pc:sldChg chg="modSp mod">
        <pc:chgData name="Lý Thanh Ngô" userId="d1fb4545a5d636d2" providerId="LiveId" clId="{ABD4904B-081A-47C6-B87B-1F2506E329D6}" dt="2025-03-30T04:59:18.933" v="1918" actId="123"/>
        <pc:sldMkLst>
          <pc:docMk/>
          <pc:sldMk cId="2629207321" sldId="9902"/>
        </pc:sldMkLst>
        <pc:spChg chg="mod">
          <ac:chgData name="Lý Thanh Ngô" userId="d1fb4545a5d636d2" providerId="LiveId" clId="{ABD4904B-081A-47C6-B87B-1F2506E329D6}" dt="2025-03-30T04:59:18.933" v="1918" actId="123"/>
          <ac:spMkLst>
            <pc:docMk/>
            <pc:sldMk cId="2629207321" sldId="9902"/>
            <ac:spMk id="46082" creationId="{6246C1CF-B2C1-5F3F-9394-7F923C0F61E1}"/>
          </ac:spMkLst>
        </pc:spChg>
      </pc:sldChg>
      <pc:sldChg chg="modSp mod">
        <pc:chgData name="Lý Thanh Ngô" userId="d1fb4545a5d636d2" providerId="LiveId" clId="{ABD4904B-081A-47C6-B87B-1F2506E329D6}" dt="2025-03-30T04:59:22.598" v="1919" actId="123"/>
        <pc:sldMkLst>
          <pc:docMk/>
          <pc:sldMk cId="1290835927" sldId="9903"/>
        </pc:sldMkLst>
      </pc:sldChg>
      <pc:sldChg chg="modSp mod">
        <pc:chgData name="Lý Thanh Ngô" userId="d1fb4545a5d636d2" providerId="LiveId" clId="{ABD4904B-081A-47C6-B87B-1F2506E329D6}" dt="2025-03-30T04:59:25.909" v="1920" actId="123"/>
        <pc:sldMkLst>
          <pc:docMk/>
          <pc:sldMk cId="4150645961" sldId="9904"/>
        </pc:sldMkLst>
        <pc:spChg chg="mod">
          <ac:chgData name="Lý Thanh Ngô" userId="d1fb4545a5d636d2" providerId="LiveId" clId="{ABD4904B-081A-47C6-B87B-1F2506E329D6}" dt="2025-03-30T04:59:25.909" v="1920" actId="123"/>
          <ac:spMkLst>
            <pc:docMk/>
            <pc:sldMk cId="4150645961" sldId="9904"/>
            <ac:spMk id="46082" creationId="{236B643C-42FE-0444-4FEE-828177A8F322}"/>
          </ac:spMkLst>
        </pc:spChg>
      </pc:sldChg>
      <pc:sldChg chg="modSp mod">
        <pc:chgData name="Lý Thanh Ngô" userId="d1fb4545a5d636d2" providerId="LiveId" clId="{ABD4904B-081A-47C6-B87B-1F2506E329D6}" dt="2025-03-30T04:59:28.436" v="1921" actId="123"/>
        <pc:sldMkLst>
          <pc:docMk/>
          <pc:sldMk cId="3470603365" sldId="9905"/>
        </pc:sldMkLst>
        <pc:spChg chg="mod">
          <ac:chgData name="Lý Thanh Ngô" userId="d1fb4545a5d636d2" providerId="LiveId" clId="{ABD4904B-081A-47C6-B87B-1F2506E329D6}" dt="2025-03-30T04:59:28.436" v="1921" actId="123"/>
          <ac:spMkLst>
            <pc:docMk/>
            <pc:sldMk cId="3470603365" sldId="9905"/>
            <ac:spMk id="46082" creationId="{4855D5D5-42B6-03AA-D0C5-C060017BD8DF}"/>
          </ac:spMkLst>
        </pc:spChg>
      </pc:sldChg>
      <pc:sldChg chg="modSp mod">
        <pc:chgData name="Lý Thanh Ngô" userId="d1fb4545a5d636d2" providerId="LiveId" clId="{ABD4904B-081A-47C6-B87B-1F2506E329D6}" dt="2025-03-30T04:33:39.806" v="1246" actId="207"/>
        <pc:sldMkLst>
          <pc:docMk/>
          <pc:sldMk cId="1613890805" sldId="9906"/>
        </pc:sldMkLst>
        <pc:spChg chg="mod">
          <ac:chgData name="Lý Thanh Ngô" userId="d1fb4545a5d636d2" providerId="LiveId" clId="{ABD4904B-081A-47C6-B87B-1F2506E329D6}" dt="2025-03-30T04:33:39.806" v="1246" actId="207"/>
          <ac:spMkLst>
            <pc:docMk/>
            <pc:sldMk cId="1613890805" sldId="9906"/>
            <ac:spMk id="46082" creationId="{15972B90-D4B5-7307-77D9-8F1546BE592A}"/>
          </ac:spMkLst>
        </pc:spChg>
      </pc:sldChg>
      <pc:sldChg chg="modSp mod">
        <pc:chgData name="Lý Thanh Ngô" userId="d1fb4545a5d636d2" providerId="LiveId" clId="{ABD4904B-081A-47C6-B87B-1F2506E329D6}" dt="2025-03-30T04:59:43.046" v="1927" actId="122"/>
        <pc:sldMkLst>
          <pc:docMk/>
          <pc:sldMk cId="576050836" sldId="9907"/>
        </pc:sldMkLst>
        <pc:spChg chg="mod">
          <ac:chgData name="Lý Thanh Ngô" userId="d1fb4545a5d636d2" providerId="LiveId" clId="{ABD4904B-081A-47C6-B87B-1F2506E329D6}" dt="2025-03-30T04:59:43.046" v="1927" actId="122"/>
          <ac:spMkLst>
            <pc:docMk/>
            <pc:sldMk cId="576050836" sldId="9907"/>
            <ac:spMk id="46082" creationId="{256126B9-69D1-A440-AA9D-73146B07307C}"/>
          </ac:spMkLst>
        </pc:spChg>
      </pc:sldChg>
      <pc:sldChg chg="modSp mod">
        <pc:chgData name="Lý Thanh Ngô" userId="d1fb4545a5d636d2" providerId="LiveId" clId="{ABD4904B-081A-47C6-B87B-1F2506E329D6}" dt="2025-03-30T04:59:48.514" v="1928" actId="123"/>
        <pc:sldMkLst>
          <pc:docMk/>
          <pc:sldMk cId="2827542806" sldId="9908"/>
        </pc:sldMkLst>
        <pc:spChg chg="mod">
          <ac:chgData name="Lý Thanh Ngô" userId="d1fb4545a5d636d2" providerId="LiveId" clId="{ABD4904B-081A-47C6-B87B-1F2506E329D6}" dt="2025-03-30T04:59:48.514" v="1928" actId="123"/>
          <ac:spMkLst>
            <pc:docMk/>
            <pc:sldMk cId="2827542806" sldId="9908"/>
            <ac:spMk id="46082" creationId="{306480E5-0698-C66D-1ED9-AA4B2A88B6EA}"/>
          </ac:spMkLst>
        </pc:spChg>
      </pc:sldChg>
      <pc:sldChg chg="modSp mod">
        <pc:chgData name="Lý Thanh Ngô" userId="d1fb4545a5d636d2" providerId="LiveId" clId="{ABD4904B-081A-47C6-B87B-1F2506E329D6}" dt="2025-03-30T04:59:50.468" v="1929" actId="123"/>
        <pc:sldMkLst>
          <pc:docMk/>
          <pc:sldMk cId="159199625" sldId="9909"/>
        </pc:sldMkLst>
        <pc:spChg chg="mod">
          <ac:chgData name="Lý Thanh Ngô" userId="d1fb4545a5d636d2" providerId="LiveId" clId="{ABD4904B-081A-47C6-B87B-1F2506E329D6}" dt="2025-03-30T04:59:50.468" v="1929" actId="123"/>
          <ac:spMkLst>
            <pc:docMk/>
            <pc:sldMk cId="159199625" sldId="9909"/>
            <ac:spMk id="46082" creationId="{B141D9D1-57C4-8622-8A12-15440C6F1202}"/>
          </ac:spMkLst>
        </pc:spChg>
      </pc:sldChg>
      <pc:sldChg chg="modSp mod">
        <pc:chgData name="Lý Thanh Ngô" userId="d1fb4545a5d636d2" providerId="LiveId" clId="{ABD4904B-081A-47C6-B87B-1F2506E329D6}" dt="2025-03-30T04:59:54.180" v="1930" actId="123"/>
        <pc:sldMkLst>
          <pc:docMk/>
          <pc:sldMk cId="2074675852" sldId="9910"/>
        </pc:sldMkLst>
        <pc:spChg chg="mod">
          <ac:chgData name="Lý Thanh Ngô" userId="d1fb4545a5d636d2" providerId="LiveId" clId="{ABD4904B-081A-47C6-B87B-1F2506E329D6}" dt="2025-03-30T04:59:54.180" v="1930" actId="123"/>
          <ac:spMkLst>
            <pc:docMk/>
            <pc:sldMk cId="2074675852" sldId="9910"/>
            <ac:spMk id="46082" creationId="{758ECD1A-DC89-8A0B-D94A-4526E8992F46}"/>
          </ac:spMkLst>
        </pc:spChg>
      </pc:sldChg>
      <pc:sldChg chg="modSp mod">
        <pc:chgData name="Lý Thanh Ngô" userId="d1fb4545a5d636d2" providerId="LiveId" clId="{ABD4904B-081A-47C6-B87B-1F2506E329D6}" dt="2025-03-30T05:00:01.223" v="1931" actId="123"/>
        <pc:sldMkLst>
          <pc:docMk/>
          <pc:sldMk cId="1253784387" sldId="9911"/>
        </pc:sldMkLst>
        <pc:spChg chg="mod">
          <ac:chgData name="Lý Thanh Ngô" userId="d1fb4545a5d636d2" providerId="LiveId" clId="{ABD4904B-081A-47C6-B87B-1F2506E329D6}" dt="2025-03-30T05:00:01.223" v="1931" actId="123"/>
          <ac:spMkLst>
            <pc:docMk/>
            <pc:sldMk cId="1253784387" sldId="9911"/>
            <ac:spMk id="46082" creationId="{15C01A9F-E3DC-CD0C-C3E1-C8A13A5CEB44}"/>
          </ac:spMkLst>
        </pc:spChg>
      </pc:sldChg>
      <pc:sldChg chg="modSp mod">
        <pc:chgData name="Lý Thanh Ngô" userId="d1fb4545a5d636d2" providerId="LiveId" clId="{ABD4904B-081A-47C6-B87B-1F2506E329D6}" dt="2025-03-30T05:00:04.544" v="1932" actId="123"/>
        <pc:sldMkLst>
          <pc:docMk/>
          <pc:sldMk cId="4061793047" sldId="9912"/>
        </pc:sldMkLst>
        <pc:spChg chg="mod">
          <ac:chgData name="Lý Thanh Ngô" userId="d1fb4545a5d636d2" providerId="LiveId" clId="{ABD4904B-081A-47C6-B87B-1F2506E329D6}" dt="2025-03-30T05:00:04.544" v="1932" actId="123"/>
          <ac:spMkLst>
            <pc:docMk/>
            <pc:sldMk cId="4061793047" sldId="9912"/>
            <ac:spMk id="46082" creationId="{8F726F33-0364-F5A4-C8A3-4F5B58DC56A1}"/>
          </ac:spMkLst>
        </pc:spChg>
      </pc:sldChg>
      <pc:sldChg chg="modSp mod">
        <pc:chgData name="Lý Thanh Ngô" userId="d1fb4545a5d636d2" providerId="LiveId" clId="{ABD4904B-081A-47C6-B87B-1F2506E329D6}" dt="2025-03-30T05:00:18.995" v="1939" actId="20577"/>
        <pc:sldMkLst>
          <pc:docMk/>
          <pc:sldMk cId="3165449530" sldId="9913"/>
        </pc:sldMkLst>
        <pc:spChg chg="mod">
          <ac:chgData name="Lý Thanh Ngô" userId="d1fb4545a5d636d2" providerId="LiveId" clId="{ABD4904B-081A-47C6-B87B-1F2506E329D6}" dt="2025-03-30T05:00:18.995" v="1939" actId="20577"/>
          <ac:spMkLst>
            <pc:docMk/>
            <pc:sldMk cId="3165449530" sldId="9913"/>
            <ac:spMk id="46082" creationId="{E1B29ADE-B01B-C893-7794-6987D636A811}"/>
          </ac:spMkLst>
        </pc:spChg>
      </pc:sldChg>
      <pc:sldChg chg="modSp mod">
        <pc:chgData name="Lý Thanh Ngô" userId="d1fb4545a5d636d2" providerId="LiveId" clId="{ABD4904B-081A-47C6-B87B-1F2506E329D6}" dt="2025-03-30T05:00:26.809" v="1940" actId="123"/>
        <pc:sldMkLst>
          <pc:docMk/>
          <pc:sldMk cId="522233016" sldId="9914"/>
        </pc:sldMkLst>
        <pc:spChg chg="mod">
          <ac:chgData name="Lý Thanh Ngô" userId="d1fb4545a5d636d2" providerId="LiveId" clId="{ABD4904B-081A-47C6-B87B-1F2506E329D6}" dt="2025-03-30T05:00:26.809" v="1940" actId="123"/>
          <ac:spMkLst>
            <pc:docMk/>
            <pc:sldMk cId="522233016" sldId="9914"/>
            <ac:spMk id="46082" creationId="{F6B68CC3-412D-C5F9-6BF0-12DAAFAB7C4C}"/>
          </ac:spMkLst>
        </pc:spChg>
      </pc:sldChg>
      <pc:sldChg chg="modSp mod">
        <pc:chgData name="Lý Thanh Ngô" userId="d1fb4545a5d636d2" providerId="LiveId" clId="{ABD4904B-081A-47C6-B87B-1F2506E329D6}" dt="2025-03-30T05:00:30.588" v="1941" actId="123"/>
        <pc:sldMkLst>
          <pc:docMk/>
          <pc:sldMk cId="2763764899" sldId="9915"/>
        </pc:sldMkLst>
        <pc:spChg chg="mod">
          <ac:chgData name="Lý Thanh Ngô" userId="d1fb4545a5d636d2" providerId="LiveId" clId="{ABD4904B-081A-47C6-B87B-1F2506E329D6}" dt="2025-03-30T05:00:30.588" v="1941" actId="123"/>
          <ac:spMkLst>
            <pc:docMk/>
            <pc:sldMk cId="2763764899" sldId="9915"/>
            <ac:spMk id="46082" creationId="{C4B159FC-D56B-AFDD-468E-8327FB5A59E9}"/>
          </ac:spMkLst>
        </pc:spChg>
      </pc:sldChg>
      <pc:sldChg chg="modSp mod">
        <pc:chgData name="Lý Thanh Ngô" userId="d1fb4545a5d636d2" providerId="LiveId" clId="{ABD4904B-081A-47C6-B87B-1F2506E329D6}" dt="2025-03-30T05:00:34.768" v="1942" actId="123"/>
        <pc:sldMkLst>
          <pc:docMk/>
          <pc:sldMk cId="2276341674" sldId="9916"/>
        </pc:sldMkLst>
        <pc:spChg chg="mod">
          <ac:chgData name="Lý Thanh Ngô" userId="d1fb4545a5d636d2" providerId="LiveId" clId="{ABD4904B-081A-47C6-B87B-1F2506E329D6}" dt="2025-03-30T05:00:34.768" v="1942" actId="123"/>
          <ac:spMkLst>
            <pc:docMk/>
            <pc:sldMk cId="2276341674" sldId="9916"/>
            <ac:spMk id="46082" creationId="{64D8C2BA-B418-ED2B-49CA-A3324EE34F84}"/>
          </ac:spMkLst>
        </pc:spChg>
      </pc:sldChg>
      <pc:sldChg chg="modSp mod">
        <pc:chgData name="Lý Thanh Ngô" userId="d1fb4545a5d636d2" providerId="LiveId" clId="{ABD4904B-081A-47C6-B87B-1F2506E329D6}" dt="2025-03-30T05:00:37.578" v="1943" actId="123"/>
        <pc:sldMkLst>
          <pc:docMk/>
          <pc:sldMk cId="888088382" sldId="9917"/>
        </pc:sldMkLst>
        <pc:spChg chg="mod">
          <ac:chgData name="Lý Thanh Ngô" userId="d1fb4545a5d636d2" providerId="LiveId" clId="{ABD4904B-081A-47C6-B87B-1F2506E329D6}" dt="2025-03-30T05:00:37.578" v="1943" actId="123"/>
          <ac:spMkLst>
            <pc:docMk/>
            <pc:sldMk cId="888088382" sldId="9917"/>
            <ac:spMk id="46082" creationId="{0BDA323C-35E3-FDBD-2A4E-51EF8EC81D80}"/>
          </ac:spMkLst>
        </pc:spChg>
      </pc:sldChg>
      <pc:sldChg chg="modSp mod">
        <pc:chgData name="Lý Thanh Ngô" userId="d1fb4545a5d636d2" providerId="LiveId" clId="{ABD4904B-081A-47C6-B87B-1F2506E329D6}" dt="2025-03-30T05:00:40.431" v="1944" actId="123"/>
        <pc:sldMkLst>
          <pc:docMk/>
          <pc:sldMk cId="574032678" sldId="9918"/>
        </pc:sldMkLst>
        <pc:spChg chg="mod">
          <ac:chgData name="Lý Thanh Ngô" userId="d1fb4545a5d636d2" providerId="LiveId" clId="{ABD4904B-081A-47C6-B87B-1F2506E329D6}" dt="2025-03-30T05:00:40.431" v="1944" actId="123"/>
          <ac:spMkLst>
            <pc:docMk/>
            <pc:sldMk cId="574032678" sldId="9918"/>
            <ac:spMk id="46082" creationId="{61F1A4DB-79ED-8B9A-714E-8288BF017CD5}"/>
          </ac:spMkLst>
        </pc:spChg>
      </pc:sldChg>
      <pc:sldChg chg="modSp mod">
        <pc:chgData name="Lý Thanh Ngô" userId="d1fb4545a5d636d2" providerId="LiveId" clId="{ABD4904B-081A-47C6-B87B-1F2506E329D6}" dt="2025-03-30T05:00:43.285" v="1945" actId="123"/>
        <pc:sldMkLst>
          <pc:docMk/>
          <pc:sldMk cId="3268485197" sldId="9919"/>
        </pc:sldMkLst>
        <pc:spChg chg="mod">
          <ac:chgData name="Lý Thanh Ngô" userId="d1fb4545a5d636d2" providerId="LiveId" clId="{ABD4904B-081A-47C6-B87B-1F2506E329D6}" dt="2025-03-30T05:00:43.285" v="1945" actId="123"/>
          <ac:spMkLst>
            <pc:docMk/>
            <pc:sldMk cId="3268485197" sldId="9919"/>
            <ac:spMk id="46082" creationId="{CA418B87-6FFE-4F3F-0A00-510748A83D7A}"/>
          </ac:spMkLst>
        </pc:spChg>
      </pc:sldChg>
      <pc:sldChg chg="modSp mod">
        <pc:chgData name="Lý Thanh Ngô" userId="d1fb4545a5d636d2" providerId="LiveId" clId="{ABD4904B-081A-47C6-B87B-1F2506E329D6}" dt="2025-03-30T05:00:47.370" v="1946" actId="123"/>
        <pc:sldMkLst>
          <pc:docMk/>
          <pc:sldMk cId="187347292" sldId="9920"/>
        </pc:sldMkLst>
        <pc:spChg chg="mod">
          <ac:chgData name="Lý Thanh Ngô" userId="d1fb4545a5d636d2" providerId="LiveId" clId="{ABD4904B-081A-47C6-B87B-1F2506E329D6}" dt="2025-03-30T05:00:47.370" v="1946" actId="123"/>
          <ac:spMkLst>
            <pc:docMk/>
            <pc:sldMk cId="187347292" sldId="9920"/>
            <ac:spMk id="46082" creationId="{23E3E4F5-F2FC-70A2-4DCB-357274CFE020}"/>
          </ac:spMkLst>
        </pc:spChg>
      </pc:sldChg>
      <pc:sldChg chg="modSp mod">
        <pc:chgData name="Lý Thanh Ngô" userId="d1fb4545a5d636d2" providerId="LiveId" clId="{ABD4904B-081A-47C6-B87B-1F2506E329D6}" dt="2025-03-30T05:00:53.792" v="1947" actId="123"/>
        <pc:sldMkLst>
          <pc:docMk/>
          <pc:sldMk cId="1295548846" sldId="9921"/>
        </pc:sldMkLst>
        <pc:spChg chg="mod">
          <ac:chgData name="Lý Thanh Ngô" userId="d1fb4545a5d636d2" providerId="LiveId" clId="{ABD4904B-081A-47C6-B87B-1F2506E329D6}" dt="2025-03-30T05:00:53.792" v="1947" actId="123"/>
          <ac:spMkLst>
            <pc:docMk/>
            <pc:sldMk cId="1295548846" sldId="9921"/>
            <ac:spMk id="46082" creationId="{AB45D9CD-917A-320C-6C9D-94B009DFE745}"/>
          </ac:spMkLst>
        </pc:spChg>
      </pc:sldChg>
      <pc:sldChg chg="modSp mod">
        <pc:chgData name="Lý Thanh Ngô" userId="d1fb4545a5d636d2" providerId="LiveId" clId="{ABD4904B-081A-47C6-B87B-1F2506E329D6}" dt="2025-03-30T05:00:56.698" v="1948" actId="123"/>
        <pc:sldMkLst>
          <pc:docMk/>
          <pc:sldMk cId="1032720080" sldId="9922"/>
        </pc:sldMkLst>
        <pc:spChg chg="mod">
          <ac:chgData name="Lý Thanh Ngô" userId="d1fb4545a5d636d2" providerId="LiveId" clId="{ABD4904B-081A-47C6-B87B-1F2506E329D6}" dt="2025-03-30T05:00:56.698" v="1948" actId="123"/>
          <ac:spMkLst>
            <pc:docMk/>
            <pc:sldMk cId="1032720080" sldId="9922"/>
            <ac:spMk id="46082" creationId="{B04F7272-7E7A-4D00-E89F-1A611CCD4996}"/>
          </ac:spMkLst>
        </pc:spChg>
      </pc:sldChg>
      <pc:sldChg chg="modSp mod">
        <pc:chgData name="Lý Thanh Ngô" userId="d1fb4545a5d636d2" providerId="LiveId" clId="{ABD4904B-081A-47C6-B87B-1F2506E329D6}" dt="2025-03-30T05:00:59.891" v="1949" actId="123"/>
        <pc:sldMkLst>
          <pc:docMk/>
          <pc:sldMk cId="1660952084" sldId="9923"/>
        </pc:sldMkLst>
        <pc:spChg chg="mod">
          <ac:chgData name="Lý Thanh Ngô" userId="d1fb4545a5d636d2" providerId="LiveId" clId="{ABD4904B-081A-47C6-B87B-1F2506E329D6}" dt="2025-03-30T05:00:59.891" v="1949" actId="123"/>
          <ac:spMkLst>
            <pc:docMk/>
            <pc:sldMk cId="1660952084" sldId="9923"/>
            <ac:spMk id="46082" creationId="{3782FF22-374E-1F13-3700-806F91B3C50D}"/>
          </ac:spMkLst>
        </pc:spChg>
      </pc:sldChg>
      <pc:sldChg chg="modSp mod">
        <pc:chgData name="Lý Thanh Ngô" userId="d1fb4545a5d636d2" providerId="LiveId" clId="{ABD4904B-081A-47C6-B87B-1F2506E329D6}" dt="2025-03-30T05:01:12.170" v="1953" actId="255"/>
        <pc:sldMkLst>
          <pc:docMk/>
          <pc:sldMk cId="135439565" sldId="9924"/>
        </pc:sldMkLst>
        <pc:spChg chg="mod">
          <ac:chgData name="Lý Thanh Ngô" userId="d1fb4545a5d636d2" providerId="LiveId" clId="{ABD4904B-081A-47C6-B87B-1F2506E329D6}" dt="2025-03-30T05:01:12.170" v="1953" actId="255"/>
          <ac:spMkLst>
            <pc:docMk/>
            <pc:sldMk cId="135439565" sldId="9924"/>
            <ac:spMk id="46082" creationId="{A04F28CD-D38D-D8A7-A32D-68EB065C63EC}"/>
          </ac:spMkLst>
        </pc:spChg>
      </pc:sldChg>
      <pc:sldChg chg="modSp mod">
        <pc:chgData name="Lý Thanh Ngô" userId="d1fb4545a5d636d2" providerId="LiveId" clId="{ABD4904B-081A-47C6-B87B-1F2506E329D6}" dt="2025-03-30T05:01:20.441" v="1956" actId="6549"/>
        <pc:sldMkLst>
          <pc:docMk/>
          <pc:sldMk cId="3976937419" sldId="9925"/>
        </pc:sldMkLst>
        <pc:spChg chg="mod">
          <ac:chgData name="Lý Thanh Ngô" userId="d1fb4545a5d636d2" providerId="LiveId" clId="{ABD4904B-081A-47C6-B87B-1F2506E329D6}" dt="2025-03-30T05:01:20.441" v="1956" actId="6549"/>
          <ac:spMkLst>
            <pc:docMk/>
            <pc:sldMk cId="3976937419" sldId="9925"/>
            <ac:spMk id="46082" creationId="{9076FCC7-650B-65D4-2AE8-2FF676493363}"/>
          </ac:spMkLst>
        </pc:spChg>
      </pc:sldChg>
      <pc:sldChg chg="modSp mod">
        <pc:chgData name="Lý Thanh Ngô" userId="d1fb4545a5d636d2" providerId="LiveId" clId="{ABD4904B-081A-47C6-B87B-1F2506E329D6}" dt="2025-03-30T05:01:24.556" v="1957" actId="123"/>
        <pc:sldMkLst>
          <pc:docMk/>
          <pc:sldMk cId="3849524063" sldId="9926"/>
        </pc:sldMkLst>
        <pc:spChg chg="mod">
          <ac:chgData name="Lý Thanh Ngô" userId="d1fb4545a5d636d2" providerId="LiveId" clId="{ABD4904B-081A-47C6-B87B-1F2506E329D6}" dt="2025-03-30T05:01:24.556" v="1957" actId="123"/>
          <ac:spMkLst>
            <pc:docMk/>
            <pc:sldMk cId="3849524063" sldId="9926"/>
            <ac:spMk id="46082" creationId="{4383DA44-7C29-F4D8-2001-51B997A82768}"/>
          </ac:spMkLst>
        </pc:spChg>
      </pc:sldChg>
      <pc:sldChg chg="modSp mod">
        <pc:chgData name="Lý Thanh Ngô" userId="d1fb4545a5d636d2" providerId="LiveId" clId="{ABD4904B-081A-47C6-B87B-1F2506E329D6}" dt="2025-03-30T05:01:31.712" v="1960" actId="20577"/>
        <pc:sldMkLst>
          <pc:docMk/>
          <pc:sldMk cId="4166180669" sldId="9927"/>
        </pc:sldMkLst>
        <pc:spChg chg="mod">
          <ac:chgData name="Lý Thanh Ngô" userId="d1fb4545a5d636d2" providerId="LiveId" clId="{ABD4904B-081A-47C6-B87B-1F2506E329D6}" dt="2025-03-30T05:01:31.712" v="1960" actId="20577"/>
          <ac:spMkLst>
            <pc:docMk/>
            <pc:sldMk cId="4166180669" sldId="9927"/>
            <ac:spMk id="46082" creationId="{345A4EAC-D0D7-F4D1-D9F1-844A947C5F1C}"/>
          </ac:spMkLst>
        </pc:spChg>
      </pc:sldChg>
      <pc:sldChg chg="modSp mod">
        <pc:chgData name="Lý Thanh Ngô" userId="d1fb4545a5d636d2" providerId="LiveId" clId="{ABD4904B-081A-47C6-B87B-1F2506E329D6}" dt="2025-03-30T05:01:44.811" v="1961" actId="123"/>
        <pc:sldMkLst>
          <pc:docMk/>
          <pc:sldMk cId="6715914" sldId="9928"/>
        </pc:sldMkLst>
        <pc:spChg chg="mod">
          <ac:chgData name="Lý Thanh Ngô" userId="d1fb4545a5d636d2" providerId="LiveId" clId="{ABD4904B-081A-47C6-B87B-1F2506E329D6}" dt="2025-03-30T05:01:44.811" v="1961" actId="123"/>
          <ac:spMkLst>
            <pc:docMk/>
            <pc:sldMk cId="6715914" sldId="9928"/>
            <ac:spMk id="46082" creationId="{A6102EEC-F65B-8198-2AD9-D11506836785}"/>
          </ac:spMkLst>
        </pc:spChg>
      </pc:sldChg>
      <pc:sldChg chg="modSp mod">
        <pc:chgData name="Lý Thanh Ngô" userId="d1fb4545a5d636d2" providerId="LiveId" clId="{ABD4904B-081A-47C6-B87B-1F2506E329D6}" dt="2025-03-30T05:01:58.649" v="1967" actId="20577"/>
        <pc:sldMkLst>
          <pc:docMk/>
          <pc:sldMk cId="3588150592" sldId="9929"/>
        </pc:sldMkLst>
        <pc:spChg chg="mod">
          <ac:chgData name="Lý Thanh Ngô" userId="d1fb4545a5d636d2" providerId="LiveId" clId="{ABD4904B-081A-47C6-B87B-1F2506E329D6}" dt="2025-03-30T05:01:58.649" v="1967" actId="20577"/>
          <ac:spMkLst>
            <pc:docMk/>
            <pc:sldMk cId="3588150592" sldId="9929"/>
            <ac:spMk id="46082" creationId="{AFB126A8-ED0F-3443-5038-5E183D1787AA}"/>
          </ac:spMkLst>
        </pc:spChg>
      </pc:sldChg>
      <pc:sldChg chg="modSp mod">
        <pc:chgData name="Lý Thanh Ngô" userId="d1fb4545a5d636d2" providerId="LiveId" clId="{ABD4904B-081A-47C6-B87B-1F2506E329D6}" dt="2025-03-30T05:02:05.390" v="1968" actId="123"/>
        <pc:sldMkLst>
          <pc:docMk/>
          <pc:sldMk cId="2367944318" sldId="9930"/>
        </pc:sldMkLst>
        <pc:spChg chg="mod">
          <ac:chgData name="Lý Thanh Ngô" userId="d1fb4545a5d636d2" providerId="LiveId" clId="{ABD4904B-081A-47C6-B87B-1F2506E329D6}" dt="2025-03-30T05:02:05.390" v="1968" actId="123"/>
          <ac:spMkLst>
            <pc:docMk/>
            <pc:sldMk cId="2367944318" sldId="9930"/>
            <ac:spMk id="46082" creationId="{B1B498CC-D6A0-FD46-C8FD-DB2124503A80}"/>
          </ac:spMkLst>
        </pc:spChg>
      </pc:sldChg>
      <pc:sldChg chg="modSp mod">
        <pc:chgData name="Lý Thanh Ngô" userId="d1fb4545a5d636d2" providerId="LiveId" clId="{ABD4904B-081A-47C6-B87B-1F2506E329D6}" dt="2025-03-30T05:02:10.170" v="1969" actId="123"/>
        <pc:sldMkLst>
          <pc:docMk/>
          <pc:sldMk cId="661416154" sldId="9931"/>
        </pc:sldMkLst>
        <pc:spChg chg="mod">
          <ac:chgData name="Lý Thanh Ngô" userId="d1fb4545a5d636d2" providerId="LiveId" clId="{ABD4904B-081A-47C6-B87B-1F2506E329D6}" dt="2025-03-30T05:02:10.170" v="1969" actId="123"/>
          <ac:spMkLst>
            <pc:docMk/>
            <pc:sldMk cId="661416154" sldId="9931"/>
            <ac:spMk id="46082" creationId="{83C3B709-7413-FADA-D182-7D3D4E2FA35F}"/>
          </ac:spMkLst>
        </pc:spChg>
      </pc:sldChg>
      <pc:sldChg chg="modSp mod">
        <pc:chgData name="Lý Thanh Ngô" userId="d1fb4545a5d636d2" providerId="LiveId" clId="{ABD4904B-081A-47C6-B87B-1F2506E329D6}" dt="2025-03-30T05:02:13.078" v="1970" actId="123"/>
        <pc:sldMkLst>
          <pc:docMk/>
          <pc:sldMk cId="2138796068" sldId="9932"/>
        </pc:sldMkLst>
        <pc:spChg chg="mod">
          <ac:chgData name="Lý Thanh Ngô" userId="d1fb4545a5d636d2" providerId="LiveId" clId="{ABD4904B-081A-47C6-B87B-1F2506E329D6}" dt="2025-03-30T05:02:13.078" v="1970" actId="123"/>
          <ac:spMkLst>
            <pc:docMk/>
            <pc:sldMk cId="2138796068" sldId="9932"/>
            <ac:spMk id="46082" creationId="{2ECB7632-4EC8-3ABB-6B5A-7BAD5CDE8E57}"/>
          </ac:spMkLst>
        </pc:spChg>
      </pc:sldChg>
      <pc:sldChg chg="modSp mod">
        <pc:chgData name="Lý Thanh Ngô" userId="d1fb4545a5d636d2" providerId="LiveId" clId="{ABD4904B-081A-47C6-B87B-1F2506E329D6}" dt="2025-03-30T05:02:32.964" v="1973" actId="255"/>
        <pc:sldMkLst>
          <pc:docMk/>
          <pc:sldMk cId="603951992" sldId="9933"/>
        </pc:sldMkLst>
        <pc:spChg chg="mod">
          <ac:chgData name="Lý Thanh Ngô" userId="d1fb4545a5d636d2" providerId="LiveId" clId="{ABD4904B-081A-47C6-B87B-1F2506E329D6}" dt="2025-03-30T05:02:32.964" v="1973" actId="255"/>
          <ac:spMkLst>
            <pc:docMk/>
            <pc:sldMk cId="603951992" sldId="9933"/>
            <ac:spMk id="46082" creationId="{BEC80A15-78DE-6A11-1B57-BC29ADB87B64}"/>
          </ac:spMkLst>
        </pc:spChg>
      </pc:sldChg>
      <pc:sldChg chg="modSp mod">
        <pc:chgData name="Lý Thanh Ngô" userId="d1fb4545a5d636d2" providerId="LiveId" clId="{ABD4904B-081A-47C6-B87B-1F2506E329D6}" dt="2025-03-30T05:02:41.316" v="1976" actId="403"/>
        <pc:sldMkLst>
          <pc:docMk/>
          <pc:sldMk cId="4139010742" sldId="9934"/>
        </pc:sldMkLst>
        <pc:spChg chg="mod">
          <ac:chgData name="Lý Thanh Ngô" userId="d1fb4545a5d636d2" providerId="LiveId" clId="{ABD4904B-081A-47C6-B87B-1F2506E329D6}" dt="2025-03-30T05:02:41.316" v="1976" actId="403"/>
          <ac:spMkLst>
            <pc:docMk/>
            <pc:sldMk cId="4139010742" sldId="9934"/>
            <ac:spMk id="46082" creationId="{EEF358A9-9BD6-B364-418E-E00F792B9830}"/>
          </ac:spMkLst>
        </pc:spChg>
      </pc:sldChg>
      <pc:sldChg chg="modSp mod">
        <pc:chgData name="Lý Thanh Ngô" userId="d1fb4545a5d636d2" providerId="LiveId" clId="{ABD4904B-081A-47C6-B87B-1F2506E329D6}" dt="2025-03-30T05:02:55.221" v="1990" actId="404"/>
        <pc:sldMkLst>
          <pc:docMk/>
          <pc:sldMk cId="678953230" sldId="9935"/>
        </pc:sldMkLst>
        <pc:spChg chg="mod">
          <ac:chgData name="Lý Thanh Ngô" userId="d1fb4545a5d636d2" providerId="LiveId" clId="{ABD4904B-081A-47C6-B87B-1F2506E329D6}" dt="2025-03-30T05:02:55.221" v="1990" actId="404"/>
          <ac:spMkLst>
            <pc:docMk/>
            <pc:sldMk cId="678953230" sldId="9935"/>
            <ac:spMk id="46082" creationId="{1A28ACAD-F88F-7701-345E-2C6AF61FD97E}"/>
          </ac:spMkLst>
        </pc:spChg>
      </pc:sldChg>
      <pc:sldChg chg="modSp add mod">
        <pc:chgData name="Lý Thanh Ngô" userId="d1fb4545a5d636d2" providerId="LiveId" clId="{ABD4904B-081A-47C6-B87B-1F2506E329D6}" dt="2025-03-30T04:33:10.668" v="1243" actId="403"/>
        <pc:sldMkLst>
          <pc:docMk/>
          <pc:sldMk cId="2840395799" sldId="9936"/>
        </pc:sldMkLst>
        <pc:spChg chg="mod">
          <ac:chgData name="Lý Thanh Ngô" userId="d1fb4545a5d636d2" providerId="LiveId" clId="{ABD4904B-081A-47C6-B87B-1F2506E329D6}" dt="2025-03-30T04:33:10.668" v="1243" actId="403"/>
          <ac:spMkLst>
            <pc:docMk/>
            <pc:sldMk cId="2840395799" sldId="9936"/>
            <ac:spMk id="66562" creationId="{21102977-3B5A-1558-31A1-C4E1BFDE937F}"/>
          </ac:spMkLst>
        </pc:spChg>
      </pc:sldChg>
      <pc:sldChg chg="add del ord">
        <pc:chgData name="Lý Thanh Ngô" userId="d1fb4545a5d636d2" providerId="LiveId" clId="{ABD4904B-081A-47C6-B87B-1F2506E329D6}" dt="2025-03-30T04:30:54.836" v="1203" actId="47"/>
        <pc:sldMkLst>
          <pc:docMk/>
          <pc:sldMk cId="3686030830" sldId="9936"/>
        </pc:sldMkLst>
      </pc:sldChg>
      <pc:sldChg chg="new setBg">
        <pc:chgData name="Lý Thanh Ngô" userId="d1fb4545a5d636d2" providerId="LiveId" clId="{ABD4904B-081A-47C6-B87B-1F2506E329D6}" dt="2025-03-30T04:47:52.793" v="1645"/>
        <pc:sldMkLst>
          <pc:docMk/>
          <pc:sldMk cId="1696849316" sldId="9937"/>
        </pc:sldMkLst>
      </pc:sldChg>
      <pc:sldMasterChg chg="del delSldLayout">
        <pc:chgData name="Lý Thanh Ngô" userId="d1fb4545a5d636d2" providerId="LiveId" clId="{ABD4904B-081A-47C6-B87B-1F2506E329D6}" dt="2025-03-27T07:54:44.862" v="623" actId="47"/>
        <pc:sldMasterMkLst>
          <pc:docMk/>
          <pc:sldMasterMk cId="2331289677" sldId="2147483660"/>
        </pc:sldMasterMkLst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1477452345" sldId="2147483661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2153371939" sldId="2147483662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1340841954" sldId="2147483663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1861417460" sldId="2147483664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3699463424" sldId="2147483665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4261573196" sldId="2147483666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4230551362" sldId="2147483667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3069658008" sldId="2147483668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394302990" sldId="2147483669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1533410086" sldId="2147483670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2742728602" sldId="2147483671"/>
          </pc:sldLayoutMkLst>
        </pc:sldLayoutChg>
      </pc:sldMasterChg>
    </pc:docChg>
  </pc:docChgLst>
  <pc:docChgLst>
    <pc:chgData name="Lý Thanh Ngô" userId="d1fb4545a5d636d2" providerId="LiveId" clId="{F575B444-C68A-C747-A235-E506A0A29BF4}"/>
    <pc:docChg chg="addSld sldOrd">
      <pc:chgData name="Lý Thanh Ngô" userId="d1fb4545a5d636d2" providerId="LiveId" clId="{F575B444-C68A-C747-A235-E506A0A29BF4}" dt="2025-04-05T22:18:37.504" v="1" actId="1076"/>
      <pc:docMkLst>
        <pc:docMk/>
      </pc:docMkLst>
      <pc:sldChg chg="new ord">
        <pc:chgData name="Lý Thanh Ngô" userId="d1fb4545a5d636d2" providerId="LiveId" clId="{F575B444-C68A-C747-A235-E506A0A29BF4}" dt="2025-04-05T22:18:37.504" v="1" actId="1076"/>
        <pc:sldMkLst>
          <pc:docMk/>
          <pc:sldMk cId="901106724" sldId="99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01FF8C-FB8E-45AF-B0FA-95B6560BE94A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8246CF-7178-41AD-B6F8-BACEEA28F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397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6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7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8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9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1F860-7B8A-D384-D883-B3331C97E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DF2BB-E423-6D65-F074-2074399475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F674E9-42B4-2325-5CE9-B4619C6279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3392B-4D7C-11C6-37EC-2C28C88E2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412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608CA-AC9C-9000-FC37-B0A45EB78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98C671-5897-95C6-B33B-DE2C20887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F65EB7-4CE6-3B1B-5325-660B5F8FDF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020A1-4208-4D01-67E2-76069BACA1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637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2C5BE-6CBE-5290-25FF-ADD0BBE69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62AEDA-CBC4-9D00-6C7B-304902630A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42A7FA-269C-6651-E484-7DE31886A8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6FFFE-B3F2-F244-29A2-F731B20CEF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331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3B11E-3875-4468-08A4-F0A07E820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1BA566-451A-D95D-48CB-EE92BDFA3B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9F9967-55F8-1E3A-5685-E814633019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A3996-6962-2C1A-97F2-640FE4F3D0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1510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046A3-7E98-A19A-71B6-47E25B7E3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B489AB-0363-49DD-7B93-D912B73CAC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105F3F-247A-0C2B-2E4B-A1AA6E78B5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C7DF2-3A82-8A05-3887-FD430974DA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568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E3FEE-9BFE-E36A-6504-4C81932B2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6DE677-66AD-54E5-01B5-30ED85681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4FC414-365A-0022-2EF9-B50EC9CFC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71D8A7-EB2E-D723-1719-70BE4E070E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6083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C557B-8E8F-5987-C974-B1D49DDFB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C5B48F-6C20-AD56-0F47-2CE6542CF8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BD7FDA-BB6C-1407-9EA4-70F1D18402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E9898-423D-F87C-08AA-37DA1C7A8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3017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094C6-3A27-CB39-F368-35F4693E7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8B7513-F245-BE69-0847-95FC47CFBA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73CEC2-6047-CF7B-E75D-61000CB4F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CB7D2-ADD4-CA2D-D7E8-843C8ABD57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48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1E8A0-004E-DDA7-49D9-F2EC44F52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B0661C-3AD4-E70C-EA96-CF8C8BC6E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858666-30B4-DA9F-3C54-7020567EF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42151-60BF-C984-F34D-4829022F1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1890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FC3C2-5198-CA4A-338A-52621B7E9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744C41-6800-BF0C-19E8-3F93C04F0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24B939-B621-B022-D1BB-6868B2329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972D8-5900-7F04-A465-E24DD23A4E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7254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8C67B-3F4B-519E-BC56-9FF94831D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89CBB2-C731-BBDF-FEB1-503C67247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CBAFB3-3B0D-4D9C-248E-D9AFA5FC27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CB0C5-5922-BFD8-AA00-12F72F67C8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7171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BFDD1-F885-DF91-9A43-1C4CFE41D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461542-8D6F-1983-ADE1-E9FDF8970E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BB8130-4638-9FC1-59B4-69D6C1805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4DAAB-AF1A-4DB2-FB83-1C5B4D786A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5222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78F1F-1931-1D33-AD8A-7651B5FB4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D20F6F-BE63-773D-D2B5-71F179D12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074857-C1F5-7C85-A420-B36913697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06ED9-CCD4-EB76-4AF7-8D1A632A5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9366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601B3-7A58-8D75-B616-BEF97446C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BC49AE-EAD6-7842-1C90-3B679E28F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1461B0-22EB-146E-D60C-AD028CC90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BCCDB-A7EF-F7EA-C492-C59B0293D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1855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182DF-5B4D-4F3E-E22C-5B6721D8D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58BF92-C458-513A-FCDE-9B74596997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F8E618-C833-0955-92DE-DF3CB747C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9CB9A-A8DC-678C-AA91-A360A8D673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9672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A7E32-3DDF-0777-CDC5-DD6520C9F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5D9B52-496F-75BB-1709-518C2F5726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20C5EB-3991-219C-BFCB-B4618CE9EE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D82C-9CA4-6195-7DD7-E275940844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0904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99331-6898-C261-ACBB-64170681A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999718-34AC-37B3-0139-8DCB474C4F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82EF11-7135-32F8-EA88-A92D65392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6B0633-3853-3EA5-3613-A9E839230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6571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5A7C3-1784-EFD9-13A3-6823E7F7A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9F1C4A-7D82-AFD7-2A02-D46353E72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5E7217-0C9E-4371-7A9B-6E0BF7169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9DD85-8756-F8B5-DA57-FF05B87BD2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8236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C1ED8-6A94-D311-530B-E7FBD9A3F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9E8460-C36A-DBDA-E5B7-C7E9930F6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EF54C7-0A7B-F330-0E9B-7A9FB5BE1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FD78D-19B7-D9F5-6B3E-58D94FBF0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0594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DF161-43C8-8573-9867-BB21D3854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13EA7A-82AE-592C-B73C-0F2A6CAA3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68742D-9809-8BE1-9A34-3F6D4BF9B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7DFC5-7C9B-854D-8BCF-1ACD4C03DE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7806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D602C-7F08-34E4-3E06-329B96396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66DB59-D97F-33BB-0692-E5789FE2D2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86C40-3FB0-D530-7353-DCF00CDD7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40976-F52B-A714-8F86-E5B81E83A2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1768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E62E9-8E5C-DEBF-0403-DA76AA6AF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0617A8-3CC5-B0CE-BE30-05C9CA2C57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1F5768-0A24-3084-59BF-8561D4CD0D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98008-C24D-DC84-0594-EE41A12E30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0733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3643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E8AC2-DC14-DF59-2B98-6483EECC7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7F0A00-D00F-9BB2-F131-8045565EC6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C3BA7C-DDAF-E692-D1C8-56D9BCD90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9BBAE-D432-EA93-6C40-63B806B5F0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2810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74B47-138D-0597-77F7-2814E443F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1E99E4-CB3E-B218-3AF5-4A71DF68F9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FBD779-F07D-DF58-378A-00CBF30578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796EA-D062-1EB4-3E3F-3AF4A82A9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951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A8989-8C7F-4FDE-C459-91E71A1E3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487814-F797-151E-52C1-F29D74832A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CED4FF-C4B4-E360-20CB-F673D76C4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C38BA-7EA6-1588-7855-6F9C987FC2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5579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08725-A080-49EA-DC49-228831B7D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4E6A70-A57E-ABB4-0325-DDF6DF71C7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C0F512-2388-05BD-D4B0-D7EF4F4F9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4577E-D93E-3006-C616-011717DE32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2920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26320-73AF-EDC3-624C-D215A9F3B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0C8461-07FD-5985-BFD9-09DC99FC42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B5395F-9C49-D307-299B-7EE2E8BB1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DC2865-5F25-2A43-563B-7C12DB555A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4012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41676-CC52-4E3F-D386-69B5ABDBC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C63ECF-7530-7D50-2C3B-C1E8C4C430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28CF17-AA27-12F6-4108-1DA644148F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577CC-0B0A-9F29-516E-65CEB8A94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2324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B805D-121E-FF3F-C5E0-E33167A61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8D9E8A-3820-2122-56CB-CAAEDE762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4B69D0-4BEA-5CC9-5D67-8DD1B8E0F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8BBC2-F4CA-1722-EF43-130CEE7D12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86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9E121-8D18-0B41-3B29-C17DFEA58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7C0A44-D625-5697-5BB9-E420CE519D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C3EAA2-6CD8-5172-3934-E8958C6B7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E4F13-A790-DA4B-2669-5CDC22CD13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54268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C8230-8B93-2DDA-62B5-04724588E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8AF92B-4456-BAA8-950A-6E49F96F2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4AABAC-3628-C039-258F-9E8D567EB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CA3EE-E384-5A1A-D6A7-5720342EC3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6254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56A32-0EEE-CF37-F2FD-48E7DE1C8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36BA1E-3383-0F35-3425-85EEE5D89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0690B2-13F1-FDA7-B791-7665408269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C255F-F386-75C3-B642-997A543230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74300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5DA19-C179-E4C8-4614-D44030D57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7DD37A-C2B8-1915-A573-1B14796CFD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F5A3F3-5116-31E8-E363-16CF3FE9D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DBF03-E667-47F5-B501-20BC2658A6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02395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4C3B9-F1E0-20BB-3FCE-B99D7C56B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E7ED68-1B06-29C0-A857-4385B1305C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1BE9AC-CFF6-15E9-027B-79496E9CF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4F61F-8F7D-CD30-5374-4BBF621B04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9588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94554-7F1D-696E-9572-DBF163663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174E0E-01CA-E398-CDD5-AF1C664BB1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34AA13-0BD1-F8CC-9C5F-96C44DB45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65CB0-A187-F0FB-8860-304F4B156A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03504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95C1D-8586-946E-ECFE-DCD1BD0BB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24C966-7C63-A0F4-D406-08FFAF7A22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5BE8B0-D7D1-2DFA-C8CE-E5A1B70CB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7F66C-F7F0-B7F7-2494-E56807DD04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59235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31F70-775D-500D-A4D3-450AFE3F4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0EB317-C48F-21F8-6DC5-18ACBF73B8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743060-D9CC-F0BF-365E-F68C46A861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7E458-B748-14FD-EADA-D4192A80AF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38432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13FD4-1420-E459-5708-A81557CD0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7B3517-4042-0169-7C0C-75126F2EC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61AABE-6A42-F2D0-D7A7-01FD65CEA5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A5B749-8602-2843-3ABF-1B9CE8C617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4806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965E6-B8FD-7540-A23E-BF0A7D36C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4A9541-C0F3-A359-106C-FB029DC1C8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90BDF8-F23B-0A8D-418D-1E7B692E9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DFCBD-479E-B8E2-DE82-F089934DFA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06802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DB3E5-348A-4CB5-08D6-932A8FB9F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8F8439-50AD-6824-7547-3277BC775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5C9839-59F8-195E-2401-7A635F3F1F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22BE1-68AC-A4DF-4559-CAD149374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18237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6DCAA-3469-B7AF-AB12-DE11B102E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37032F-6684-9A12-3A88-59A9C1B736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724DB1-7513-8B07-6E86-1B7991832C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83A13-CC8A-5F3B-D809-7E9D3F6FE7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57678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93592-80F6-404B-0909-90EF9C9DB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D4276D-76A0-C4B0-E3AA-BA6224B05E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614820-03F6-4EE9-1542-C2779EB668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10622-EEC7-16B2-E4FC-28DEF0535B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64190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583E2-DFF7-AD29-8C8A-BF774817A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B61383-73E8-E686-9D0F-E23E6C9FA4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859E09-85F0-8BAE-E3B8-5091633F6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D30FC-B1B4-2C7F-31A6-A481985820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39610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49797-D9AA-19C7-EC13-14F81AD0B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A3AE69-2B83-0AC8-4907-9D3051137B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CE40AC-85AD-383B-CE29-7B13B08B3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2914B-CE4F-855F-1E5B-905899452F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03407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EA54C-D991-597F-798F-FE717BA4E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2AD815-27A6-B8AB-7638-95909D2A7E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AC249A-FA83-459B-D3D2-0D9DAF06E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37351-A627-C281-0A09-BD4CEF34C7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2649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08A6B-9700-8FD6-7BE9-CD3E9724D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25069E-EDE4-53B5-6488-D6C44F268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497F4A-18F0-03BE-E988-38ED3F5B3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E98B9-8F4F-0DAE-A4A7-B3F85B045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62544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92206-3BAB-B653-28D3-F2E37CC69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E806A-3A3A-5624-742E-DA0FE4FEDB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DB63D4-F5D0-F8F7-8372-CC3E7812B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B5118-3E43-16B4-6230-CDECC56FDA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25858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BB39C-4246-919D-84B1-448583420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167E40-0D61-A584-2F84-B0D84D60A4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B856B4-7FFD-AED9-4CB6-A9C82C456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10AA1-B893-AE1E-EC2D-11D5BABA4F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96972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92BE4-6D0B-30DC-D2DC-B0AB0B8C0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84AA05-F7B2-B8A8-2D9E-33096EB00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8F724-D5C0-AC01-5831-A4F3136363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FE58D-7EE3-1CE6-A56F-1700B5EE41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92435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7A4B9-1137-6C2F-EB37-C8F1339AA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968494-18C8-1EDB-7DFD-59ECCBE36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C3F3E1-719A-28FD-68CE-0E3CBF430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E17E6-FCFB-930E-1A8F-C5CA6AAE24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58712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EA778-65F3-6BDB-06D3-132E38EA9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A3C7CD-B497-1773-A465-24E73BC3EC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743315-2D5E-4D98-45D3-097C8E92AB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5FD45-F99A-0934-FD75-A9F7911F09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01520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C588D-8DBE-642A-0629-F15970015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0057C8-07E2-72EE-51CE-61B19E59F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E76B35-BC4E-A913-1C7D-019F83A56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AF9DE-CDCF-E165-E066-46A793D3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02340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73EBA-A857-0671-2AB4-7A8E28F9D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F50FB1-E135-8002-B9DC-40DF72AB65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7D96B4-51DB-B8F2-C804-CCFC7C5CE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1ED40-B78C-A5C8-EB5A-4E96282DB9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71857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DC5BD-E517-3F1B-714A-4A200A028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F6C5E-790F-7E13-27B5-7BF266E123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B5ADFB-A6CE-0B81-3E20-53EED9D34C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C4DA5-7ECF-B49B-22F2-D9E92A970A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95548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88B50-8A46-FED4-0C0B-04103144D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AD05F1-E087-4269-DAF6-5A91DEEC66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8D5828-5C4F-6956-8CB1-8687A46A9B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CF825-E80C-3189-05BB-6D0AE496F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53635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916D3-3E86-97E0-E26A-78524E985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D0F229-020C-67D4-EA5A-50560063C4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F70951-4AF8-02C6-8CCB-1D18B451F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F2192-B782-6A3B-3472-F261256A85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3073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56733-8F78-9704-343F-A1B1CE24E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1D42DE-23D0-E09C-CBD4-24A537B52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067691-D4BC-371A-D4C9-5807F67F7A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25C09-A38F-8EF5-645E-1D57E1EC2F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78666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123CF-DAF0-A110-37D6-C0DB49924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A23DB1-AE9A-C099-CEE1-EC762F8802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219A50-F0E3-6FC5-78FE-DE38930824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978D59-4D2D-17B4-9960-43FF236642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3593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6D303-0BC4-A426-5E77-55D64C89A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FFD2E7-1CCA-7504-DD2E-ABAF6F739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71560F-0228-498A-2534-B333ADBAD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B5762-87E0-C75C-7FAF-19E8987BD5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11979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BB191-FB41-1101-11F0-43E2368A4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00358B-999A-6F19-98D5-0EA2062E8D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46F34C-58AA-1AF6-B9CD-C5DDCF943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A8C9E-68B7-A837-06BF-E90C8201C2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65732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D78B4-972E-9EE4-342C-E4E1EDE07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CB5306-A0D1-D9FE-1201-F6FE3330C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AF190D-938D-5911-6501-4D448286A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B564B-F573-348B-6584-26E21E2B5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17762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E5974-E577-14AB-13B2-EDB6ACD25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637D7B-4043-BEE9-8128-F2025FB7AD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87B34B-69FB-CC52-1B1F-D2F6C64DE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95EAD-951D-A9C6-3BDD-04DAF4E67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7576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0EE50-FF8B-D2C3-A6A9-E4FCC16B9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58DD79-C7C6-D7A9-9283-41E32EAAA7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DEC29E-5CCD-C805-7022-9513EF067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305D6-A9B2-794F-4C06-A86F04284D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16099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EC43F-6FDF-9CAD-1590-75DB83A82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FA1577-E07E-524F-9785-8A8EF06B47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815C20-DFB6-542C-C2D6-112D6B13F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8BB6F-F4A7-A618-23E4-81380A815C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86314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5A17C-5F58-5478-1666-7B9FF2D44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A6DECE-163E-547A-0298-DB1273ADA3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1269EA-474D-7FC0-D4CB-4B76436777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D6D07-5211-874D-CDE2-5E8B4A4D9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50256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5E993-C2BF-EC69-3C31-823832E07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922F50-AB9E-1349-10A6-60D4D6D324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8F2001-C759-97F3-5800-FA0A773196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8CB2E-D58C-27D7-78A5-1425B35EF6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57961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FB3AE-4AFF-91F4-70FC-DFB045808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47287D-E639-6263-A47C-F8E93A58BA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F603AC-00BD-14FF-7B92-94341A92B7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E840A-7071-F017-2426-FFC9C9949C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04076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73225-F60F-8688-8F31-BCCBA2B9C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70D476-5D92-35EE-20B8-FB98958A73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AC7A25-DE3D-34ED-05A4-603FBFB89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5B500-3A9B-4AD3-54C6-10DFA0D8FD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50716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7D2E7-8140-3746-C76A-E7C7DE19E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F7FA62-9E0E-AAE5-313F-D7D16CCA71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867B44-52D2-9149-847E-C506143F53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68435-405B-AFFE-2F94-534125D4F1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9179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2BFE9-2D5F-1461-1A0F-A5F792DEB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F7554D-354E-E5C8-A6DC-9717888660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9F5260-4884-D550-DED1-400A63905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201E38-465B-AA04-FC7C-B42A008A67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63768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AA81F-5DA5-EDE6-8D97-8F0861B31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5FECC-0A00-EA20-77FC-72C362540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D508DA-27FD-0110-9539-3D6FD3E09B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12F767-1826-380C-8FD2-86CAD06333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93983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1DA82-7C77-E720-624A-1190D3AD7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C74408-C1D1-389C-F4E3-64EB8FBE6D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CFDB63-DCAE-284D-2F7F-71EF96A5E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None/>
            </a:pPr>
            <a:endParaRPr lang="vi-VN" b="0" i="0">
              <a:solidFill>
                <a:srgbClr val="373737"/>
              </a:solidFill>
              <a:effectLst/>
              <a:latin typeface="Oswald" panose="020F05020202040302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53A0D-334F-CF3A-0E01-6FA57807A2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17224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8D2AC-2B43-7450-2BCE-E410FD9BB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11BDBB-0560-434C-94E3-B05A9D6E8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E6F3F4-FFE2-DBA7-1F93-65E278A77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None/>
            </a:pPr>
            <a:endParaRPr lang="vi-VN" b="0" i="0">
              <a:solidFill>
                <a:srgbClr val="373737"/>
              </a:solidFill>
              <a:effectLst/>
              <a:latin typeface="Oswald" panose="020F05020202040302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1E129-E2CB-F118-E870-7057864103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69956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29240-6C50-7C67-5F2F-212DDC0AF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542849-E26C-0C4E-99DD-761FF6412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0DD3E9-04F3-3A4A-FF32-A8C98EF3E1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None/>
            </a:pPr>
            <a:endParaRPr lang="vi-VN" b="0" i="0">
              <a:solidFill>
                <a:srgbClr val="373737"/>
              </a:solidFill>
              <a:effectLst/>
              <a:latin typeface="Oswald" panose="020F05020202040302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6750-B071-B0B1-E8DA-BCDD8F1A27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577732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17008-92AA-39A4-8D8B-5DCB974B6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C4DA83-F6D3-211C-D83D-9846FD1DB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DF766A-01A0-B48D-CAC8-26351E6C6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None/>
            </a:pPr>
            <a:endParaRPr lang="vi-VN" b="0" i="0">
              <a:solidFill>
                <a:srgbClr val="373737"/>
              </a:solidFill>
              <a:effectLst/>
              <a:latin typeface="Oswald" panose="020F05020202040302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0289E-6EF2-6654-CB63-E281295917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99114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53FD2-4E13-3DA6-6B18-D4020316F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DFEAD3-7939-C460-05CF-4734A4C61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3DAA36-10BE-38CB-4077-4E1FD8600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None/>
            </a:pPr>
            <a:endParaRPr lang="vi-VN" b="0" i="0">
              <a:solidFill>
                <a:srgbClr val="373737"/>
              </a:solidFill>
              <a:effectLst/>
              <a:latin typeface="Oswald" panose="020F05020202040302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17BF1-2944-3F26-020F-20365664C5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182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2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204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127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8"/>
            <a:ext cx="7772400" cy="102155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9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87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1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1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871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032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217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6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6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45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721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253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1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1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630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BBB32-54BA-4194-BF0A-ED9313CE459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579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2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2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2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C98B7-223E-E02A-E46F-798F9656B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ó thể là hình ảnh về văn bản cho biết 'chúa Nhất Kinh Trọng Thế CÁC THÁNH TỬ ĐẠO Việt Nam &quot;Phúc thay Phucitayaibachaivisongcongct aibị ai bi bách hại VÌ sống công chính, VÌ NƯỠC TRỜI LÃ CỦA HỌ.&quot; &quot; [M5,10] 5, , 10 (Mt5'">
            <a:extLst>
              <a:ext uri="{FF2B5EF4-FFF2-40B4-BE49-F238E27FC236}">
                <a16:creationId xmlns:a16="http://schemas.microsoft.com/office/drawing/2014/main" id="{71640324-6BB3-4016-56BA-0EF94ABB4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3294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F0876-BC6E-5B0A-0E57-FD5621B86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A4F523B7-FB31-951F-2F8C-B97E8BA6BC2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0"/>
              </a:spcBef>
            </a:pP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1259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D884BA29-1F76-D50D-3220-7C483494577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  <a:defRPr/>
            </a:pPr>
            <a:r>
              <a:rPr lang="en-US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CHÚA THÁNH </a:t>
            </a:r>
            <a:r>
              <a:rPr lang="en-US" alt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endParaRPr lang="en-US" alt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600"/>
              </a:spcBef>
              <a:defRPr/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 con lạy ơn Đức Chúa Thánh Thần, thiêng liêng sáng láng vô cùng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en-US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110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3A534A11-9DFE-A5EC-8139-2FB818022E4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húng con xin Đức Chúa Thánh Thần xuống đầy lòng chúng con, là kẻ tin cậy Đức Chúa Trời,</a:t>
            </a:r>
            <a:endParaRPr lang="en-US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629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DB96D1C1-1479-6C6E-261C-24F0694D7BD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tIns="182880" bIns="91440">
            <a:noAutofit/>
          </a:bodyPr>
          <a:lstStyle/>
          <a:p>
            <a:pPr algn="just" eaLnBrk="1" hangingPunct="1">
              <a:defRPr/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lửa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mến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lòng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con;</a:t>
            </a:r>
            <a:endParaRPr lang="en-US" altLang="en-US" sz="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11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8BFF5601-CFA7-8A02-FCD7-A768A611043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altLang="en-US" sz="8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8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</a:t>
            </a:r>
            <a:r>
              <a:rPr lang="en-US" altLang="en-US" sz="8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Thánh </a:t>
            </a:r>
            <a:r>
              <a:rPr lang="en-US" altLang="en-US" sz="8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r>
              <a:rPr lang="en-US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altLang="en-US" sz="8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398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C3F13C7A-5304-48FF-CAD8-39A6B663E1B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tIns="182880">
            <a:noAutofit/>
          </a:bodyPr>
          <a:lstStyle/>
          <a:p>
            <a:pPr algn="just" eaLnBrk="1" hangingPunct="1">
              <a:defRPr/>
            </a:pP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ửa lại mọi sự trong ngoài chúng con.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 con cầu cùng Đức Chúa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869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230D3-82A7-C499-75BA-E411C1784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82047D14-E417-5DE6-C9C7-9B82C82EDE0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wrap="square" tIns="182880">
            <a:noAutofit/>
          </a:bodyPr>
          <a:lstStyle/>
          <a:p>
            <a:pPr algn="just">
              <a:defRPr/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xưa đã cho Đức Chúa Thánh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soi lòng dạy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dỗ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Thánh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Tông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vi-VN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7576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030630BD-3423-7E1C-CA80-A2B4DAF1EA0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tIns="0" rIns="91440" bIns="91440">
            <a:noAutofit/>
          </a:bodyPr>
          <a:lstStyle/>
          <a:p>
            <a:pPr algn="just">
              <a:defRPr/>
            </a:pP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rày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Đức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Chúa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Thánh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38813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3AB11-9989-F0E7-CA43-26B143F22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4C5D4E35-9549-4095-21EF-FC5243A3778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tIns="0" rIns="91440" bIns="91440">
            <a:noAutofit/>
          </a:bodyPr>
          <a:lstStyle/>
          <a:p>
            <a:pPr algn="just" eaLnBrk="1" hangingPunct="1">
              <a:defRPr/>
            </a:pP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ủi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dạy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dỗ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lành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842472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2AA11-6728-6C51-FE24-A2D105299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FF75AC47-1F6D-EA79-ADBF-809C6278BEE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tIns="91440" rIns="91440" bIns="91440">
            <a:noAutofit/>
          </a:bodyPr>
          <a:lstStyle/>
          <a:p>
            <a:pPr algn="just" eaLnBrk="1" hangingPunct="1">
              <a:defRPr/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Giêsu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Kitô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con. Amen.</a:t>
            </a:r>
          </a:p>
        </p:txBody>
      </p:sp>
    </p:spTree>
    <p:extLst>
      <p:ext uri="{BB962C8B-B14F-4D97-AF65-F5344CB8AC3E}">
        <p14:creationId xmlns:p14="http://schemas.microsoft.com/office/powerpoint/2010/main" val="1050374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/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25000" lnSpcReduction="20000"/>
          </a:bodyPr>
          <a:lstStyle/>
          <a:p>
            <a:pPr eaLnBrk="1" hangingPunct="1">
              <a:defRPr/>
            </a:pPr>
            <a:r>
              <a:rPr lang="en-US" altLang="en-US" sz="17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</a:t>
            </a:r>
            <a:r>
              <a:rPr lang="en-US" altLang="en-US" sz="17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altLang="en-US" sz="17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</a:p>
          <a:p>
            <a:pPr eaLnBrk="1" hangingPunct="1">
              <a:defRPr/>
            </a:pPr>
            <a:r>
              <a:rPr lang="vi-VN" altLang="en-US" sz="192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Xướng:</a:t>
            </a:r>
            <a:r>
              <a:rPr lang="vi-VN" altLang="en-US" sz="26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8800" b="1" spc="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Đức Chúa Trời sai Thánh Thiên Thần truyền tin cho Rất Thánh Đức Bà Maria.</a:t>
            </a:r>
          </a:p>
          <a:p>
            <a:pPr eaLnBrk="1" hangingPunct="1">
              <a:lnSpc>
                <a:spcPct val="120000"/>
              </a:lnSpc>
              <a:defRPr/>
            </a:pPr>
            <a:endParaRPr lang="en-US" altLang="en-US" sz="12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92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7F711-B422-99B1-82DE-92FB2F0E6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C11C8183-3786-BCD8-8D04-15856141B20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4800" b="1" i="1" u="sng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vi-VN" altLang="en-US" sz="48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Đức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chịu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Thánh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6000" b="1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altLang="en-US" sz="60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000" b="1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mừng</a:t>
            </a:r>
            <a:r>
              <a:rPr lang="en-US" altLang="en-US" sz="60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 </a:t>
            </a:r>
            <a:br>
              <a:rPr lang="en-US" altLang="en-US" sz="60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6000" b="1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801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D89C6-C4B7-99A4-F05F-0E8FBA30D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3F774B28-4191-86A5-C90E-8F7FE0D5224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endParaRPr lang="en-US" altLang="en-US" sz="7200" b="1" i="1"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4800" b="1" i="1" u="sng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Xướng</a:t>
            </a:r>
            <a:r>
              <a:rPr lang="vi-VN" altLang="en-US" sz="48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tôi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tôi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327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B3BD8-B0A6-6E7B-C492-78DC5120F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38EF8726-2D79-8F4C-351C-EB47592CFDF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4800" b="1" i="1" u="sng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vi-VN" altLang="en-US" sz="48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Tôi xin vâng như lời Thánh Thiên Thần truyền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4800" b="1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altLang="en-US" sz="48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800" b="1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mừng</a:t>
            </a:r>
            <a:r>
              <a:rPr lang="en-US" altLang="en-US" sz="48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 </a:t>
            </a:r>
            <a:br>
              <a:rPr lang="en-US" altLang="en-US" sz="48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4800" b="1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053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81945-F194-003B-5B92-F6B3344B4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0F075B52-92BC-9532-C479-D05F759B23C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endParaRPr lang="en-US" altLang="en-US" sz="4400" b="1" i="1"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4800" b="1" i="1" u="sng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Xướng</a:t>
            </a:r>
            <a:r>
              <a:rPr lang="vi-VN" altLang="en-US" sz="48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Chốc ấy Ngôi Thứ Hai xuống thế làm người.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798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F2224-2EC7-DE42-97B0-41C9F653B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EC306389-9C50-9E9F-1985-297D3CE8595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br>
              <a:rPr lang="en-US" altLang="en-US" sz="48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800" b="1" i="1" u="sng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vi-VN" altLang="en-US" sz="48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con.</a:t>
            </a:r>
            <a:endParaRPr lang="en-US" altLang="en-US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5400" b="1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altLang="en-US" sz="54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5400" b="1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mừng</a:t>
            </a:r>
            <a:r>
              <a:rPr lang="en-US" altLang="en-US" sz="54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 </a:t>
            </a:r>
            <a:br>
              <a:rPr lang="en-US" altLang="en-US" sz="54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5400" b="1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393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A0C35-4901-D4A5-5535-35E47CFFD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8DA73AB5-614B-A8FE-9CFA-CB139A57CB8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endParaRPr lang="en-US" altLang="en-US" sz="4000" b="1" i="1"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4800" b="1" i="1" u="sng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Xướng</a:t>
            </a:r>
            <a:r>
              <a:rPr lang="vi-VN" altLang="en-US" sz="48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Đức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Mẹ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901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8E3FD-5D33-86D7-5149-3CE3FDDD6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B51653BB-7C32-B1B5-B6FB-2FF129A9ED4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endParaRPr lang="en-US" altLang="en-US" sz="4400" b="1" i="1"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4800" b="1" i="1" u="sng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vi-VN" altLang="en-US" sz="48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7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Đáng chịu lấy những sự Chúa </a:t>
            </a:r>
            <a:r>
              <a:rPr lang="vi-VN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Kitô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đã hứa.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977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ubtitle 2"/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85000" lnSpcReduction="10000"/>
          </a:bodyPr>
          <a:lstStyle/>
          <a:p>
            <a:pPr eaLnBrk="1" hangingPunct="1"/>
            <a:r>
              <a:rPr lang="vi-VN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LỜI NGUYỆN</a:t>
            </a:r>
            <a:endParaRPr lang="en-US" altLang="en-US" sz="4950" b="1" dirty="0">
              <a:solidFill>
                <a:srgbClr val="FF0000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 eaLnBrk="1" hangingPunct="1"/>
            <a:r>
              <a:rPr lang="vi-VN" altLang="en-US" sz="8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 Chúa, chúng con xin Chúa ban ơn </a:t>
            </a:r>
            <a:r>
              <a:rPr lang="en-US" altLang="en-US" sz="8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Chúa</a:t>
            </a:r>
            <a:r>
              <a:rPr lang="en-US" altLang="en-US" sz="8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xuống trong linh hồn chúng con</a:t>
            </a:r>
            <a:r>
              <a:rPr lang="en-US" altLang="en-US" sz="8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641477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/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600"/>
              </a:spcBef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 kẻ đã nhờ lời Thánh Thiên Thần truyền, mà biết thật Chúa Kitô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8578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25FF1-AEDE-4D4E-1FB9-2A5930DCE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A5EF2E5F-0C1C-E7B3-90DB-68BB610F6C5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>
              <a:spcBef>
                <a:spcPts val="600"/>
              </a:spcBef>
            </a:pP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 Chúa đã xuống thế làm 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gười,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Chúa</a:t>
            </a:r>
          </a:p>
        </p:txBody>
      </p:sp>
    </p:spTree>
    <p:extLst>
      <p:ext uri="{BB962C8B-B14F-4D97-AF65-F5344CB8AC3E}">
        <p14:creationId xmlns:p14="http://schemas.microsoft.com/office/powerpoint/2010/main" val="3924140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373B1-80D5-C618-8C2E-D9E5ED041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082AC1DB-1601-1A29-A69E-4B030B8CA4D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600"/>
              </a:spcBef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chịu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nạn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chịu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8223793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8FC57-33E8-A285-986A-683448878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9CD209B4-C587-CC4B-44C2-38608CFC7E4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endParaRPr lang="en-US" alt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0"/>
              </a:spcBef>
            </a:pP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nơi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vinh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Kitô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Chúa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con. </a:t>
            </a:r>
            <a:r>
              <a:rPr lang="en-US" altLang="en-US" sz="7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40566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E17C6E24-CB11-9ED3-E73D-25EE4CA0082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TIN</a:t>
            </a:r>
            <a:endParaRPr lang="en-US" altLang="en-US" sz="49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 Chúa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 tin thật có một Đức Chúa Trời là Đấng thưởng phạt vô cùng.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506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B98A1-FA6A-BBF9-E05C-926B29A3E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B23F1D18-B7C7-5D52-9DE7-348C04BB5C0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 lại tin thật Đức Chúa Trời có Ba Ngôi, mà Ngôi Thứ Hai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làm 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gười, </a:t>
            </a:r>
            <a:endParaRPr lang="en-US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8715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12E50-B07A-359C-1A20-77104FD05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E23A55D2-39BC-5ACF-FF01-3A1F0C6DE87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0"/>
              </a:spcBef>
            </a:pP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0"/>
              </a:spcBef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chịu nạn chịu chết mà chuộc tội cho thiên hạ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89222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D1B86-64EA-43B7-7F48-8ECD7A0A9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7A7F8A57-795D-5BE7-E136-BD0DC076631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Bấy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nhiêu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ấy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các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Thánh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dạy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1606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87B64-D1AB-C34E-6AEC-F27CC7AA9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1D590097-05BA-8268-85A9-60C2D6A2446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tin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vững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b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Đấng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4542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623F0-EC79-1D76-2FDE-0A5DA0250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22699D2C-8763-156D-F51D-1784997923B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chân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thật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phán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Thánh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78732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6560C-E828-9C4A-3F34-0D3EA4B52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8476D6E7-324D-C6DE-B47D-867879947BB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</a:t>
            </a:r>
            <a:r>
              <a:rPr lang="en-US" alt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CẬY</a:t>
            </a:r>
            <a:endParaRPr lang="en-US" altLang="en-US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 Chúa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 trông cậy vững vàng, vì công nghiệp Đức Chúa Giêsu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4187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1903E-6CE7-0AA3-3848-D14E83C42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D8A71609-0C98-EEF0-2D2E-B1E58749794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endParaRPr lang="en-US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0"/>
              </a:spcBef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 Chúa sẽ ban ơn cho con giữ đạo nên ở đời này,</a:t>
            </a:r>
            <a:endParaRPr lang="en-US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9931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DF2ED-54C4-CF4D-0534-82D00C545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4F796875-2FDD-ED52-CF5B-B6F4CA724F5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 ngày sau được lên thiên đàng xem thấy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Đức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Chúa Trời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hưởng ph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đời đời,</a:t>
            </a:r>
            <a:endParaRPr lang="en-US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3438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30CBE-5F08-7077-A90F-4451109F9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47B993B1-4E7E-3623-5845-358F89A3898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Đấng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lòng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lành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đã phán hứa sự ấy chẳng có lẽ nào sai đ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ặng</a:t>
            </a: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lang="vi-VN" altLang="en-US" sz="6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6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5968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E69F0-9469-DFC2-7410-A6056AA82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7F10E4E4-09C3-1CB5-C4A2-CFBEECAD9E9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tIns="137160">
            <a:normAutofit fontScale="85000" lnSpcReduction="20000"/>
          </a:bodyPr>
          <a:lstStyle/>
          <a:p>
            <a:pPr eaLnBrk="1" hangingPunct="1">
              <a:defRPr/>
            </a:pP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</a:t>
            </a:r>
            <a:r>
              <a:rPr lang="en-US" alt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MẾN</a:t>
            </a:r>
            <a:endParaRPr lang="en-US" altLang="en-US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9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 Chúa</a:t>
            </a:r>
            <a:r>
              <a:rPr lang="en-US" altLang="en-US" sz="9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</a:t>
            </a:r>
            <a:r>
              <a:rPr lang="vi-VN" altLang="en-US" sz="9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 kính mến Chúa hết lòng hết sức trên hết mọi sự,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6930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147F9-8424-3662-5982-D709F383B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EA32DEC4-77F7-E4F0-E43C-66DB2603023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Chúa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Đấng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trọn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tốt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trọn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lành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2689346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ADB6D-91FC-BE14-3650-E79A41A4E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8B5415F9-5B1C-F1AB-A470-19E098C759C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 vì Chúa, thì con thương yêu người ta như mình con vậy.  </a:t>
            </a:r>
            <a:r>
              <a:rPr lang="vi-VN" altLang="en-US" sz="8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730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1C3E9-FE17-D943-5663-F83804AA7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3893F0D4-65DD-5D42-B970-F583E8012BD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</a:t>
            </a:r>
            <a:r>
              <a:rPr lang="en-US" alt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SẤP</a:t>
            </a: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MÌNH</a:t>
            </a:r>
            <a:endParaRPr lang="en-US" altLang="en-US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 Chúa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 sấp mình xuống trước mặt Chúa con.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 tin thật Chúa ở khắp mọi nơi,</a:t>
            </a:r>
            <a:endParaRPr lang="en-US" altLang="en-US" sz="8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2367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91F01-CDA9-4018-43BE-A63498F5D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9D6177F0-5E6C-608E-3A88-D9044B9315F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 biết mọi sự, hằng xem thấy con,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hằng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nghe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nguyện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32144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39832-7C50-1792-D939-AEB2ACFE4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5E4C3294-384A-CFC9-ED45-0243B0AA62A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 Chúa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hãy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đoái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nghèo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ngặt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nhậm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nguyện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05310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BA761-C38F-7199-D2A8-B767DA4B5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EF956515-5E3A-1C60-EEC1-B8BC2F8729E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vi-VN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 Chúa, xin hãy mở miệng lưỡi con ra,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rao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ngợi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khen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Chúa.</a:t>
            </a:r>
          </a:p>
        </p:txBody>
      </p:sp>
    </p:spTree>
    <p:extLst>
      <p:ext uri="{BB962C8B-B14F-4D97-AF65-F5344CB8AC3E}">
        <p14:creationId xmlns:p14="http://schemas.microsoft.com/office/powerpoint/2010/main" val="9844086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26227-0746-47AF-2C2B-2B9161500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8F79EC8E-36FB-6B6E-AB7D-AC5EA1842A4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0"/>
              </a:spcBef>
            </a:pP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con!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chữa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con,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khỏi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kẻ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thù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50621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E3018-6E97-E43F-2AB6-E62B21708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2B2286D7-605B-DB63-0781-00C69EDA5C3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0"/>
              </a:spcBef>
            </a:pP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89079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6D8CB-6882-53AF-B048-F0327C9A2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44F3A9AE-039F-15BA-D2A3-30FDFA699F4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</a:t>
            </a:r>
            <a:r>
              <a:rPr lang="en-US" alt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</a:t>
            </a: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NỮ</a:t>
            </a: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VƯƠNG</a:t>
            </a:r>
          </a:p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 Nữ Vương, Mẹ nhân lành làm cho chúng con đặng sống, đặng vui, đặng cậy.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1278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CD4A5-25ED-126E-03CB-C411A5297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FF7D9A66-A37E-54A8-65CA-B9AC17CC62F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Thân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Mẹ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con, con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cháu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chốn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đày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kêu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9809789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23EDD-E656-AAF5-665E-88800A7D6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6246C1CF-B2C1-5F3F-9394-7F923C0F61E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 con ở nơi khóc lóc than thở kêu khẩn 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à thương. Hỡi Ôi! Bà là 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hủ bầu chúng con,</a:t>
            </a:r>
            <a:endParaRPr lang="en-US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7152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119C8-EEC2-B0AA-8A57-B3C67C915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236B643C-42FE-0444-4FEE-828177A8F32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 ghé mắt thương xem chúng con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Đ</a:t>
            </a: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ến sau khỏi đày, xin cho chúng con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thấy</a:t>
            </a:r>
            <a:endParaRPr lang="en-US" altLang="en-US" sz="7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1452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1903A-2D63-5460-3173-5D785BFE0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4855D5D5-42B6-03AA-D0C5-C060017BD8D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Đức Chúa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Giêsu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lòng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gồm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phúc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Ôi khoan thay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nhân thay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ị</a:t>
            </a: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thay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39301869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8DD1C-C346-D9F2-D332-B8D617C5C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15972B90-D4B5-7307-77D9-8F1546BE592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defRPr/>
            </a:pP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Thánh </a:t>
            </a:r>
            <a:r>
              <a:rPr lang="vi-VN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</a:t>
            </a: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trọn đời đồng trinh. </a:t>
            </a:r>
            <a:r>
              <a:rPr lang="vi-VN" altLang="en-US" sz="75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304811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09E8D-BFDF-DB8F-DD16-5F8964A36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256126B9-69D1-A440-AA9D-73146B07307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NGHĨA ĐỨC TIN</a:t>
            </a:r>
          </a:p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 Chúa Nhật hôm nay, chúng con hợp nhau kính lạy thờ phượng Chúa, 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5209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31822-65E1-349D-B902-78DAA7ABC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306480E5-0698-C66D-1ED9-AA4B2A88B6E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vi-VN" altLang="en-US" sz="8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khen c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tạ ơn Chúa về mọi ơn lành Chúa đã ban cho chúng con,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5079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B2DE2-FD79-5116-6519-ED9224482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B141D9D1-57C4-8622-8A12-15440C6F120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lòng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Chúa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659654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417DE-5324-1F4A-76DC-2953C4A51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758ECD1A-DC89-8A0B-D94A-4526E8992F4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>
              <a:defRPr/>
            </a:pPr>
            <a:r>
              <a:rPr lang="vi-VN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 chúng con dám xin Chúa hãy khứng ban những ơn cần kíp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vi-VN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 rỗi linh hồn. </a:t>
            </a:r>
            <a:endParaRPr lang="en-US" altLang="en-US" sz="7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3678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1090B-33C0-90DE-6F42-37A70AE64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15C01A9F-E3DC-CD0C-C3E1-C8A13A5CEB4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>
              <a:defRPr/>
            </a:pPr>
            <a:r>
              <a:rPr lang="vi-VN" altLang="en-US" sz="7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Nên chúng con cả lòng tin vững vàng mọi điều đạo thánh Chúa dạy, </a:t>
            </a:r>
            <a:endParaRPr lang="en-US" altLang="en-US" sz="73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03203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DAD9F-6C99-D4F6-FF28-B62737B4F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8F726F33-0364-F5A4-C8A3-4F5B58DC56A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kíp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9233761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F42E8-0FD7-1C91-AE58-2E2CE47D5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E1B29ADE-B01B-C893-7794-6987D636A81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defRPr/>
            </a:pP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dựng nên trời đất, mà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 Ba Ngôi.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097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AA4A6-F25C-7165-8E87-82F91FF6B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F6B68CC3-412D-C5F9-6BF0-12DAAFAB7C4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Cha,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Hai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Con,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29310279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B9A33-5AC1-F12D-C288-75F7A741B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C4B159FC-D56B-AFDD-468E-8327FB5A59E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37542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8FB3A-8669-5CC5-0E73-E7F7BF0FC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64D8C2BA-B418-ED2B-49CA-A3324EE34F8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 con tin Ngôi Thứ Hai ra đời làm người, sinh bởi Bà </a:t>
            </a:r>
            <a:r>
              <a:rPr lang="vi-VN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Đồng Trinh,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7446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BCC48-FA6D-6775-8A74-004CA2266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0BDA323C-35E3-FDBD-2A4E-51EF8EC81D8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đặt tên là </a:t>
            </a:r>
            <a:r>
              <a:rPr lang="vi-VN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Giêsu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ở thế gian ba mươi ba năm,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chịu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vi-VN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3589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D505A-1E2C-B8B9-BE08-658347D85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61F1A4DB-79ED-8B9A-714E-8288BF017CD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 chuộc tội cho thiên hạ, đến ngày thứ ba Người </a:t>
            </a:r>
            <a:br>
              <a:rPr lang="en-US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sống lại;</a:t>
            </a:r>
          </a:p>
        </p:txBody>
      </p:sp>
    </p:spTree>
    <p:extLst>
      <p:ext uri="{BB962C8B-B14F-4D97-AF65-F5344CB8AC3E}">
        <p14:creationId xmlns:p14="http://schemas.microsoft.com/office/powerpoint/2010/main" val="417881689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7F4C4-7DD7-D165-8CA0-AEA2564F2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CA418B87-6FFE-4F3F-0A00-510748A83D7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khỏi bốn mươi ngày lên trời;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đủ mười ngày lại cho Đức Chúa Thánh Thần</a:t>
            </a:r>
          </a:p>
        </p:txBody>
      </p:sp>
    </p:spTree>
    <p:extLst>
      <p:ext uri="{BB962C8B-B14F-4D97-AF65-F5344CB8AC3E}">
        <p14:creationId xmlns:p14="http://schemas.microsoft.com/office/powerpoint/2010/main" val="179713158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00825-628B-6F52-BFBA-ED69AB7F5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23E3E4F5-F2FC-70A2-4DCB-357274CFE02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defRPr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xuống trên các thánh Tông đồ và Hội Thánh mới lập;</a:t>
            </a:r>
          </a:p>
        </p:txBody>
      </p:sp>
    </p:spTree>
    <p:extLst>
      <p:ext uri="{BB962C8B-B14F-4D97-AF65-F5344CB8AC3E}">
        <p14:creationId xmlns:p14="http://schemas.microsoft.com/office/powerpoint/2010/main" val="2191491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5373D-6135-8E6B-1ACA-B2F61ACCC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AB45D9CD-917A-320C-6C9D-94B009DFE74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chẳng thông công cùng Hội Thánh ấy thì chẳng đặng rỗi linh hồn;</a:t>
            </a:r>
          </a:p>
        </p:txBody>
      </p:sp>
    </p:spTree>
    <p:extLst>
      <p:ext uri="{BB962C8B-B14F-4D97-AF65-F5344CB8AC3E}">
        <p14:creationId xmlns:p14="http://schemas.microsoft.com/office/powerpoint/2010/main" val="287077859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9306E-C909-9FFE-004F-3612C17A2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B04F7272-7E7A-4D00-E89F-1A611CCD499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defRPr/>
            </a:pPr>
            <a:endParaRPr lang="en-US" alt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 linh hồn là giống thiêng liêng chẳng hề chết đặng;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vi-VN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99452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A71A3-68BE-8E41-EA25-5779E756B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3782FF22-374E-1F13-3700-806F91B3C50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loài người ta sẽ sống lại mà chịu phán xét;</a:t>
            </a:r>
          </a:p>
        </p:txBody>
      </p:sp>
    </p:spTree>
    <p:extLst>
      <p:ext uri="{BB962C8B-B14F-4D97-AF65-F5344CB8AC3E}">
        <p14:creationId xmlns:p14="http://schemas.microsoft.com/office/powerpoint/2010/main" val="261045295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74C32-BC88-A3F0-61B2-4B3F6E383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A04F28CD-D38D-D8A7-A32D-68EB065C63E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kẻ lành lên thiên đàng hưởng ph</a:t>
            </a:r>
            <a:r>
              <a:rPr lang="en-US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vi-VN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đời đời; kẻ dữ sa hỏa ngục chịu phạt vô cùng.</a:t>
            </a:r>
          </a:p>
        </p:txBody>
      </p:sp>
    </p:spTree>
    <p:extLst>
      <p:ext uri="{BB962C8B-B14F-4D97-AF65-F5344CB8AC3E}">
        <p14:creationId xmlns:p14="http://schemas.microsoft.com/office/powerpoint/2010/main" val="15105469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4142A-D675-AC13-0AE4-500029792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9076FCC7-650B-65D4-2AE8-2FF67649336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 chúng con tin các sự ấy mà thôi thì chưa đủ cho đặng lên </a:t>
            </a:r>
            <a:b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thiên đàng;</a:t>
            </a:r>
          </a:p>
        </p:txBody>
      </p:sp>
    </p:spTree>
    <p:extLst>
      <p:ext uri="{BB962C8B-B14F-4D97-AF65-F5344CB8AC3E}">
        <p14:creationId xmlns:p14="http://schemas.microsoft.com/office/powerpoint/2010/main" val="206532809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83753-E45D-EDB8-92AA-7A98AB1F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4383DA44-7C29-F4D8-2001-51B997A8276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song phải giữ 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ười điều răn Đức Chúa Trời cùng 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ăm luật điều Hội Thánh,</a:t>
            </a:r>
          </a:p>
        </p:txBody>
      </p:sp>
    </p:spTree>
    <p:extLst>
      <p:ext uri="{BB962C8B-B14F-4D97-AF65-F5344CB8AC3E}">
        <p14:creationId xmlns:p14="http://schemas.microsoft.com/office/powerpoint/2010/main" val="260524185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02923-AC3F-85AD-31DD-4F29D1AAC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345A4EAC-D0D7-F4D1-D9F1-844A947C5F1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 làm những việc lành p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hước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đức.</a:t>
            </a:r>
            <a:endParaRPr lang="en-US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ấy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hằng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sợ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hãi</a:t>
            </a:r>
            <a:endParaRPr lang="vi-VN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66507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7FAE5-A02E-2BB8-60E9-96D362F4B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A6102EEC-F65B-8198-2AD9-D1150683678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 trốn tránh các tội lỗi, nhất là bảy mối tội đầu, là căn nguyên mọi tội lỗi khác.</a:t>
            </a:r>
          </a:p>
        </p:txBody>
      </p:sp>
    </p:spTree>
    <p:extLst>
      <p:ext uri="{BB962C8B-B14F-4D97-AF65-F5344CB8AC3E}">
        <p14:creationId xmlns:p14="http://schemas.microsoft.com/office/powerpoint/2010/main" val="264528651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BE726-5143-B652-6A60-2D60F8708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AFB126A8-ED0F-3443-5038-5E183D1787A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Vậy chúng con phải ân cần lo lắng mà năng chịu các phép bí tích Đức</a:t>
            </a:r>
            <a:r>
              <a:rPr lang="vi-VN" altLang="en-US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Chúa</a:t>
            </a:r>
            <a:r>
              <a:rPr lang="vi-VN" altLang="en-US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Giêsu đã truyền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vi-VN" altLang="en-US" sz="6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75777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58DF3-42CA-CE03-2001-E38CCE43D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B1B498CC-D6A0-FD46-C8FD-DB2124503A8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 những phương linh nghiệm cho chúng con đặng nên thánh.</a:t>
            </a:r>
          </a:p>
        </p:txBody>
      </p:sp>
    </p:spTree>
    <p:extLst>
      <p:ext uri="{BB962C8B-B14F-4D97-AF65-F5344CB8AC3E}">
        <p14:creationId xmlns:p14="http://schemas.microsoft.com/office/powerpoint/2010/main" val="367906730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ED180-AF66-A832-A7D9-68FE939A3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83C3B709-7413-FADA-D182-7D3D4E2FA35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 bảy phép bí tích mà thôi, song phép Rửa tội, phép Mình Thánh Chúa,</a:t>
            </a:r>
          </a:p>
        </p:txBody>
      </p:sp>
    </p:spTree>
    <p:extLst>
      <p:ext uri="{BB962C8B-B14F-4D97-AF65-F5344CB8AC3E}">
        <p14:creationId xmlns:p14="http://schemas.microsoft.com/office/powerpoint/2010/main" val="343789576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EB788-0B1D-22ED-F01B-1E99B63F8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2ECB7632-4EC8-3ABB-6B5A-7BAD5CDE8E5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 phép Giải tội, là ba phép cần kíp hơn cho chúng con đặng rỗi. </a:t>
            </a:r>
          </a:p>
        </p:txBody>
      </p:sp>
    </p:spTree>
    <p:extLst>
      <p:ext uri="{BB962C8B-B14F-4D97-AF65-F5344CB8AC3E}">
        <p14:creationId xmlns:p14="http://schemas.microsoft.com/office/powerpoint/2010/main" val="91902781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E0D58-295E-2905-86C6-B79CDB6DF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BEC80A15-78DE-6A11-1B57-BC29ADB87B6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defRPr/>
            </a:pPr>
            <a:endParaRPr lang="en-US" altLang="en-US" sz="10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Ấy vậy chúng con hằng phải ra sức lo lắng thể nào mà chịu các phép trọng ấy cho nên, </a:t>
            </a:r>
          </a:p>
        </p:txBody>
      </p:sp>
    </p:spTree>
    <p:extLst>
      <p:ext uri="{BB962C8B-B14F-4D97-AF65-F5344CB8AC3E}">
        <p14:creationId xmlns:p14="http://schemas.microsoft.com/office/powerpoint/2010/main" val="153630490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9CDB1-EEC7-795F-41D8-E3686F10D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EEF358A9-9BD6-B364-418E-E00F792B983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 tin thật vững vàn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mà giữ cẩn thận các điều trước này,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vi-VN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44837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B2633-5D34-2568-10B3-69F543172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1A28ACAD-F88F-7701-345E-2C6AF61FD97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đặng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vi-VN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phú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thanh nhàn đời đời kiếp kiếp. </a:t>
            </a:r>
            <a:r>
              <a:rPr lang="vi-VN" altLang="en-US" sz="7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vi-VN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59406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A4D685C3-35A5-ED4F-2DCC-7FD5DCCE725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40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Đạo Đức Chúa Trời có mười điều răn:</a:t>
            </a:r>
          </a:p>
          <a:p>
            <a:pPr algn="just" eaLnBrk="1" hangingPunct="1">
              <a:defRPr/>
            </a:pPr>
            <a:r>
              <a:rPr lang="vi-VN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nhất: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 phượng một Đức Chúa Trời và kính mến người trên hết mọi sự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97623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93146006-FC1B-E6F9-1314-494063FCD61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endParaRPr lang="en-US" altLang="en-US" sz="105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</a:t>
            </a:r>
            <a:r>
              <a:rPr lang="vi-VN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hai: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Chớ kêu tên Đức Chúa Trời vô cớ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defRPr/>
            </a:pPr>
            <a:endParaRPr lang="vi-VN" alt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ba:</a:t>
            </a:r>
            <a:r>
              <a:rPr lang="vi-VN" altLang="en-US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 ngày Chúa Nhật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en-US" sz="1275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51098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ACD56851-6628-4177-9AD5-45899684871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vi-VN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bốn: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Thảo kính cha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mẹ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endParaRPr lang="vi-VN" altLang="en-US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năm: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Chớ giết người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endParaRPr lang="vi-VN" altLang="en-US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en-US" sz="127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60901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FAEBB9A1-4055-E178-C71E-8310588A2AB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endParaRPr lang="en-US" alt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sáu:</a:t>
            </a:r>
            <a:r>
              <a:rPr lang="vi-VN" altLang="en-US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Chớ làm s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ự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dâm dục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endParaRPr lang="vi-V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bảy:</a:t>
            </a:r>
            <a:r>
              <a:rPr lang="vi-VN" altLang="en-US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Chớ lấy củ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en-US" sz="127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63067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9BFAB20C-8B8D-DA6D-B8B2-28F039EE254E}"/>
              </a:ext>
            </a:extLst>
          </p:cNvPr>
          <p:cNvSpPr>
            <a:spLocks noGrp="1" noChangeAspect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tám: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Chớ làm chứng dối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6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chín: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Chớ muốn vợ</a:t>
            </a:r>
            <a:b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chồng người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defRPr/>
            </a:pPr>
            <a:endParaRPr lang="en-US" altLang="en-US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73653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9BFAB20C-8B8D-DA6D-B8B2-28F039EE254E}"/>
              </a:ext>
            </a:extLst>
          </p:cNvPr>
          <p:cNvSpPr>
            <a:spLocks noGrp="1" noChangeAspect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mười: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Chớ tham </a:t>
            </a:r>
            <a:b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của người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Mười điều răn ấy tóm về hai này mà chớ:</a:t>
            </a:r>
            <a:endParaRPr lang="vi-VN" altLang="en-US" sz="72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endParaRPr lang="en-US" altLang="en-US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37036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81C76A0F-EF95-2F19-13C9-0D53F5BE860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defRPr/>
            </a:pPr>
            <a:r>
              <a:rPr lang="vi-VN" altLang="en-US" sz="6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trước</a:t>
            </a: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kính mến một Đức Chúa Trời trên hết mọi s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ự;</a:t>
            </a:r>
            <a:r>
              <a:rPr lang="vi-VN" altLang="en-US" sz="6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sau</a:t>
            </a: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lại yêu người như mình ta vậy. </a:t>
            </a:r>
            <a:r>
              <a:rPr lang="vi-VN" altLang="en-US" sz="6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vi-VN" altLang="en-US" sz="6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spcBef>
                <a:spcPts val="0"/>
              </a:spcBef>
              <a:defRPr/>
            </a:pPr>
            <a:endParaRPr lang="vi-VN" altLang="en-US" sz="68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88185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AB065F11-4BDC-5D36-3AC6-A4C4BFF5DBC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r>
              <a:rPr lang="vi-VN" altLang="en-US" sz="4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Hội Thánh có năm điều răn:</a:t>
            </a:r>
          </a:p>
          <a:p>
            <a:pPr algn="just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 nhất: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 lễ và kiêng việc xác ngày Chúa Nhật cùng các ngày lễ buộc;</a:t>
            </a:r>
          </a:p>
        </p:txBody>
      </p:sp>
    </p:spTree>
    <p:extLst>
      <p:ext uri="{BB962C8B-B14F-4D97-AF65-F5344CB8AC3E}">
        <p14:creationId xmlns:p14="http://schemas.microsoft.com/office/powerpoint/2010/main" val="397506809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B841D53A-75CD-A498-2FF8-51D3779388B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 hai: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xưng tội trong một năm ít là một lần;</a:t>
            </a:r>
            <a:endParaRPr lang="en-US" altLang="en-US" sz="6600" b="1" dirty="0">
              <a:solidFill>
                <a:schemeClr val="bg1">
                  <a:lumMod val="10000"/>
                  <a:lumOff val="9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 ba: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rước Mình Thánh Chúa trong mùa Phục Sinh;</a:t>
            </a:r>
            <a:endParaRPr lang="en-US" altLang="en-US" sz="1275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58395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C4A6B55D-2891-6BDC-DED5-E5F0D700E62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 bốn: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 chay và kiêng thịt những ngày Hội Thánh buộc;</a:t>
            </a:r>
          </a:p>
        </p:txBody>
      </p:sp>
    </p:spTree>
    <p:extLst>
      <p:ext uri="{BB962C8B-B14F-4D97-AF65-F5344CB8AC3E}">
        <p14:creationId xmlns:p14="http://schemas.microsoft.com/office/powerpoint/2010/main" val="304949076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C071C-0F2E-8EC3-4E93-2FC7D63B0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68403C44-5FF7-29F4-B174-0D97F1196A0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 năm: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góp công góp của xây dựng Hội Thánh, tùy theo khả năng của mình.</a:t>
            </a:r>
            <a:endParaRPr lang="en-US" altLang="en-US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29867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4D6D1884-2BBD-1374-8C27-4DF14DF2DBF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77500" lnSpcReduction="20000"/>
          </a:bodyPr>
          <a:lstStyle/>
          <a:p>
            <a:pPr algn="l" eaLnBrk="1" hangingPunct="1">
              <a:defRPr/>
            </a:pPr>
            <a:r>
              <a:rPr lang="en-US" altLang="en-US" sz="4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</a:t>
            </a:r>
            <a:r>
              <a:rPr lang="en-US" altLang="en-US" sz="4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bảy</a:t>
            </a:r>
            <a:r>
              <a:rPr lang="en-US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Bí</a:t>
            </a:r>
            <a:r>
              <a:rPr lang="en-US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4800" b="1" dirty="0">
              <a:solidFill>
                <a:schemeClr val="bg1">
                  <a:lumMod val="10000"/>
                  <a:lumOff val="9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en-US" altLang="en-US" sz="99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9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9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altLang="en-US" sz="9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9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9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9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Rửa</a:t>
            </a:r>
            <a:r>
              <a:rPr lang="en-US" altLang="en-US" sz="9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altLang="en-US" sz="9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defRPr/>
            </a:pPr>
            <a:br>
              <a:rPr lang="en-US" altLang="en-US" sz="4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99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9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9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altLang="en-US" sz="9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9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9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9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altLang="en-US" sz="9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sức</a:t>
            </a:r>
            <a:r>
              <a:rPr lang="en-US" altLang="en-US" sz="9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312027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F3468EC2-34F2-4845-07D9-246E727B0E5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92500" lnSpcReduction="20000"/>
          </a:bodyPr>
          <a:lstStyle/>
          <a:p>
            <a:pPr algn="l" eaLnBrk="1" hangingPunct="1">
              <a:defRPr/>
            </a:pPr>
            <a:endParaRPr lang="en-US" altLang="en-US" sz="43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>
              <a:defRPr/>
            </a:pPr>
            <a:r>
              <a:rPr lang="en-US" altLang="en-US" sz="8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Mình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Chúa.</a:t>
            </a:r>
          </a:p>
          <a:p>
            <a:pPr algn="l" eaLnBrk="1" hangingPunct="1">
              <a:defRPr/>
            </a:pPr>
            <a:r>
              <a:rPr lang="en-US" altLang="en-US" sz="8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bốn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en-US" sz="127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07677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33CC4CD7-1B60-C439-112A-F5719E6F93A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en-US" altLang="en-US" sz="7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Xức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dầu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thánh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defRPr/>
            </a:pPr>
            <a:r>
              <a:rPr lang="en-US" altLang="en-US" sz="7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sáu</a:t>
            </a:r>
            <a:r>
              <a:rPr lang="en-US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thánh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982444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47808-3AB9-815C-636F-4C8809987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8B06A9D6-0679-4C3E-7112-550992C8801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endParaRPr lang="en-US" altLang="en-US" sz="7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en-US" altLang="en-US" sz="7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bảy</a:t>
            </a:r>
            <a:r>
              <a:rPr lang="en-US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Hôn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073964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C0F1FE32-B775-A81C-6666-6F3DFFF789A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endParaRPr lang="en-US" altLang="en-US" sz="12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49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Thương người có mười bốn mối</a:t>
            </a:r>
            <a:endParaRPr lang="en-US" altLang="en-US" sz="495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495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Thương xác bảy mối:</a:t>
            </a:r>
            <a:endParaRPr lang="vi-VN" altLang="en-US" sz="4950" b="1" dirty="0">
              <a:solidFill>
                <a:schemeClr val="bg1">
                  <a:lumMod val="10000"/>
                  <a:lumOff val="9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nhất: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 kẻ đói ăn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7200" b="1" dirty="0">
              <a:solidFill>
                <a:schemeClr val="bg1">
                  <a:lumMod val="10000"/>
                  <a:lumOff val="9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en-US" sz="1275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87176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ED115-00AE-8B46-083A-39C15C93B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AC84BB13-95D7-991D-80C7-3F3770B0191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endParaRPr lang="en-US" altLang="en-US" sz="12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4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hai: </a:t>
            </a:r>
            <a:r>
              <a:rPr lang="vi-VN" altLang="en-US" sz="64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 kẻ khát uống</a:t>
            </a:r>
            <a:r>
              <a:rPr lang="en-US" altLang="en-US" sz="64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ba: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 kẻ rách rưới ăn mặc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defRPr/>
            </a:pPr>
            <a:endParaRPr lang="vi-VN" altLang="en-US" sz="64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en-US" sz="1275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69396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F76B668E-C196-E29B-D15F-AFB22C66E04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bốn: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Viếng kẻ liệt cùng kẻ tù rạc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năm: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 khách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đỗ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nhà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endParaRPr lang="en-US" altLang="en-US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84871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662F0F59-F73C-087E-1261-EE0E4471240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sáu: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Chuộc kẻ làm tôi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bảy: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Chôn xác kẻ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chết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77841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B66FF892-2DFC-35F5-832D-65ECBE15DAD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endParaRPr lang="en-US" altLang="en-US" sz="825" b="1" dirty="0">
              <a:solidFill>
                <a:schemeClr val="bg1">
                  <a:lumMod val="10000"/>
                  <a:lumOff val="9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en-US" altLang="en-US" sz="5400" b="1" i="1" dirty="0">
                <a:solidFill>
                  <a:schemeClr val="bg1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en-US" sz="5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Thương linh hồn bảy mối:</a:t>
            </a:r>
            <a:endParaRPr lang="en-US" altLang="en-US" sz="54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nhất: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Lấy lời lành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khuyên người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6600" b="1" dirty="0">
              <a:solidFill>
                <a:schemeClr val="bg1">
                  <a:lumMod val="10000"/>
                  <a:lumOff val="9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42731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755EB-F419-AF77-8782-769CB52C0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2584D748-F509-6266-1B70-259F331A2A1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hai: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Mở d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ạ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kẻ mê muội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ba: 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ủi kẻ âu lo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defRPr/>
            </a:pPr>
            <a:endParaRPr lang="vi-VN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46230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D09B7431-80A5-5A29-5F59-7AE97BB6122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bốn: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Răn bảo kẻ có tội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năm: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 kẻ dể ta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endParaRPr lang="vi-VN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55553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BE0D3BF3-E3D0-B397-F77F-20BAF3B2FA4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6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sáu: </a:t>
            </a:r>
            <a:r>
              <a:rPr lang="vi-VN" altLang="en-US" sz="6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Nhịn kẻ mất lòng ta</a:t>
            </a:r>
            <a:r>
              <a:rPr lang="en-US" altLang="en-US" sz="6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6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bảy: </a:t>
            </a:r>
            <a:r>
              <a:rPr lang="vi-VN" altLang="en-US" sz="6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 cho kẻ sống và kẻ chết</a:t>
            </a:r>
            <a:r>
              <a:rPr lang="en-US" altLang="en-US" sz="6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6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52309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EA9068C9-9945-05A1-E593-DF0FB5AFE59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en-US" altLang="en-US" sz="4950" b="1" dirty="0">
                <a:solidFill>
                  <a:schemeClr val="bg1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en-US" sz="49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Cải tội bảy mối có bảy đức</a:t>
            </a:r>
          </a:p>
          <a:p>
            <a:pPr algn="just" eaLnBrk="1" hangingPunct="1">
              <a:defRPr/>
            </a:pPr>
            <a:r>
              <a:rPr lang="vi-VN" altLang="en-US" sz="7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nhất: </a:t>
            </a:r>
            <a:r>
              <a:rPr lang="vi-VN" altLang="en-US" sz="7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Khiêm</a:t>
            </a:r>
            <a:r>
              <a:rPr lang="en-US" altLang="en-US" sz="7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altLang="en-US" sz="7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ợ</a:t>
            </a:r>
            <a:r>
              <a:rPr lang="vi-VN" altLang="en-US" sz="7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ng, chớ kiêu ngạo</a:t>
            </a:r>
            <a:r>
              <a:rPr lang="en-US" altLang="en-US" sz="7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7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03079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8A72F-570A-C7F2-3653-5B340E0FE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361AD6BD-DEC0-502E-6EB9-78C914499B1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hai: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Rộng rãi, chớ hà tiện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ba: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 mình sạch sẽ, chớ mê dâm dục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defRPr/>
            </a:pPr>
            <a:endParaRPr lang="vi-VN" altLang="en-US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8950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2B9A6706-C428-3E6A-5662-C680C893E98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vi-VN" altLang="en-US" sz="7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bốn: </a:t>
            </a:r>
            <a:r>
              <a:rPr lang="vi-VN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Hay nhịn, Chớ hờn giận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defRPr/>
            </a:pPr>
            <a:r>
              <a:rPr lang="vi-VN" altLang="en-US" sz="6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năm: </a:t>
            </a:r>
            <a:r>
              <a:rPr lang="vi-VN" altLang="en-US" sz="6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Kiêng bớt, chớ mê ăn uống</a:t>
            </a:r>
            <a:r>
              <a:rPr lang="en-US" altLang="en-US" sz="6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6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vi-VN" altLang="en-US" sz="13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vi-VN" altLang="en-US" sz="13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en-US" sz="127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58945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433D330E-1ADA-A91D-179B-B45C0AD1769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r>
              <a:rPr lang="vi-VN" altLang="en-US" sz="7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sáu: </a:t>
            </a:r>
            <a:r>
              <a:rPr lang="vi-VN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 người, chớ ghen ghét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7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7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bảy: </a:t>
            </a:r>
            <a:r>
              <a:rPr lang="vi-VN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Siêng năng việc Đức Chúa Trời, chớ làm biếng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7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en-US" sz="127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20179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B29CBAD3-9A59-1290-3F2E-48D6B157815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en-US" altLang="en-US" sz="4950" b="1" dirty="0">
                <a:solidFill>
                  <a:schemeClr val="bg1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en-US" sz="5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Phước</a:t>
            </a:r>
            <a:r>
              <a:rPr lang="en-US" alt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5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Thật</a:t>
            </a:r>
            <a:r>
              <a:rPr lang="en-US" alt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5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Tám</a:t>
            </a:r>
            <a:r>
              <a:rPr lang="en-US" alt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5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Mối</a:t>
            </a:r>
            <a:endParaRPr lang="en-US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nhất:</a:t>
            </a:r>
            <a:r>
              <a:rPr lang="vi-VN" altLang="en-US" sz="6000" b="1" dirty="0">
                <a:solidFill>
                  <a:schemeClr val="bg1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en-US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có lòng khó khăn, ấy là ph</a:t>
            </a:r>
            <a:r>
              <a:rPr lang="en-US" altLang="en-US" sz="6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vi-VN" altLang="en-US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thật, vì chưng nước Đức Chúa Trời là của mình vậy.</a:t>
            </a:r>
          </a:p>
        </p:txBody>
      </p:sp>
    </p:spTree>
    <p:extLst>
      <p:ext uri="{BB962C8B-B14F-4D97-AF65-F5344CB8AC3E}">
        <p14:creationId xmlns:p14="http://schemas.microsoft.com/office/powerpoint/2010/main" val="164566085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24DA8356-44F2-FA16-4947-37F52C5817C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hai: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hiền lành, ấy là ph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thật, vì chưng sẽ được đất Đức Chúa Trời làm của mình vậy.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5783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ubtitle 2">
            <a:extLst>
              <a:ext uri="{FF2B5EF4-FFF2-40B4-BE49-F238E27FC236}">
                <a16:creationId xmlns:a16="http://schemas.microsoft.com/office/drawing/2014/main" id="{7897A9CE-D9A3-DFCA-186C-54A0F3C6308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/>
            <a:r>
              <a:rPr lang="vi-VN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ba:</a:t>
            </a:r>
            <a:r>
              <a:rPr lang="vi-VN" altLang="en-US" sz="8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khóc lóc, ấy là ph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thật, vì chưng sẽ được 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ủi vậy.</a:t>
            </a:r>
            <a:endParaRPr lang="en-US" altLang="en-US" sz="18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3901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ubtitle 2">
            <a:extLst>
              <a:ext uri="{FF2B5EF4-FFF2-40B4-BE49-F238E27FC236}">
                <a16:creationId xmlns:a16="http://schemas.microsoft.com/office/drawing/2014/main" id="{1F9C0583-6028-786C-0F2C-B6F74164672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/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bốn:</a:t>
            </a:r>
            <a:r>
              <a:rPr lang="vi-VN" altLang="en-US" sz="7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khao khát nhân đức trọn lành, ấy là ph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thật, vì chưng sẽ được no đủ vậy.</a:t>
            </a:r>
            <a:endParaRPr lang="en-US" altLang="en-US" sz="16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43143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8CAC1D55-A1D3-AA61-1F0B-406CD71DF7F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92500" lnSpcReduction="20000"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năm:</a:t>
            </a:r>
            <a:r>
              <a:rPr lang="vi-VN" altLang="en-US" sz="8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thương xót người, ấy là ph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thật, vì chưng mình sẽ được thương xót vậy.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49259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4999B0E5-5D06-2694-2C01-33327C15E3D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sáu:</a:t>
            </a:r>
            <a:r>
              <a:rPr lang="vi-VN" altLang="en-US" sz="7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giữ lòng sạch sẽ, ấy là ph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thật, vì chưng sẽ được thấy mặt Đức Chúa Trời vậy.</a:t>
            </a:r>
          </a:p>
          <a:p>
            <a:pPr eaLnBrk="1" hangingPunct="1">
              <a:defRPr/>
            </a:pPr>
            <a:endParaRPr lang="en-US" altLang="en-US" sz="1275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61720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0EBC0F20-DD81-3105-D8C6-A7937474A11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bảy: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Ai làm cho người hòa thuận, ấy là ph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thật, vì chưng sẽ được gọi là con Đức Chúa Trời vậy.</a:t>
            </a:r>
          </a:p>
          <a:p>
            <a:pPr eaLnBrk="1" hangingPunct="1">
              <a:defRPr/>
            </a:pPr>
            <a:endParaRPr lang="en-US" altLang="en-US" sz="14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47810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ubtitle 2">
            <a:extLst>
              <a:ext uri="{FF2B5EF4-FFF2-40B4-BE49-F238E27FC236}">
                <a16:creationId xmlns:a16="http://schemas.microsoft.com/office/drawing/2014/main" id="{E52F8858-16E8-FD5D-17B5-C5641CE3D4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tám:</a:t>
            </a:r>
            <a:r>
              <a:rPr lang="vi-VN" altLang="en-US" sz="6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chịu khốn nạn vì đạo ngay, ấy là ph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thật, vì chưng nước Đức Chúa Trời là của mình vậy.</a:t>
            </a:r>
          </a:p>
          <a:p>
            <a:pPr eaLnBrk="1" hangingPunct="1">
              <a:defRPr/>
            </a:pPr>
            <a:endParaRPr lang="en-US" altLang="en-US" sz="14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96513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ubtitle 2">
            <a:extLst>
              <a:ext uri="{FF2B5EF4-FFF2-40B4-BE49-F238E27FC236}">
                <a16:creationId xmlns:a16="http://schemas.microsoft.com/office/drawing/2014/main" id="{8B071663-4B6E-994B-582A-6E6D92613C3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en-US" sz="4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</a:t>
            </a:r>
            <a:r>
              <a:rPr lang="en-US" altLang="en-US" sz="45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altLang="en-US" sz="4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2025</a:t>
            </a:r>
            <a:endParaRPr lang="en-US" altLang="en-US" sz="165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>
              <a:defRPr/>
            </a:pPr>
            <a:r>
              <a:rPr lang="vi-VN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 Cha trên trời,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 cho ơn đức tin mà Cha ban tặng chúng con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Giêsu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Kitô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05248837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37EAD-4D4E-47CF-D907-8BABDC009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ubtitle 2">
            <a:extLst>
              <a:ext uri="{FF2B5EF4-FFF2-40B4-BE49-F238E27FC236}">
                <a16:creationId xmlns:a16="http://schemas.microsoft.com/office/drawing/2014/main" id="{E8B5C425-1613-646D-3D74-69D65365668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 Cha và Anh của chúng con,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 ngọn lửa đức ái được thắp lên trong tâm hồn chúng con/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79981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ubtitle 2">
            <a:extLst>
              <a:ext uri="{FF2B5EF4-FFF2-40B4-BE49-F238E27FC236}">
                <a16:creationId xmlns:a16="http://schemas.microsoft.com/office/drawing/2014/main" id="{8A50B797-F9AB-BABB-1B40-19BCA9033AB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/>
            <a:r>
              <a:rPr lang="vi-VN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bởi Chúa Thánh Thần, khơi dậy trong chúng con/ niềm hy vọng hồng phúc hướng về Nước Cha trị đến.</a:t>
            </a:r>
            <a:endParaRPr lang="en-US" altLang="en-US" sz="7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51053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ubtitle 2">
            <a:extLst>
              <a:ext uri="{FF2B5EF4-FFF2-40B4-BE49-F238E27FC236}">
                <a16:creationId xmlns:a16="http://schemas.microsoft.com/office/drawing/2014/main" id="{05CAE2DE-B2EC-A655-F166-350C09BD743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/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 ân sủng Cha biến đổi chúng con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 những người miệt mài vun trồng hạt giống Tin Mừng.</a:t>
            </a:r>
            <a:endParaRPr lang="en-US" altLang="en-US" sz="6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75463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ubtitle 2">
            <a:extLst>
              <a:ext uri="{FF2B5EF4-FFF2-40B4-BE49-F238E27FC236}">
                <a16:creationId xmlns:a16="http://schemas.microsoft.com/office/drawing/2014/main" id="{1084ADDA-DAB6-AF8E-BD14-B16348A1FBD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246742"/>
            <a:ext cx="9144000" cy="4896757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/>
            <a:r>
              <a:rPr lang="vi-VN" altLang="en-US" sz="7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Ước gì những hạt giống ấy</a:t>
            </a:r>
            <a:r>
              <a:rPr lang="en-US" altLang="en-US" sz="7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vi-VN" altLang="en-US" sz="7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biến đổi từ bên trong nhân loại và toàn thể vũ trụ này,</a:t>
            </a:r>
            <a:endParaRPr lang="en-US" altLang="en-US" sz="73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92411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9CDFB-00FD-BE53-37E3-7AFA361C9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ubtitle 2">
            <a:extLst>
              <a:ext uri="{FF2B5EF4-FFF2-40B4-BE49-F238E27FC236}">
                <a16:creationId xmlns:a16="http://schemas.microsoft.com/office/drawing/2014/main" id="{48725B39-9AEA-3831-39AD-A3C80A34459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vững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lòng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đợi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đất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lúc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05456790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ubtitle 2">
            <a:extLst>
              <a:ext uri="{FF2B5EF4-FFF2-40B4-BE49-F238E27FC236}">
                <a16:creationId xmlns:a16="http://schemas.microsoft.com/office/drawing/2014/main" id="{4757C4C1-B1EF-BBE0-782B-EA4BAADC21D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/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vinh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chiếu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muôn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đời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 cho ân sủng của Năm Thánh này/ khơi dậy trong chúng con,</a:t>
            </a:r>
          </a:p>
        </p:txBody>
      </p:sp>
    </p:spTree>
    <p:extLst>
      <p:ext uri="{BB962C8B-B14F-4D97-AF65-F5344CB8AC3E}">
        <p14:creationId xmlns:p14="http://schemas.microsoft.com/office/powerpoint/2010/main" val="125564188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15E12-9916-732B-C01A-11C9DE3A8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ubtitle 2">
            <a:extLst>
              <a:ext uri="{FF2B5EF4-FFF2-40B4-BE49-F238E27FC236}">
                <a16:creationId xmlns:a16="http://schemas.microsoft.com/office/drawing/2014/main" id="{92D4C300-2034-9AFA-5F60-80E2C8FE73D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 </a:t>
            </a:r>
            <a:r>
              <a:rPr lang="vi-VN" altLang="en-US" sz="7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 Người Lữ Hành Hy Vọng</a:t>
            </a: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niềm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khao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khát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tàng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773134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ubtitle 2">
            <a:extLst>
              <a:ext uri="{FF2B5EF4-FFF2-40B4-BE49-F238E27FC236}">
                <a16:creationId xmlns:a16="http://schemas.microsoft.com/office/drawing/2014/main" id="{41602E03-DCD1-488B-D053-47495648D28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tỏa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khắp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niềm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Đấng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Chuộc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con.</a:t>
            </a:r>
          </a:p>
        </p:txBody>
      </p:sp>
    </p:spTree>
    <p:extLst>
      <p:ext uri="{BB962C8B-B14F-4D97-AF65-F5344CB8AC3E}">
        <p14:creationId xmlns:p14="http://schemas.microsoft.com/office/powerpoint/2010/main" val="148311076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ubtitle 2">
            <a:extLst>
              <a:ext uri="{FF2B5EF4-FFF2-40B4-BE49-F238E27FC236}">
                <a16:creationId xmlns:a16="http://schemas.microsoft.com/office/drawing/2014/main" id="{E3BC3CA2-358F-C6F0-6E92-29F63F658DA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tôn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vinh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ngợi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khen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Thiên Chúa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con, Cha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đáng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chúc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tụng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muôn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đời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6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en-US" altLang="en-US" sz="66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817503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8CE9F-6089-C2F8-94F0-0D3CB6C9E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ó thể là hình ảnh về văn bản cho biết 'chúa Nhất Kinh Trọng Thế CÁC THÁNH TỬ ĐẠO Việt Nam &quot;Phúc thay Phucitayaibachaivisongcongct aibị ai bi bách hại VÌ sống công chính, VÌ NƯỠC TRỜI LÃ CỦA HỌ.&quot; &quot; [M5,10] 5, , 10 (Mt5'">
            <a:extLst>
              <a:ext uri="{FF2B5EF4-FFF2-40B4-BE49-F238E27FC236}">
                <a16:creationId xmlns:a16="http://schemas.microsoft.com/office/drawing/2014/main" id="{9E81253B-AC79-B01F-8BE5-A478702CB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992062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E470A-73A4-ACED-AD55-8AFD1A736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FF3E1-A398-C57F-05E0-8697003CC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</p:spPr>
        <p:txBody>
          <a:bodyPr lIns="91440" tIns="0" rIns="91440" bIns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 b="1" dirty="0" err="1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NHẬP</a:t>
            </a:r>
            <a:r>
              <a:rPr lang="en-US" sz="4700" b="1" dirty="0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sz="4700" b="1" dirty="0" err="1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LỄ</a:t>
            </a:r>
            <a:br>
              <a:rPr lang="en-US" sz="4700" b="1" dirty="0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ANH HÙNG</a:t>
            </a:r>
            <a:b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TỬ</a:t>
            </a:r>
            <a: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ĐẠO</a:t>
            </a:r>
            <a:br>
              <a:rPr lang="en-US" sz="4700" b="1" i="0" dirty="0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4700" b="1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(</a:t>
            </a:r>
            <a:r>
              <a:rPr lang="en-US" sz="4700" b="1" i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Lm</a:t>
            </a:r>
            <a:r>
              <a:rPr lang="en-US" sz="4700" b="1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. Huy Hoàng</a:t>
            </a:r>
            <a:r>
              <a:rPr lang="en-US" sz="4700" b="1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)</a:t>
            </a:r>
            <a:endParaRPr lang="en-US" sz="4700" b="1" dirty="0">
              <a:solidFill>
                <a:schemeClr val="bg1">
                  <a:lumMod val="50000"/>
                </a:schemeClr>
              </a:solidFill>
              <a:effectLst/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41348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136E7-C973-93C9-3D8C-9AECABA48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BC937-DFF0-1BB1-6D59-640CEB463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 anchor="ctr">
            <a:noAutofit/>
          </a:bodyPr>
          <a:lstStyle/>
          <a:p>
            <a:r>
              <a:rPr lang="vi-VN" sz="8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vi-VN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Đây chốn huy hoàng chan hòa muôn ánh quang!</a:t>
            </a:r>
            <a:endParaRPr lang="en-US" sz="80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95586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16C7B-370C-D8E3-155B-0EDBED2BC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08D6D-BA35-0048-D994-EBF3DC1D95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 anchor="ctr">
            <a:noAutofit/>
          </a:bodyPr>
          <a:lstStyle/>
          <a:p>
            <a:r>
              <a:rPr lang="vi-VN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Bao tiếng hát vang lừng tung hô ngày vinh thắng.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83755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BDDD4-265E-1267-330E-884E78221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7D284-9CF1-0786-9E95-D8499D9A6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 anchor="ctr">
            <a:noAutofit/>
          </a:bodyPr>
          <a:lstStyle/>
          <a:p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Đây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tấm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bia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vàng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ghi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ngàn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năm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chiến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công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76226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E91C6-1598-AAEA-621F-58E0C8AF8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A59C4-6366-1237-495F-AC31FA5E47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 anchor="ctr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Cờ phất phới oai hùng tiếng hát ca lừng bốn phương.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7354397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B44FC-4D23-242A-FFDF-FBF661EC6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AC3ED-4CD9-AD73-FF1D-77BA032B1B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 anchor="ctr">
            <a:noAutofit/>
          </a:bodyPr>
          <a:lstStyle/>
          <a:p>
            <a:r>
              <a:rPr lang="en-US" sz="8000" b="1" dirty="0" err="1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ĐK</a:t>
            </a:r>
            <a:r>
              <a:rPr lang="en-US" sz="8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: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Xin các Thánh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Tử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Đạo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Việt Nam.</a:t>
            </a:r>
          </a:p>
        </p:txBody>
      </p:sp>
    </p:spTree>
    <p:extLst>
      <p:ext uri="{BB962C8B-B14F-4D97-AF65-F5344CB8AC3E}">
        <p14:creationId xmlns:p14="http://schemas.microsoft.com/office/powerpoint/2010/main" val="4012581474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77F43-7C49-0E3B-F6C1-5DFD8408E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8C0A9-7FF8-1666-075B-163C22525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 anchor="ctr">
            <a:noAutofit/>
          </a:bodyPr>
          <a:lstStyle/>
          <a:p>
            <a:r>
              <a:rPr lang="vi-VN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Nơi vinh phúc </a:t>
            </a:r>
            <a:br>
              <a:rPr lang="en-US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chiếu soi rỡ ràng Thương lắng nghe lời con kêu khấn.</a:t>
            </a:r>
            <a:endParaRPr lang="en-US" sz="80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028177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10C9C-8F81-95D2-8EBD-57E1BB5B4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ACA97-8F9B-B91F-32E5-9FF99073F9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 anchor="ctr">
            <a:noAutofit/>
          </a:bodyPr>
          <a:lstStyle/>
          <a:p>
            <a:r>
              <a:rPr lang="vi-VN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Ban xuống </a:t>
            </a:r>
            <a:br>
              <a:rPr lang="en-US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muôn phúc trên nước Nam.</a:t>
            </a:r>
            <a:endParaRPr lang="en-US" sz="80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916890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Có thể là hình ảnh về văn bản cho biết 'BÀI ĐỌC BÃIĐỌC1 1 Bài trichsách NGÔN SỮ MA-LA-KHI &quot;Nhưng dối vỚi cac người là những kẻ kĩnh SỢ Danh Ta, mặt trời công chính sẽ mọc lên, mang theo các tia sâng chữa lành bệnh.&quot; MI 3, 19 20a]'">
            <a:extLst>
              <a:ext uri="{FF2B5EF4-FFF2-40B4-BE49-F238E27FC236}">
                <a16:creationId xmlns:a16="http://schemas.microsoft.com/office/drawing/2014/main" id="{253CFA2B-2206-7CCE-40FC-5C0A69A223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34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2502028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24DA1-C59A-DCB2-1254-4731F8239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785D-F143-1F4A-51C1-7A4176DF2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</p:spPr>
        <p:txBody>
          <a:bodyPr lIns="91440" tIns="0" rIns="91440" bIns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 b="1" dirty="0" err="1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ĐÁP</a:t>
            </a:r>
            <a:r>
              <a:rPr lang="en-US" sz="4700" b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CA</a:t>
            </a:r>
            <a:br>
              <a:rPr lang="en-US" sz="4700" b="1" dirty="0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67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THÁNH </a:t>
            </a:r>
            <a:r>
              <a:rPr lang="en-US" sz="67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VỊNH</a:t>
            </a:r>
            <a:r>
              <a:rPr lang="en-US" sz="67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125</a:t>
            </a:r>
            <a:br>
              <a:rPr lang="en-US" sz="4700" b="1" i="0" dirty="0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5400" b="1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(</a:t>
            </a:r>
            <a:r>
              <a:rPr lang="en-US" sz="5400" b="1" i="1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Lm</a:t>
            </a:r>
            <a:r>
              <a:rPr lang="en-US" sz="5400" b="1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. </a:t>
            </a:r>
            <a:r>
              <a:rPr lang="en-US" sz="54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Thái Nguyên</a:t>
            </a:r>
            <a:r>
              <a:rPr lang="en-US" sz="5400" b="1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)</a:t>
            </a:r>
            <a:br>
              <a:rPr lang="en-US" sz="5400" b="1" i="1" dirty="0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br>
              <a:rPr lang="en-US" sz="1050" b="1" i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5400" b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(03 </a:t>
            </a:r>
            <a:r>
              <a:rPr lang="en-US" sz="5400" b="1" dirty="0" err="1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câu</a:t>
            </a:r>
            <a:r>
              <a:rPr lang="en-US" sz="5400" b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)</a:t>
            </a:r>
            <a:endParaRPr lang="en-US" sz="8000" b="1" dirty="0">
              <a:effectLst/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24495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9B57F-E32D-18B5-F0BB-7030978D6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7A6A7-B4C8-8398-C291-BE4F82B11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1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/3</a:t>
            </a:r>
            <a:r>
              <a:rPr lang="vi-VN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Khi Chúa đem những người Sion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bị bắt trở về,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40078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F1325-B1E9-6C1E-F9F0-0221F7960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449-DFB9-553F-F199-DD3FEBC15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chúng tôi như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người đang mơ.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Bấy giờ miệng chúng tôi vui cười,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97022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9D7C0-C825-A5B4-98B3-CD28A994A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F3A54-CFF2-406E-5583-DCA43F2F6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 lưỡi chúng tôi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thốt lên bao lời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hân hoan.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436583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0AE46-6C22-4414-D215-3D85C3EE8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2E23B-6730-4879-7FA1-0E693CECF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ĐK: </a:t>
            </a: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 Ai gieo trong lệ sầu, sẽ gặt trong vui sướng.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482621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4E580-A832-FF03-A154-14F93047C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79D36-CD51-CA21-A066-6CB35F5B8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Ai đi trong </a:t>
            </a:r>
            <a:b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đau thương, sẽ về trong vui mừng.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910584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4D98F-E5C0-DC29-3E5D-C6CCD6F19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F1D06-5BA7-D0A3-545E-B0958507F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2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/3</a:t>
            </a:r>
            <a:r>
              <a:rPr lang="vi-VN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Và bấy giờ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thiên hạ nhỏ to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nói với nhau rằng: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29448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964B2-1A38-6E06-0AAC-70748D076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EA4F3-2702-AE6F-9AD5-5742494593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Chúa thương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đối xử khoan dung.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Chúa đã xử rất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ư nhân từ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98357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1B5B2-98DF-C2FF-1F92-34606B8BA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A62DD-4DD2-4F63-3489-F061257A2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nên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chúng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tôi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xiết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bao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vui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mừng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hân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hoan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1505146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27A64-B28D-8C07-F2A9-96B9ABD11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A463E-5473-306A-2EDC-AA821EF8BB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ĐK: </a:t>
            </a: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 Ai gieo trong lệ sầu, sẽ gặt trong vui sướng.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4432440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73A43-3990-7E0E-556C-D9E85AC95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6A910-790B-0084-B0FB-9CE15A521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Ai đi trong </a:t>
            </a:r>
            <a:b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đau thương, sẽ về trong vui mừng.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47025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C7FF9-A847-B310-C74B-E8946DEA7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33520-231B-09C7-5067-5234CA0CA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3/3</a:t>
            </a:r>
            <a:r>
              <a:rPr lang="vi-VN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Lạy Chúa thương biến đổi phận con như suối phương Nam.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253918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91BE3-FDC4-A8EC-9784-E4319BC3D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7CB28-CD2C-D075-5D1B-CE1B37E78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Ai gieo trong </a:t>
            </a:r>
            <a:b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lệ đau thương, </a:t>
            </a:r>
            <a:b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sẽ được gặt hái </a:t>
            </a:r>
            <a:b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trong vui mừng,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609118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45DFA-9DDC-7B73-12C9-3FFD58341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84429-9617-C613-7739-2EF5577A31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những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khúc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ca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biến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tan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trong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niềm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hân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hoan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0911848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679BF-182F-02D7-E752-994276B04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9AD16-432E-659D-5BAF-5AEF0E4EC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ĐK: </a:t>
            </a: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 Ai gieo trong lệ sầu, sẽ gặt trong vui sướng.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637507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C39FF-8849-8C94-EFDA-FB3127614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9FB6C-EBE5-7A91-E15C-43A0AECB59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Ai đi trong </a:t>
            </a:r>
            <a:b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đau thương, sẽ về trong vui mừng.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940782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D4D90E-D9BC-D436-41A3-FAC25A17F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3" name="Rectangle 1127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194" name="Picture 2" descr="Có thể là hình ảnh về văn bản cho biết 'BÀI ĐỌC 2 Bài trích thư thứ hai của thánh Phaolo tông đõ gửi tìn hữu Thexalônica &quot;Khi còn Ở Vỡi anh em, chúng tôi dã chỉ thị cho anh em: ai không chịu làm thì cung dừng ăn!&quot; (2TX3,712] [2'">
            <a:extLst>
              <a:ext uri="{FF2B5EF4-FFF2-40B4-BE49-F238E27FC236}">
                <a16:creationId xmlns:a16="http://schemas.microsoft.com/office/drawing/2014/main" id="{E40CF868-EA17-8083-4DC4-B5F1CD9DD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0567560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3AA9A-772C-52E4-8305-A68EA0A1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ó thể là hình ảnh về văn bản cho biết 'TIN MỪNG CHÚA GIÊSU KITÔ Theo Thánh Luca &quot;VI danh Thầy, anh em sẽ bị moi người thù ghết. CÕ kiên trì, anh em mỡi giữ được mạng sống mình.&quot; (LC 21, (LC21,5-19) 5-19)'">
            <a:extLst>
              <a:ext uri="{FF2B5EF4-FFF2-40B4-BE49-F238E27FC236}">
                <a16:creationId xmlns:a16="http://schemas.microsoft.com/office/drawing/2014/main" id="{EEC3830C-ACC7-F560-3052-CC56B59A3F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5547038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1B82F-9B9E-9A0F-F01F-8D7498933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2D805-4723-9CE9-42DA-7AE8EBF9C3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30199"/>
            <a:ext cx="9144000" cy="4813301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i="1" dirty="0">
                <a:solidFill>
                  <a:srgbClr val="EE0000"/>
                </a:solidFill>
                <a:latin typeface="Times New Roman (Headings)"/>
                <a:cs typeface="Arial" panose="020B0604020202020204" pitchFamily="34" charset="0"/>
              </a:rPr>
              <a:t>All… All…</a:t>
            </a:r>
            <a:br>
              <a:rPr lang="en-US" sz="8000" b="1" i="1" dirty="0">
                <a:solidFill>
                  <a:srgbClr val="EE0000"/>
                </a:solidFill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Chúc tụng Chúa </a:t>
            </a:r>
            <a:br>
              <a:rPr lang="en-US" sz="80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là Cha nhân từ Thiên Chúa</a:t>
            </a:r>
            <a:endParaRPr lang="en-US" sz="8000" b="1" i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  <p:sp>
        <p:nvSpPr>
          <p:cNvPr id="3" name="Tiêu đề 1">
            <a:extLst>
              <a:ext uri="{FF2B5EF4-FFF2-40B4-BE49-F238E27FC236}">
                <a16:creationId xmlns:a16="http://schemas.microsoft.com/office/drawing/2014/main" id="{B65BFD26-A711-3E47-CB91-41F966BFC137}"/>
              </a:ext>
            </a:extLst>
          </p:cNvPr>
          <p:cNvSpPr txBox="1">
            <a:spLocks/>
          </p:cNvSpPr>
          <p:nvPr/>
        </p:nvSpPr>
        <p:spPr>
          <a:xfrm>
            <a:off x="0" y="-50800"/>
            <a:ext cx="9144000" cy="635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TUNG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HÔ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MỪNG</a:t>
            </a:r>
            <a:endParaRPr lang="vi-VN" sz="3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9131186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A65F3-7093-0EC2-264B-B9FBEDD05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9FB56-98B7-8F01-187F-0001B0B908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mọi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niềm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an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ủi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</a:t>
            </a:r>
            <a:br>
              <a:rPr lang="en-US" sz="8000" b="1" dirty="0">
                <a:latin typeface="Times New Roman (Headings)"/>
                <a:cs typeface="Arial" panose="020B0604020202020204" pitchFamily="34" charset="0"/>
              </a:rPr>
            </a:b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ủi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an con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trong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mọi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gian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nan</a:t>
            </a:r>
            <a:r>
              <a:rPr lang="en-US" sz="8000" b="1" i="1" dirty="0">
                <a:latin typeface="Times New Roman (Headings)"/>
                <a:cs typeface="Arial" panose="020B0604020202020204" pitchFamily="34" charset="0"/>
              </a:rPr>
              <a:t>. </a:t>
            </a:r>
            <a:r>
              <a:rPr lang="en-US" sz="8000" b="1" i="1" dirty="0">
                <a:solidFill>
                  <a:srgbClr val="EE0000"/>
                </a:solidFill>
                <a:latin typeface="Times New Roman (Headings)"/>
                <a:cs typeface="Arial" panose="020B0604020202020204" pitchFamily="34" charset="0"/>
              </a:rPr>
              <a:t>All.. All..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083894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C9DDD-A390-A82E-E354-BE57FFB0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ó thể là hình ảnh về văn bản cho biết 'chúa Nhất Kinh Trọng Thế CÁC THÁNH TỬ ĐẠO Việt Nam &quot;Phúc thay Phucitayaibachaivisongcongct aibị ai bi bách hại VÌ sống công chính, VÌ NƯỠC TRỜI LÃ CỦA HỌ.&quot; &quot; [M5,10] 5, , 10 (Mt5'">
            <a:extLst>
              <a:ext uri="{FF2B5EF4-FFF2-40B4-BE49-F238E27FC236}">
                <a16:creationId xmlns:a16="http://schemas.microsoft.com/office/drawing/2014/main" id="{44448A1C-585A-1934-9912-E12EE664B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232465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3ABA4-807E-D75C-D52C-5C1741014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C7524-1DCF-5012-325A-112DC29DE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14351"/>
            <a:ext cx="9144000" cy="4629148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>
                <a:solidFill>
                  <a:srgbClr val="EE0000"/>
                </a:solidFill>
                <a:effectLst/>
                <a:latin typeface="Times New Roman (Headings)"/>
                <a:cs typeface="Arial" panose="020B0604020202020204" pitchFamily="34" charset="0"/>
              </a:rPr>
              <a:t>CT: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Tôi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tin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kính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một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Thiên Chúa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là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Cha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toàn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năng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iêu đề 1">
            <a:extLst>
              <a:ext uri="{FF2B5EF4-FFF2-40B4-BE49-F238E27FC236}">
                <a16:creationId xmlns:a16="http://schemas.microsoft.com/office/drawing/2014/main" id="{9B130C5D-607E-1CBB-D591-F748074BB843}"/>
              </a:ext>
            </a:extLst>
          </p:cNvPr>
          <p:cNvSpPr txBox="1">
            <a:spLocks/>
          </p:cNvSpPr>
          <p:nvPr/>
        </p:nvSpPr>
        <p:spPr>
          <a:xfrm>
            <a:off x="0" y="73600"/>
            <a:ext cx="9144000" cy="514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TIN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endParaRPr lang="vi-VN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460507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309F3-8315-CE40-0B0A-EA1412C04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03A48-7357-BDA4-3CCC-60DB19E797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Đấng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tạo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thành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trời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đất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muôn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vật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hữu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hình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và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vô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hình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1278370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03334-9006-FD9C-EE9F-42904ED33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0168C-2886-DF81-5CE8-19D4DA9DDB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Tôi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tin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kính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một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Chúa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Giê-su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Ki-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tô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Con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Một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Thiên Chúa,</a:t>
            </a:r>
          </a:p>
        </p:txBody>
      </p:sp>
    </p:spTree>
    <p:extLst>
      <p:ext uri="{BB962C8B-B14F-4D97-AF65-F5344CB8AC3E}">
        <p14:creationId xmlns:p14="http://schemas.microsoft.com/office/powerpoint/2010/main" val="2448684649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14702-B588-558A-1359-E8B9C635D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1DD87-71D7-AED6-17FA-35FFEFA48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sinh bởi Đức Chúa Cha từ trước muôn đời.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57194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737AC-60A0-9959-47F1-5D68D9B49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9E8A-C643-00E5-AC2D-6C2820D32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Người là Thiên Chúa bởi Thiên Chúa, Ánh Sáng bởi Ánh Sáng,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185499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CE7A3-6C92-3908-91CA-673B0AC87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87E14-CD07-987B-B16A-B6F1EAC662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Thiên Chúa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thật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bởi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Thiên Chúa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thật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6855143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E1989-CD9F-C389-DBCA-E38B2B16A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B3884-7BF0-103E-74AE-B62AE3B0C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Được sinh ra mà không phải được tạo thành đồng bản thể với Đức Chúa Cha: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47988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702D7-D322-577F-67D6-CF9AF370B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7094C-0B2C-98F4-6B4D-4514C85AA1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nhờ Người mà muôn vật được tạo thành.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224773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651F0-8517-85E0-AD02-BB3A04FC5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34158-F0F9-35B6-3EE8-8E1A93B8F6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Vì loài người chúng ta và để cứu độ chúng ta, Người đã từ trời xuống thế.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317151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E0594-87D3-1701-548F-A1FB74949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8790E-DD99-C089-5A30-F58F5D8CCE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7000" b="1" dirty="0">
                <a:effectLst/>
                <a:latin typeface="Times New Roman (Headings)"/>
                <a:cs typeface="Arial" panose="020B0604020202020204" pitchFamily="34" charset="0"/>
              </a:rPr>
              <a:t>Bởi phép Đức Chúa Thánh Thần, Người đã nhập thể trong lòng Trinh Nữ Ma-ri-a, </a:t>
            </a:r>
            <a:br>
              <a:rPr lang="en-US" sz="7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7000" b="1" dirty="0">
                <a:effectLst/>
                <a:latin typeface="Times New Roman (Headings)"/>
                <a:cs typeface="Arial" panose="020B0604020202020204" pitchFamily="34" charset="0"/>
              </a:rPr>
              <a:t>và đã làm người.</a:t>
            </a:r>
            <a:endParaRPr lang="en-US" sz="7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088456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04B99-47D6-7361-9262-F92BC79A0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AA215-A9FC-C80A-B3B8-C734F22608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Người chịu đóng đinh vào thập giá vì chúng ta,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404257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57FD2-CC38-ED97-66C3-FEA9FCE15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A4BD7-BB80-6939-2C6C-FE35D4772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thời quan </a:t>
            </a:r>
            <a:r>
              <a:rPr lang="vi-VN" sz="7200" b="1" dirty="0">
                <a:effectLst/>
                <a:latin typeface="Times New Roman (Headings)"/>
                <a:cs typeface="Arial" panose="020B0604020202020204" pitchFamily="34" charset="0"/>
              </a:rPr>
              <a:t>Phong-xi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-</a:t>
            </a:r>
            <a:r>
              <a:rPr lang="vi-VN" sz="7200" b="1" dirty="0">
                <a:effectLst/>
                <a:latin typeface="Times New Roman (Headings)"/>
                <a:cs typeface="Arial" panose="020B0604020202020204" pitchFamily="34" charset="0"/>
              </a:rPr>
              <a:t>ô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vi-VN" sz="7200" b="1" dirty="0">
                <a:effectLst/>
                <a:latin typeface="Times New Roman (Headings)"/>
                <a:cs typeface="Arial" panose="020B0604020202020204" pitchFamily="34" charset="0"/>
              </a:rPr>
              <a:t>Phi-la-tô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;</a:t>
            </a:r>
            <a:r>
              <a:rPr lang="en-US" sz="105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Người chịu khổ hình và mai táng.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748042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2B82F-F1B5-2650-3B64-FC86C186D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AC947-BCD7-2678-BDCD-F5DD300050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Ngày thứ ba Người sống lại như lời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Thánh kinh.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618283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C22B3-9BF7-16BA-860C-D4E9C0DDC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485B6-3F65-7989-D709-51616B9725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Người lên trời, ngự bên hữu Đức Chúa Cha.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711280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DAA13-4036-8519-BEA4-BBAB076B2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625AD-8F23-2772-F0C9-2C9B161DE8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Và Người sẽ lại đến trong vinh quang để phán xét kẻ sống và kẻ chết,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876205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90F71-DD30-B648-823A-B189F0464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771F9-5B9B-F4BF-40E1-9B253EDB10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Nước Người sẽ không bao giờ cùng.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011190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D87F4-5936-E338-1E4D-7D5DFB51C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56C0D-5D39-DF8B-E96E-C1E7BB3B80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Tôi</a:t>
            </a:r>
            <a:r>
              <a:rPr lang="en-US" sz="7200" b="1">
                <a:effectLst/>
                <a:latin typeface="Times New Roman (Headings)"/>
                <a:cs typeface="Arial" panose="020B0604020202020204" pitchFamily="34" charset="0"/>
              </a:rPr>
              <a:t> tin </a:t>
            </a:r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kính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 Đức Chúa Thánh </a:t>
            </a:r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Thần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là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 Thiên Chúa, </a:t>
            </a:r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và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là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Đấng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 ban </a:t>
            </a:r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sự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sống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89142787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69B4C-4C34-8B84-98A4-809EEAEF9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7CD4B-98DB-7F88-F991-BC295B90F5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Người bởi Đức Chúa Cha và Đức Chúa Con mà ra.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723285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51C22-968A-79B9-95D0-922E624A3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28DD2-9620-254B-2ED0-219513EAB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7200" b="1" dirty="0">
                <a:effectLst/>
                <a:latin typeface="Times New Roman (Headings)"/>
                <a:cs typeface="Arial" panose="020B0604020202020204" pitchFamily="34" charset="0"/>
              </a:rPr>
              <a:t>Người được phụng thờ và tôn vinh cùng với Đức Chúa Cha và Đức Chúa Con</a:t>
            </a:r>
            <a:endParaRPr lang="en-US" sz="72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884281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50C26-B26C-BB85-1BCC-45F7AB7D6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9FBF3-26E4-9539-6D59-A4727CFF0A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Người đã dùng các Tiên tri mà phán dạy.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897880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BB88B-0D7F-4D7B-97CD-D35FF041C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0486A-BFEB-AC1F-2399-6E3280D660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Tôi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tin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Hội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Thánh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duy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nhất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,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thánh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thiện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,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công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giáo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và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tông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truyền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1903746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0C82F-AC4B-5F76-0A86-D951776B0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CA16B-F7F9-4ED1-D0A6-4074FE90D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Tôi tuyên xưng có một Phép Rửa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để tha tội.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629172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666B3-C50D-C141-A14C-1FF4C97F3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A895A-326F-80AF-1F23-A7D232913C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Tôi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trông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đợi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kẻ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chết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sống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lại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và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sự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sống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đời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sau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. 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Amen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1381447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EA540-8D94-6198-9659-D74C886EE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ó thể là hình ảnh về văn bản cho biết 'chúa Nhất Kinh Trọng Thế CÁC THÁNH TỬ ĐẠO Việt Nam &quot;Phúc thay Phucitayaibachaivisongcongct aibị ai bi bách hại VÌ sống công chính, VÌ NƯỠC TRỜI LÃ CỦA HỌ.&quot; &quot; [M5,10] 5, , 10 (Mt5'">
            <a:extLst>
              <a:ext uri="{FF2B5EF4-FFF2-40B4-BE49-F238E27FC236}">
                <a16:creationId xmlns:a16="http://schemas.microsoft.com/office/drawing/2014/main" id="{744655BA-2DAB-F49B-A5E3-65AC136A7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0864635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FCB38-41C2-527C-14C7-BA88EAF3F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52F11-2C4F-E299-24FE-8E81AAC56E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</p:spPr>
        <p:txBody>
          <a:bodyPr lIns="91440" tIns="0" rIns="91440" bIns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 b="1" dirty="0" err="1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DÂNG</a:t>
            </a:r>
            <a:r>
              <a:rPr lang="en-US" sz="4700" b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sz="4700" b="1" dirty="0" err="1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LỄ</a:t>
            </a:r>
            <a:br>
              <a:rPr lang="en-US" sz="4700" b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CON </a:t>
            </a: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MUỐN</a:t>
            </a:r>
            <a: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DÂNG</a:t>
            </a:r>
            <a:b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4700" b="1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(Cao Huy Hoàng)</a:t>
            </a:r>
            <a:endParaRPr lang="en-US" sz="4700" b="1" dirty="0">
              <a:solidFill>
                <a:schemeClr val="bg1">
                  <a:lumMod val="50000"/>
                </a:schemeClr>
              </a:solidFill>
              <a:effectLst/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286852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27BF2-E065-7BEE-150F-A8E413610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8D814-82E8-C3DB-5F74-205B743D57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1.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Con muốn dâng lên Ngài tâm tư cuộc đời dương thế.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427385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8B56D-3E9E-EF7D-988E-4E3FB4A80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A49A3-D4B7-547C-DB52-535A32A046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Con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muốn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dâng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lên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Ngài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tấm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lòng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con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những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chua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cay,</a:t>
            </a:r>
          </a:p>
        </p:txBody>
      </p:sp>
    </p:spTree>
    <p:extLst>
      <p:ext uri="{BB962C8B-B14F-4D97-AF65-F5344CB8AC3E}">
        <p14:creationId xmlns:p14="http://schemas.microsoft.com/office/powerpoint/2010/main" val="2159390971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D5644-119A-6E28-DE6F-3CE6D226E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1728B-1C3D-6201-06B1-D5795B8B0E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dâng tấm bánh trắng này và dâng lên ly rượu đầy.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536257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A446E-A753-559A-6C6C-5F27CAAB8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CAC37-CE6F-2F8C-63AF-258394DB8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Với chút tình thơ ngây Ngài ơi hãy thương lòng này.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46787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9A798-468A-0C11-83D1-031682B0E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B27F0-AE5E-C1DC-08E6-F61BE14EB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ĐK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: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Kính tiến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dâng lên Chúa hiệp cùng hy tế cao siêu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841882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F07E3-A7D8-B094-D2F8-578FDD1EB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4255E-933C-C6FA-8C56-10E22727CA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thương yêu chết trên đỉnh đồi một chiều máu hồng loang tím.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368496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18145-DC70-946B-33D0-B54110017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8001C-A086-BB20-D343-A76F6DB324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Kính tiến dâng lên Chúa cuộc đời thơm ngát hoa xinh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881191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0A201-12DD-C0BA-26BD-A72B7B915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495F-A99A-5A26-FFCC-A9AAC4E21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hy sinh hiến thân quên mình Ngài ơi tâm tình con dâng.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527787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8FD6C-6517-09A3-45DC-5C52FD43D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165C5-4873-F018-A626-3177026334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2</a:t>
            </a:r>
            <a:r>
              <a:rPr lang="vi-VN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Con muốn dâng lên Ngài tâm tư thẹn thùng không nói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549281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F1659-D059-D9B9-1A3E-D60CC05F0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71EF9-644A-16A5-0F59-557830077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khi biết con yêu Ngài chút tình như khói như mây.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970573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C0E41-A7DB-34F5-8673-AA7379820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2007C-F95A-4AA5-8610-56150C3470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Nhờ lễ hiến thánh này Ngài cho con say tình Ngài.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13798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18270-9756-1FF0-F0C3-B27DC2034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BDD7-58B3-7A8D-F01E-ABC5C2EBA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Hãy xoá lời chua cay và ban xuống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ơn tràn đầy.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6597494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5BF6A-F275-5CE9-4F55-A6D82B88E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50477-B6A2-C1DF-92CB-A9A55476C6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ĐK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: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Kính tiến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dâng lên Chúa hiệp cùng hy tế cao siêu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695940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25DF2-BF5F-4E56-1CD1-9D2FE0A8B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43DA9-A63E-F81D-62E3-B1E3542E2E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thương yêu chết trên đỉnh đồi một chiều máu hồng loang tím.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738239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E084B-DEFD-BB87-97EE-254C956A4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5C571-01B9-6220-A4F1-ED5ABB8CC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Kính tiến dâng lên Chúa cuộc đời thơm ngát hoa xinh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872258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3D450-0FAA-9A59-54C4-56622B512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26694-1C8E-0F88-98CB-C0045EF62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hy sinh hiến thân quên mình Ngài ơi tâm tình con dâng.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114202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C783-343F-41E1-A9A3-C0E589351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olden chalice and a cross next to a book&#10;&#10;AI-generated content may be incorrect.">
            <a:extLst>
              <a:ext uri="{FF2B5EF4-FFF2-40B4-BE49-F238E27FC236}">
                <a16:creationId xmlns:a16="http://schemas.microsoft.com/office/drawing/2014/main" id="{9CCBCF23-AD9F-5D42-DBB7-995EE45D93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82" b="984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118615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8D9D5-A23E-6BBB-E98F-ED8501C40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1DBD5-CA43-B2C0-FCBF-3EE6E690A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Thánh! Thánh! Thánh!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EC67625-A584-71C9-DC6A-48D77CA02FDC}"/>
              </a:ext>
            </a:extLst>
          </p:cNvPr>
          <p:cNvSpPr txBox="1">
            <a:spLocks/>
          </p:cNvSpPr>
          <p:nvPr/>
        </p:nvSpPr>
        <p:spPr>
          <a:xfrm>
            <a:off x="736600" y="0"/>
            <a:ext cx="7670800" cy="698500"/>
          </a:xfrm>
          <a:prstGeom prst="rect">
            <a:avLst/>
          </a:prstGeom>
        </p:spPr>
        <p:txBody>
          <a:bodyPr vert="horz" lIns="91440" tIns="0" rIns="91440" bIns="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THÁNH, THÁNH, THÁNH</a:t>
            </a:r>
            <a:endParaRPr lang="en-US" sz="28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474676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02A77-D47F-6FC9-C5D9-0C8132835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C6FC8-E179-2295-EF89-D415ACCEC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Chúa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là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br>
              <a:rPr lang="en-US" sz="8800" b="1" dirty="0">
                <a:latin typeface="Times New Roman (Headings)"/>
                <a:cs typeface="Arial" panose="020B0604020202020204" pitchFamily="34" charset="0"/>
              </a:rPr>
            </a:b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Thiên Chúa </a:t>
            </a:r>
            <a:br>
              <a:rPr lang="en-US" sz="8800" b="1" dirty="0">
                <a:latin typeface="Times New Roman (Headings)"/>
                <a:cs typeface="Arial" panose="020B0604020202020204" pitchFamily="34" charset="0"/>
              </a:rPr>
            </a:b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các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đạo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binh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692475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4BFAA-906B-F87D-63C3-7344518A4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24FC7-0BA2-DEAE-6637-B73C85F20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Trời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đất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đầy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vinh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quang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Chúa.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49129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9696E-4182-1AC5-4ABA-92D137924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9062E-7A11-0161-7949-18A7EC1C1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Hoan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hô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Chúa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trên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các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tầng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trời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788413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A2B5-8FE4-BFF3-4455-EAC3FA4E0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70518-4B59-8673-42A7-31FD8D869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latin typeface="Times New Roman (Headings)"/>
                <a:cs typeface="Arial" panose="020B0604020202020204" pitchFamily="34" charset="0"/>
              </a:rPr>
              <a:t>Chúc tụng Đấng ngự đến nhân </a:t>
            </a:r>
            <a:br>
              <a:rPr lang="en-US" sz="88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800" b="1" dirty="0">
                <a:latin typeface="Times New Roman (Headings)"/>
                <a:cs typeface="Arial" panose="020B0604020202020204" pitchFamily="34" charset="0"/>
              </a:rPr>
              <a:t>danh Chúa.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072303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2E839-4BC2-5D4E-067A-AD6D93382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8827E-2C60-01F6-969D-0E1E94C95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Hoan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hô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Chúa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trên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các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tầng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trời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160022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0F89C-26B8-18AE-AE4C-5724908A0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olden chalice and a cross next to a book&#10;&#10;AI-generated content may be incorrect.">
            <a:extLst>
              <a:ext uri="{FF2B5EF4-FFF2-40B4-BE49-F238E27FC236}">
                <a16:creationId xmlns:a16="http://schemas.microsoft.com/office/drawing/2014/main" id="{B07FA62F-0CDA-A0F3-FC21-14D12741DD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82" b="984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637043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DD8AB-9376-DF47-3B62-C62770DC3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52319-7BB2-33A4-5530-FDC4D06202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br>
              <a:rPr lang="en-US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Lạy Chiên Thiên Chúa, Đấng xóa tội trần gian: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A1C776A-278F-4296-FCAC-16D992471F07}"/>
              </a:ext>
            </a:extLst>
          </p:cNvPr>
          <p:cNvSpPr txBox="1">
            <a:spLocks/>
          </p:cNvSpPr>
          <p:nvPr/>
        </p:nvSpPr>
        <p:spPr>
          <a:xfrm>
            <a:off x="736600" y="0"/>
            <a:ext cx="7670800" cy="698500"/>
          </a:xfrm>
          <a:prstGeom prst="rect">
            <a:avLst/>
          </a:prstGeom>
        </p:spPr>
        <p:txBody>
          <a:bodyPr vert="horz" lIns="91440" tIns="0" rIns="91440" bIns="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LẠY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CHIÊN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THIÊN CHÚA</a:t>
            </a:r>
            <a:endParaRPr lang="en-US" sz="28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021700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425D1-87B6-20FB-BEE9-7CED28EFF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3141D-F132-B717-062E-FDD830CDF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latin typeface="Times New Roman (Headings)"/>
                <a:cs typeface="Arial" panose="020B0604020202020204" pitchFamily="34" charset="0"/>
              </a:rPr>
              <a:t>xin thương xót chúng con.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624283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D8A8A-E7FC-32F9-295C-DDB8635E2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64102-F419-D02C-ED70-305683D10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Lạy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Chiên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Thiên Chúa,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Đấng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xóa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tội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trần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gian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: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825872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A0A03-4090-0847-0BE3-DEDBCAA31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5AACF-BB62-9B64-F105-737A986CA7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latin typeface="Times New Roman (Headings)"/>
                <a:cs typeface="Arial" panose="020B0604020202020204" pitchFamily="34" charset="0"/>
              </a:rPr>
              <a:t>xin thương xót chúng con.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202925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AF561-BBB5-7246-BAC6-A618CC522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5C9F2-7EEF-CDB7-E770-CC363BD46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Lạy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Chiên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Thiên Chúa,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Đấng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xóa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tội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trần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gian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002065255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A9862-3D27-1788-F65E-C8EE1DD06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3BCC7-4C43-5215-0548-437F6500D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xin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ban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bình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an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cho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chúng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con.</a:t>
            </a:r>
          </a:p>
        </p:txBody>
      </p:sp>
    </p:spTree>
    <p:extLst>
      <p:ext uri="{BB962C8B-B14F-4D97-AF65-F5344CB8AC3E}">
        <p14:creationId xmlns:p14="http://schemas.microsoft.com/office/powerpoint/2010/main" val="1826054389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C489F-0128-0A65-2D7F-8FE0A2674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olden chalice and a cross next to a book&#10;&#10;AI-generated content may be incorrect.">
            <a:extLst>
              <a:ext uri="{FF2B5EF4-FFF2-40B4-BE49-F238E27FC236}">
                <a16:creationId xmlns:a16="http://schemas.microsoft.com/office/drawing/2014/main" id="{A57232F5-7FD6-0AC4-321C-401ABC3B5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82" b="984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897070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2632E-045F-429D-89C2-2B23C4BEE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C97BC-3BA8-E80B-21BF-07457BED8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Dầu là sự sống hay sự chết, hoặc bất cứ một thọ sinh nào: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F46BA91-2D2C-80B4-9A2D-0CAA88032323}"/>
              </a:ext>
            </a:extLst>
          </p:cNvPr>
          <p:cNvSpPr txBox="1">
            <a:spLocks/>
          </p:cNvSpPr>
          <p:nvPr/>
        </p:nvSpPr>
        <p:spPr>
          <a:xfrm>
            <a:off x="736600" y="0"/>
            <a:ext cx="7670800" cy="698500"/>
          </a:xfrm>
          <a:prstGeom prst="rect">
            <a:avLst/>
          </a:prstGeom>
        </p:spPr>
        <p:txBody>
          <a:bodyPr vert="horz" lIns="91440" tIns="0" rIns="91440" bIns="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CA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HIỆP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LỄ</a:t>
            </a:r>
            <a:endParaRPr lang="en-US" sz="60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9829928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3D426-8AEE-C717-24AB-2C50A3B71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B7419-B699-D60E-76AB-13B6181FFA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không có gì tách chúng ta ra khỏi tình yêu của Thiên Chúa </a:t>
            </a:r>
          </a:p>
        </p:txBody>
      </p:sp>
    </p:spTree>
    <p:extLst>
      <p:ext uri="{BB962C8B-B14F-4D97-AF65-F5344CB8AC3E}">
        <p14:creationId xmlns:p14="http://schemas.microsoft.com/office/powerpoint/2010/main" val="3489254914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AD1D8-F18D-881D-7FBD-A9B194736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old chalice and two round objects on a plate&#10;&#10;AI-generated content may be incorrect.">
            <a:extLst>
              <a:ext uri="{FF2B5EF4-FFF2-40B4-BE49-F238E27FC236}">
                <a16:creationId xmlns:a16="http://schemas.microsoft.com/office/drawing/2014/main" id="{829ED5CD-2CE5-D529-9A44-0B1FCEE5A9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1"/>
            <a:ext cx="9144000" cy="5141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213542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4293F-BA6C-A212-BFD7-75ADD11CE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4844-C508-6B0C-D71E-141649C473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0"/>
            <a:ext cx="9144001" cy="5143500"/>
          </a:xfrm>
        </p:spPr>
        <p:txBody>
          <a:bodyPr lIns="91440" tIns="0" rIns="91440" bIns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 b="1" dirty="0" err="1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HIỆP</a:t>
            </a:r>
            <a:r>
              <a:rPr lang="en-US" sz="4700" b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sz="4700" b="1" dirty="0" err="1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LỄ</a:t>
            </a:r>
            <a:br>
              <a:rPr lang="en-US" sz="4700" b="1" dirty="0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BÀI</a:t>
            </a:r>
            <a: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CA</a:t>
            </a:r>
            <a:b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NGÀN</a:t>
            </a:r>
            <a: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TRÙNG</a:t>
            </a:r>
            <a:br>
              <a:rPr lang="en-US" sz="67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4700" b="1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(</a:t>
            </a:r>
            <a:r>
              <a:rPr lang="en-US" sz="4700" b="1" i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Lm</a:t>
            </a:r>
            <a:r>
              <a:rPr lang="en-US" sz="4700" b="1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. Kim Long)</a:t>
            </a:r>
            <a:endParaRPr lang="en-US" sz="4700" b="1" dirty="0">
              <a:solidFill>
                <a:schemeClr val="bg1">
                  <a:lumMod val="50000"/>
                </a:schemeClr>
              </a:solidFill>
              <a:effectLst/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445071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12FDD-E0FA-922E-237A-136619E81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310D9-2B5E-AF01-E40F-3F4370A6F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ĐK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Đây bài ca ngàn trùng dâng về Thiên Chúa,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539375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A535B-4335-B11A-691B-D5ACBD6C2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B0CA9-2062-EB02-E68D-E6BEE66863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bài ca thắm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nhuộm máu hồng.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870366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6E723-B84E-EB23-D26D-7F76CB1B7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C89ED-81D4-2942-3EDE-6F78BAA7D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Từng bao người </a:t>
            </a:r>
            <a:br>
              <a:rPr lang="en-US" sz="80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anh dũng tiến lên </a:t>
            </a:r>
            <a:br>
              <a:rPr lang="en-US" sz="80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hy sinh vì tình yêu.</a:t>
            </a:r>
            <a:endParaRPr lang="vi-VN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247277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B1215-13FE-50C1-7250-456C5BBF2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F2C78-1E22-2631-2CE3-B447D9B903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1.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Không có tình yêu nào trọng đại cho bằng chết vì yêu.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555038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87F25-F31A-4D7B-3684-BC6FCA65F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311B3-53AD-4806-1ECD-5C412461B7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Nhìn Chúa đ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ẫ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m máu trên đồi cao, 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037767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39461-54B3-3123-DDE7-0A10DB26E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34A8C-7E8A-18D4-E604-DFD59EA25F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từng đoàn người anh dũng tiến lên pháp trường.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954106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7EF23-3BA8-CDA9-AC87-2BF1D83CF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168A5-30C4-2F21-F79F-C112532FE4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ĐK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Đây bài ca ngàn trùng dâng về Thiên Chúa,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003897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B68B0-10C3-8C02-B7EE-C8BFC8DD3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223E0-899F-31CC-6249-7973DFAF7D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bài ca thắm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nhuộm máu hồng.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2194346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68EF1-1265-1D2A-537E-36BAE6524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6507-1112-73A3-1F69-FE5FAF35F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Từng bao người </a:t>
            </a:r>
            <a:br>
              <a:rPr lang="en-US" sz="80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anh dũng tiến lên </a:t>
            </a:r>
            <a:br>
              <a:rPr lang="en-US" sz="80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hy sinh vì tình yêu.</a:t>
            </a:r>
            <a:endParaRPr lang="vi-VN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105629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87069-F68C-54A3-21F0-4EDD350F7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4C970-3B38-C4B2-43FB-1DE1AE7D45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2.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Ai chối từ xác phàm trần lụy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sẽ được sống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hiển vinh.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90649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6F7E1-0285-C57A-3AD0-BF34BD948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95020-18DD-7DD6-918E-A0DC6DBD96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Vì Đấng phán xét trong quyền linh đã tự nhận đau đớn với muôn khổ hình.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351941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49265-AD68-5C64-8229-5E634E889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0C062-5212-612A-5B1F-FB0EE7F037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ĐK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Đây bài ca ngàn trùng dâng về Thiên Chúa,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639449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BF288-B86F-97E2-D9D5-6D23FCE3E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E826D-F604-71F5-9889-C5B352E09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bài ca thắm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nhuộm máu hồng.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321163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FA896-7645-7996-E434-0A4F5D044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D492F-39DA-45A1-8E94-012B80416A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Từng bao người </a:t>
            </a:r>
            <a:br>
              <a:rPr lang="en-US" sz="80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anh dũng tiến lên </a:t>
            </a:r>
            <a:br>
              <a:rPr lang="en-US" sz="80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hy sinh vì tình yêu.</a:t>
            </a:r>
            <a:endParaRPr lang="vi-VN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795390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75623-CC16-270C-1ED5-C75C66DF1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31E10-CB20-7309-C02F-398557D710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3.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Tay Chúa hằng che chở phù hộ quân thù sẽ phải lui.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970941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E8499-AA92-D218-ECB3-45981B177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922CA-C548-8D52-9706-A27919FC6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Họ chiến thắng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hát ca mừng vui dù người trần chê trách lãng quên suốt đời.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991618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390F0-40F0-2B98-81C7-DD0DA8776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7BAC8-1263-2649-5001-BDDD06A0C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ĐK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Đây bài ca ngàn trùng dâng về Thiên Chúa,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924625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6F295-58AE-1266-C69B-9DB59B7AD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2603A-97F6-8909-82C8-FD7B38F80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bài ca thắm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nhuộm máu hồng.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3946589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B3A4E-BD13-659D-12D4-2197D847C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E29CF-D0CB-D328-3F00-D5904497E5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Từng bao người </a:t>
            </a:r>
            <a:br>
              <a:rPr lang="en-US" sz="80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anh dũng tiến lên </a:t>
            </a:r>
            <a:br>
              <a:rPr lang="en-US" sz="80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hy sinh vì tình yêu.</a:t>
            </a:r>
            <a:endParaRPr lang="vi-VN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494399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33911-835E-8800-222D-16062ED31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ó thể là hình ảnh về văn bản cho biết 'chúa Nhất Kinh Trọng Thế CÁC THÁNH TỬ ĐẠO Việt Nam &quot;Phúc thay Phucitayaibachaivisongcongct aibị ai bi bách hại VÌ sống công chính, VÌ NƯỠC TRỜI LÃ CỦA HỌ.&quot; &quot; [M5,10] 5, , 10 (Mt5'">
            <a:extLst>
              <a:ext uri="{FF2B5EF4-FFF2-40B4-BE49-F238E27FC236}">
                <a16:creationId xmlns:a16="http://schemas.microsoft.com/office/drawing/2014/main" id="{AC1E7BBA-58AB-97FA-D4EC-5D32EBD19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364473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23D71-BC68-100A-9F02-38DD98D41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B7ADD-2E84-6630-1D52-B4038C318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</p:spPr>
        <p:txBody>
          <a:bodyPr lIns="91440" tIns="0" rIns="91440" bIns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 b="1" dirty="0" err="1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KẾT</a:t>
            </a:r>
            <a:r>
              <a:rPr lang="en-US" sz="4700" b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sz="4700" b="1" dirty="0" err="1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LỄ</a:t>
            </a:r>
            <a:b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TỪ</a:t>
            </a:r>
            <a: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CHỐN</a:t>
            </a:r>
            <a:b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LUYỆN</a:t>
            </a:r>
            <a: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HÌNH</a:t>
            </a:r>
            <a:b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5400" b="1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(</a:t>
            </a:r>
            <a:r>
              <a:rPr lang="en-US" sz="5400" b="1" i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Lm</a:t>
            </a:r>
            <a:r>
              <a:rPr lang="vi-VN" sz="5400" b="1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. </a:t>
            </a:r>
            <a:r>
              <a:rPr lang="en-US" sz="5400" b="1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Kim Long)</a:t>
            </a:r>
            <a:endParaRPr lang="en-US" sz="4700" b="1" dirty="0">
              <a:solidFill>
                <a:schemeClr val="bg1">
                  <a:lumMod val="50000"/>
                </a:schemeClr>
              </a:solidFill>
              <a:effectLst/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645951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65D3E-6024-C05B-C588-C3F3A4075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48F62-0FBE-07B6-A99E-FBC1BF1D57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1.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 Từ chốn luyện hình u tối vọng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tiếng bao linh hồn khóc than.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649438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0854A-30FD-74BA-D760-3D98AFF08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86308-F178-7F8F-C4CD-1D711E0E4B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Niềm thành tin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dâng Mẹ nhân ái,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446063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C5B5C-CDF7-D0B9-7A1A-70562510C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0D183-93BC-177E-321E-A32048051C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nguyện Mẹ thương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nghe đoàn con cái thiết tha van nài.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436994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7D6B4-25A4-68BA-E2A0-C34789D7F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472C8-B9C7-DF7D-AE39-1E208F835D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ĐK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: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Từ vực sâu tiếng khóc than còn vọng ngân với tháng năm u hoài đớn đau.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593117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D0295-385D-3EA3-CD3D-7E434BD76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6B165-88CB-575F-802C-4729B1549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Mẹ, Mẹ ơi, hãy đoái thương, lòng từ bi hãy chiếu soi hết mọi linh hồn.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117550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9BF2F-A836-8E47-1044-5FD751D0C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ó thể là hình ảnh về văn bản cho biết 'chúa Nhất Kinh Trọng Thế CÁC THÁNH TỬ ĐẠO Việt Nam &quot;Phúc thay Phucitayaibachaivisongcongct aibị ai bi bách hại VÌ sống công chính, VÌ NƯỠC TRỜI LÃ CỦA HỌ.&quot; &quot; [M5,10] 5, , 10 (Mt5'">
            <a:extLst>
              <a:ext uri="{FF2B5EF4-FFF2-40B4-BE49-F238E27FC236}">
                <a16:creationId xmlns:a16="http://schemas.microsoft.com/office/drawing/2014/main" id="{ECE52D8F-3760-08BF-5485-F2C6BB52E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6811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UTM American Sans"/>
        <a:ea typeface=""/>
        <a:cs typeface=""/>
      </a:majorFont>
      <a:minorFont>
        <a:latin typeface="UTM America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1788</TotalTime>
  <Words>3762</Words>
  <Application>Microsoft Office PowerPoint</Application>
  <PresentationFormat>On-screen Show (16:9)</PresentationFormat>
  <Paragraphs>379</Paragraphs>
  <Slides>241</Slides>
  <Notes>77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241</vt:i4>
      </vt:variant>
    </vt:vector>
  </HeadingPairs>
  <TitlesOfParts>
    <vt:vector size="248" baseType="lpstr">
      <vt:lpstr>Arial</vt:lpstr>
      <vt:lpstr>Calibri</vt:lpstr>
      <vt:lpstr>Oswald</vt:lpstr>
      <vt:lpstr>Times New Roman</vt:lpstr>
      <vt:lpstr>Times New Roman (Headings)</vt:lpstr>
      <vt:lpstr>UTM American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NHẬP LỄ ANH HÙNG TỬ ĐẠO (Lm. Huy Hoàng)</vt:lpstr>
      <vt:lpstr>1. Đây chốn huy hoàng chan hòa muôn ánh quang!</vt:lpstr>
      <vt:lpstr>Bao tiếng hát vang lừng tung hô ngày vinh thắng.</vt:lpstr>
      <vt:lpstr>Đây tấm bia vàng ghi ngàn năm  chiến công.</vt:lpstr>
      <vt:lpstr>Cờ phất phới oai hùng tiếng hát ca lừng bốn phương.</vt:lpstr>
      <vt:lpstr>ĐK: Xin các Thánh Tử Đạo Việt Nam.</vt:lpstr>
      <vt:lpstr>Nơi vinh phúc  chiếu soi rỡ ràng Thương lắng nghe lời con kêu khấn.</vt:lpstr>
      <vt:lpstr>Ban xuống  muôn phúc trên nước Nam.</vt:lpstr>
      <vt:lpstr>PowerPoint Presentation</vt:lpstr>
      <vt:lpstr>ĐÁP CA THÁNH VỊNH 125 (Lm. Thái Nguyên)  (03 câu)</vt:lpstr>
      <vt:lpstr>1/3. Khi Chúa đem những người Sion  bị bắt trở về,</vt:lpstr>
      <vt:lpstr>chúng tôi như  người đang mơ.  Bấy giờ miệng chúng tôi vui cười,</vt:lpstr>
      <vt:lpstr> lưỡi chúng tôi  thốt lên bao lời  hân hoan.</vt:lpstr>
      <vt:lpstr>ĐK:  Ai gieo trong lệ sầu, sẽ gặt trong vui sướng.</vt:lpstr>
      <vt:lpstr>Ai đi trong  đau thương, sẽ về trong vui mừng.</vt:lpstr>
      <vt:lpstr>2/3. Và bấy giờ  thiên hạ nhỏ to  nói với nhau rằng:</vt:lpstr>
      <vt:lpstr>Chúa thương  đối xử khoan dung. Chúa đã xử rất  ư nhân từ</vt:lpstr>
      <vt:lpstr>nên chúng tôi  xiết bao vui mừng hân hoan.</vt:lpstr>
      <vt:lpstr>ĐK:  Ai gieo trong lệ sầu, sẽ gặt trong vui sướng.</vt:lpstr>
      <vt:lpstr>Ai đi trong  đau thương, sẽ về trong vui mừng.</vt:lpstr>
      <vt:lpstr>3/3. Lạy Chúa thương biến đổi phận con như suối phương Nam.</vt:lpstr>
      <vt:lpstr>Ai gieo trong  lệ đau thương,  sẽ được gặt hái  trong vui mừng,</vt:lpstr>
      <vt:lpstr>những khúc ca biến tan trong niềm hân hoan.</vt:lpstr>
      <vt:lpstr>ĐK:  Ai gieo trong lệ sầu, sẽ gặt trong vui sướng.</vt:lpstr>
      <vt:lpstr>Ai đi trong  đau thương, sẽ về trong vui mừng.</vt:lpstr>
      <vt:lpstr>PowerPoint Presentation</vt:lpstr>
      <vt:lpstr>PowerPoint Presentation</vt:lpstr>
      <vt:lpstr>All… All… Chúc tụng Chúa  là Cha nhân từ Thiên Chúa</vt:lpstr>
      <vt:lpstr>mọi niềm an ủi  ủi an con trong mọi gian nan. All.. All..</vt:lpstr>
      <vt:lpstr>PowerPoint Presentation</vt:lpstr>
      <vt:lpstr>CT: Tôi tin kính một Thiên Chúa là Cha toàn năng.</vt:lpstr>
      <vt:lpstr>Đấng tạo thành trời đất muôn vật hữu hình và vô hình.</vt:lpstr>
      <vt:lpstr>Tôi tin kính một Chúa Giê-su Ki-tô Con Một Thiên Chúa,</vt:lpstr>
      <vt:lpstr>sinh bởi Đức Chúa Cha từ trước muôn đời.</vt:lpstr>
      <vt:lpstr>Người là Thiên Chúa bởi Thiên Chúa, Ánh Sáng bởi Ánh Sáng,</vt:lpstr>
      <vt:lpstr>Thiên Chúa thật bởi Thiên Chúa thật.</vt:lpstr>
      <vt:lpstr>Được sinh ra mà không phải được tạo thành đồng bản thể với Đức Chúa Cha:</vt:lpstr>
      <vt:lpstr>nhờ Người mà muôn vật được tạo thành.</vt:lpstr>
      <vt:lpstr>Vì loài người chúng ta và để cứu độ chúng ta, Người đã từ trời xuống thế.</vt:lpstr>
      <vt:lpstr>Bởi phép Đức Chúa Thánh Thần, Người đã nhập thể trong lòng Trinh Nữ Ma-ri-a,  và đã làm người.</vt:lpstr>
      <vt:lpstr>Người chịu đóng đinh vào thập giá vì chúng ta,</vt:lpstr>
      <vt:lpstr>thời quan Phong-xi-ô Phi-la-tô; Người chịu khổ hình và mai táng.</vt:lpstr>
      <vt:lpstr>Ngày thứ ba Người sống lại như lời  Thánh kinh.</vt:lpstr>
      <vt:lpstr>Người lên trời, ngự bên hữu Đức Chúa Cha.</vt:lpstr>
      <vt:lpstr>Và Người sẽ lại đến trong vinh quang để phán xét kẻ sống và kẻ chết,</vt:lpstr>
      <vt:lpstr>Nước Người sẽ không bao giờ cùng.</vt:lpstr>
      <vt:lpstr>Tôi tin kính Đức Chúa Thánh Thần là Thiên Chúa, và là Đấng ban sự sống,</vt:lpstr>
      <vt:lpstr>Người bởi Đức Chúa Cha và Đức Chúa Con mà ra.</vt:lpstr>
      <vt:lpstr>Người được phụng thờ và tôn vinh cùng với Đức Chúa Cha và Đức Chúa Con</vt:lpstr>
      <vt:lpstr>Người đã dùng các Tiên tri mà phán dạy.</vt:lpstr>
      <vt:lpstr>Tôi tin Hội Thánh duy nhất, thánh thiện, công giáo và tông truyền.</vt:lpstr>
      <vt:lpstr>Tôi tuyên xưng có một Phép Rửa  để tha tội.</vt:lpstr>
      <vt:lpstr>Tôi trông đợi kẻ chết sống lại và sự sống đời sau. Amen.</vt:lpstr>
      <vt:lpstr>PowerPoint Presentation</vt:lpstr>
      <vt:lpstr>DÂNG LỄ CON MUỐN DÂNG (Cao Huy Hoàng)</vt:lpstr>
      <vt:lpstr>1. Con muốn dâng lên Ngài tâm tư cuộc đời dương thế.</vt:lpstr>
      <vt:lpstr>Con muốn dâng lên Ngài tấm lòng con những chua cay,</vt:lpstr>
      <vt:lpstr>dâng tấm bánh trắng này và dâng lên ly rượu đầy.</vt:lpstr>
      <vt:lpstr>Với chút tình thơ ngây Ngài ơi hãy thương lòng này.</vt:lpstr>
      <vt:lpstr>ĐK: Kính tiến  dâng lên Chúa hiệp cùng hy tế cao siêu</vt:lpstr>
      <vt:lpstr>thương yêu chết trên đỉnh đồi một chiều máu hồng loang tím.</vt:lpstr>
      <vt:lpstr>Kính tiến dâng lên Chúa cuộc đời thơm ngát hoa xinh</vt:lpstr>
      <vt:lpstr>hy sinh hiến thân quên mình Ngài ơi tâm tình con dâng.</vt:lpstr>
      <vt:lpstr>2. Con muốn dâng lên Ngài tâm tư thẹn thùng không nói</vt:lpstr>
      <vt:lpstr>khi biết con yêu Ngài chút tình như khói như mây.</vt:lpstr>
      <vt:lpstr>Nhờ lễ hiến thánh này Ngài cho con say tình Ngài.</vt:lpstr>
      <vt:lpstr>Hãy xoá lời chua cay và ban xuống  ơn tràn đầy.</vt:lpstr>
      <vt:lpstr>ĐK: Kính tiến  dâng lên Chúa hiệp cùng hy tế cao siêu</vt:lpstr>
      <vt:lpstr>thương yêu chết trên đỉnh đồi một chiều máu hồng loang tím.</vt:lpstr>
      <vt:lpstr>Kính tiến dâng lên Chúa cuộc đời thơm ngát hoa xinh</vt:lpstr>
      <vt:lpstr>hy sinh hiến thân quên mình Ngài ơi tâm tình con dâng.</vt:lpstr>
      <vt:lpstr>PowerPoint Presentation</vt:lpstr>
      <vt:lpstr>Thánh! Thánh! Thánh!</vt:lpstr>
      <vt:lpstr>Chúa là  Thiên Chúa  các đạo binh.</vt:lpstr>
      <vt:lpstr>Trời đất đầy vinh quang Chúa.</vt:lpstr>
      <vt:lpstr>Hoan hô Chúa trên các tầng trời.</vt:lpstr>
      <vt:lpstr>Chúc tụng Đấng ngự đến nhân  danh Chúa.</vt:lpstr>
      <vt:lpstr>Hoan hô Chúa trên các tầng trời.</vt:lpstr>
      <vt:lpstr>PowerPoint Presentation</vt:lpstr>
      <vt:lpstr> Lạy Chiên Thiên Chúa, Đấng xóa tội trần gian:</vt:lpstr>
      <vt:lpstr>xin thương xót chúng con.</vt:lpstr>
      <vt:lpstr>Lạy Chiên Thiên Chúa, Đấng xóa tội trần gian:</vt:lpstr>
      <vt:lpstr>xin thương xót chúng con.</vt:lpstr>
      <vt:lpstr>Lạy Chiên Thiên Chúa, Đấng xóa tội trần gian:</vt:lpstr>
      <vt:lpstr>xin ban bình an cho chúng con.</vt:lpstr>
      <vt:lpstr>PowerPoint Presentation</vt:lpstr>
      <vt:lpstr>Dầu là sự sống hay sự chết, hoặc bất cứ một thọ sinh nào:</vt:lpstr>
      <vt:lpstr>không có gì tách chúng ta ra khỏi tình yêu của Thiên Chúa </vt:lpstr>
      <vt:lpstr>PowerPoint Presentation</vt:lpstr>
      <vt:lpstr>HIỆP LỄ BÀI CA NGÀN TRÙNG (Lm. Kim Long)</vt:lpstr>
      <vt:lpstr>ĐK. Đây bài ca ngàn trùng dâng về Thiên Chúa,</vt:lpstr>
      <vt:lpstr>bài ca thắm nhuộm máu hồng.</vt:lpstr>
      <vt:lpstr>Từng bao người  anh dũng tiến lên  hy sinh vì tình yêu.</vt:lpstr>
      <vt:lpstr>1. Không có tình yêu nào trọng đại cho bằng chết vì yêu.</vt:lpstr>
      <vt:lpstr>Nhìn Chúa đẫm máu trên đồi cao, </vt:lpstr>
      <vt:lpstr>từng đoàn người anh dũng tiến lên pháp trường.</vt:lpstr>
      <vt:lpstr>ĐK. Đây bài ca ngàn trùng dâng về Thiên Chúa,</vt:lpstr>
      <vt:lpstr>bài ca thắm nhuộm máu hồng.</vt:lpstr>
      <vt:lpstr>Từng bao người  anh dũng tiến lên  hy sinh vì tình yêu.</vt:lpstr>
      <vt:lpstr>2. Ai chối từ xác phàm trần lụy  sẽ được sống  hiển vinh.</vt:lpstr>
      <vt:lpstr>Vì Đấng phán xét trong quyền linh đã tự nhận đau đớn với muôn khổ hình.</vt:lpstr>
      <vt:lpstr>ĐK. Đây bài ca ngàn trùng dâng về Thiên Chúa,</vt:lpstr>
      <vt:lpstr>bài ca thắm nhuộm máu hồng.</vt:lpstr>
      <vt:lpstr>Từng bao người  anh dũng tiến lên  hy sinh vì tình yêu.</vt:lpstr>
      <vt:lpstr>3. Tay Chúa hằng che chở phù hộ quân thù sẽ phải lui.</vt:lpstr>
      <vt:lpstr>Họ chiến thắng hát ca mừng vui dù người trần chê trách lãng quên suốt đời.</vt:lpstr>
      <vt:lpstr>ĐK. Đây bài ca ngàn trùng dâng về Thiên Chúa,</vt:lpstr>
      <vt:lpstr>bài ca thắm nhuộm máu hồng.</vt:lpstr>
      <vt:lpstr>Từng bao người  anh dũng tiến lên  hy sinh vì tình yêu.</vt:lpstr>
      <vt:lpstr>PowerPoint Presentation</vt:lpstr>
      <vt:lpstr>KẾT LỄ TỪ CHỐN LUYỆN HÌNH (Lm. Kim Long)</vt:lpstr>
      <vt:lpstr>1. Từ chốn luyện hình u tối vọng  tiếng bao linh hồn khóc than.</vt:lpstr>
      <vt:lpstr>Niềm thành tin  dâng Mẹ nhân ái,</vt:lpstr>
      <vt:lpstr>nguyện Mẹ thương nghe đoàn con cái thiết tha van nài.</vt:lpstr>
      <vt:lpstr>ĐK: Từ vực sâu tiếng khóc than còn vọng ngân với tháng năm u hoài đớn đau.</vt:lpstr>
      <vt:lpstr>Mẹ, Mẹ ơi, hãy đoái thương, lòng từ bi hãy chiếu soi hết mọi linh hồn.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 Nhập Lễ VÀO NHÀ CHÚA St: Minh Tâm</dc:title>
  <cp:lastModifiedBy>Lý Thanh Ngô</cp:lastModifiedBy>
  <cp:revision>1843</cp:revision>
  <cp:lastPrinted>2025-09-26T13:19:17Z</cp:lastPrinted>
  <dcterms:created xsi:type="dcterms:W3CDTF">2023-01-29T22:00:16Z</dcterms:created>
  <dcterms:modified xsi:type="dcterms:W3CDTF">2025-11-15T08:16:20Z</dcterms:modified>
</cp:coreProperties>
</file>