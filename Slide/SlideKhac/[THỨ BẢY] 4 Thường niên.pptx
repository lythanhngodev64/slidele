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6" roundtripDataSignature="AMtx7mg9Z39z1xVtLlnSa5KtHp46f9n7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236" Type="http://customschemas.google.com/relationships/presentationmetadata" Target="metadata"/><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c6b650b34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c6b650b34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5c728cec8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b5c728cec8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5c728cec8_0_1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b5c728cec8_0_1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bc6b650b3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bc6b650b3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bc6b650b34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bc6b650b34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9" name="Google Shape;79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4" name="Google Shape;804;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bc6b650b34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9" name="Google Shape;809;g3bc6b650b34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4" name="Google Shape;814;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9" name="Google Shape;819;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4" name="Google Shape;824;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9" name="Google Shape;829;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bc6b650b34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4" name="Google Shape;834;g3bc6b650b34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4" name="Google Shape;844;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9" name="Google Shape;849;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c6b650b34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c6b650b34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5" name="Google Shape;865;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2" name="Google Shape;872;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7" name="Google Shape;877;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bc6b650b34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2" name="Google Shape;882;g3bc6b650b34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7" name="Google Shape;887;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3" name="Google Shape;913;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3bc6b650b34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8" name="Google Shape;988;g3bc6b650b34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3" name="Google Shape;993;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3" name="Google Shape;1003;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bc6b650b3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8" name="Google Shape;1008;g3bc6b650b3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bc6b650b34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g3bc6b650b34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8" name="Google Shape;101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bc6b650b34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8" name="Google Shape;1028;g3bc6b650b34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bc6b650b34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3" name="Google Shape;1033;g3bc6b650b34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bbbf7d17f7_0_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8" name="Google Shape;1038;g3bbbf7d17f7_0_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bbbf7d17f7_0_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3" name="Google Shape;1043;g3bbbf7d17f7_0_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bc6b650b34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8" name="Google Shape;1048;g3bc6b650b34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bc6b650b34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3" name="Google Shape;1053;g3bc6b650b34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bc6b650b34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8" name="Google Shape;1058;g3bc6b650b34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bc6b650b34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3" name="Google Shape;1063;g3bc6b650b34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bc6b650b34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8" name="Google Shape;1068;g3bc6b650b34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bc6b650b34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3" name="Google Shape;1073;g3bc6b650b34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8" name="Google Shape;107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3" name="Google Shape;108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8" name="Google Shape;108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3" name="Google Shape;109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8" name="Google Shape;109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3" name="Google Shape;110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8" name="Google Shape;110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3" name="Google Shape;111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8" name="Google Shape;111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3" name="Google Shape;1123;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bc6b650b34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9" name="Google Shape;1129;g3bc6b650b34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4" name="Google Shape;1134;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9" name="Google Shape;1139;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9" name="Google Shape;1149;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b5c728cec8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4" name="Google Shape;1154;g3b5c728cec8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baa6357486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9" name="Google Shape;1159;g3baa6357486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4" name="Google Shape;1164;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9" name="Google Shape;1169;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bbbf7d17f7_0_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4" name="Google Shape;1174;g3bbbf7d17f7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bbbf7d17f7_0_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9" name="Google Shape;1179;g3bbbf7d17f7_0_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bbbf7d17f7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4" name="Google Shape;1184;g3bbbf7d17f7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bbbf7d17f7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9" name="Google Shape;1189;g3bbbf7d17f7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bbbf7d17f7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4" name="Google Shape;1194;g3bbbf7d17f7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bbbf7d17f7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9" name="Google Shape;1199;g3bbbf7d17f7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bc6b650b34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4" name="Google Shape;1204;g3bc6b650b34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bc6b650b34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9" name="Google Shape;1209;g3bc6b650b34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bc6b650b34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4" name="Google Shape;1214;g3bc6b650b34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bc6b650b34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9" name="Google Shape;1219;g3bc6b650b34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bc6b650b34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4" name="Google Shape;1224;g3bc6b650b34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9" name="Google Shape;1229;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4" name="Google Shape;1234;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9" name="Google Shape;1239;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4" name="Google Shape;1244;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b26357b4a1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9" name="Google Shape;1249;g3b26357b4a1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3bc6b650b34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4" name="Google Shape;1254;g3bc6b650b34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3.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4.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5.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7.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7.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7.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2.jp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 Id="rId3" Type="http://schemas.openxmlformats.org/officeDocument/2006/relationships/image" Target="../media/image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bc6b650b34_0_81"/>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LÊN ĐỀN NGÀI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Thái Nguyên)</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1. Nhịp nhàng vui bước đi lên đền thánh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câu ca ngợi tình thương Chúa chan hoà.</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b5c728cec8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con dâng Ngài niềm tin mến thiết tha.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b5c728cec8_0_1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Thu qua Đông tàn lòng thành quyết không phai nhoà.</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Về nhà Chúa ôi lòng đầy rộn rã.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Cất câu ca con thấy lòng an hoà.</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Trong tình yêu của Thiên Chúa là Cha, con cảm tạ ôi tình Cha muôn vàn.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bc6b650b34_0_85"/>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bc6b650b34_0_89"/>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8" name="Google Shape;78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9" name="Google Shape;789;p133"/>
          <p:cNvSpPr/>
          <p:nvPr/>
        </p:nvSpPr>
        <p:spPr>
          <a:xfrm flipH="1" rot="10800000">
            <a:off x="-1733" y="0"/>
            <a:ext cx="6803134" cy="5143179"/>
          </a:xfrm>
          <a:prstGeom prst="rect">
            <a:avLst/>
          </a:prstGeom>
          <a:gradFill>
            <a:gsLst>
              <a:gs pos="0">
                <a:srgbClr val="000000">
                  <a:alpha val="48627"/>
                </a:srgbClr>
              </a:gs>
              <a:gs pos="8000">
                <a:srgbClr val="000000">
                  <a:alpha val="48627"/>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90" name="Google Shape;790;p133"/>
          <p:cNvSpPr/>
          <p:nvPr/>
        </p:nvSpPr>
        <p:spPr>
          <a:xfrm flipH="1" rot="-5400000">
            <a:off x="2737118" y="-1264380"/>
            <a:ext cx="3670923" cy="9145160"/>
          </a:xfrm>
          <a:prstGeom prst="rect">
            <a:avLst/>
          </a:prstGeom>
          <a:gradFill>
            <a:gsLst>
              <a:gs pos="0">
                <a:srgbClr val="9CC2E5">
                  <a:alpha val="0"/>
                </a:srgbClr>
              </a:gs>
              <a:gs pos="100000">
                <a:srgbClr val="000000">
                  <a:alpha val="42745"/>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1" name="Google Shape;791;p133"/>
          <p:cNvPicPr preferRelativeResize="0"/>
          <p:nvPr/>
        </p:nvPicPr>
        <p:blipFill>
          <a:blip r:embed="rId3">
            <a:alphaModFix/>
          </a:blip>
          <a:stretch>
            <a:fillRect/>
          </a:stretch>
        </p:blipFill>
        <p:spPr>
          <a:xfrm>
            <a:off x="0" y="0"/>
            <a:ext cx="9143424" cy="5143181"/>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145</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Chúa là Đấng trả lại quyền lợi cho người oan ức,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ban cho những người đói khát được no nê.</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3bc6b650b34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cứu gỡ những ai trong tù tội.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xin đến cứu độ chúng con xin đến cứu độ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Chúa mở mắt những người mù loà, cứu người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khốn khó.</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yêu thương những người hiền đức lòng khiêm nhu.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che chở những ai khách dặm đường.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g3bc6b650b34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xin đến cứu độ chúng con xin đến cứu độ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Chúa nâng đỡ những người lạc loài trên đường dương thế.</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xua tan nẻo đường u tối của ác nhân.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làm vua đến muôn muôn ngàn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c6b650b34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xin đến cứu độ chúng con xin đến cứu độ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0" name="Shape 860"/>
        <p:cNvGrpSpPr/>
        <p:nvPr/>
      </p:nvGrpSpPr>
      <p:grpSpPr>
        <a:xfrm>
          <a:off x="0" y="0"/>
          <a:ext cx="0" cy="0"/>
          <a:chOff x="0" y="0"/>
          <a:chExt cx="0" cy="0"/>
        </a:xfrm>
      </p:grpSpPr>
      <p:sp>
        <p:nvSpPr>
          <p:cNvPr id="861" name="Google Shape;861;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62" name="Google Shape;862;p155"/>
          <p:cNvPicPr preferRelativeResize="0"/>
          <p:nvPr/>
        </p:nvPicPr>
        <p:blipFill>
          <a:blip r:embed="rId3">
            <a:alphaModFix/>
          </a:blip>
          <a:stretch>
            <a:fillRect/>
          </a:stretch>
        </p:blipFill>
        <p:spPr>
          <a:xfrm>
            <a:off x="0" y="0"/>
            <a:ext cx="9141701" cy="5142209"/>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Chúc tụng Đấng nhân danh Chúa </a:t>
            </a:r>
            <a:br>
              <a:rPr b="1" lang="en-US" sz="8000">
                <a:solidFill>
                  <a:schemeClr val="lt1"/>
                </a:solidFill>
                <a:latin typeface="Times"/>
                <a:ea typeface="Times"/>
                <a:cs typeface="Times"/>
                <a:sym typeface="Times"/>
              </a:rPr>
            </a:br>
            <a:r>
              <a:rPr b="1" lang="en-US" sz="8000">
                <a:solidFill>
                  <a:schemeClr val="lt1"/>
                </a:solidFill>
                <a:latin typeface="Times"/>
                <a:ea typeface="Times"/>
                <a:cs typeface="Times"/>
                <a:sym typeface="Times"/>
              </a:rPr>
              <a:t>mà đến,</a:t>
            </a:r>
            <a:endParaRPr b="1" sz="8000">
              <a:solidFill>
                <a:schemeClr val="lt1"/>
              </a:solidFill>
              <a:latin typeface="Times"/>
              <a:ea typeface="Times"/>
              <a:cs typeface="Times"/>
              <a:sym typeface="Times"/>
            </a:endParaRPr>
          </a:p>
        </p:txBody>
      </p:sp>
      <p:sp>
        <p:nvSpPr>
          <p:cNvPr id="869" name="Google Shape;869;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bình an trên trời </a:t>
            </a:r>
            <a:br>
              <a:rPr b="1" lang="en-US" sz="8000">
                <a:solidFill>
                  <a:schemeClr val="lt1"/>
                </a:solidFill>
                <a:latin typeface="Times"/>
                <a:ea typeface="Times"/>
                <a:cs typeface="Times"/>
                <a:sym typeface="Times"/>
              </a:rPr>
            </a:br>
            <a:r>
              <a:rPr b="1" lang="en-US" sz="8000">
                <a:solidFill>
                  <a:schemeClr val="lt1"/>
                </a:solidFill>
                <a:latin typeface="Times"/>
                <a:ea typeface="Times"/>
                <a:cs typeface="Times"/>
                <a:sym typeface="Times"/>
              </a:rPr>
              <a:t>và vinh quang trên các tầng trời</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pic>
        <p:nvPicPr>
          <p:cNvPr id="879" name="Google Shape;879;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pic>
        <p:nvPicPr>
          <p:cNvPr id="884" name="Google Shape;884;g3bc6b650b34_0_93"/>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90" name="Google Shape;890;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pic>
        <p:nvPicPr>
          <p:cNvPr id="990" name="Google Shape;990;g3bc6b650b34_0_97"/>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MUỐN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(Cao Huy Hoàng)</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Con muốn dâng lên Ngài tâm tư cuộc đời dương thế.</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muốn dâng lên Ngài tấm lòng con những chua cay,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g3bc6b650b3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tấm bánh trắng này và dâng lên ly rượu đầy.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g3bc6b650b34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Với chút tình thơ ngây Ngài ơi hãy thương lòng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lên Chúa hiệp cùng hy tế cao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thương yêu chết trên đỉnh đồi một chiều máu hồng loang tím.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3bc6b650b34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tiến dâng lên Chúa cuộc đời thơm ngát hoa xinh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g3bc6b650b34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hy sinh hiến thân quên mình Ngài ơi tâm tình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g3bbbf7d17f7_0_5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Con muốn dâng lên Ngài tâm tư thẹn thùng không nói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g3bbbf7d17f7_0_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khi biết con yêu Ngài chút tình như khói như mây.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g3bc6b650b34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Nhờ lễ hiến thánh này Ngài cho con say tình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g3bc6b650b34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xoá lời chua cay và ban xuống ơn tràn đầy.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g3bc6b650b34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lên Chúa hiệp cùng hy tế cao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g3bc6b650b34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thương yêu chết trên đỉnh đồi một chiều máu hồng loang tím.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g3bc6b650b34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tiến dâng lên Chúa cuộc đời thơm ngát hoa xinh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g3bc6b650b34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hy sinh hiến thân quên mình Ngài ơi tâm tình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pic>
        <p:nvPicPr>
          <p:cNvPr descr="A golden chalice and a cross next to a book&#10;&#10;AI-generated content may be incorrect." id="1080" name="Google Shape;108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pic>
        <p:nvPicPr>
          <p:cNvPr descr="A golden chalice and a cross next to a book&#10;&#10;AI-generated content may be incorrect." id="1100" name="Google Shape;110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pic>
        <p:nvPicPr>
          <p:cNvPr descr="A golden chalice and a cross next to a book&#10;&#10;AI-generated content may be incorrect." id="1120" name="Google Shape;112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Phúc cho những ai có tinh thần nghèo khó, vì nước trời là của họ.</a:t>
            </a:r>
            <a:endParaRPr b="1" sz="7200">
              <a:solidFill>
                <a:schemeClr val="lt1"/>
              </a:solidFill>
              <a:latin typeface="Times"/>
              <a:ea typeface="Times"/>
              <a:cs typeface="Times"/>
              <a:sym typeface="Times"/>
            </a:endParaRPr>
          </a:p>
        </p:txBody>
      </p:sp>
      <p:sp>
        <p:nvSpPr>
          <p:cNvPr id="1126" name="Google Shape;1126;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g3bc6b650b34_0_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Phúc cho những ai hiền lành, vì họ sẽ được Đất Nước làm cơ nghiệp.</a:t>
            </a:r>
            <a:endParaRPr b="1" sz="7200">
              <a:solidFill>
                <a:schemeClr val="lt1"/>
              </a:solidFill>
              <a:latin typeface="Times"/>
              <a:ea typeface="Times"/>
              <a:cs typeface="Times"/>
              <a:sym typeface="Times"/>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pic>
        <p:nvPicPr>
          <p:cNvPr descr="A gold chalice and two round objects on a plate&#10;&#10;AI-generated content may be incorrect." id="1136" name="Google Shape;1136;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TÂM TÌNH</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YÊU MẾN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Thái Nguyên)</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Xin cho con trở nên bé nhỏ để con dễ nghe tiếng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con thấy Chúa hiện diện trong hết mọi biến cố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g3b5c728cec8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cho con tình yêu thắm nồng để con sống trong niềm hy vọng,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g3baa6357486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biết âm thầm lặng lẽ hy sinh, phụng sự Chúa với lòng trung trinh.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Con an vui sống khiêm nhường dấn thân,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trong hân hoan Chúa chính là lẽ sống con suốt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g3bbbf7d17f7_0_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Cho con vui theo bước đường Chúa đi con đường thập giá,</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g3bbbf7d17f7_0_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gian nguy con đâu nề sá chi.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g3bbbf7d17f7_0_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Cho con vui vì bao thống khổ để chia sớt cùng với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g3bbbf7d17f7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cảm thông với những đau buồn đang trĩu nặng trong cõi lòng 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g3bbbf7d17f7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cho con hiệp thông với Ngài bao khốn khó trong đời nhân loại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g3bbbf7d17f7_0_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u hoài thổn thức khôn vơi để tình yêu sáng đẹp muôn nơi.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g3bc6b650b34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Con an vui sống khiêm nhường dấn thân,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g3bc6b650b34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trong hân hoan Chúa chính là lẽ sống con suốt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g3bc6b650b34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Cho con vui theo bước đường Chúa đi con đường thập giá,</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g3bc6b650b34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gian nguy con đâu nề sá chi.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pic>
        <p:nvPicPr>
          <p:cNvPr id="1226" name="Google Shape;1226;g3bc6b650b34_0_101"/>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ĐẸP TƯƠI</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b="1" lang="en-US" sz="8000">
                <a:solidFill>
                  <a:srgbClr val="FFFF00"/>
                </a:solidFill>
                <a:latin typeface="Times New Roman"/>
                <a:ea typeface="Times New Roman"/>
                <a:cs typeface="Times New Roman"/>
                <a:sym typeface="Times New Roman"/>
              </a:rPr>
              <a:t>1.</a:t>
            </a:r>
            <a:r>
              <a:rPr b="1" lang="en-US" sz="8000">
                <a:solidFill>
                  <a:srgbClr val="FFFFFF"/>
                </a:solidFill>
                <a:latin typeface="Times New Roman"/>
                <a:ea typeface="Times New Roman"/>
                <a:cs typeface="Times New Roman"/>
                <a:sym typeface="Times New Roman"/>
              </a:rPr>
              <a:t> Mẹ Ma-ri-a đẹp tươi như bình minh chiếu rạng ngời.</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Vầng trăng lung linh màn đêm, so với Mẹ còn kém xa.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Con thành tâm kính mừng Mẹ, mừng Mẹ đầy ơn phúc.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g3b26357b4a1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Lòng khiết trinh như huệ thắm xinh muôn đời hiển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pic>
        <p:nvPicPr>
          <p:cNvPr id="1256" name="Google Shape;1256;g3bc6b650b34_0_105"/>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