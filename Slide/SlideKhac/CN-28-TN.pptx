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3"/>
  </p:notesMasterIdLst>
  <p:sldIdLst>
    <p:sldId id="11455" r:id="rId2"/>
    <p:sldId id="11503" r:id="rId3"/>
    <p:sldId id="321" r:id="rId4"/>
    <p:sldId id="371" r:id="rId5"/>
    <p:sldId id="322" r:id="rId6"/>
    <p:sldId id="372" r:id="rId7"/>
    <p:sldId id="323" r:id="rId8"/>
    <p:sldId id="9865" r:id="rId9"/>
    <p:sldId id="324" r:id="rId10"/>
    <p:sldId id="9866" r:id="rId11"/>
    <p:sldId id="9867" r:id="rId12"/>
    <p:sldId id="10719" r:id="rId13"/>
    <p:sldId id="10720" r:id="rId14"/>
    <p:sldId id="9869" r:id="rId15"/>
    <p:sldId id="9870" r:id="rId16"/>
    <p:sldId id="9871" r:id="rId17"/>
    <p:sldId id="9872" r:id="rId18"/>
    <p:sldId id="9873" r:id="rId19"/>
    <p:sldId id="9874" r:id="rId20"/>
    <p:sldId id="10721" r:id="rId21"/>
    <p:sldId id="10722" r:id="rId22"/>
    <p:sldId id="10723" r:id="rId23"/>
    <p:sldId id="10724" r:id="rId24"/>
    <p:sldId id="10725"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5" r:id="rId41"/>
    <p:sldId id="9897" r:id="rId42"/>
    <p:sldId id="9898" r:id="rId43"/>
    <p:sldId id="9899" r:id="rId44"/>
    <p:sldId id="9900" r:id="rId45"/>
    <p:sldId id="9901" r:id="rId46"/>
    <p:sldId id="9902" r:id="rId47"/>
    <p:sldId id="9904" r:id="rId48"/>
    <p:sldId id="9905" r:id="rId49"/>
    <p:sldId id="9906" r:id="rId50"/>
    <p:sldId id="9907" r:id="rId51"/>
    <p:sldId id="9908" r:id="rId52"/>
    <p:sldId id="9909" r:id="rId53"/>
    <p:sldId id="9910" r:id="rId54"/>
    <p:sldId id="9911" r:id="rId55"/>
    <p:sldId id="9912" r:id="rId56"/>
    <p:sldId id="9913" r:id="rId57"/>
    <p:sldId id="9914" r:id="rId58"/>
    <p:sldId id="9915" r:id="rId59"/>
    <p:sldId id="9916" r:id="rId60"/>
    <p:sldId id="9917" r:id="rId61"/>
    <p:sldId id="9918" r:id="rId62"/>
    <p:sldId id="9919" r:id="rId63"/>
    <p:sldId id="9920" r:id="rId64"/>
    <p:sldId id="9921" r:id="rId65"/>
    <p:sldId id="9922" r:id="rId66"/>
    <p:sldId id="9923" r:id="rId67"/>
    <p:sldId id="9924" r:id="rId68"/>
    <p:sldId id="9925" r:id="rId69"/>
    <p:sldId id="9926" r:id="rId70"/>
    <p:sldId id="9927" r:id="rId71"/>
    <p:sldId id="9928" r:id="rId72"/>
    <p:sldId id="9929" r:id="rId73"/>
    <p:sldId id="9930" r:id="rId74"/>
    <p:sldId id="9931" r:id="rId75"/>
    <p:sldId id="9932" r:id="rId76"/>
    <p:sldId id="9933" r:id="rId77"/>
    <p:sldId id="9934" r:id="rId78"/>
    <p:sldId id="9935" r:id="rId79"/>
    <p:sldId id="341" r:id="rId80"/>
    <p:sldId id="409" r:id="rId81"/>
    <p:sldId id="342" r:id="rId82"/>
    <p:sldId id="417" r:id="rId83"/>
    <p:sldId id="343" r:id="rId84"/>
    <p:sldId id="344" r:id="rId85"/>
    <p:sldId id="9936" r:id="rId86"/>
    <p:sldId id="345" r:id="rId87"/>
    <p:sldId id="418" r:id="rId88"/>
    <p:sldId id="346" r:id="rId89"/>
    <p:sldId id="347" r:id="rId90"/>
    <p:sldId id="412" r:id="rId91"/>
    <p:sldId id="348" r:id="rId92"/>
    <p:sldId id="349" r:id="rId93"/>
    <p:sldId id="350" r:id="rId94"/>
    <p:sldId id="419" r:id="rId95"/>
    <p:sldId id="351" r:id="rId96"/>
    <p:sldId id="413" r:id="rId97"/>
    <p:sldId id="352" r:id="rId98"/>
    <p:sldId id="353" r:id="rId99"/>
    <p:sldId id="415" r:id="rId100"/>
    <p:sldId id="354" r:id="rId101"/>
    <p:sldId id="355" r:id="rId102"/>
    <p:sldId id="401" r:id="rId103"/>
    <p:sldId id="356" r:id="rId104"/>
    <p:sldId id="402" r:id="rId105"/>
    <p:sldId id="357" r:id="rId106"/>
    <p:sldId id="403" r:id="rId107"/>
    <p:sldId id="358" r:id="rId108"/>
    <p:sldId id="359" r:id="rId109"/>
    <p:sldId id="405" r:id="rId110"/>
    <p:sldId id="9984" r:id="rId111"/>
    <p:sldId id="406" r:id="rId112"/>
    <p:sldId id="408" r:id="rId113"/>
    <p:sldId id="365" r:id="rId114"/>
    <p:sldId id="9985" r:id="rId115"/>
    <p:sldId id="366" r:id="rId116"/>
    <p:sldId id="9961" r:id="rId117"/>
    <p:sldId id="423" r:id="rId118"/>
    <p:sldId id="424" r:id="rId119"/>
    <p:sldId id="11552" r:id="rId120"/>
    <p:sldId id="10283" r:id="rId121"/>
    <p:sldId id="10284" r:id="rId122"/>
    <p:sldId id="10790" r:id="rId123"/>
    <p:sldId id="11110" r:id="rId124"/>
    <p:sldId id="10417" r:id="rId125"/>
    <p:sldId id="11529" r:id="rId126"/>
    <p:sldId id="11530" r:id="rId127"/>
    <p:sldId id="11553" r:id="rId128"/>
    <p:sldId id="10180" r:id="rId129"/>
    <p:sldId id="10181" r:id="rId130"/>
    <p:sldId id="10258" r:id="rId131"/>
    <p:sldId id="10260" r:id="rId132"/>
    <p:sldId id="10262" r:id="rId133"/>
    <p:sldId id="10264" r:id="rId134"/>
    <p:sldId id="10265" r:id="rId135"/>
    <p:sldId id="10266" r:id="rId136"/>
    <p:sldId id="10267" r:id="rId137"/>
    <p:sldId id="10268" r:id="rId138"/>
    <p:sldId id="10269" r:id="rId139"/>
    <p:sldId id="10270" r:id="rId140"/>
    <p:sldId id="10271" r:id="rId141"/>
    <p:sldId id="10272" r:id="rId142"/>
    <p:sldId id="11554" r:id="rId143"/>
    <p:sldId id="385" r:id="rId144"/>
    <p:sldId id="10256" r:id="rId145"/>
    <p:sldId id="10142" r:id="rId146"/>
    <p:sldId id="11226" r:id="rId147"/>
    <p:sldId id="11467" r:id="rId148"/>
    <p:sldId id="11417" r:id="rId149"/>
    <p:sldId id="11418" r:id="rId150"/>
    <p:sldId id="11419" r:id="rId151"/>
    <p:sldId id="11420" r:id="rId152"/>
    <p:sldId id="11531" r:id="rId153"/>
    <p:sldId id="11532" r:id="rId154"/>
    <p:sldId id="11470" r:id="rId155"/>
    <p:sldId id="11471" r:id="rId156"/>
    <p:sldId id="11533" r:id="rId157"/>
    <p:sldId id="11534" r:id="rId158"/>
    <p:sldId id="11307" r:id="rId159"/>
    <p:sldId id="11556" r:id="rId160"/>
    <p:sldId id="10280" r:id="rId161"/>
    <p:sldId id="11168" r:id="rId162"/>
    <p:sldId id="11555" r:id="rId163"/>
    <p:sldId id="9864" r:id="rId164"/>
    <p:sldId id="10316" r:id="rId165"/>
    <p:sldId id="10317" r:id="rId166"/>
    <p:sldId id="10318" r:id="rId167"/>
    <p:sldId id="10319" r:id="rId168"/>
    <p:sldId id="10320" r:id="rId169"/>
    <p:sldId id="10321" r:id="rId170"/>
    <p:sldId id="10322" r:id="rId171"/>
    <p:sldId id="10323" r:id="rId172"/>
    <p:sldId id="10324" r:id="rId173"/>
    <p:sldId id="10325" r:id="rId174"/>
    <p:sldId id="10337" r:id="rId175"/>
    <p:sldId id="10326" r:id="rId176"/>
    <p:sldId id="10327" r:id="rId177"/>
    <p:sldId id="10328" r:id="rId178"/>
    <p:sldId id="10336" r:id="rId179"/>
    <p:sldId id="10329" r:id="rId180"/>
    <p:sldId id="10330" r:id="rId181"/>
    <p:sldId id="10331" r:id="rId182"/>
    <p:sldId id="10332" r:id="rId183"/>
    <p:sldId id="10333" r:id="rId184"/>
    <p:sldId id="10334" r:id="rId185"/>
    <p:sldId id="10335" r:id="rId186"/>
    <p:sldId id="11557" r:id="rId187"/>
    <p:sldId id="10651" r:id="rId188"/>
    <p:sldId id="10652" r:id="rId189"/>
    <p:sldId id="10653" r:id="rId190"/>
    <p:sldId id="11169" r:id="rId191"/>
    <p:sldId id="11475" r:id="rId192"/>
    <p:sldId id="11275" r:id="rId193"/>
    <p:sldId id="11366" r:id="rId194"/>
    <p:sldId id="11367" r:id="rId195"/>
    <p:sldId id="11369" r:id="rId196"/>
    <p:sldId id="11476" r:id="rId197"/>
    <p:sldId id="11484" r:id="rId198"/>
    <p:sldId id="11477" r:id="rId199"/>
    <p:sldId id="11478" r:id="rId200"/>
    <p:sldId id="11535" r:id="rId201"/>
    <p:sldId id="11536" r:id="rId202"/>
    <p:sldId id="11537" r:id="rId203"/>
    <p:sldId id="11538" r:id="rId204"/>
    <p:sldId id="11221" r:id="rId205"/>
    <p:sldId id="10252" r:id="rId206"/>
    <p:sldId id="11182" r:id="rId207"/>
    <p:sldId id="10212" r:id="rId208"/>
    <p:sldId id="10823" r:id="rId209"/>
    <p:sldId id="10931" r:id="rId210"/>
    <p:sldId id="11185" r:id="rId211"/>
    <p:sldId id="10932" r:id="rId212"/>
    <p:sldId id="11539" r:id="rId213"/>
    <p:sldId id="11540" r:id="rId214"/>
    <p:sldId id="11541" r:id="rId215"/>
    <p:sldId id="11542" r:id="rId216"/>
    <p:sldId id="11543" r:id="rId217"/>
    <p:sldId id="11544" r:id="rId218"/>
    <p:sldId id="11545" r:id="rId219"/>
    <p:sldId id="11546" r:id="rId220"/>
    <p:sldId id="11547" r:id="rId221"/>
    <p:sldId id="11548" r:id="rId222"/>
    <p:sldId id="11558" r:id="rId223"/>
    <p:sldId id="10769" r:id="rId224"/>
    <p:sldId id="10253" r:id="rId225"/>
    <p:sldId id="11006" r:id="rId226"/>
    <p:sldId id="11007" r:id="rId227"/>
    <p:sldId id="11059" r:id="rId228"/>
    <p:sldId id="11549" r:id="rId229"/>
    <p:sldId id="11550" r:id="rId230"/>
    <p:sldId id="11551" r:id="rId231"/>
    <p:sldId id="11559" r:id="rId232"/>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637" autoAdjust="0"/>
    <p:restoredTop sz="94660"/>
  </p:normalViewPr>
  <p:slideViewPr>
    <p:cSldViewPr snapToGrid="0">
      <p:cViewPr>
        <p:scale>
          <a:sx n="100" d="100"/>
          <a:sy n="100" d="100"/>
        </p:scale>
        <p:origin x="1626"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notesMaster" Target="notesMasters/notesMaster1.xml"/><Relationship Id="rId238" Type="http://schemas.microsoft.com/office/2016/11/relationships/changesInfo" Target="changesInfos/changesInfo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presProps" Target="presProps.xml"/><Relationship Id="rId239"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theme" Target="theme/theme1.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1701FF8C-FB8E-45AF-B0FA-95B6560BE94A}" type="datetimeFigureOut">
              <a:rPr lang="en-US" smtClean="0"/>
              <a:t>10/8/2025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98216-D3B4-778B-B9EC-308050B04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1CC45-C9C4-D3AC-3495-47CE310AF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EB5EC-CE95-E761-1379-DD59513D248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E1DAD45-A3B8-5879-BED7-6A78C0952B50}"/>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854293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D5336-7D14-F623-50B2-0F0FEAB88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7E149-715E-15CE-6B79-ACF30399A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3E684-F219-6DF0-55F5-44B82CF73E8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7D57C02-B16C-40E4-2C09-46924BFB9D52}"/>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904362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3FC8-BBB5-0C0F-B9C4-5C62950B2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E95DD-CB82-590E-06FF-1F490E2F8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E6B28-FFB3-C8E2-DB11-0C916ACB941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7662333-D2D5-1C0D-F9C7-7FDCB6DAE398}"/>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1740714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C67B-3F4B-519E-BC56-9FF94831D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CBB2-C731-BBDF-FEB1-503C67247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AFB3-3B0D-4D9C-248E-D9AFA5FC27D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FCB0C5-5922-BFD8-AA00-12F72F67C866}"/>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1150717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F606-9241-0142-E999-E1D2AF785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7A097-712C-428B-74A5-7FFD1AC78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DF978-838D-274E-8AE6-7C82ED6C929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B34CB3E-88EC-778D-731D-200E3E9C0E2F}"/>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406383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8F1F-1931-1D33-AD8A-7651B5FB4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0F6F-BE63-773D-D2B5-71F179D1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74857-C1F5-7C85-A420-B36913697D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C006ED9-CCD4-EB76-4AF7-8D1A632A5BBD}"/>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3509366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01B3-7A58-8D75-B616-BEF97446C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C49AE-EAD6-7842-1C90-3B679E28F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461B0-22EB-146E-D60C-AD028CC9008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1CBCCDB-A7EF-F7EA-C492-C59B0293D32F}"/>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5871855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420D3-7404-3A3D-D238-3640A49F0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19EDC-82F1-6866-5724-2AF764C1E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B8A73-E8D7-EA37-9A4F-07D1921986C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A0693D-4AA7-41E4-6E77-74537FC25B80}"/>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8538754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DC1F2-3663-2E14-C4F0-649F3EEDD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FC8B2-88E7-4AE3-6610-B2926D311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C6907-24D0-B677-E90B-3DD4B15E03B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F44FBBB0-8A42-E9B4-1FD0-0B79704163B0}"/>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8336501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A7C3-1784-EFD9-13A3-6823E7F7A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1C4A-7D82-AFD7-2A02-D46353E72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E7217-0C9E-4371-7A9B-6E0BF716954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CB9DD85-8756-F8B5-DA57-FF05B87BD23A}"/>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24398236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C1ED8-6A94-D311-530B-E7FBD9A3F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8460-C36A-DBDA-E5B7-C7E9930F6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F54C7-0A7B-F330-0E9B-7A9FB5BE1EA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DFD78D-19B7-D9F5-6B3E-58D94FBF03B7}"/>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36800594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C34AB-7E1C-C528-45F3-4C56A149F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E6307-ACB9-B1F9-599A-990BDF00D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479EC-97ED-33B4-4133-1D1645937A3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0690EE4-49D3-9FBB-01E0-21302C65A1EB}"/>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25242438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93B2D-49BE-190E-B3A3-CBB0A6073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32E2D-C6D1-2219-804E-E22A6D8D4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AF8DC-1DE2-4B82-3932-24F832B93F5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2C3F38D-BC95-29F9-8160-FEFEABDC2949}"/>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5022926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BFA23-7ECB-375A-EF3A-40ECD0196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FE5A1-4BD5-D51B-0551-8B0E02CB1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50434-99F4-BC68-8BB0-64B57C7C79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834D0B9-88AE-702E-2214-18730EA61297}"/>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21814691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29D2-8BB8-436D-85BC-90E6CBE5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573AF-6EAD-9B48-5FF2-1AD92EEE0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AC04F-8364-9DF1-B53A-2D084F538D2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E85B83-0FDB-C960-F987-E5F9ADE7E276}"/>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29788996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0FD30-6BEB-0BE3-8D02-83DA4E60A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57163-1382-D4EB-35F9-9963E0B8A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A7525-25F8-1327-3534-5D27A6407E3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1F1E19A-C070-A485-90E0-548DE690BA61}"/>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22702190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87F3-6BC7-B927-F411-5EA32960A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319AA-98D1-7316-5C2B-56FB6A2D7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BCB1D-65EE-C0DC-9898-9B9BEF6DE3C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9D6461C-AF5B-0BD1-8C13-11628FB6660A}"/>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42695096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44DF3-0DD1-2DE4-99F1-26FEC386F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881BC-AE47-DBE9-0A8D-A7833D875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DF172-A310-E930-13E0-48A7D039B2B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602D5C-C491-F78C-C10C-9B498F7A7D10}"/>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12231049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79DC-2F93-0CAE-4C65-E08195EE3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9262A-8976-597C-E116-250E295F2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4C298-824C-F8D7-8C9D-26A08AB9BC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79676B0-24C8-6C13-3E26-5C467BA0A0BA}"/>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36198838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8B205-8B85-6F24-DAC5-F51EF8163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4318F-8F55-71D3-FC84-6504D3F7E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597974-A70F-E742-3B07-EBFFA1BF68A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4C44A41-5CD4-D0BC-D5DB-7A7BC5BB0044}"/>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4370060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EF538-2B9E-6986-BD7D-16F4BBF00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80F55-FD57-69A4-9D13-B6C9A60E6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67391-6E56-F656-82AD-82C84C2338B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C335211-3879-341D-B07F-A8EEA5A6D997}"/>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36677714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5D679-A18A-E780-BA41-D9F22213E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FBAB0-A5DB-109C-391F-6C122A5BA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244B1-CC47-4CB0-FB34-E2FCA7A1471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E42494-CD05-85A6-0A46-E0EF8713961F}"/>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6687396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3545C-0654-4511-3870-79267CCB5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E0059-B20F-2C7B-11A2-EC0A4B7C2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1AC01-3210-DEC1-5B7D-10B7725D1D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FFE80FD-D61F-77E7-F661-3A7E4C0196E3}"/>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15657186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CC752-819F-4953-CA1E-0114A16B8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801FB-A820-27A5-6942-91703817F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4FC64-F8EC-B444-7651-C9C7745738B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D92D115-1CBC-7D13-9CCE-38B150C547F4}"/>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4945921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86E2-EB5D-966A-5EB8-39C2D37BD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D69A9-AE98-3CD9-911D-8732BE795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E3C1F-59E8-8383-E32F-EDB2928213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BCA35F-1B1D-55D3-5F5C-2481C180EBFC}"/>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40063114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B23A-4467-2AF3-387F-21F7C81B1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5E63A-E958-0DB9-5265-D1CEE2CCB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5C477-C969-045C-8B56-8F8F0779F90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23F1916-14F3-DEB4-7A18-6C4FFF8BC281}"/>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4981276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B6BF-64C6-1C6A-CFD2-C74934C3E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AFF6A-3CA1-2FFD-DE5E-2FAA53F58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7E328-AC31-9939-42CC-74C473AB98B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25944BF-CD2A-924F-0BAF-5128202D5D6D}"/>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37609829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8CDA-1AC5-59B7-9901-AEA4072BF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BFEDF-A369-F799-64CB-18C052BAF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42874-9D67-7D01-EC18-D147EBE5E79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BAD719-0805-32D5-B79D-BEA870543B67}"/>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11225716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18B5-472C-D4EC-0743-B6CFA732B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F7CFC-4FAA-85DD-DC20-D5C8E9ABB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87CFF-BC93-61B4-20CC-0A7F8F95BC4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514B579-CDE7-4E32-165F-8D48B2F5F8C0}"/>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40031748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B1227-353D-1F51-05C0-A4EB136AF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F03F1-9916-7519-7E10-DAD0CEDD7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68BFB-FB05-FFA6-338F-0B39332A91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C50F92-CE55-261A-E5FA-4A94288C22D9}"/>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33341881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361D7-6054-DF05-B5C5-8EC626EF4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1CC4D-7917-3ED5-9F85-A155A1EDA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F0C49-FE1A-35EB-EDB5-C9588285DED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0A4F698-94F6-595E-8627-9886D48D3AF4}"/>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5264653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E3D6-3FC0-7CA5-0A3D-057944297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567C3-34C8-57DD-CA7B-E13241050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68CA5-1639-0765-A0A5-FE8140578A3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4ED78B-D787-C8E0-3FE8-47ADB66C0BCC}"/>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37528146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151C-2E8F-8130-4A40-BB425007F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A1A68-FFCC-DF68-1F5C-4A8D69DFD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5A3BD-1BB8-D37E-F0CC-6778CFF9EFB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42361D-4466-21EE-112E-1D0809D6CF7B}"/>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9253437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F744-DAD1-8640-D669-EC8D28BA0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2FA44-CC70-C257-95A2-EBF32FE8D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6103D-CEB3-A587-4D20-65F77B02811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D1E99C4-5ABD-FCEE-7A56-EA10E24D891D}"/>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3383645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130A0-EBA2-72C6-F3F0-864241840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5AA70-0A5D-CB6E-E49E-485D51255D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A789F-DBAB-C6A0-2D4B-4DA47ED802E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8642AEB-FBC3-A36D-C29B-B07852E466CF}"/>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2773059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801B6-EC41-BA09-857B-C8CB0655E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DE83D-5CBF-AB22-D777-1375751D1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B12BF-5737-0295-6197-23B6930A795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87B25FB-7FA3-CC38-7066-A4811B811F6A}"/>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8001672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4FAD-1234-304E-FFED-31E184D68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EA092-D1C8-16D8-BF8A-8172D5F4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C0762-0740-5872-520B-AF82588AB0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E0040F3-5876-89C8-EA61-6CDE8EA37C1B}"/>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17932742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9146D-1D6D-AAA6-8153-6C97E52A6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69142-0767-A642-50F7-D3E29E7E3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0505A-E67B-F643-82DC-5EE371AB8164}"/>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5FAD691-7CA7-CDE1-812F-CDA667243945}"/>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28259653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BB559-749B-45A1-F087-22554C48F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21EEB-11F5-57CB-C730-3F1FEF90C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EB964-D2E4-0097-2253-29505048A89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3A70CFA-F490-59F6-74E3-60B1F8E3279E}"/>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30531382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AACED-FACA-E434-1108-9C8ED1A59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BFC52-B432-A459-01A8-BA53B145C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0B194-67D1-91A1-D8E2-D91F8990894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9B405E0-EDA2-2CBD-8F4A-02A2CC6638AC}"/>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191966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10/8/2025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274B-5586-CDBC-BCF1-4C7EA471983E}"/>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899C71D7-308E-B698-1079-C2E547C24D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703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0876-BC6E-5B0A-0E57-FD5621B869E3}"/>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4F523B7-FB31-951F-2F8C-B97E8BA6BC2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46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endParaRPr lang="en-US" altLang="en-US" sz="4950" b="1" dirty="0">
              <a:solidFill>
                <a:srgbClr val="FF0000"/>
              </a:solidFill>
              <a:latin typeface="Times New Roman" panose="02020603050405020304" pitchFamily="18" charset="0"/>
              <a:cs typeface="Times New Roman" pitchFamily="18" charset="0"/>
            </a:endParaRP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o</a:t>
            </a:r>
            <a:r>
              <a:rPr lang="vi-VN" altLang="en-US" sz="8000" b="1">
                <a:solidFill>
                  <a:schemeClr val="tx1"/>
                </a:solidFill>
                <a:latin typeface="Times New Roman" panose="02020603050405020304" pitchFamily="18" charset="0"/>
                <a:cs typeface="Times New Roman" panose="02020603050405020304" pitchFamily="18" charset="0"/>
              </a:rPr>
              <a:t>ng </a:t>
            </a:r>
            <a:r>
              <a:rPr lang="vi-VN" altLang="en-US" sz="8000" b="1" dirty="0">
                <a:solidFill>
                  <a:schemeClr val="tx1"/>
                </a:solidFill>
                <a:latin typeface="Times New Roman" panose="02020603050405020304" pitchFamily="18" charset="0"/>
                <a:cs typeface="Times New Roman" panose="02020603050405020304" pitchFamily="18" charset="0"/>
              </a:rPr>
              <a:t>khen c</a:t>
            </a:r>
            <a:r>
              <a:rPr lang="en-US" altLang="en-US" sz="8000" b="1" dirty="0">
                <a:solidFill>
                  <a:schemeClr val="tx1"/>
                </a:solidFill>
                <a:latin typeface="Times New Roman" panose="02020603050405020304" pitchFamily="18" charset="0"/>
                <a:cs typeface="Times New Roman" panose="02020603050405020304" pitchFamily="18" charset="0"/>
              </a:rPr>
              <a:t>ả</a:t>
            </a:r>
            <a:r>
              <a:rPr lang="vi-VN" altLang="en-US" sz="8000" b="1" dirty="0">
                <a:solidFill>
                  <a:schemeClr val="tx1"/>
                </a:solidFill>
                <a:latin typeface="Times New Roman" panose="02020603050405020304" pitchFamily="18" charset="0"/>
                <a:cs typeface="Times New Roman" panose="02020603050405020304" pitchFamily="18" charset="0"/>
              </a:rPr>
              <a:t>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nhất: </a:t>
            </a:r>
            <a:r>
              <a:rPr lang="vi-VN" altLang="en-US" sz="7800" b="1" dirty="0">
                <a:solidFill>
                  <a:schemeClr val="tx1"/>
                </a:solidFill>
                <a:latin typeface="Times New Roman" panose="02020603050405020304" pitchFamily="18" charset="0"/>
                <a:cs typeface="Times New Roman" panose="02020603050405020304" pitchFamily="18" charset="0"/>
              </a:rPr>
              <a:t>Khiêm như</a:t>
            </a:r>
            <a:r>
              <a:rPr lang="en-US" altLang="en-US" sz="7800" b="1" dirty="0">
                <a:solidFill>
                  <a:schemeClr val="tx1"/>
                </a:solidFill>
                <a:latin typeface="Times New Roman" panose="02020603050405020304" pitchFamily="18" charset="0"/>
                <a:cs typeface="Times New Roman" panose="02020603050405020304" pitchFamily="18" charset="0"/>
              </a:rPr>
              <a:t>ợ</a:t>
            </a:r>
            <a:r>
              <a:rPr lang="vi-VN" altLang="en-US" sz="7800" b="1" dirty="0" err="1">
                <a:solidFill>
                  <a:schemeClr val="tx1"/>
                </a:solidFill>
                <a:latin typeface="Times New Roman" panose="02020603050405020304" pitchFamily="18" charset="0"/>
                <a:cs typeface="Times New Roman" panose="02020603050405020304" pitchFamily="18" charset="0"/>
              </a:rPr>
              <a:t>ng</a:t>
            </a:r>
            <a:r>
              <a:rPr lang="vi-VN" altLang="en-US" sz="78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hai: </a:t>
            </a:r>
            <a:r>
              <a:rPr lang="vi-VN" altLang="en-US" sz="78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ba: </a:t>
            </a:r>
            <a:r>
              <a:rPr lang="vi-VN" altLang="en-US" sz="70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bốn: </a:t>
            </a:r>
            <a:r>
              <a:rPr lang="vi-VN" altLang="en-US" sz="70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sáu: </a:t>
            </a:r>
            <a:r>
              <a:rPr lang="vi-VN" altLang="en-US" sz="70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bảy: </a:t>
            </a:r>
            <a:r>
              <a:rPr lang="vi-VN" altLang="en-US" sz="70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B7396-F8BA-FDCA-824A-CF797D36D352}"/>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4510E78C-505C-7B8B-FE81-C3074E9C9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34996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ĐÂY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THÁNH CUNG HUY HOÀNG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Quang Trịnh</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effectLst/>
                <a:latin typeface="Times New Roman" panose="02020603050405020304" pitchFamily="18" charset="0"/>
                <a:cs typeface="Times New Roman" panose="02020603050405020304" pitchFamily="18" charset="0"/>
              </a:rPr>
              <a:t>: </a:t>
            </a:r>
            <a:r>
              <a:rPr lang="vi-VN" sz="8000" b="1" dirty="0">
                <a:effectLst/>
                <a:latin typeface="Times New Roman" panose="02020603050405020304" pitchFamily="18" charset="0"/>
                <a:cs typeface="Times New Roman" panose="02020603050405020304" pitchFamily="18" charset="0"/>
              </a:rPr>
              <a:t>Đây Thánh Cung huy hoàng tràn lan bao hồng ân Chúa,</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hát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hoan</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solidFill>
                  <a:srgbClr val="FF0000"/>
                </a:solidFill>
                <a:effectLst/>
                <a:latin typeface="Times New Roman (Headings)"/>
                <a:cs typeface="Arial" panose="020B0604020202020204" pitchFamily="34" charset="0"/>
              </a:rPr>
              <a:t>1. </a:t>
            </a:r>
            <a:r>
              <a:rPr lang="vi-VN" sz="8800" b="1" dirty="0">
                <a:effectLst/>
                <a:latin typeface="Times New Roman (Headings)"/>
                <a:cs typeface="Arial" panose="020B0604020202020204" pitchFamily="34" charset="0"/>
              </a:rPr>
              <a:t>Tâm tư con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vui sướng bước vào đền thờ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Thiên Chúa.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56561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Dâng lên Cha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chí thánh muôn người trong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thánh lễ này.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A5C9-58BB-E433-CB05-E9E5E4C84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B9CBC-E37A-CBCF-CF24-6148BFEF1AAF}"/>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solidFill>
                  <a:srgbClr val="FF0000"/>
                </a:solidFill>
                <a:effectLst/>
                <a:latin typeface="Times New Roman" panose="02020603050405020304" pitchFamily="18" charset="0"/>
                <a:cs typeface="Times New Roman" panose="02020603050405020304" pitchFamily="18" charset="0"/>
              </a:rPr>
              <a:t>ĐK</a:t>
            </a:r>
            <a:r>
              <a:rPr lang="en-US" sz="8000" b="1" dirty="0">
                <a:solidFill>
                  <a:srgbClr val="FF0000"/>
                </a:solidFill>
                <a:effectLst/>
                <a:latin typeface="Times New Roman" panose="02020603050405020304" pitchFamily="18" charset="0"/>
                <a:cs typeface="Times New Roman" panose="02020603050405020304" pitchFamily="18" charset="0"/>
              </a:rPr>
              <a:t>: </a:t>
            </a:r>
            <a:r>
              <a:rPr lang="vi-VN" sz="8000" b="1" dirty="0">
                <a:effectLst/>
                <a:latin typeface="Times New Roman" panose="02020603050405020304" pitchFamily="18" charset="0"/>
                <a:cs typeface="Times New Roman" panose="02020603050405020304" pitchFamily="18" charset="0"/>
              </a:rPr>
              <a:t>Đây Thánh Cung huy hoàng tràn lan bao hồng ân Chúa,</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94693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B2EF9-51AB-2347-9626-C20AF5680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73A0E-B737-65A8-E173-D4367493D18C}"/>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000" b="1" dirty="0" err="1">
                <a:effectLst/>
                <a:latin typeface="Times New Roman (Headings)"/>
                <a:cs typeface="Arial" panose="020B0604020202020204" pitchFamily="34" charset="0"/>
              </a:rPr>
              <a:t>về</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hát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hoan</a:t>
            </a:r>
            <a:r>
              <a:rPr lang="en-US" sz="8000" b="1" dirty="0">
                <a:effectLst/>
                <a:latin typeface="Times New Roman (Headings)"/>
                <a:cs typeface="Arial" panose="020B0604020202020204" pitchFamily="34" charset="0"/>
              </a:rPr>
              <a:t> ca,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2099721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44A3B-9754-7AEA-E99C-A7F2E085B101}"/>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1D39D3B8-81CB-47D6-EB09-B0EA3FFAD5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38469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it-IT" sz="8800" b="1" dirty="0">
                <a:solidFill>
                  <a:srgbClr val="EE0000"/>
                </a:solidFill>
                <a:effectLst/>
                <a:latin typeface="Times New Roman (Headings)"/>
                <a:cs typeface="Arial" panose="020B0604020202020204" pitchFamily="34" charset="0"/>
              </a:rPr>
              <a:t>A: </a:t>
            </a:r>
            <a:r>
              <a:rPr lang="it-IT" sz="8800" b="1" dirty="0">
                <a:effectLst/>
                <a:latin typeface="Times New Roman (Headings)"/>
                <a:cs typeface="Arial" panose="020B0604020202020204" pitchFamily="34" charset="0"/>
              </a:rPr>
              <a:t>Chúng con ca ngợi Chúa,</a:t>
            </a:r>
            <a:br>
              <a:rPr lang="it-IT"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chúc</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tụng</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solidFill>
                  <a:srgbClr val="EE0000"/>
                </a:solidFill>
                <a:effectLst/>
                <a:latin typeface="Times New Roman (Headings)"/>
                <a:cs typeface="Arial" panose="020B0604020202020204" pitchFamily="34" charset="0"/>
              </a:rPr>
              <a:t>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thờ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a:t>
            </a:r>
            <a:br>
              <a:rPr lang="en-US"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tôn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latin typeface="Times New Roman (Headings)"/>
                <a:cs typeface="Arial" panose="020B0604020202020204" pitchFamily="34" charset="0"/>
              </a:rPr>
              <a:t>L</a:t>
            </a:r>
            <a:r>
              <a:rPr lang="en-US" sz="8200" b="1" dirty="0" err="1">
                <a:effectLst/>
                <a:latin typeface="Times New Roman (Headings)"/>
                <a:cs typeface="Arial" panose="020B0604020202020204" pitchFamily="34" charset="0"/>
              </a:rPr>
              <a:t>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Kitô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xóa tội trần gian,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18E2A-DE5E-6990-330D-12CDFF2F9981}"/>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9C9D77B8-A9B0-0E6C-EA65-312B55B2A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42356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ó thể là hình ảnh về 2 người và văn bản cho biết 'BÀI ĐỌC 1 Bài Bàitrichsách trichs CÁC VUA QUYỂN THÚ AI &quot;Ông Na a- man tro lai gặp ngưỡi của Thiên Chúa và tuyên xưng ĐỨC Chúa.&quot; [2V5,1417 1417)'">
            <a:extLst>
              <a:ext uri="{FF2B5EF4-FFF2-40B4-BE49-F238E27FC236}">
                <a16:creationId xmlns:a16="http://schemas.microsoft.com/office/drawing/2014/main" id="{CDEC0F80-D87D-77DF-B117-A7CC50272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5020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97</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Hát lên mừng Chúa một bài ca, một bài ca mới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hỡi người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Vì Chúa làm nên bao kỳ công,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02BA-2970-68B0-E2EF-11F1811CC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E35DD-1F39-C33F-E743-2FC59715FAF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chí</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chiến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uy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hùng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6159823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AE46-6C22-4414-D215-3D85C3EE8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E23B-6730-4879-7FA1-0E693CECF95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Chúa đã biểu dương ơn cứu độ Ngài trước mặt chư dân.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648262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51EC-E09C-DFD4-2CBA-87D20950C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C527C-223D-F0D5-0AAC-8D0FE9BF0DC4}"/>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Lòng thương xót Chúa thật lớn lao ôi cao vời biết bao.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251843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D98F-E5C0-DC29-3E5D-C6CCD6F19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F1D06-5BA7-D0A3-545E-B0958507FF5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en-US" sz="8000" b="1" dirty="0">
                <a:solidFill>
                  <a:srgbClr val="FF0000"/>
                </a:solidFill>
                <a:effectLst/>
                <a:latin typeface="Times New Roman (Headings)"/>
                <a:cs typeface="Arial" panose="020B0604020202020204" pitchFamily="34" charset="0"/>
              </a:rPr>
              <a:t>/3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Chúa cứu độ ta đã biểu dương, biểu dương quyền năng trước ngàn dân.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929448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64B2-1A38-6E06-0AAC-70748D07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EA4F3-2702-AE6F-9AD5-5742494593C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đức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chính</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tỏ</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9198357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F064E-9438-8E36-6473-4092F9225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BCD69-773A-B822-99A6-76B99165A786}"/>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Chúa đã biểu dương ơn cứu độ Ngài trước mặt chư dân.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6983562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FA1A-A850-43F1-196B-2F5485B9B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C4C42-D91C-62FC-959C-C02238543A9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Lòng thương xót Chúa thật lớn lao ôi cao vời biết bao.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7815332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FF9-A847-B310-C74B-E8946DEA7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3520-231B-09C7-5067-5234CA0CAC6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3/3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Khắp trên trần thế đã nhìn thấy này ơn cứu thoát của Thiên Chúa.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8325391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1BE3-FDC4-A8EC-9784-E4319BC3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CB28-CD2C-D075-5D1B-CE1B37E780A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Toàn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thể</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địa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hãy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vui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reo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hò</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hát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để</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danh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3360911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D28E-DD2E-2A8E-0059-1BF8FE93F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9439D-0110-9EEA-E926-730F41CC4020}"/>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Chúa đã biểu dương ơn cứu độ Ngài trước mặt chư dân.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4678750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7B4A-DA04-B365-B811-146711D1E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2CDD8-73B0-9163-9371-40DA02333B0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Lòng thương xót Chúa thật lớn lao ôi cao vời biết bao.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5561885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sp>
        <p:nvSpPr>
          <p:cNvPr id="11273" name="Rectangle 1127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266" name="Picture 2" descr="Có thể là hình ảnh về văn bản cho biết 'ਮैਖ্ T sa IN 번 L Ρά И BÀI ĐỌC BÀIĐOC2 2 LOVE LOVE DOESHCTEMY LovesPaiss ka DoESA SKIND バー $PRC Bài Bàitrich trích thư thứ hai của thánh Phaolo tông đồ gửi ông Ti-MÔ &quot;Nếu ta kiên tâm chịu đựng, ta sẽ cùng hiển trị VỚi DỨC Kito.&quot; (2TM2,813] 2,813] [2 Tm'">
            <a:extLst>
              <a:ext uri="{FF2B5EF4-FFF2-40B4-BE49-F238E27FC236}">
                <a16:creationId xmlns:a16="http://schemas.microsoft.com/office/drawing/2014/main" id="{78A42129-D6C5-DB9B-B2AD-FFB096C553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56756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FFFAE-B17A-6E50-5628-D8FC9060D942}"/>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B965F2C6-1C26-319B-2161-8DBDC68E8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15837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danh</a:t>
            </a:r>
            <a:r>
              <a:rPr lang="en-US" sz="8000" b="1" dirty="0">
                <a:effectLst/>
                <a:latin typeface="Times New Roman (Headings)"/>
                <a:cs typeface="Arial" panose="020B0604020202020204" pitchFamily="34" charset="0"/>
              </a:rPr>
              <a:t> Chúa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mà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latin typeface="Times New Roman" panose="02020603050405020304" pitchFamily="18" charset="0"/>
                <a:cs typeface="Times New Roman" panose="02020603050405020304" pitchFamily="18" charset="0"/>
              </a:rPr>
              <a:t>TUNG </a:t>
            </a:r>
            <a:r>
              <a:rPr lang="en-US" sz="3200" b="1" dirty="0" err="1">
                <a:solidFill>
                  <a:srgbClr val="FF0000"/>
                </a:solidFill>
                <a:latin typeface="Times New Roman" panose="02020603050405020304" pitchFamily="18" charset="0"/>
                <a:cs typeface="Times New Roman" panose="02020603050405020304" pitchFamily="18" charset="0"/>
              </a:rPr>
              <a:t>HÔ</a:t>
            </a:r>
            <a:r>
              <a:rPr lang="en-US" sz="3200" b="1" dirty="0">
                <a:solidFill>
                  <a:srgbClr val="FF0000"/>
                </a:solidFill>
                <a:latin typeface="Times New Roman" panose="02020603050405020304" pitchFamily="18" charset="0"/>
                <a:cs typeface="Times New Roman" panose="02020603050405020304" pitchFamily="18" charset="0"/>
              </a:rPr>
              <a:t> TIN </a:t>
            </a:r>
            <a:r>
              <a:rPr lang="en-US" sz="3200" b="1"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i="1" dirty="0">
                <a:latin typeface="Times New Roman (Headings)"/>
                <a:cs typeface="Arial" panose="020B0604020202020204" pitchFamily="34" charset="0"/>
              </a:rPr>
              <a:t> </a:t>
            </a:r>
            <a:r>
              <a:rPr lang="vi-VN" sz="8000" b="1" dirty="0">
                <a:latin typeface="Times New Roman (Headings)"/>
                <a:cs typeface="Arial" panose="020B0604020202020204" pitchFamily="34" charset="0"/>
              </a:rPr>
              <a:t>bình an trên trời và vinh quang trên </a:t>
            </a:r>
            <a:br>
              <a:rPr lang="en-US" sz="8000" b="1" dirty="0">
                <a:latin typeface="Times New Roman (Headings)"/>
                <a:cs typeface="Arial" panose="020B0604020202020204" pitchFamily="34" charset="0"/>
              </a:rPr>
            </a:br>
            <a:r>
              <a:rPr lang="vi-VN" sz="8000" b="1" dirty="0">
                <a:latin typeface="Times New Roman (Headings)"/>
                <a:cs typeface="Arial" panose="020B0604020202020204" pitchFamily="34" charset="0"/>
              </a:rPr>
              <a:t>các tầng trời.</a:t>
            </a:r>
            <a:br>
              <a:rPr lang="en-US" sz="8000" b="1" dirty="0">
                <a:latin typeface="Times New Roman (Headings)"/>
                <a:cs typeface="Arial" panose="020B0604020202020204" pitchFamily="34" charset="0"/>
              </a:rPr>
            </a:br>
            <a:r>
              <a:rPr lang="en-US" sz="8000" b="1" i="1" dirty="0">
                <a:solidFill>
                  <a:srgbClr val="EE0000"/>
                </a:solidFill>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FE6CD-6A7C-3451-4EAD-B335DB393B7F}"/>
            </a:ext>
          </a:extLst>
        </p:cNvPr>
        <p:cNvGrpSpPr/>
        <p:nvPr/>
      </p:nvGrpSpPr>
      <p:grpSpPr>
        <a:xfrm>
          <a:off x="0" y="0"/>
          <a:ext cx="0" cy="0"/>
          <a:chOff x="0" y="0"/>
          <a:chExt cx="0" cy="0"/>
        </a:xfrm>
      </p:grpSpPr>
      <p:pic>
        <p:nvPicPr>
          <p:cNvPr id="7170" name="Picture 2" descr="Có thể là hình ảnh về 2 người và văn bản cho biết '南崎餅 TIN MỪNG CHỮA GIESU KITO Theo Thánh Luca &quot;Không phải cả mưỡi người đều được sạch sao? Thế thì chin ngưỡi kia dâu? sao không thấy họ trở lại on tôn vinh Thiên chúa, mà chỉ CÓ người ngoai bang này ?&quot; [Lc 17, 7,1119]'">
            <a:extLst>
              <a:ext uri="{FF2B5EF4-FFF2-40B4-BE49-F238E27FC236}">
                <a16:creationId xmlns:a16="http://schemas.microsoft.com/office/drawing/2014/main" id="{CD39B2C3-3774-6668-1DC9-DDFE26CA75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04692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73600"/>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a:t>
            </a:r>
            <a:br>
              <a:rPr lang="en-US" sz="7000" b="1" dirty="0">
                <a:effectLst/>
                <a:latin typeface="Times New Roman (Headings)"/>
                <a:cs typeface="Arial" panose="020B0604020202020204" pitchFamily="34" charset="0"/>
              </a:rPr>
            </a:br>
            <a:r>
              <a:rPr lang="vi-VN" sz="7000" b="1" dirty="0">
                <a:effectLst/>
                <a:latin typeface="Times New Roman (Headings)"/>
                <a:cs typeface="Arial" panose="020B0604020202020204" pitchFamily="34" charset="0"/>
              </a:rPr>
              <a:t>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7200" b="1" dirty="0">
                <a:effectLst/>
                <a:latin typeface="Times New Roman (Headings)"/>
                <a:cs typeface="Arial" panose="020B0604020202020204" pitchFamily="34" charset="0"/>
              </a:rPr>
              <a:t>Phi-la-tô</a:t>
            </a:r>
            <a:r>
              <a:rPr lang="vi-VN" sz="8000" b="1" dirty="0">
                <a:effectLst/>
                <a:latin typeface="Times New Roman (Headings)"/>
                <a:cs typeface="Arial" panose="020B0604020202020204" pitchFamily="34" charset="0"/>
              </a:rPr>
              <a:t>;</a:t>
            </a:r>
            <a:r>
              <a:rPr lang="en-US" sz="105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979F0-3D11-3694-6524-0DC06083A0E3}"/>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9A5AA267-1847-69AC-C448-09DD601FC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33657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MUỐN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(Cao Huy Hoàng)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Con muốn dâng lên Ngài tâm tư cuộc đời dương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Con muốn dâng lên Ngài tấm lòng con những</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chua cay,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dâng tấm bánh trắng này và dâng lên ly rượu đầy.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4684188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FB87-004F-1A25-20C2-B2786273F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BA41D-92FF-52C7-7754-F82DB7C2B37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Với chút tình thơ ngây Ngài ơi hãy thương lòng này.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9520914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latin typeface="Times New Roman (Headings)"/>
                <a:cs typeface="Arial" panose="020B0604020202020204" pitchFamily="34" charset="0"/>
              </a:rPr>
              <a:t>ĐK</a:t>
            </a:r>
            <a:r>
              <a:rPr lang="en-US" sz="8000" b="1" dirty="0">
                <a:solidFill>
                  <a:srgbClr val="FF0000"/>
                </a:solidFill>
                <a:latin typeface="Times New Roman (Headings)"/>
                <a:cs typeface="Arial" panose="020B0604020202020204" pitchFamily="34" charset="0"/>
              </a:rPr>
              <a:t>:</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Kính tiến dâng lên Chúa hiệp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cùng hy tế cao siêu thương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760317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42AD-5EBF-F7CC-398D-37C1E449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EA90A-5ECD-6BF5-A5A8-C396E82C1E0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chết trên đỉnh đồi một chiều máu hồng loang tím.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9955481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B9B0-BE66-6CF2-BF95-28C7B5990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527F1-7C56-B518-323F-4C0383CC23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Kính tiến dâng lên Chúa cuộc đời thơm ngát hoa xinh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5790766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C879-3B98-4161-8C6E-E03E15F18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FC37F-2071-F8BB-4DDE-1F683E8EC7E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hy sinh hiến thân quên mình Ngài ơi tâm tình con dâng.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342228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4A867-78CE-0ED7-FB8E-AD51097B4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1ACD8-6DE5-7DEF-87CC-44F411EB7B3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2</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Con muốn dâng lên Ngài tâm tư thẹn thùng không nói khi biết con yêu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7832648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2F892-23F5-944F-A8D8-4256D46EE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A02E4-D7CE-207E-916E-A5FF93E1AAB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chút tình như khói như mây. Nhờ lễ hiến thánh này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145068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B619-1EE2-E97A-4286-E87928F93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7AC9B-DC12-2072-BF93-1B93A502087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cho con say tình Ngài. Hãy xoá lời chua cay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2387836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65A08-EC39-3E37-523F-62C3F9D7A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D49A7-4809-DAE4-33FF-73C8AF40BC5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latin typeface="Times New Roman (Headings)"/>
                <a:cs typeface="Arial" panose="020B0604020202020204" pitchFamily="34" charset="0"/>
              </a:rPr>
              <a:t>và ban xuống ơn tràn đầy.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180575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E3A1E-B6FC-73D9-2732-E42713272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9DF8E-D95B-B553-FB30-AB0EEA73B20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latin typeface="Times New Roman (Headings)"/>
                <a:cs typeface="Arial" panose="020B0604020202020204" pitchFamily="34" charset="0"/>
              </a:rPr>
              <a:t>ĐK</a:t>
            </a:r>
            <a:r>
              <a:rPr lang="en-US" sz="8000" b="1" dirty="0">
                <a:solidFill>
                  <a:srgbClr val="FF0000"/>
                </a:solidFill>
                <a:latin typeface="Times New Roman (Headings)"/>
                <a:cs typeface="Arial" panose="020B0604020202020204" pitchFamily="34" charset="0"/>
              </a:rPr>
              <a:t>:</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Kính tiến dâng lên Chúa hiệp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cùng hy tế cao siêu thương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4314832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CEDA-9759-9A1A-CBE7-F5CBD6A84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25ABE-CC97-2EE4-5168-656969D9F23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chết trên đỉnh đồi một chiều máu hồng loang tím.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3015705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E997-94B0-EF66-617B-56DE3B199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D58F7-3319-D73A-D883-625A111DD7D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Kính tiến dâng lên Chúa cuộc đời thơm ngát hoa xinh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6707341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62540-C075-912D-1C58-2DE96FD58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1C390-1222-9FE1-7F65-A14DFB77A89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hy sinh hiến thân quên mình Ngài ơi tâm tình con dâng.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5773108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000" b="1" dirty="0">
                <a:latin typeface="Times New Roman (Headings)"/>
                <a:cs typeface="Arial" panose="020B0604020202020204" pitchFamily="34" charset="0"/>
              </a:rPr>
              <a:t>Bọn giàu sang đã sa cơ nghèo đói; nhưng người tìm Chúa</a:t>
            </a:r>
            <a:endParaRPr lang="en-US" sz="8000" b="1" dirty="0">
              <a:latin typeface="Times New Roman (Headings)"/>
              <a:cs typeface="Arial" panose="020B0604020202020204" pitchFamily="34" charset="0"/>
            </a:endParaRPr>
          </a:p>
        </p:txBody>
      </p:sp>
      <p:sp>
        <p:nvSpPr>
          <p:cNvPr id="6" name="Title 1">
            <a:extLst>
              <a:ext uri="{FF2B5EF4-FFF2-40B4-BE49-F238E27FC236}">
                <a16:creationId xmlns:a16="http://schemas.microsoft.com/office/drawing/2014/main" id="{7245C7E0-AD08-9DB0-D243-A28F8F7A3746}"/>
              </a:ext>
            </a:extLst>
          </p:cNvPr>
          <p:cNvSpPr txBox="1">
            <a:spLocks/>
          </p:cNvSpPr>
          <p:nvPr/>
        </p:nvSpPr>
        <p:spPr>
          <a:xfrm>
            <a:off x="736600" y="0"/>
            <a:ext cx="7670800" cy="5080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33A-A4C7-EB77-3144-78F6A55B2E0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5E8734-82AC-62FA-FB99-277D354A2C19}"/>
              </a:ext>
            </a:extLst>
          </p:cNvPr>
          <p:cNvSpPr txBox="1">
            <a:spLocks/>
          </p:cNvSpPr>
          <p:nvPr/>
        </p:nvSpPr>
        <p:spPr>
          <a:xfrm>
            <a:off x="0" y="1"/>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8800" b="1" dirty="0">
                <a:latin typeface="Times New Roman (Headings)"/>
                <a:cs typeface="Arial" panose="020B0604020202020204" pitchFamily="34" charset="0"/>
              </a:rPr>
              <a:t>chẳng thiếu chi thiện hảo.</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304456690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TÌNH CHÚA</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CAO VỜI</a:t>
            </a:r>
            <a:br>
              <a:rPr lang="it-IT"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(Duy Thiên)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Tình yêu Chúa cao vời biết bao, nào con biết đáp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thế nào,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để cho cân xứng Chúa ơi, để cho cân xứng Chúa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6DE67-0396-4438-3555-C9066888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FACCA-2CF0-D1A9-EA52-B49B03B9CD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Ôi tình yêu thương Chúa cao vời, tình yêu thương Chúa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924329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Người yêu con từ ngàn xưa. Từ khi chưa có đồi non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B303E-E7A7-5F79-75DA-073479AE6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9E630-D309-2F4F-C615-EE0ABEE3CCC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từ khi chưa có trời cao, chưa có vầng trăng với ngàn sao,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578014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C0F39-8D97-B35F-9EF8-48E7A4E24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F6487-B13D-E570-AB1F-4DEECD9613E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gọi con giữa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muôn muôn người,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050260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94A7C-E48E-9F8F-7B09-2E7045F86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C5136-4C8B-FE11-3051-E81BD272743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Tình yêu Chúa cao vời biết bao, nào con biết đáp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thế nào,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1363651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7AF5D-FDCB-405F-6716-375016DD8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DDCE0-AF83-C579-69FC-9B757358B4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để cho cân xứng Chúa ơi, để cho cân xứng Chúa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0934271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F43A-694B-EF87-37D2-5CB28C75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60CE7-46B0-5D3E-66D4-001EE763DED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latin typeface="Times New Roman (Headings)"/>
                <a:cs typeface="Arial" panose="020B0604020202020204" pitchFamily="34" charset="0"/>
              </a:rPr>
              <a:t>2</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Ôi vì thương con Chúa quên mình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vì yêu nên hiến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thân mình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4129371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C7D9C-F1F8-5C97-45B1-7E158DF27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A089B-00DC-0F60-B37E-2FF01E6FADB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gọi con nên bạn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tình Cha. Dù bao sóng gió hiểm nguy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4552065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25567-27B4-8AD3-6460-E8CC9F5DF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07357-C1C2-5E19-D043-57DA0FA98FE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dìu con đi giữa trần gian ơn Chúa ngày đêm ủ ấp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0479761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14AB-6FF7-EEF8-9F1D-B1912A217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D1C46-78B4-E394-1927-3355E84245F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vì con Chúa quên thân mình, đời con dám mơ gì hơn.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5697291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CD281-EA4E-3180-566E-8273AE0A9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F00BE-F4C7-6634-97B5-CD409457A95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Tình yêu Chúa cao vời biết bao, nào con biết đáp đền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thế nào,</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911024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FF7D-83DE-2F31-1FA9-28F6AFED8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2E7BC-51B0-93F3-9603-0250C1D8C1F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để cho cân xứng Chúa ơi, để cho cân xứng Chúa 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3616271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A9912-D54E-FF00-79EC-66607EAA3477}"/>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39B47124-9255-6958-B5A7-426581E34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719022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HOA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MÂN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CÔI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Một tràng hoa Mân Côi, hương thơm ngào ngạt thắm ân tình.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Từng lời kinh sốt mến, xin dâng về Nữ Vương hiển vinh.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Khi an vui thái hòa, như lời Thiên Sứ truyền tin,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5FC6-C4E7-49E7-E172-4A27B9716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8DA2A-DE2E-1901-7370-4F45EEC10B2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panose="02020603050405020304" pitchFamily="18" charset="0"/>
                <a:cs typeface="Times New Roman" panose="02020603050405020304" pitchFamily="18" charset="0"/>
              </a:rPr>
              <a:t>như trong đêm </a:t>
            </a:r>
            <a:br>
              <a:rPr lang="en-US" sz="8000" b="1" dirty="0">
                <a:effectLst/>
                <a:latin typeface="Times New Roman" panose="02020603050405020304" pitchFamily="18" charset="0"/>
                <a:cs typeface="Times New Roman" panose="02020603050405020304" pitchFamily="18" charset="0"/>
              </a:rPr>
            </a:br>
            <a:r>
              <a:rPr lang="vi-VN" sz="8000" b="1" dirty="0">
                <a:effectLst/>
                <a:latin typeface="Times New Roman" panose="02020603050405020304" pitchFamily="18" charset="0"/>
                <a:cs typeface="Times New Roman" panose="02020603050405020304" pitchFamily="18" charset="0"/>
              </a:rPr>
              <a:t>Ngôi Lời giáng trần, </a:t>
            </a:r>
            <a:br>
              <a:rPr lang="en-US" sz="8000" b="1" dirty="0">
                <a:effectLst/>
                <a:latin typeface="Times New Roman" panose="02020603050405020304" pitchFamily="18" charset="0"/>
                <a:cs typeface="Times New Roman" panose="02020603050405020304" pitchFamily="18" charset="0"/>
              </a:rPr>
            </a:br>
            <a:r>
              <a:rPr lang="vi-VN" sz="8000" b="1" dirty="0">
                <a:effectLst/>
                <a:latin typeface="Times New Roman" panose="02020603050405020304" pitchFamily="18" charset="0"/>
                <a:cs typeface="Times New Roman" panose="02020603050405020304" pitchFamily="18" charset="0"/>
              </a:rPr>
              <a:t>như khi Mẹ</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6382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2ACA8-399C-1F4A-0785-49921C196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F346A-DD80-29CA-0561-36A95EFB60F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panose="02020603050405020304" pitchFamily="18" charset="0"/>
                <a:cs typeface="Times New Roman" panose="02020603050405020304" pitchFamily="18" charset="0"/>
              </a:rPr>
              <a:t>gặp lại Con Chúa: Kết hoa kinh để dâng Mẹ.</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132437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8A5CA-35BE-C9BA-3214-A820FB33D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A47EB-BD41-759D-4259-547C4D6DD57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Một tràng hoa Mân Côi, hương thơm ngào ngạt thắm ân tình.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7363890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DBFF5-9174-F6E9-C79B-0191AF787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45887-4F17-5FBB-1EEB-7EA72AA760F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Từng lời kinh sốt mến, xin dâng về Nữ Vương hiển vinh.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7984599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5871B-25FE-E688-D024-63657884B5A7}"/>
            </a:ext>
          </a:extLst>
        </p:cNvPr>
        <p:cNvGrpSpPr/>
        <p:nvPr/>
      </p:nvGrpSpPr>
      <p:grpSpPr>
        <a:xfrm>
          <a:off x="0" y="0"/>
          <a:ext cx="0" cy="0"/>
          <a:chOff x="0" y="0"/>
          <a:chExt cx="0" cy="0"/>
        </a:xfrm>
      </p:grpSpPr>
      <p:pic>
        <p:nvPicPr>
          <p:cNvPr id="2" name="Picture 2" descr="Có thể là hình ảnh về 2 người và văn bản cho biết 'CHÚA NHẬT THƯỠNG NIÊN NĂM C Đức Giêsu chữa lành mười người phong cùi thnug សរម មេែ కాయ్యంవి សមមខ សម១ លេខ &quot;sao không thãy họ trở lại tôn vinh Thiên Chúa, mà chi CÓ ngưỡi ngoại bang nãy ?&quot; (LC 17. [LC17.11-19] 11-19]'">
            <a:extLst>
              <a:ext uri="{FF2B5EF4-FFF2-40B4-BE49-F238E27FC236}">
                <a16:creationId xmlns:a16="http://schemas.microsoft.com/office/drawing/2014/main" id="{BCDD1E36-46C2-617E-80F5-D68CC9651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2953644"/>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1450</TotalTime>
  <Words>3907</Words>
  <Application>Microsoft Office PowerPoint</Application>
  <PresentationFormat>On-screen Show (16:9)</PresentationFormat>
  <Paragraphs>373</Paragraphs>
  <Slides>231</Slides>
  <Notes>69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231</vt:i4>
      </vt:variant>
    </vt:vector>
  </HeadingPairs>
  <TitlesOfParts>
    <vt:vector size="238"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ĐÂY THÁNH CUNG HUY HOÀNG  (Quang Trịnh)</vt:lpstr>
      <vt:lpstr>ĐK: Đây Thánh Cung huy hoàng tràn lan bao hồng ân Chúa,</vt:lpstr>
      <vt:lpstr>về đây hát khúc hoan ca, kính dâng Cha với lòng mến yêu.</vt:lpstr>
      <vt:lpstr>1. Tâm tư con  vui sướng bước vào đền thờ  Thiên Chúa. </vt:lpstr>
      <vt:lpstr>Dâng lên Cha  chí thánh muôn người trong  thánh lễ này.</vt:lpstr>
      <vt:lpstr>ĐK: Đây Thánh Cung huy hoàng tràn lan bao hồng ân Chúa,</vt:lpstr>
      <vt:lpstr>về đây hát khúc hoan ca, kính dâng Cha với lòng mến yêu.</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97 (Lm. Thái Nguyên)  (03 câu)</vt:lpstr>
      <vt:lpstr>1/3. Hát lên mừng Chúa một bài ca, một bài ca mới  hỡi người ơi.</vt:lpstr>
      <vt:lpstr>Vì Chúa làm nên bao kỳ công, </vt:lpstr>
      <vt:lpstr>tay Ngài chí thánh chiến thắng trong uy hùng.</vt:lpstr>
      <vt:lpstr>ĐK: Chúa đã biểu dương ơn cứu độ Ngài trước mặt chư dân.</vt:lpstr>
      <vt:lpstr>Lòng thương xót Chúa thật lớn lao ôi cao vời biết bao.</vt:lpstr>
      <vt:lpstr>2/3. Chúa cứu độ ta đã biểu dương, biểu dương quyền năng trước ngàn dân.</vt:lpstr>
      <vt:lpstr>Đây đức công chính Chúa tỏ ra với lòng nhân ái và tín trung của Ngài.</vt:lpstr>
      <vt:lpstr>ĐK: Chúa đã biểu dương ơn cứu độ Ngài trước mặt chư dân.</vt:lpstr>
      <vt:lpstr>Lòng thương xót Chúa thật lớn lao ôi cao vời biết bao.</vt:lpstr>
      <vt:lpstr>3/3. Khắp trên trần thế đã nhìn thấy này ơn cứu thoát của Thiên Chúa.</vt:lpstr>
      <vt:lpstr>Toàn thể địa cầu hãy mừng vui, reo hò đàn hát để chúc vinh danh Ngài.</vt:lpstr>
      <vt:lpstr>ĐK: Chúa đã biểu dương ơn cứu độ Ngài trước mặt chư dân.</vt:lpstr>
      <vt:lpstr>Lòng thương xót Chúa thật lớn lao ôi cao vời biết bao.</vt:lpstr>
      <vt:lpstr>PowerPoint Presentation</vt:lpstr>
      <vt:lpstr>PowerPoint Presentation</vt:lpstr>
      <vt:lpstr>All… All...   Chúc tụng Đấng nhân danh Chúa  mà đến,</vt:lpstr>
      <vt:lpstr> bình an trên trời và vinh quang trên  các tầng trời.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CON MUỐN DÂNG (Cao Huy Hoàng)</vt:lpstr>
      <vt:lpstr>1. Con muốn dâng lên Ngài tâm tư cuộc đời dương thế.</vt:lpstr>
      <vt:lpstr>Con muốn dâng lên Ngài tấm lòng con những chua cay,</vt:lpstr>
      <vt:lpstr>dâng tấm bánh trắng này và dâng lên ly rượu đầy.</vt:lpstr>
      <vt:lpstr>Với chút tình thơ ngây Ngài ơi hãy thương lòng này.</vt:lpstr>
      <vt:lpstr>ĐK: Kính tiến dâng lên Chúa hiệp  cùng hy tế cao siêu thương yêu</vt:lpstr>
      <vt:lpstr>chết trên đỉnh đồi một chiều máu hồng loang tím.</vt:lpstr>
      <vt:lpstr>Kính tiến dâng lên Chúa cuộc đời thơm ngát hoa xinh</vt:lpstr>
      <vt:lpstr>hy sinh hiến thân quên mình Ngài ơi tâm tình con dâng.</vt:lpstr>
      <vt:lpstr>2. Con muốn dâng lên Ngài tâm tư thẹn thùng không nói khi biết con yêu Ngài</vt:lpstr>
      <vt:lpstr>chút tình như khói như mây. Nhờ lễ hiến thánh này</vt:lpstr>
      <vt:lpstr>Ngài cho con say tình Ngài. Hãy xoá lời chua cay</vt:lpstr>
      <vt:lpstr>và ban xuống ơn tràn đầy.</vt:lpstr>
      <vt:lpstr>ĐK: Kính tiến dâng lên Chúa hiệp  cùng hy tế cao siêu thương yêu</vt:lpstr>
      <vt:lpstr>chết trên đỉnh đồi một chiều máu hồng loang tím.</vt:lpstr>
      <vt:lpstr>Kính tiến dâng lên Chúa cuộc đời thơm ngát hoa xinh</vt:lpstr>
      <vt:lpstr>hy sinh hiến thân quên mình Ngài ơi tâm tình con dâng.</vt:lpstr>
      <vt:lpstr>PowerPoint Presentation</vt:lpstr>
      <vt:lpstr>PowerPoint Presentation</vt:lpstr>
      <vt:lpstr>PowerPoint Presentation</vt:lpstr>
      <vt:lpstr>HIỆP LỄ TÌNH CHÚA CAO VỜI (Duy Thiên)</vt:lpstr>
      <vt:lpstr>ĐK: Tình yêu Chúa cao vời biết bao, nào con biết đáp đền  thế nào,</vt:lpstr>
      <vt:lpstr>để cho cân xứng Chúa ơi, để cho cân xứng Chúa ơi.</vt:lpstr>
      <vt:lpstr>1. Ôi tình yêu thương Chúa cao vời, tình yêu thương Chúa muôn đời,</vt:lpstr>
      <vt:lpstr>Người yêu con từ ngàn xưa. Từ khi chưa có đồi non</vt:lpstr>
      <vt:lpstr>từ khi chưa có trời cao, chưa có vầng trăng với ngàn sao,</vt:lpstr>
      <vt:lpstr>gọi con giữa  muôn muôn người,  tìm con giữa nơi bùn nhơ.</vt:lpstr>
      <vt:lpstr>ĐK: Tình yêu Chúa cao vời biết bao, nào con biết đáp đền  thế nào,</vt:lpstr>
      <vt:lpstr>để cho cân xứng Chúa ơi, để cho cân xứng Chúa ơi.</vt:lpstr>
      <vt:lpstr>2. Ôi vì thương con Chúa quên mình  vì yêu nên hiến  thân mình</vt:lpstr>
      <vt:lpstr>gọi con nên bạn  tình Cha. Dù bao sóng gió hiểm nguy</vt:lpstr>
      <vt:lpstr>dìu con đi giữa trần gian ơn Chúa ngày đêm ủ ấp con,</vt:lpstr>
      <vt:lpstr>vì con Chúa quên thân mình, đời con dám mơ gì hơn.</vt:lpstr>
      <vt:lpstr>ĐK: Tình yêu Chúa cao vời biết bao, nào con biết đáp đền  thế nào,</vt:lpstr>
      <vt:lpstr>để cho cân xứng Chúa ơi, để cho cân xứng Chúa ơi.</vt:lpstr>
      <vt:lpstr>PowerPoint Presentation</vt:lpstr>
      <vt:lpstr>KẾT LỄ HOA MÂN CÔI (Kim Long)</vt:lpstr>
      <vt:lpstr>ĐK: Một tràng hoa Mân Côi, hương thơm ngào ngạt thắm ân tình.</vt:lpstr>
      <vt:lpstr>Từng lời kinh sốt mến, xin dâng về Nữ Vương hiển vinh.</vt:lpstr>
      <vt:lpstr>1. Khi an vui thái hòa, như lời Thiên Sứ truyền tin,</vt:lpstr>
      <vt:lpstr>như trong đêm  Ngôi Lời giáng trần,  như khi Mẹ</vt:lpstr>
      <vt:lpstr>gặp lại Con Chúa: Kết hoa kinh để dâng Mẹ.</vt:lpstr>
      <vt:lpstr>ĐK: Một tràng hoa Mân Côi, hương thơm ngào ngạt thắm ân tình.</vt:lpstr>
      <vt:lpstr>Từng lời kinh sốt mến, xin dâng về Nữ Vương hiển vinh.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cp:lastModifiedBy>Lý Thanh Ngô</cp:lastModifiedBy>
  <cp:revision>1513</cp:revision>
  <cp:lastPrinted>2025-09-26T13:19:17Z</cp:lastPrinted>
  <dcterms:created xsi:type="dcterms:W3CDTF">2023-01-29T22:00:16Z</dcterms:created>
  <dcterms:modified xsi:type="dcterms:W3CDTF">2025-10-08T14:33:14Z</dcterms:modified>
</cp:coreProperties>
</file>