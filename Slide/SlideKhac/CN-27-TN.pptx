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5"/>
  </p:notesMasterIdLst>
  <p:sldIdLst>
    <p:sldId id="11455" r:id="rId2"/>
    <p:sldId id="11503" r:id="rId3"/>
    <p:sldId id="321" r:id="rId4"/>
    <p:sldId id="371" r:id="rId5"/>
    <p:sldId id="322" r:id="rId6"/>
    <p:sldId id="372" r:id="rId7"/>
    <p:sldId id="323" r:id="rId8"/>
    <p:sldId id="9865" r:id="rId9"/>
    <p:sldId id="324" r:id="rId10"/>
    <p:sldId id="9866" r:id="rId11"/>
    <p:sldId id="9867" r:id="rId12"/>
    <p:sldId id="10719" r:id="rId13"/>
    <p:sldId id="10720" r:id="rId14"/>
    <p:sldId id="9869" r:id="rId15"/>
    <p:sldId id="9870" r:id="rId16"/>
    <p:sldId id="9871" r:id="rId17"/>
    <p:sldId id="9872" r:id="rId18"/>
    <p:sldId id="9873" r:id="rId19"/>
    <p:sldId id="9874" r:id="rId20"/>
    <p:sldId id="10721" r:id="rId21"/>
    <p:sldId id="10722" r:id="rId22"/>
    <p:sldId id="10723" r:id="rId23"/>
    <p:sldId id="10724" r:id="rId24"/>
    <p:sldId id="10725" r:id="rId25"/>
    <p:sldId id="304" r:id="rId26"/>
    <p:sldId id="9879" r:id="rId27"/>
    <p:sldId id="9880" r:id="rId28"/>
    <p:sldId id="9881" r:id="rId29"/>
    <p:sldId id="9882" r:id="rId30"/>
    <p:sldId id="9883" r:id="rId31"/>
    <p:sldId id="9884" r:id="rId32"/>
    <p:sldId id="9885" r:id="rId33"/>
    <p:sldId id="9886" r:id="rId34"/>
    <p:sldId id="9887" r:id="rId35"/>
    <p:sldId id="9889" r:id="rId36"/>
    <p:sldId id="9890" r:id="rId37"/>
    <p:sldId id="9891" r:id="rId38"/>
    <p:sldId id="9892" r:id="rId39"/>
    <p:sldId id="9893" r:id="rId40"/>
    <p:sldId id="9895" r:id="rId41"/>
    <p:sldId id="9897" r:id="rId42"/>
    <p:sldId id="9898" r:id="rId43"/>
    <p:sldId id="9899" r:id="rId44"/>
    <p:sldId id="9900" r:id="rId45"/>
    <p:sldId id="9901" r:id="rId46"/>
    <p:sldId id="9902" r:id="rId47"/>
    <p:sldId id="9904" r:id="rId48"/>
    <p:sldId id="9905" r:id="rId49"/>
    <p:sldId id="9906" r:id="rId50"/>
    <p:sldId id="9907" r:id="rId51"/>
    <p:sldId id="9908" r:id="rId52"/>
    <p:sldId id="9909" r:id="rId53"/>
    <p:sldId id="9910" r:id="rId54"/>
    <p:sldId id="9911" r:id="rId55"/>
    <p:sldId id="9912" r:id="rId56"/>
    <p:sldId id="9913" r:id="rId57"/>
    <p:sldId id="9914" r:id="rId58"/>
    <p:sldId id="9915" r:id="rId59"/>
    <p:sldId id="9916" r:id="rId60"/>
    <p:sldId id="9917" r:id="rId61"/>
    <p:sldId id="9918" r:id="rId62"/>
    <p:sldId id="9919" r:id="rId63"/>
    <p:sldId id="9920" r:id="rId64"/>
    <p:sldId id="9921" r:id="rId65"/>
    <p:sldId id="9922" r:id="rId66"/>
    <p:sldId id="9923" r:id="rId67"/>
    <p:sldId id="9924" r:id="rId68"/>
    <p:sldId id="9925" r:id="rId69"/>
    <p:sldId id="9926" r:id="rId70"/>
    <p:sldId id="9927" r:id="rId71"/>
    <p:sldId id="9928" r:id="rId72"/>
    <p:sldId id="9929" r:id="rId73"/>
    <p:sldId id="9930" r:id="rId74"/>
    <p:sldId id="9931" r:id="rId75"/>
    <p:sldId id="9932" r:id="rId76"/>
    <p:sldId id="9933" r:id="rId77"/>
    <p:sldId id="9934" r:id="rId78"/>
    <p:sldId id="9935" r:id="rId79"/>
    <p:sldId id="341" r:id="rId80"/>
    <p:sldId id="409" r:id="rId81"/>
    <p:sldId id="342" r:id="rId82"/>
    <p:sldId id="417" r:id="rId83"/>
    <p:sldId id="343" r:id="rId84"/>
    <p:sldId id="344" r:id="rId85"/>
    <p:sldId id="9936" r:id="rId86"/>
    <p:sldId id="345" r:id="rId87"/>
    <p:sldId id="418" r:id="rId88"/>
    <p:sldId id="346" r:id="rId89"/>
    <p:sldId id="347" r:id="rId90"/>
    <p:sldId id="412" r:id="rId91"/>
    <p:sldId id="348" r:id="rId92"/>
    <p:sldId id="349" r:id="rId93"/>
    <p:sldId id="350" r:id="rId94"/>
    <p:sldId id="419" r:id="rId95"/>
    <p:sldId id="351" r:id="rId96"/>
    <p:sldId id="413" r:id="rId97"/>
    <p:sldId id="352" r:id="rId98"/>
    <p:sldId id="353" r:id="rId99"/>
    <p:sldId id="415" r:id="rId100"/>
    <p:sldId id="354" r:id="rId101"/>
    <p:sldId id="355" r:id="rId102"/>
    <p:sldId id="401" r:id="rId103"/>
    <p:sldId id="356" r:id="rId104"/>
    <p:sldId id="402" r:id="rId105"/>
    <p:sldId id="357" r:id="rId106"/>
    <p:sldId id="403" r:id="rId107"/>
    <p:sldId id="358" r:id="rId108"/>
    <p:sldId id="359" r:id="rId109"/>
    <p:sldId id="405" r:id="rId110"/>
    <p:sldId id="9984" r:id="rId111"/>
    <p:sldId id="406" r:id="rId112"/>
    <p:sldId id="408" r:id="rId113"/>
    <p:sldId id="365" r:id="rId114"/>
    <p:sldId id="9985" r:id="rId115"/>
    <p:sldId id="366" r:id="rId116"/>
    <p:sldId id="9961" r:id="rId117"/>
    <p:sldId id="423" r:id="rId118"/>
    <p:sldId id="424" r:id="rId119"/>
    <p:sldId id="11520" r:id="rId120"/>
    <p:sldId id="10283" r:id="rId121"/>
    <p:sldId id="10284" r:id="rId122"/>
    <p:sldId id="10790" r:id="rId123"/>
    <p:sldId id="11110" r:id="rId124"/>
    <p:sldId id="10417" r:id="rId125"/>
    <p:sldId id="11350" r:id="rId126"/>
    <p:sldId id="11351" r:id="rId127"/>
    <p:sldId id="11352" r:id="rId128"/>
    <p:sldId id="11463" r:id="rId129"/>
    <p:sldId id="11464" r:id="rId130"/>
    <p:sldId id="11465" r:id="rId131"/>
    <p:sldId id="11466" r:id="rId132"/>
    <p:sldId id="11521" r:id="rId133"/>
    <p:sldId id="10180" r:id="rId134"/>
    <p:sldId id="10181" r:id="rId135"/>
    <p:sldId id="10258" r:id="rId136"/>
    <p:sldId id="10260" r:id="rId137"/>
    <p:sldId id="10262" r:id="rId138"/>
    <p:sldId id="10264" r:id="rId139"/>
    <p:sldId id="10265" r:id="rId140"/>
    <p:sldId id="10266" r:id="rId141"/>
    <p:sldId id="10267" r:id="rId142"/>
    <p:sldId id="10268" r:id="rId143"/>
    <p:sldId id="10269" r:id="rId144"/>
    <p:sldId id="10270" r:id="rId145"/>
    <p:sldId id="10271" r:id="rId146"/>
    <p:sldId id="10272" r:id="rId147"/>
    <p:sldId id="11522" r:id="rId148"/>
    <p:sldId id="385" r:id="rId149"/>
    <p:sldId id="10256" r:id="rId150"/>
    <p:sldId id="10142" r:id="rId151"/>
    <p:sldId id="11226" r:id="rId152"/>
    <p:sldId id="11467" r:id="rId153"/>
    <p:sldId id="11417" r:id="rId154"/>
    <p:sldId id="11418" r:id="rId155"/>
    <p:sldId id="11419" r:id="rId156"/>
    <p:sldId id="11420" r:id="rId157"/>
    <p:sldId id="11421" r:id="rId158"/>
    <p:sldId id="11468" r:id="rId159"/>
    <p:sldId id="11469" r:id="rId160"/>
    <p:sldId id="11470" r:id="rId161"/>
    <p:sldId id="11471" r:id="rId162"/>
    <p:sldId id="11472" r:id="rId163"/>
    <p:sldId id="11473" r:id="rId164"/>
    <p:sldId id="11474" r:id="rId165"/>
    <p:sldId id="11307" r:id="rId166"/>
    <p:sldId id="11525" r:id="rId167"/>
    <p:sldId id="10280" r:id="rId168"/>
    <p:sldId id="11168" r:id="rId169"/>
    <p:sldId id="11524" r:id="rId170"/>
    <p:sldId id="9864" r:id="rId171"/>
    <p:sldId id="10316" r:id="rId172"/>
    <p:sldId id="10317" r:id="rId173"/>
    <p:sldId id="10318" r:id="rId174"/>
    <p:sldId id="10319" r:id="rId175"/>
    <p:sldId id="10320" r:id="rId176"/>
    <p:sldId id="10321" r:id="rId177"/>
    <p:sldId id="10322" r:id="rId178"/>
    <p:sldId id="10323" r:id="rId179"/>
    <p:sldId id="10324" r:id="rId180"/>
    <p:sldId id="10325" r:id="rId181"/>
    <p:sldId id="10337" r:id="rId182"/>
    <p:sldId id="10326" r:id="rId183"/>
    <p:sldId id="10327" r:id="rId184"/>
    <p:sldId id="10328" r:id="rId185"/>
    <p:sldId id="10336" r:id="rId186"/>
    <p:sldId id="10329" r:id="rId187"/>
    <p:sldId id="10330" r:id="rId188"/>
    <p:sldId id="10331" r:id="rId189"/>
    <p:sldId id="10332" r:id="rId190"/>
    <p:sldId id="10333" r:id="rId191"/>
    <p:sldId id="10334" r:id="rId192"/>
    <p:sldId id="10335" r:id="rId193"/>
    <p:sldId id="11526" r:id="rId194"/>
    <p:sldId id="10651" r:id="rId195"/>
    <p:sldId id="10652" r:id="rId196"/>
    <p:sldId id="10653" r:id="rId197"/>
    <p:sldId id="11169" r:id="rId198"/>
    <p:sldId id="11475" r:id="rId199"/>
    <p:sldId id="11275" r:id="rId200"/>
    <p:sldId id="11366" r:id="rId201"/>
    <p:sldId id="11367" r:id="rId202"/>
    <p:sldId id="11369" r:id="rId203"/>
    <p:sldId id="11476" r:id="rId204"/>
    <p:sldId id="11484" r:id="rId205"/>
    <p:sldId id="11477" r:id="rId206"/>
    <p:sldId id="11478" r:id="rId207"/>
    <p:sldId id="11480" r:id="rId208"/>
    <p:sldId id="11481" r:id="rId209"/>
    <p:sldId id="11482" r:id="rId210"/>
    <p:sldId id="11483" r:id="rId211"/>
    <p:sldId id="11221" r:id="rId212"/>
    <p:sldId id="10252" r:id="rId213"/>
    <p:sldId id="11182" r:id="rId214"/>
    <p:sldId id="10212" r:id="rId215"/>
    <p:sldId id="10823" r:id="rId216"/>
    <p:sldId id="10931" r:id="rId217"/>
    <p:sldId id="11185" r:id="rId218"/>
    <p:sldId id="10932" r:id="rId219"/>
    <p:sldId id="11247" r:id="rId220"/>
    <p:sldId id="11248" r:id="rId221"/>
    <p:sldId id="11375" r:id="rId222"/>
    <p:sldId id="11376" r:id="rId223"/>
    <p:sldId id="11447" r:id="rId224"/>
    <p:sldId id="11448" r:id="rId225"/>
    <p:sldId id="11449" r:id="rId226"/>
    <p:sldId id="11450" r:id="rId227"/>
    <p:sldId id="11493" r:id="rId228"/>
    <p:sldId id="11494" r:id="rId229"/>
    <p:sldId id="11495" r:id="rId230"/>
    <p:sldId id="11496" r:id="rId231"/>
    <p:sldId id="11527" r:id="rId232"/>
    <p:sldId id="10769" r:id="rId233"/>
    <p:sldId id="10253" r:id="rId234"/>
    <p:sldId id="11006" r:id="rId235"/>
    <p:sldId id="11498" r:id="rId236"/>
    <p:sldId id="11497" r:id="rId237"/>
    <p:sldId id="11007" r:id="rId238"/>
    <p:sldId id="11059" r:id="rId239"/>
    <p:sldId id="11499" r:id="rId240"/>
    <p:sldId id="11500" r:id="rId241"/>
    <p:sldId id="11501" r:id="rId242"/>
    <p:sldId id="11502" r:id="rId243"/>
    <p:sldId id="11528" r:id="rId244"/>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94660"/>
  </p:normalViewPr>
  <p:slideViewPr>
    <p:cSldViewPr snapToGrid="0">
      <p:cViewPr varScale="1">
        <p:scale>
          <a:sx n="130" d="100"/>
          <a:sy n="130" d="100"/>
        </p:scale>
        <p:origin x="132" y="26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microsoft.com/office/2016/11/relationships/changesInfo" Target="changesInfos/changesInfo1.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notesMaster" Target="notesMasters/notesMaster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microsoft.com/office/2015/10/relationships/revisionInfo" Target="revisionInfo.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1701FF8C-FB8E-45AF-B0FA-95B6560BE94A}" type="datetimeFigureOut">
              <a:rPr lang="en-US" smtClean="0"/>
              <a:t>10/4/2025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999B-DE27-7723-C21B-C282D907B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C68AC-A186-FFE5-A812-7E38C3412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5D001-26C5-D083-24F1-62ACB8A153D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B5760CA-0E28-9497-7B1F-67D1C667E2ED}"/>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465057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97EEF-1B80-CC4E-45E4-AFA5B7952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2CEBA-A28D-B415-93B4-35B1C322A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6950E4-8C4F-6932-1FFD-0D281DEA489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7E2EB49-AF5E-55BA-AF40-44560CBD3077}"/>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481078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3B926-72E7-E5D8-9F05-1AED5EFF0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CA972-3C08-0007-A1A1-FC567F279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7A4A1-6B67-DA86-797F-B0FC8A66B55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D3DC994-316D-60EE-3893-3BD6AD57A68B}"/>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2485045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9CC7-BCF5-3C13-16A6-2817C5294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7D702-9274-E864-FB50-3B7A654C4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13AFB-D181-58BE-7A66-AA5638015A3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CDD700C-9D94-1149-83E5-2088434DB410}"/>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25242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1DD9-B100-0F11-3767-6F4248BB5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D93AB-216C-527E-1EC2-EEA390E93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519F38-CF1D-9F48-2DC0-BA82EF07EC3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C78A6D0-BC17-0C90-4310-CA3210ED7CF4}"/>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601818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80982-4F36-54EC-0DC1-4E3C2C029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ECA4A-6A76-DD1C-505D-DEF0942A3D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42962-ED11-E7CB-716F-284C7B760FE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377A140-972A-E7FC-B3E1-4F7C65DC9A21}"/>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2536453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DEFAC-56FD-C34A-0CF6-DBD46C080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734D1-BB74-0C31-08C3-74C33A0E9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E2AFA2-9E6B-62BC-8277-7C3122A66F9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5A97FF6-6A9A-12A2-EB1A-B7A8553B7E6D}"/>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435422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3FC8-BBB5-0C0F-B9C4-5C62950B2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E95DD-CB82-590E-06FF-1F490E2F8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E6B28-FFB3-C8E2-DB11-0C916ACB941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7662333-D2D5-1C0D-F9C7-7FDCB6DAE398}"/>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17407140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C67B-3F4B-519E-BC56-9FF94831D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9CBB2-C731-BBDF-FEB1-503C67247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AFB3-3B0D-4D9C-248E-D9AFA5FC27D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FCB0C5-5922-BFD8-AA00-12F72F67C866}"/>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11507171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F606-9241-0142-E999-E1D2AF785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7A097-712C-428B-74A5-7FFD1AC78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DF978-838D-274E-8AE6-7C82ED6C929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B34CB3E-88EC-778D-731D-200E3E9C0E2F}"/>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4063834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8F1F-1931-1D33-AD8A-7651B5FB4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20F6F-BE63-773D-D2B5-71F179D12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74857-C1F5-7C85-A420-B36913697D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C006ED9-CCD4-EB76-4AF7-8D1A632A5BBD}"/>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23509366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01B3-7A58-8D75-B616-BEF97446C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C49AE-EAD6-7842-1C90-3B679E28F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461B0-22EB-146E-D60C-AD028CC9008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1CBCCDB-A7EF-F7EA-C492-C59B0293D32F}"/>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5871855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73E5-BB85-0383-60F4-57A68C36C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B5370-FF03-5837-7098-EE95F0383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FDD0B-4309-69D1-F333-063F791AC16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7B0EA2A-4A74-0075-A552-2EC0447317B0}"/>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4105053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9C4F6-4B00-4587-2A58-75B979344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9B3EC-CE56-4D7D-94CB-DA95F058B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7377F-03A4-D125-E483-53A993B4565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C014BC0-13A4-6E7D-BD0E-A635F8E29B45}"/>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2979361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C6BD2-E1D6-0CCA-F146-437897526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B6F1F-4613-E21C-9B07-2EDFC8861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76331-4AC9-A93F-D11A-826E99A3293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BBC2C57-CF22-DCE6-E609-EEFD41923488}"/>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1232732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A7C3-1784-EFD9-13A3-6823E7F7A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1C4A-7D82-AFD7-2A02-D46353E72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E7217-0C9E-4371-7A9B-6E0BF716954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CB9DD85-8756-F8B5-DA57-FF05B87BD23A}"/>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24398236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C1ED8-6A94-D311-530B-E7FBD9A3F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E8460-C36A-DBDA-E5B7-C7E9930F6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F54C7-0A7B-F330-0E9B-7A9FB5BE1EA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DFD78D-19B7-D9F5-6B3E-58D94FBF03B7}"/>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36800594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9EA4-1D66-E693-C371-FE370DB1D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1F102-1AF6-AEFA-36A7-231A13762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BF0ED-7B61-0AD1-0536-B179C998B60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C854E23-678A-341D-5393-D50D73A7D0BC}"/>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829859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B2EF4-AF63-D1C7-DCE5-33FF22F4D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B1AFB-612B-38A1-966C-EAD0025BA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E2B31-87DF-9BB4-BDA9-0C3CA09EBF5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E80F02D-A01B-B07F-FC6B-4C25B3F4ABA4}"/>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20027430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3E24E-3A29-2734-619B-6E2F83485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A0543-FE16-5D5E-76A3-76FECDF4D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5E1853-7051-0BE9-E9E4-BD4301AD534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8C7D99A-2C24-CED0-8685-26FFBC42B97E}"/>
              </a:ext>
            </a:extLst>
          </p:cNvPr>
          <p:cNvSpPr>
            <a:spLocks noGrp="1"/>
          </p:cNvSpPr>
          <p:nvPr>
            <p:ph type="sldNum" sz="quarter" idx="5"/>
          </p:nvPr>
        </p:nvSpPr>
        <p:spPr/>
        <p:txBody>
          <a:bodyPr/>
          <a:lstStyle/>
          <a:p>
            <a:fld id="{648246CF-7178-41AD-B6F8-BACEEA28FBE0}" type="slidenum">
              <a:rPr lang="en-US" smtClean="0"/>
              <a:t>164</a:t>
            </a:fld>
            <a:endParaRPr lang="en-US"/>
          </a:p>
        </p:txBody>
      </p:sp>
    </p:spTree>
    <p:extLst>
      <p:ext uri="{BB962C8B-B14F-4D97-AF65-F5344CB8AC3E}">
        <p14:creationId xmlns:p14="http://schemas.microsoft.com/office/powerpoint/2010/main" val="42632288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BFA23-7ECB-375A-EF3A-40ECD0196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FE5A1-4BD5-D51B-0551-8B0E02CB1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50434-99F4-BC68-8BB0-64B57C7C79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834D0B9-88AE-702E-2214-18730EA61297}"/>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2181469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FE45-19CA-6CCC-87F0-4DA3EF96B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97295-0605-C6B9-E260-77E88F8B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E36D-3AE5-B137-3144-B7129000F7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B4CB7C-B8C2-BE08-8250-B389282D24E9}"/>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20591547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29D2-8BB8-436D-85BC-90E6CBE54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573AF-6EAD-9B48-5FF2-1AD92EEE0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AC04F-8364-9DF1-B53A-2D084F538D2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E85B83-0FDB-C960-F987-E5F9ADE7E276}"/>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29788996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0FD30-6BEB-0BE3-8D02-83DA4E60A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57163-1382-D4EB-35F9-9963E0B8A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A7525-25F8-1327-3534-5D27A6407E3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1F1E19A-C070-A485-90E0-548DE690BA61}"/>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2702190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87F3-6BC7-B927-F411-5EA32960A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319AA-98D1-7316-5C2B-56FB6A2D7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BCB1D-65EE-C0DC-9898-9B9BEF6DE3C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9D6461C-AF5B-0BD1-8C13-11628FB6660A}"/>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42695096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44DF3-0DD1-2DE4-99F1-26FEC386F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881BC-AE47-DBE9-0A8D-A7833D875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DF172-A310-E930-13E0-48A7D039B2B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602D5C-C491-F78C-C10C-9B498F7A7D10}"/>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12231049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79DC-2F93-0CAE-4C65-E08195EE3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9262A-8976-597C-E116-250E295F2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4C298-824C-F8D7-8C9D-26A08AB9BC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79676B0-24C8-6C13-3E26-5C467BA0A0BA}"/>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36198838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8B205-8B85-6F24-DAC5-F51EF8163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4318F-8F55-71D3-FC84-6504D3F7E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597974-A70F-E742-3B07-EBFFA1BF68A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4C44A41-5CD4-D0BC-D5DB-7A7BC5BB0044}"/>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4370060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EF538-2B9E-6986-BD7D-16F4BBF00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80F55-FD57-69A4-9D13-B6C9A60E6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167391-6E56-F656-82AD-82C84C2338B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C335211-3879-341D-B07F-A8EEA5A6D997}"/>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36677714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AA469-7256-5E59-B158-D9D8A5369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160DA-111E-9BBB-5EFE-4364B7928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EF31B-5944-84EB-ACBD-27C53CF87F4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FDB2CC3-2D9E-4CB6-5C61-8A75C01D22AA}"/>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39636591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E1051-0DA5-2784-BF0B-8587DBC56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F6459-A494-4E01-7EF7-FCBDD7D52E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33BE3-3EA4-AA7B-18E8-60386C09489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854A062-50AD-1D88-CA01-499D5C022A0D}"/>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9181749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F08D3-10D7-2AFC-3DCD-03CF153FA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4600F-5AF9-D20A-949B-2EEA58A061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92DE-5448-1B48-4EF7-E386F285FE3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59FCFC4-397D-56FF-81C6-FC8FA4B76B5D}"/>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40033209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6315A-7FA8-EDAF-0ADE-F71A231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DDDC5-9C2E-4423-56BA-5B3C0E56C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A2F29D-0223-E69C-C4D0-298E5FA23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7BC6DCB-D3FE-41CD-B018-374840C78388}"/>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19892062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0F33D-8EB8-3952-EFA8-B888F3606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F2FD8-33CF-2344-1C61-9DB556A29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2C061-B8FB-FDF6-D09F-C0336A5B314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25203F-F96E-10D4-5098-3DFBAAA7CBB8}"/>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6968846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505F3-B30E-CCBD-1111-BB6D3F284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1B54E-C675-66B8-BB0E-1E579B201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53AB8-ED71-1FF3-2552-3D2CA9A80F3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9A2D5DA-21A2-2AF2-D345-DAE978D21BCC}"/>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12034179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EF335-92E7-1438-AA0F-1BCBA1085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8F702-FD39-173C-3E56-E412179AA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21CC4-8614-37CC-7C5F-56F475E409B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3085B51-FFBD-D247-273A-8EF202D6D3AC}"/>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7552759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5707E-6619-26F0-1FCB-F3B4E6A05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FCCC9-E8D3-DD66-38BA-0A63C0D55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8EF63-9306-27AD-269D-8876FA35281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BA35D6B-63A7-A872-3E8B-B03DEF98C7A4}"/>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6089078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6BF5-5DCF-D512-1190-84F5A2264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C66D7-C9E3-FF26-DE00-A13F1696B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A92A7-7425-FD28-5B8D-C9406E06ECA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AEF11FD-A539-7CBE-E62E-1AB39BCEC457}"/>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41742516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4E6B-92E1-919A-4B37-72EF222F0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18C60-FCB1-C3F8-4016-A09990387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1F625-EF4B-17A6-E281-34309CEB179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C86BC97-E26E-9982-4175-2F9A4CBA1E3D}"/>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23489775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0077-FE1A-3239-8509-7E4B7B620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8737C-FF79-88A5-A0B3-6E7A0CBF3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AA486-B01E-9CDB-2480-5FB4512B5FD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E433D58-E874-F12D-D035-5B5EF5297885}"/>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2913293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380C-335C-7493-0662-8C9BAE6F2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60CD6-71C4-FA17-CF92-87ECC2F00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CB668-3445-7302-1A75-B5FA89C8EE8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92DEEC-317D-E327-B1F4-87E24C8AAC05}"/>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11227449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4B866-91B3-CC44-40BD-9AC2FD6E4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3D079-B9D7-FE31-03FB-A59D1CAC4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D4E26-B0C0-48B9-0D65-5C5FAB71FE2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279DA9D-0FDA-709F-8EFE-6F67C57D1DFA}"/>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23937443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71C3F-949E-0B30-8323-0778C062C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0478F-5CE2-87B8-3064-F313352F2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E2055-1252-F6F5-8A29-E3EDAE2AA6C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9D6DA19-80DA-1F3C-4364-BDC972069DA2}"/>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156959744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1FCD8-4297-8943-30C5-FFD1E94A2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33372-5E6A-06CC-2B64-1F74B2026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ADC30-95FB-D8AD-9615-11B976F8E8A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88E2DE7-FE0A-FD86-037C-3C13CAAD59AD}"/>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4661466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CC3EC-41F1-C1C8-8886-3FA7C36FA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A3330-70AF-1EDD-23BF-4DE4CC080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AB4880-C580-42D2-7A1D-FC77252CD46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3EAD99B-5FF5-F440-EC66-9E108BE1535C}"/>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26552845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83A40-7D51-E1C3-48C0-029FEB902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FBE04-D9D8-559B-CBF0-B07921CD3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FF012-7C5F-6EBB-D4B8-4C70A8E9E214}"/>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9936DB6-53F9-4511-6E85-37CC21A00FF7}"/>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132141976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C70D5-E6A9-8757-681C-037CE0369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7387F-5561-7FF7-F222-45B478874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FAD26-D47B-0290-7BA0-1B5086CBF519}"/>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E96BC9A-8AC7-0BFC-6CF9-592E236951D3}"/>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203404432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17932742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9F4C-C21F-894F-A57E-BDDC983A7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B5A70-370F-A30A-08D3-ECE0C1F2F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94138-1D96-31BA-56A5-153701C1EAB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C7499D71-DA32-5310-6CB2-7865F66EED66}"/>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28750136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D4C6B-B645-6008-7085-1CE39DFA1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9CE89-DEDD-AB24-78C7-3E7AEA282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76A91-0572-553D-4AD3-60604974AAB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765EF8A-DFA6-C98E-6C45-3C560CDFAC46}"/>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76671062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EB6F3-95D3-445F-9E47-839F0DF7C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C98E8-66C9-6A15-31B4-85B51ED11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34B91-2335-2F0B-097D-725735815AB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C8DE3E4D-4EB4-C556-8687-50EB207B4847}"/>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13803527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0781B-9A35-CF92-6630-5F6C48100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03E5A-A916-12D4-1F0A-57A26EACF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A441C-ADA8-9AA9-5016-33CC792F69F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1462EDA-0140-9DAB-0036-F7B029008B29}"/>
              </a:ext>
            </a:extLst>
          </p:cNvPr>
          <p:cNvSpPr>
            <a:spLocks noGrp="1"/>
          </p:cNvSpPr>
          <p:nvPr>
            <p:ph type="sldNum" sz="quarter" idx="5"/>
          </p:nvPr>
        </p:nvSpPr>
        <p:spPr/>
        <p:txBody>
          <a:bodyPr/>
          <a:lstStyle/>
          <a:p>
            <a:fld id="{648246CF-7178-41AD-B6F8-BACEEA28FBE0}" type="slidenum">
              <a:rPr lang="en-US" smtClean="0"/>
              <a:t>242</a:t>
            </a:fld>
            <a:endParaRPr lang="en-US"/>
          </a:p>
        </p:txBody>
      </p:sp>
    </p:spTree>
    <p:extLst>
      <p:ext uri="{BB962C8B-B14F-4D97-AF65-F5344CB8AC3E}">
        <p14:creationId xmlns:p14="http://schemas.microsoft.com/office/powerpoint/2010/main" val="1968383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10/4/2025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10/4/2025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10/4/2025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10/4/2025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B274B-5586-CDBC-BCF1-4C7EA471983E}"/>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DC064C5D-385E-EF55-56F4-D9E29D0850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703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0876-BC6E-5B0A-0E57-FD5621B869E3}"/>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4F523B7-FB31-951F-2F8C-B97E8BA6BC2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460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endParaRPr lang="en-US" altLang="en-US" sz="4950" b="1" dirty="0">
              <a:solidFill>
                <a:srgbClr val="FF0000"/>
              </a:solidFill>
              <a:latin typeface="Times New Roman" panose="02020603050405020304" pitchFamily="18" charset="0"/>
              <a:cs typeface="Times New Roman" pitchFamily="18" charset="0"/>
            </a:endParaRP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o</a:t>
            </a:r>
            <a:r>
              <a:rPr lang="vi-VN" altLang="en-US" sz="8000" b="1">
                <a:solidFill>
                  <a:schemeClr val="tx1"/>
                </a:solidFill>
                <a:latin typeface="Times New Roman" panose="02020603050405020304" pitchFamily="18" charset="0"/>
                <a:cs typeface="Times New Roman" panose="02020603050405020304" pitchFamily="18" charset="0"/>
              </a:rPr>
              <a:t>ng </a:t>
            </a:r>
            <a:r>
              <a:rPr lang="vi-VN" altLang="en-US" sz="8000" b="1" dirty="0">
                <a:solidFill>
                  <a:schemeClr val="tx1"/>
                </a:solidFill>
                <a:latin typeface="Times New Roman" panose="02020603050405020304" pitchFamily="18" charset="0"/>
                <a:cs typeface="Times New Roman" panose="02020603050405020304" pitchFamily="18" charset="0"/>
              </a:rPr>
              <a:t>khen c</a:t>
            </a:r>
            <a:r>
              <a:rPr lang="en-US" altLang="en-US" sz="8000" b="1" dirty="0">
                <a:solidFill>
                  <a:schemeClr val="tx1"/>
                </a:solidFill>
                <a:latin typeface="Times New Roman" panose="02020603050405020304" pitchFamily="18" charset="0"/>
                <a:cs typeface="Times New Roman" panose="02020603050405020304" pitchFamily="18" charset="0"/>
              </a:rPr>
              <a:t>ả</a:t>
            </a:r>
            <a:r>
              <a:rPr lang="vi-VN" altLang="en-US" sz="8000" b="1" dirty="0">
                <a:solidFill>
                  <a:schemeClr val="tx1"/>
                </a:solidFill>
                <a:latin typeface="Times New Roman" panose="02020603050405020304" pitchFamily="18" charset="0"/>
                <a:cs typeface="Times New Roman" panose="02020603050405020304" pitchFamily="18" charset="0"/>
              </a:rPr>
              <a:t>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nhất: </a:t>
            </a:r>
            <a:r>
              <a:rPr lang="vi-VN" altLang="en-US" sz="7800" b="1" dirty="0">
                <a:solidFill>
                  <a:schemeClr val="tx1"/>
                </a:solidFill>
                <a:latin typeface="Times New Roman" panose="02020603050405020304" pitchFamily="18" charset="0"/>
                <a:cs typeface="Times New Roman" panose="02020603050405020304" pitchFamily="18" charset="0"/>
              </a:rPr>
              <a:t>Khiêm như</a:t>
            </a:r>
            <a:r>
              <a:rPr lang="en-US" altLang="en-US" sz="7800" b="1" dirty="0">
                <a:solidFill>
                  <a:schemeClr val="tx1"/>
                </a:solidFill>
                <a:latin typeface="Times New Roman" panose="02020603050405020304" pitchFamily="18" charset="0"/>
                <a:cs typeface="Times New Roman" panose="02020603050405020304" pitchFamily="18" charset="0"/>
              </a:rPr>
              <a:t>ợ</a:t>
            </a:r>
            <a:r>
              <a:rPr lang="vi-VN" altLang="en-US" sz="7800" b="1" dirty="0" err="1">
                <a:solidFill>
                  <a:schemeClr val="tx1"/>
                </a:solidFill>
                <a:latin typeface="Times New Roman" panose="02020603050405020304" pitchFamily="18" charset="0"/>
                <a:cs typeface="Times New Roman" panose="02020603050405020304" pitchFamily="18" charset="0"/>
              </a:rPr>
              <a:t>ng</a:t>
            </a:r>
            <a:r>
              <a:rPr lang="vi-VN" altLang="en-US" sz="78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hai: </a:t>
            </a:r>
            <a:r>
              <a:rPr lang="vi-VN" altLang="en-US" sz="78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ba: </a:t>
            </a:r>
            <a:r>
              <a:rPr lang="vi-VN" altLang="en-US" sz="70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bốn: </a:t>
            </a:r>
            <a:r>
              <a:rPr lang="vi-VN" altLang="en-US" sz="70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sáu: </a:t>
            </a:r>
            <a:r>
              <a:rPr lang="vi-VN" altLang="en-US" sz="70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bảy: </a:t>
            </a:r>
            <a:r>
              <a:rPr lang="vi-VN" altLang="en-US" sz="70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9089-7AB7-031C-34FB-97CDEA010D65}"/>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806C7737-2B1E-2D29-C6CC-DDC24FE5DE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8612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HÂN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HOAN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Huy Hoàng)</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effectLst/>
                <a:latin typeface="Times New Roman" panose="02020603050405020304" pitchFamily="18" charset="0"/>
                <a:cs typeface="Times New Roman" panose="02020603050405020304" pitchFamily="18" charset="0"/>
              </a:rPr>
              <a:t>: </a:t>
            </a:r>
            <a:r>
              <a:rPr lang="vi-VN" sz="8000" b="1" dirty="0">
                <a:effectLst/>
                <a:latin typeface="Times New Roman" panose="02020603050405020304" pitchFamily="18" charset="0"/>
                <a:cs typeface="Times New Roman" panose="02020603050405020304" pitchFamily="18" charset="0"/>
              </a:rPr>
              <a:t>Con hân hoan bước lên bàn thờ Chúa,</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tuổi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xuân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xanh</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7906765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Con nâng muôn phím tơ ngợi khen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rung </a:t>
            </a:r>
            <a:r>
              <a:rPr lang="en-US" sz="8800" b="1" dirty="0" err="1">
                <a:effectLst/>
                <a:latin typeface="Times New Roman (Headings)"/>
                <a:cs typeface="Arial" panose="020B0604020202020204" pitchFamily="34" charset="0"/>
              </a:rPr>
              <a:t>nhịp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tâm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28852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CA2FA-36F8-0030-9D5A-C3B8CD396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4487A-F9AC-8E70-F6A6-752EF878BB2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a:solidFill>
                  <a:srgbClr val="FF0000"/>
                </a:solidFill>
                <a:effectLst/>
                <a:latin typeface="Times New Roman" panose="02020603050405020304" pitchFamily="18" charset="0"/>
                <a:cs typeface="Times New Roman" panose="02020603050405020304" pitchFamily="18" charset="0"/>
              </a:rPr>
              <a:t>1. </a:t>
            </a:r>
            <a:r>
              <a:rPr lang="vi-VN" sz="8800" b="1" dirty="0">
                <a:effectLst/>
                <a:latin typeface="Times New Roman" panose="02020603050405020304" pitchFamily="18" charset="0"/>
                <a:cs typeface="Times New Roman" panose="02020603050405020304" pitchFamily="18" charset="0"/>
              </a:rPr>
              <a:t>Vào Thánh cung dâng tiến hương nguyện cầu</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15693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44BB1-A958-9E43-4CF1-02B93DC21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15D6F-F96A-D0C5-F82E-016B950D7345}"/>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ngát bay tỏa trước ngai tòa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106573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8C3A8-510F-5D66-95D2-FE5625C8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9A24B-096C-0452-A6AC-0313E2FA10E5}"/>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Tâm tư sẽ reo mừng, hướng lên bàn thánh trong niềm vui.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923632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8A5B-6856-F113-F34E-33BFC5C04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449D2-0E0F-8421-4F1C-A702D181D9EC}"/>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effectLst/>
                <a:latin typeface="Times New Roman" panose="02020603050405020304" pitchFamily="18" charset="0"/>
                <a:cs typeface="Times New Roman" panose="02020603050405020304" pitchFamily="18" charset="0"/>
              </a:rPr>
              <a:t>: </a:t>
            </a:r>
            <a:r>
              <a:rPr lang="vi-VN" sz="8000" b="1" dirty="0">
                <a:effectLst/>
                <a:latin typeface="Times New Roman" panose="02020603050405020304" pitchFamily="18" charset="0"/>
                <a:cs typeface="Times New Roman" panose="02020603050405020304" pitchFamily="18" charset="0"/>
              </a:rPr>
              <a:t>Con hân hoan bước lên bàn thờ Chúa,</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240115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38392-241A-CC51-6924-C39314E3C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E53D5-93CA-E535-4456-8AD3F8267F6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tuổi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xuân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xanh</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15070661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EDD18-DCD3-F89A-E016-62E627A14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EB040-07B5-41C7-54F5-7B99BCDA00C7}"/>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Con nâng muôn phím tơ ngợi khen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560849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B4835-86D7-5364-6D0F-840610636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5DE4D-501D-4CA8-8190-E6A5BC16092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rung </a:t>
            </a:r>
            <a:r>
              <a:rPr lang="en-US" sz="8800" b="1" dirty="0" err="1">
                <a:effectLst/>
                <a:latin typeface="Times New Roman (Headings)"/>
                <a:cs typeface="Arial" panose="020B0604020202020204" pitchFamily="34" charset="0"/>
              </a:rPr>
              <a:t>nhịp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tâm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227707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5B084-9E79-CE06-C85F-1E1059EA7053}"/>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87F4F23F-5BD6-6498-A039-387D84CDC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35839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9600" b="1" dirty="0">
                <a:solidFill>
                  <a:srgbClr val="EE0000"/>
                </a:solidFill>
                <a:latin typeface="Times New Roman (Headings)"/>
                <a:cs typeface="Arial" panose="020B0604020202020204" pitchFamily="34" charset="0"/>
              </a:rPr>
              <a:t>CT:</a:t>
            </a:r>
            <a:r>
              <a:rPr lang="en-US" sz="9600" b="1" i="1" dirty="0">
                <a:solidFill>
                  <a:srgbClr val="C00000"/>
                </a:solidFill>
                <a:latin typeface="Times New Roman (Headings)"/>
                <a:cs typeface="Arial" panose="020B0604020202020204" pitchFamily="34" charset="0"/>
              </a:rPr>
              <a:t> </a:t>
            </a:r>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r>
              <a:rPr lang="en-US" sz="9600" b="1" dirty="0" err="1">
                <a:solidFill>
                  <a:srgbClr val="FF3399"/>
                </a:solidFill>
                <a:effectLst/>
                <a:latin typeface="Times New Roman (Headings)"/>
                <a:cs typeface="Arial" panose="020B0604020202020204" pitchFamily="34" charset="0"/>
              </a:rPr>
              <a:t>A</a:t>
            </a:r>
            <a:r>
              <a:rPr lang="en-US" sz="8800" b="1" dirty="0" err="1">
                <a:solidFill>
                  <a:srgbClr val="FF3399"/>
                </a:solidFill>
                <a:effectLst/>
                <a:latin typeface="Times New Roman (Headings)"/>
                <a:cs typeface="Arial" panose="020B0604020202020204" pitchFamily="34" charset="0"/>
              </a:rPr>
              <a:t>+</a:t>
            </a:r>
            <a:r>
              <a:rPr lang="en-US" sz="9600" b="1" dirty="0" err="1">
                <a:solidFill>
                  <a:srgbClr val="FF3399"/>
                </a:solidFill>
                <a:effectLst/>
                <a:latin typeface="Times New Roman (Headings)"/>
                <a:cs typeface="Arial" panose="020B0604020202020204" pitchFamily="34" charset="0"/>
              </a:rPr>
              <a:t>B</a:t>
            </a:r>
            <a:r>
              <a:rPr lang="en-US" sz="9600" b="1" dirty="0">
                <a:solidFill>
                  <a:srgbClr val="FF3399"/>
                </a:solidFill>
                <a:latin typeface="Times New Roman (Headings)"/>
                <a:cs typeface="Arial" panose="020B0604020202020204" pitchFamily="34" charset="0"/>
              </a:rPr>
              <a:t>:</a:t>
            </a:r>
            <a:r>
              <a:rPr lang="en-US" sz="9600" b="1" dirty="0">
                <a:solidFill>
                  <a:srgbClr val="FF3399"/>
                </a:solidFill>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và bình an dưới thế cho người thiện tâm.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it-IT" sz="8800" b="1" dirty="0">
                <a:solidFill>
                  <a:srgbClr val="EE0000"/>
                </a:solidFill>
                <a:effectLst/>
                <a:latin typeface="Times New Roman (Headings)"/>
                <a:cs typeface="Arial" panose="020B0604020202020204" pitchFamily="34" charset="0"/>
              </a:rPr>
              <a:t>A: </a:t>
            </a:r>
            <a:r>
              <a:rPr lang="it-IT" sz="8800" b="1" dirty="0">
                <a:effectLst/>
                <a:latin typeface="Times New Roman (Headings)"/>
                <a:cs typeface="Arial" panose="020B0604020202020204" pitchFamily="34" charset="0"/>
              </a:rPr>
              <a:t>Chúng con ca ngợi Chúa,</a:t>
            </a:r>
            <a:br>
              <a:rPr lang="it-IT"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chúc</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tụng</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a:solidFill>
                  <a:srgbClr val="EE0000"/>
                </a:solidFill>
                <a:effectLst/>
                <a:latin typeface="Times New Roman (Headings)"/>
                <a:cs typeface="Arial" panose="020B0604020202020204" pitchFamily="34" charset="0"/>
              </a:rPr>
              <a:t>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thờ</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a:t>
            </a:r>
            <a:br>
              <a:rPr lang="en-US"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tôn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vinh</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8480686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r>
              <a:rPr lang="en-US" sz="8800" b="1" spc="100" dirty="0">
                <a:solidFill>
                  <a:srgbClr val="EE0000"/>
                </a:solidFill>
                <a:effectLst/>
                <a:latin typeface="Times New Roman (Headings)"/>
                <a:cs typeface="Arial" panose="020B0604020202020204" pitchFamily="34" charset="0"/>
              </a:rPr>
              <a:t>A:</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200" b="1" dirty="0">
                <a:solidFill>
                  <a:schemeClr val="accent1"/>
                </a:solidFill>
                <a:effectLst/>
                <a:latin typeface="Times New Roman (Headings)"/>
                <a:cs typeface="Arial" panose="020B0604020202020204" pitchFamily="34" charset="0"/>
              </a:rPr>
              <a:t>B:</a:t>
            </a:r>
            <a:r>
              <a:rPr lang="en-US" sz="8200" b="1" dirty="0">
                <a:effectLst/>
                <a:latin typeface="Times New Roman (Headings)"/>
                <a:cs typeface="Arial" panose="020B0604020202020204" pitchFamily="34" charset="0"/>
              </a:rPr>
              <a:t> </a:t>
            </a:r>
            <a:r>
              <a:rPr lang="en-US" sz="8200" b="1" dirty="0" err="1">
                <a:latin typeface="Times New Roman (Headings)"/>
                <a:cs typeface="Arial" panose="020B0604020202020204" pitchFamily="34" charset="0"/>
              </a:rPr>
              <a:t>L</a:t>
            </a:r>
            <a:r>
              <a:rPr lang="en-US" sz="8200" b="1" dirty="0" err="1">
                <a:effectLst/>
                <a:latin typeface="Times New Roman (Headings)"/>
                <a:cs typeface="Arial" panose="020B0604020202020204" pitchFamily="34" charset="0"/>
              </a:rPr>
              <a:t>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Kitô</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Lạy</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xóa tội trần gian,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xóa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khẩn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ngự bên hữu </a:t>
            </a:r>
            <a:r>
              <a:rPr lang="vi-VN" sz="8000" b="1" dirty="0" err="1">
                <a:effectLst/>
                <a:latin typeface="Times New Roman (Headings)"/>
                <a:cs typeface="Arial" panose="020B0604020202020204" pitchFamily="34" charset="0"/>
              </a:rPr>
              <a:t>Ðức</a:t>
            </a:r>
            <a:r>
              <a:rPr lang="vi-VN" sz="8000" b="1" dirty="0">
                <a:effectLst/>
                <a:latin typeface="Times New Roman (Headings)"/>
                <a:cs typeface="Arial" panose="020B0604020202020204" pitchFamily="34" charset="0"/>
              </a:rPr>
              <a:t> Chúa Cha, 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chemeClr val="accent1"/>
                </a:solidFill>
                <a:latin typeface="Times New Roman (Headings)"/>
                <a:cs typeface="Arial" panose="020B0604020202020204" pitchFamily="34" charset="0"/>
              </a:rPr>
              <a:t>B:</a:t>
            </a:r>
            <a:r>
              <a:rPr lang="en-US" sz="8800" b="1" dirty="0">
                <a:solidFill>
                  <a:schemeClr val="accent1"/>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Ðấng</a:t>
            </a:r>
            <a:r>
              <a:rPr lang="en-US" sz="88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Ðấng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Tối</a:t>
            </a:r>
            <a:r>
              <a:rPr lang="en-US" sz="8000" b="1" dirty="0">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solidFill>
                  <a:srgbClr val="FF3399"/>
                </a:solidFill>
                <a:latin typeface="Times New Roman (Headings)"/>
                <a:cs typeface="Arial" panose="020B0604020202020204" pitchFamily="34" charset="0"/>
              </a:rPr>
              <a:t>A+B</a:t>
            </a:r>
            <a:r>
              <a:rPr lang="en-US" sz="7200" b="1" dirty="0">
                <a:solidFill>
                  <a:srgbClr val="FF3399"/>
                </a:solidFill>
                <a:latin typeface="Times New Roman (Headings)"/>
                <a:cs typeface="Arial" panose="020B0604020202020204" pitchFamily="34" charset="0"/>
              </a:rPr>
              <a:t>: </a:t>
            </a:r>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ùng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quang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 </a:t>
            </a:r>
            <a:r>
              <a:rPr lang="en-US" sz="7200" b="1" dirty="0">
                <a:solidFill>
                  <a:srgbClr val="FF0000"/>
                </a:solidFill>
                <a:effectLst/>
                <a:latin typeface="Times New Roman (Headings)"/>
                <a:cs typeface="Arial" panose="020B0604020202020204" pitchFamily="34" charset="0"/>
              </a:rPr>
              <a:t>Amen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D47B3-F1E2-C59B-F42B-C3EEAE2554BB}"/>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A4D8FEA4-FD4B-8F0C-6CC8-A3C629A7C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30556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Có thể là hình ảnh về 1 người và văn bản cho biết 'BÀI ĐỌC 1 CN n TN TNC C Bài trích sách TIÊN TRI KHABACЙC &quot;Người không cÕ lòng ngay thì ngã gục, nhưng người công chĩnh sẽ sống nhỡ trung tín.&quot; (Kb 1, 2-3; Kb1,2-3:2,2-4) 2, 2-4)'">
            <a:extLst>
              <a:ext uri="{FF2B5EF4-FFF2-40B4-BE49-F238E27FC236}">
                <a16:creationId xmlns:a16="http://schemas.microsoft.com/office/drawing/2014/main" id="{A0321CED-9C3A-F307-FE0A-27A0D93E3C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84"/>
            <a:ext cx="9144000" cy="5151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50202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94</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a:t>
            </a:r>
            <a:r>
              <a:rPr lang="en-US" sz="8000" b="1" dirty="0">
                <a:solidFill>
                  <a:srgbClr val="FF0000"/>
                </a:solidFill>
                <a:effectLst/>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Hãy đến đây ta reo hò mừng Chúa, tung hô Ngài Núi Đá độ trì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Vào trước Thiên Nhan ta dâng lời cảm mến,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02BA-2970-68B0-E2EF-11F1811CC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E35DD-1F39-C33F-E743-2FC59715FAF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tung </a:t>
            </a:r>
            <a:r>
              <a:rPr lang="en-US" sz="8800" b="1" dirty="0" err="1">
                <a:effectLst/>
                <a:latin typeface="Times New Roman (Headings)"/>
                <a:cs typeface="Arial" panose="020B0604020202020204" pitchFamily="34" charset="0"/>
              </a:rPr>
              <a:t>hô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đàn</a:t>
            </a:r>
            <a:r>
              <a:rPr lang="en-US" sz="88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326159823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AE46-6C22-4414-D215-3D85C3EE8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2E23B-6730-4879-7FA1-0E693CECF95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Hôm nay ước gì anh em nghe tiếng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648262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D51EC-E09C-DFD4-2CBA-87D20950C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C527C-223D-F0D5-0AAC-8D0FE9BF0DC4}"/>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phán: </a:t>
            </a:r>
            <a:r>
              <a:rPr lang="en-US" sz="8800" b="1" dirty="0">
                <a:effectLst/>
                <a:latin typeface="Times New Roman (Headings)"/>
                <a:cs typeface="Arial" panose="020B0604020202020204" pitchFamily="34" charset="0"/>
              </a:rPr>
              <a:t>“</a:t>
            </a:r>
            <a:r>
              <a:rPr lang="vi-VN" sz="8800" b="1" i="1" dirty="0">
                <a:effectLst/>
                <a:latin typeface="Times New Roman (Headings)"/>
                <a:cs typeface="Arial" panose="020B0604020202020204" pitchFamily="34" charset="0"/>
              </a:rPr>
              <a:t>Các ngươi đừng cứng l</a:t>
            </a:r>
            <a:r>
              <a:rPr lang="en-US" sz="8800" b="1" i="1" dirty="0">
                <a:latin typeface="Times New Roman (Headings)"/>
                <a:cs typeface="Arial" panose="020B0604020202020204" pitchFamily="34" charset="0"/>
              </a:rPr>
              <a:t>ò</a:t>
            </a:r>
            <a:r>
              <a:rPr lang="vi-VN" sz="8800" b="1" i="1" dirty="0">
                <a:effectLst/>
                <a:latin typeface="Times New Roman (Headings)"/>
                <a:cs typeface="Arial" panose="020B0604020202020204" pitchFamily="34" charset="0"/>
              </a:rPr>
              <a:t>ng</a:t>
            </a:r>
            <a:r>
              <a:rPr lang="en-US" sz="8800" b="1" dirty="0">
                <a:effectLst/>
                <a:latin typeface="Times New Roman (Headings)"/>
                <a:cs typeface="Arial" panose="020B0604020202020204" pitchFamily="34" charset="0"/>
              </a:rPr>
              <a:t>”</a:t>
            </a:r>
            <a:r>
              <a:rPr lang="vi-VN" sz="8800" b="1" dirty="0">
                <a:effectLst/>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2518436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4D98F-E5C0-DC29-3E5D-C6CCD6F19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F1D06-5BA7-D0A3-545E-B0958507FF5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2</a:t>
            </a:r>
            <a:r>
              <a:rPr lang="en-US" sz="8000" b="1" dirty="0">
                <a:solidFill>
                  <a:srgbClr val="FF0000"/>
                </a:solidFill>
                <a:effectLst/>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Hãy tiến lên ta chung thờ lạy Chúa, hãy bái quì trước Đấng tạo thành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929448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64B2-1A38-6E06-0AAC-70748D076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EA4F3-2702-AE6F-9AD5-5742494593CE}"/>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Đức Chúa ta, ta nay </a:t>
            </a:r>
            <a:r>
              <a:rPr lang="en-US" sz="8800" b="1" dirty="0" err="1">
                <a:effectLst/>
                <a:latin typeface="Times New Roman (Headings)"/>
                <a:cs typeface="Arial" panose="020B0604020202020204" pitchFamily="34" charset="0"/>
              </a:rPr>
              <a:t>thuộc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9198357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D7FA1-1A9E-B847-22C5-EB1524A0E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E6E86-8538-464B-D1AB-B4F05F5D9DF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trông coi như chăm sóc đoàn chiên.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7075310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A7DA-FDDD-09C2-DE54-56FE41C94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B5C53-E3D0-97B7-F244-4D5905EF0D86}"/>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Hôm nay ước gì anh em nghe tiếng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8094547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AA2AC-75C0-E309-8BDA-2F61B0F82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81049-AEA0-B939-F93F-314C51879B44}"/>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phán: </a:t>
            </a:r>
            <a:r>
              <a:rPr lang="en-US" sz="8800" b="1" dirty="0">
                <a:effectLst/>
                <a:latin typeface="Times New Roman (Headings)"/>
                <a:cs typeface="Arial" panose="020B0604020202020204" pitchFamily="34" charset="0"/>
              </a:rPr>
              <a:t>“</a:t>
            </a:r>
            <a:r>
              <a:rPr lang="vi-VN" sz="8800" b="1" i="1" dirty="0">
                <a:effectLst/>
                <a:latin typeface="Times New Roman (Headings)"/>
                <a:cs typeface="Arial" panose="020B0604020202020204" pitchFamily="34" charset="0"/>
              </a:rPr>
              <a:t>Các ngươi đừng cứng l</a:t>
            </a:r>
            <a:r>
              <a:rPr lang="en-US" sz="8800" b="1" i="1" dirty="0">
                <a:latin typeface="Times New Roman (Headings)"/>
                <a:cs typeface="Arial" panose="020B0604020202020204" pitchFamily="34" charset="0"/>
              </a:rPr>
              <a:t>ò</a:t>
            </a:r>
            <a:r>
              <a:rPr lang="vi-VN" sz="8800" b="1" i="1" dirty="0">
                <a:effectLst/>
                <a:latin typeface="Times New Roman (Headings)"/>
                <a:cs typeface="Arial" panose="020B0604020202020204" pitchFamily="34" charset="0"/>
              </a:rPr>
              <a:t>ng</a:t>
            </a:r>
            <a:r>
              <a:rPr lang="en-US" sz="8800" b="1" dirty="0">
                <a:effectLst/>
                <a:latin typeface="Times New Roman (Headings)"/>
                <a:cs typeface="Arial" panose="020B0604020202020204" pitchFamily="34" charset="0"/>
              </a:rPr>
              <a:t>”</a:t>
            </a:r>
            <a:r>
              <a:rPr lang="vi-VN" sz="8800" b="1" dirty="0">
                <a:effectLst/>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9097891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FF9-A847-B310-C74B-E8946DEA7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33520-231B-09C7-5067-5234CA0CAC6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3/3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Hãy chú tâm hôm nay lời Chúa phán, chớ cứng lòng giống ở rừng </a:t>
            </a:r>
            <a:r>
              <a:rPr lang="vi-VN" sz="7200" b="1" dirty="0">
                <a:effectLst/>
                <a:latin typeface="Times New Roman (Headings)"/>
                <a:cs typeface="Arial" panose="020B0604020202020204" pitchFamily="34" charset="0"/>
              </a:rPr>
              <a:t>Mas</a:t>
            </a:r>
            <a:r>
              <a:rPr lang="en-US" sz="66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sa.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8325391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1BE3-FDC4-A8EC-9784-E4319BC3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7CB28-CD2C-D075-5D1B-CE1B37E780A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Mê-ri-ba</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thử</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thách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3360911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B531A-FD25-6BAC-249A-F4E95E160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10D1D-54DC-3289-0752-D2A6097EC73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xem</a:t>
            </a:r>
            <a:r>
              <a:rPr lang="en-US" sz="8800" b="1" dirty="0">
                <a:effectLst/>
                <a:latin typeface="Times New Roman (Headings)"/>
                <a:cs typeface="Arial" panose="020B0604020202020204" pitchFamily="34" charset="0"/>
              </a:rPr>
              <a:t> Ta qua bao </a:t>
            </a:r>
            <a:r>
              <a:rPr lang="en-US" sz="8800" b="1" dirty="0" err="1">
                <a:effectLst/>
                <a:latin typeface="Times New Roman (Headings)"/>
                <a:cs typeface="Arial" panose="020B0604020202020204" pitchFamily="34" charset="0"/>
              </a:rPr>
              <a:t>những</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kỳ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công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0028054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3C746-75AA-2A24-6C0A-85C8B8458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D4FD1-821B-C380-4AB2-A228C611597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Hôm nay ước gì anh em nghe tiếng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5225838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27929-6CC1-3E81-3162-3B7A1086F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25AD3-72B6-054A-DF11-C18DD27D525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phán: </a:t>
            </a:r>
            <a:r>
              <a:rPr lang="en-US" sz="8800" b="1" dirty="0">
                <a:effectLst/>
                <a:latin typeface="Times New Roman (Headings)"/>
                <a:cs typeface="Arial" panose="020B0604020202020204" pitchFamily="34" charset="0"/>
              </a:rPr>
              <a:t>“</a:t>
            </a:r>
            <a:r>
              <a:rPr lang="vi-VN" sz="8800" b="1" i="1" dirty="0">
                <a:effectLst/>
                <a:latin typeface="Times New Roman (Headings)"/>
                <a:cs typeface="Arial" panose="020B0604020202020204" pitchFamily="34" charset="0"/>
              </a:rPr>
              <a:t>Các ngươi đừng cứng l</a:t>
            </a:r>
            <a:r>
              <a:rPr lang="en-US" sz="8800" b="1" i="1">
                <a:latin typeface="Times New Roman (Headings)"/>
                <a:cs typeface="Arial" panose="020B0604020202020204" pitchFamily="34" charset="0"/>
              </a:rPr>
              <a:t>ò</a:t>
            </a:r>
            <a:r>
              <a:rPr lang="vi-VN" sz="8800" b="1" i="1">
                <a:effectLst/>
                <a:latin typeface="Times New Roman (Headings)"/>
                <a:cs typeface="Arial" panose="020B0604020202020204" pitchFamily="34" charset="0"/>
              </a:rPr>
              <a:t>ng</a:t>
            </a:r>
            <a:r>
              <a:rPr lang="en-US" sz="8800" b="1" dirty="0">
                <a:effectLst/>
                <a:latin typeface="Times New Roman (Headings)"/>
                <a:cs typeface="Arial" panose="020B0604020202020204" pitchFamily="34" charset="0"/>
              </a:rPr>
              <a:t>”</a:t>
            </a:r>
            <a:r>
              <a:rPr lang="vi-VN" sz="8800" b="1" dirty="0">
                <a:effectLst/>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246540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sp>
        <p:nvSpPr>
          <p:cNvPr id="11273" name="Rectangle 1127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290" name="Picture 2" descr="Có thể là hình ảnh về 3 người và văn bản cho biết 'BÀI ĐỌC 2- CN XXVII TN C Bài trích thư thứ hai của Thánh Phaolo Tông ĐỒ GỬI ÔNG TIMÔTHÊU &quot;Con chỡ nổ thẹn làm chững cho Chua chũng ta, và cho cha nữa, là tù nhân của Người.&quot; (2 Tm 1, 6-8, 13-14)'">
            <a:extLst>
              <a:ext uri="{FF2B5EF4-FFF2-40B4-BE49-F238E27FC236}">
                <a16:creationId xmlns:a16="http://schemas.microsoft.com/office/drawing/2014/main" id="{740A3CC1-8F88-8C00-7A8B-4B98547CF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56756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BC68-0EB8-D549-1155-F545755968C9}"/>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CA90C6A5-1B5A-25EB-A87A-1401CF3E5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52636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solidFill>
                  <a:srgbClr val="EE0000"/>
                </a:solidFill>
                <a:effectLst/>
                <a:latin typeface="Times New Roman (Headings)"/>
                <a:cs typeface="Arial" panose="020B0604020202020204" pitchFamily="34" charset="0"/>
              </a:rPr>
              <a:t>All… All...</a:t>
            </a:r>
            <a:r>
              <a:rPr lang="en-US" sz="8000" b="1" dirty="0">
                <a:solidFill>
                  <a:srgbClr val="EE0000"/>
                </a:solidFill>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i="1" dirty="0">
                <a:effectLst/>
                <a:latin typeface="Times New Roman (Headings)"/>
                <a:cs typeface="Arial" panose="020B0604020202020204" pitchFamily="34" charset="0"/>
              </a:rPr>
              <a:t>Con </a:t>
            </a:r>
            <a:r>
              <a:rPr lang="en-US" sz="8000" b="1" i="1" dirty="0" err="1">
                <a:effectLst/>
                <a:latin typeface="Times New Roman (Headings)"/>
                <a:cs typeface="Arial" panose="020B0604020202020204" pitchFamily="34" charset="0"/>
              </a:rPr>
              <a:t>chiên</a:t>
            </a:r>
            <a:r>
              <a:rPr lang="en-US" sz="8000" b="1" i="1" dirty="0">
                <a:effectLst/>
                <a:latin typeface="Times New Roman (Headings)"/>
                <a:cs typeface="Arial" panose="020B0604020202020204" pitchFamily="34" charset="0"/>
              </a:rPr>
              <a:t> Ta </a:t>
            </a:r>
            <a:r>
              <a:rPr lang="en-US" sz="8000" b="1" i="1" dirty="0" err="1">
                <a:effectLst/>
                <a:latin typeface="Times New Roman (Headings)"/>
                <a:cs typeface="Arial" panose="020B0604020202020204" pitchFamily="34" charset="0"/>
              </a:rPr>
              <a:t>thì</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nghe</a:t>
            </a:r>
            <a:r>
              <a:rPr lang="en-US" sz="8000" b="1" i="1" dirty="0">
                <a:effectLst/>
                <a:latin typeface="Times New Roman (Headings)"/>
                <a:cs typeface="Arial" panose="020B0604020202020204" pitchFamily="34" charset="0"/>
              </a:rPr>
              <a:t> </a:t>
            </a:r>
            <a:r>
              <a:rPr lang="en-US" sz="8000" b="1" i="1" dirty="0" err="1">
                <a:effectLst/>
                <a:latin typeface="Times New Roman (Headings)"/>
                <a:cs typeface="Arial" panose="020B0604020202020204" pitchFamily="34" charset="0"/>
              </a:rPr>
              <a:t>tiếng</a:t>
            </a:r>
            <a:r>
              <a:rPr lang="en-US" sz="8000" b="1" i="1" dirty="0">
                <a:effectLst/>
                <a:latin typeface="Times New Roman (Headings)"/>
                <a:cs typeface="Arial" panose="020B0604020202020204" pitchFamily="34" charset="0"/>
              </a:rPr>
              <a:t> Ta,</a:t>
            </a:r>
            <a:r>
              <a:rPr lang="en-US" sz="8000" b="1" dirty="0">
                <a:effectLst/>
                <a:latin typeface="Times New Roman (Headings)"/>
                <a:cs typeface="Arial" panose="020B0604020202020204" pitchFamily="34" charset="0"/>
              </a:rPr>
              <a:t> </a:t>
            </a:r>
            <a:endParaRPr lang="en-US" sz="8000" b="1" i="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latin typeface="Times New Roman" panose="02020603050405020304" pitchFamily="18" charset="0"/>
                <a:cs typeface="Times New Roman" panose="02020603050405020304" pitchFamily="18" charset="0"/>
              </a:rPr>
              <a:t>TUNG </a:t>
            </a:r>
            <a:r>
              <a:rPr lang="en-US" sz="3200" b="1" dirty="0" err="1">
                <a:solidFill>
                  <a:srgbClr val="FF0000"/>
                </a:solidFill>
                <a:latin typeface="Times New Roman" panose="02020603050405020304" pitchFamily="18" charset="0"/>
                <a:cs typeface="Times New Roman" panose="02020603050405020304" pitchFamily="18" charset="0"/>
              </a:rPr>
              <a:t>HÔ</a:t>
            </a:r>
            <a:r>
              <a:rPr lang="en-US" sz="3200" b="1" dirty="0">
                <a:solidFill>
                  <a:srgbClr val="FF0000"/>
                </a:solidFill>
                <a:latin typeface="Times New Roman" panose="02020603050405020304" pitchFamily="18" charset="0"/>
                <a:cs typeface="Times New Roman" panose="02020603050405020304" pitchFamily="18" charset="0"/>
              </a:rPr>
              <a:t> TIN </a:t>
            </a:r>
            <a:r>
              <a:rPr lang="en-US" sz="3200" b="1"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i="1" dirty="0">
                <a:latin typeface="Times New Roman (Headings)"/>
                <a:cs typeface="Arial" panose="020B0604020202020204" pitchFamily="34" charset="0"/>
              </a:rPr>
              <a:t>Ta biết chúng </a:t>
            </a:r>
            <a:br>
              <a:rPr lang="en-US" sz="8000" b="1" i="1" dirty="0">
                <a:latin typeface="Times New Roman (Headings)"/>
                <a:cs typeface="Arial" panose="020B0604020202020204" pitchFamily="34" charset="0"/>
              </a:rPr>
            </a:br>
            <a:r>
              <a:rPr lang="vi-VN" sz="8000" b="1" i="1" dirty="0">
                <a:latin typeface="Times New Roman (Headings)"/>
                <a:cs typeface="Arial" panose="020B0604020202020204" pitchFamily="34" charset="0"/>
              </a:rPr>
              <a:t>và chúng theo </a:t>
            </a:r>
            <a:br>
              <a:rPr lang="en-US" sz="8000" b="1" i="1" dirty="0">
                <a:latin typeface="Times New Roman (Headings)"/>
                <a:cs typeface="Arial" panose="020B0604020202020204" pitchFamily="34" charset="0"/>
              </a:rPr>
            </a:br>
            <a:r>
              <a:rPr lang="vi-VN" sz="8000" b="1" i="1" dirty="0">
                <a:latin typeface="Times New Roman (Headings)"/>
                <a:cs typeface="Arial" panose="020B0604020202020204" pitchFamily="34" charset="0"/>
              </a:rPr>
              <a:t>bước của Ta</a:t>
            </a:r>
            <a:r>
              <a:rPr lang="en-US" sz="8000" b="1" i="1" dirty="0">
                <a:latin typeface="Times New Roman (Headings)"/>
                <a:cs typeface="Arial" panose="020B0604020202020204" pitchFamily="34" charset="0"/>
              </a:rPr>
              <a:t>”.</a:t>
            </a:r>
            <a:br>
              <a:rPr lang="en-US" sz="8000" b="1" dirty="0">
                <a:latin typeface="Times New Roman (Headings)"/>
                <a:cs typeface="Arial" panose="020B0604020202020204" pitchFamily="34" charset="0"/>
              </a:rPr>
            </a:br>
            <a:r>
              <a:rPr lang="en-US" sz="8000" b="1" i="1" dirty="0">
                <a:solidFill>
                  <a:srgbClr val="EE0000"/>
                </a:solidFill>
                <a:latin typeface="Times New Roman (Headings)"/>
                <a:cs typeface="Arial" panose="020B0604020202020204" pitchFamily="34" charset="0"/>
              </a:rPr>
              <a:t>All…All…</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72FE3-D31C-6D77-7841-AFE52C263748}"/>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B18D94FA-B0D7-9521-30E7-0D46BD627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86705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73600"/>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Bởi phép Đức Chúa Thánh Thần, Người đã nhập thể trong lòng Trinh Nữ Ma-ri-a, </a:t>
            </a:r>
            <a:br>
              <a:rPr lang="en-US" sz="7000" b="1" dirty="0">
                <a:effectLst/>
                <a:latin typeface="Times New Roman (Headings)"/>
                <a:cs typeface="Arial" panose="020B0604020202020204" pitchFamily="34" charset="0"/>
              </a:rPr>
            </a:br>
            <a:r>
              <a:rPr lang="vi-VN" sz="7000" b="1" dirty="0">
                <a:effectLst/>
                <a:latin typeface="Times New Roman (Headings)"/>
                <a:cs typeface="Arial" panose="020B0604020202020204" pitchFamily="34" charset="0"/>
              </a:rPr>
              <a:t>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a:t>
            </a:r>
            <a:r>
              <a:rPr lang="vi-VN" sz="7200" b="1" dirty="0">
                <a:effectLst/>
                <a:latin typeface="Times New Roman (Headings)"/>
                <a:cs typeface="Arial" panose="020B0604020202020204" pitchFamily="34" charset="0"/>
              </a:rPr>
              <a:t>Phong-xi</a:t>
            </a:r>
            <a:r>
              <a:rPr lang="en-US" sz="72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ô</a:t>
            </a:r>
            <a:r>
              <a:rPr lang="en-US" sz="8000" b="1" dirty="0">
                <a:latin typeface="Times New Roman (Headings)"/>
                <a:cs typeface="Arial" panose="020B0604020202020204" pitchFamily="34" charset="0"/>
              </a:rPr>
              <a:t> </a:t>
            </a:r>
            <a:r>
              <a:rPr lang="vi-VN" sz="7200" b="1" dirty="0">
                <a:effectLst/>
                <a:latin typeface="Times New Roman (Headings)"/>
                <a:cs typeface="Arial" panose="020B0604020202020204" pitchFamily="34" charset="0"/>
              </a:rPr>
              <a:t>Phi-la-tô</a:t>
            </a:r>
            <a:r>
              <a:rPr lang="vi-VN" sz="8000" b="1" dirty="0">
                <a:effectLst/>
                <a:latin typeface="Times New Roman (Headings)"/>
                <a:cs typeface="Arial" panose="020B0604020202020204" pitchFamily="34" charset="0"/>
              </a:rPr>
              <a:t>;</a:t>
            </a:r>
            <a:r>
              <a:rPr lang="en-US" sz="1050" b="1" dirty="0">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8078B-7D26-97C9-9FED-57DE33F6FE38}"/>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0796B48D-D2C7-1EBF-F487-96E0C52AC5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27826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HIẾN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TÌNH</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YÊU</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(Hoài Bắc)</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1. </a:t>
            </a:r>
            <a:r>
              <a:rPr lang="vi-VN" sz="8800" b="1" dirty="0">
                <a:effectLst/>
                <a:latin typeface="Times New Roman (Headings)"/>
                <a:cs typeface="Arial" panose="020B0604020202020204" pitchFamily="34" charset="0"/>
              </a:rPr>
              <a:t>Với tấm lòng thành con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dâng kính,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tựa làn khói hương bay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trước tòa.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Tấm bánh hòa rượu nho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khiết tinh,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4684188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FB87-004F-1A25-20C2-B2786273F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BA41D-92FF-52C7-7754-F82DB7C2B37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mong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lễ</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9520914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D4B9-C3AA-6EF1-C882-36B9C015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CFB18-3164-7B4C-0B8E-C64AD8104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latin typeface="Times New Roman (Headings)"/>
                <a:cs typeface="Arial" panose="020B0604020202020204" pitchFamily="34" charset="0"/>
              </a:rPr>
              <a:t>ĐK</a:t>
            </a:r>
            <a:r>
              <a:rPr lang="en-US" sz="8000" b="1" dirty="0">
                <a:solidFill>
                  <a:srgbClr val="FF0000"/>
                </a:solidFill>
                <a:latin typeface="Times New Roman (Headings)"/>
                <a:cs typeface="Arial" panose="020B0604020202020204" pitchFamily="34" charset="0"/>
              </a:rPr>
              <a:t>:</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Xin Cha thương chấp nhận của lễ, kính dâng Cha với cả tâm hồn.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760317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42AD-5EBF-F7CC-398D-37C1E4499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EA90A-5ECD-6BF5-A5A8-C396E82C1E0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Dẫu đau thương nguy khó trong đời, bao ưu tư phủ đầy cuộc sống.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9955481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B9B0-BE66-6CF2-BF95-28C7B5990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527F1-7C56-B518-323F-4C0383CC23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dâng lên như một hy lễ mong được liên kết ân thiêng máu hồng.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5790766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C879-3B98-4161-8C6E-E03E15F18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FC37F-2071-F8BB-4DDE-1F683E8EC7E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Hãy giúp con kiên vững tin yêu, sống yên vui bước trọn đường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342228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4A867-78CE-0ED7-FB8E-AD51097B4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1ACD8-6DE5-7DEF-87CC-44F411EB7B3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FF0000"/>
                </a:solidFill>
                <a:effectLst/>
                <a:latin typeface="Times New Roman (Headings)"/>
                <a:cs typeface="Arial" panose="020B0604020202020204" pitchFamily="34" charset="0"/>
              </a:rPr>
              <a:t>2</a:t>
            </a:r>
            <a:r>
              <a:rPr lang="vi-VN" sz="8800" b="1" dirty="0">
                <a:solidFill>
                  <a:srgbClr val="FF0000"/>
                </a:solidFill>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Những tháng ngày đời con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mau qua,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7832648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2F892-23F5-944F-A8D8-4256D46EE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A02E4-D7CE-207E-916E-A5FF93E1AAB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nhiều vương vấn ưu tư xóa nhòa.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145068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B619-1EE2-E97A-4286-E87928F93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7AC9B-DC12-2072-BF93-1B93A502087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Nỗi oan trường đè lên tấm thân,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2387836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65A08-EC39-3E37-523F-62C3F9D7A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D49A7-4809-DAE4-33FF-73C8AF40BC5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xin tiến Ngài chút tình đau thương.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180575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4D511-BCA9-9318-9A61-4436AFA91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6A030-3F24-EF3B-2033-8B2E190A19E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latin typeface="Times New Roman (Headings)"/>
                <a:cs typeface="Arial" panose="020B0604020202020204" pitchFamily="34" charset="0"/>
              </a:rPr>
              <a:t>ĐK</a:t>
            </a:r>
            <a:r>
              <a:rPr lang="en-US" sz="8000" b="1" dirty="0">
                <a:solidFill>
                  <a:srgbClr val="FF0000"/>
                </a:solidFill>
                <a:latin typeface="Times New Roman (Headings)"/>
                <a:cs typeface="Arial" panose="020B0604020202020204" pitchFamily="34" charset="0"/>
              </a:rPr>
              <a:t>:</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Xin Cha thương chấp nhận của lễ, kính dâng Cha với cả tâm hồn.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7176565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FD265-8FBC-2B75-86E1-2300C0375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2AF20-9EDB-4686-DE35-02C9E3E37E7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Dẫu đau thương nguy khó trong đời, bao ưu tư phủ đầy cuộc sống.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3777793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4196-361F-CC16-3751-471A24F22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4F007-7E1F-B8A5-9B70-B1B07B2B396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dâng lên như một hy lễ mong được liên kết ân thiêng máu hồng.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9560079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8A511-E4B0-B53D-6257-4979A6854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C7AA4-A7F8-15A2-1D30-6A291836D6B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Hãy giúp con kiên vững tin yêu, sống yên vui bước trọn đường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7965650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000" b="1" dirty="0">
                <a:latin typeface="Times New Roman (Headings)"/>
                <a:cs typeface="Arial" panose="020B0604020202020204" pitchFamily="34" charset="0"/>
              </a:rPr>
              <a:t>Chúa nhân lành đối với những ai trông cậy vào Người, </a:t>
            </a:r>
            <a:endParaRPr lang="en-US" sz="8000" b="1" dirty="0">
              <a:latin typeface="Times New Roman (Headings)"/>
              <a:cs typeface="Arial" panose="020B0604020202020204" pitchFamily="34" charset="0"/>
            </a:endParaRPr>
          </a:p>
        </p:txBody>
      </p:sp>
      <p:sp>
        <p:nvSpPr>
          <p:cNvPr id="6" name="Title 1">
            <a:extLst>
              <a:ext uri="{FF2B5EF4-FFF2-40B4-BE49-F238E27FC236}">
                <a16:creationId xmlns:a16="http://schemas.microsoft.com/office/drawing/2014/main" id="{7245C7E0-AD08-9DB0-D243-A28F8F7A3746}"/>
              </a:ext>
            </a:extLst>
          </p:cNvPr>
          <p:cNvSpPr txBox="1">
            <a:spLocks/>
          </p:cNvSpPr>
          <p:nvPr/>
        </p:nvSpPr>
        <p:spPr>
          <a:xfrm>
            <a:off x="736600" y="0"/>
            <a:ext cx="7670800" cy="5080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33A-A4C7-EB77-3144-78F6A55B2E0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5E8734-82AC-62FA-FB99-277D354A2C1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800" b="1">
                <a:latin typeface="Times New Roman (Headings)"/>
                <a:cs typeface="Arial" panose="020B0604020202020204" pitchFamily="34" charset="0"/>
              </a:rPr>
              <a:t>và đối với tâm hồn kiếm tìm Người.</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304456690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NAY CON</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XIN ĐẾN</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(Hồng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Trần</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Vì con chưa yêu Ngài, nên thập giá còn nặng vai.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chưa mến Ngài, nên đời như còn lắm chông gai.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chưa tin Ngài, nên còn sợ hãi tương lai.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924329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chưa theo Ngài, nên lòng còn sầu héo hôm mai.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A6884-A021-B950-A22D-6F3D8AC42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C2E8D-DEBD-2AEC-3484-487E1D367F0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Xin cho con được lòng mến yêu nhiều,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9615052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6BFD4-977A-E650-4F33-DEC77084E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836D7-5340-3D50-9EA2-6F02B487B4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chông</a:t>
            </a:r>
            <a:r>
              <a:rPr lang="en-US" sz="8800" b="1" dirty="0">
                <a:effectLst/>
                <a:latin typeface="Times New Roman (Headings)"/>
                <a:cs typeface="Arial" panose="020B0604020202020204" pitchFamily="34" charset="0"/>
              </a:rPr>
              <a:t> gai.</a:t>
            </a:r>
          </a:p>
        </p:txBody>
      </p:sp>
    </p:spTree>
    <p:extLst>
      <p:ext uri="{BB962C8B-B14F-4D97-AF65-F5344CB8AC3E}">
        <p14:creationId xmlns:p14="http://schemas.microsoft.com/office/powerpoint/2010/main" val="129283041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54A6C-AEF8-0C0F-1152-2A78C79FB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0B077-D1C2-2743-7BB3-3D200C01CDB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Xin tin Ngài để vơi gánh lo âu,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7869449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72044-3C82-F13E-4EE4-BAE5A0D3E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C368D-C908-9492-8933-1F8BEF29D07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đỡ</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39353100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7A5CB-8452-248B-6D65-9644F38FB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7D13B-5618-6402-F52A-648BC973D92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2. </a:t>
            </a:r>
            <a:r>
              <a:rPr lang="vi-VN" sz="8000" b="1" dirty="0">
                <a:effectLst/>
                <a:latin typeface="Times New Roman (Headings)"/>
                <a:cs typeface="Arial" panose="020B0604020202020204" pitchFamily="34" charset="0"/>
              </a:rPr>
              <a:t>Vì con chưa yêu Ngài, nên tình con nhiều dở dang.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7161904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9FC6C-A7EA-B16E-64FE-07F4CBCC9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B7F83-1818-1784-C028-D6A55A59169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chưa mến Ngài, tâm hồn như còn sống lang thang.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9539030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A8571-4BC1-D5A0-F6A1-9E5610675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E8D15-19BC-069B-6BA6-BF4EBF125D6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chưa tin Ngài, nên lòng nhiều nỗi mênh mang.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83810060"/>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9D4BD-858A-0588-2A8A-72B9F906F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03B14-23CA-336F-4A40-084BDA4BC26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chưa theo Ngài, nên đường đời gặp lắm trái ngang.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2300946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65FD4-A3CD-DE9B-35F5-2F7AE8AD0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80339-6569-1073-C139-BD4A30B6E10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Xin cho con được lòng mến yêu nhiều,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2840965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C59E2-186F-97B7-E0F3-3DF82D3A7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7E5FD-72BD-76FA-F42F-57CE968219A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chông</a:t>
            </a:r>
            <a:r>
              <a:rPr lang="en-US" sz="8800" b="1" dirty="0">
                <a:effectLst/>
                <a:latin typeface="Times New Roman (Headings)"/>
                <a:cs typeface="Arial" panose="020B0604020202020204" pitchFamily="34" charset="0"/>
              </a:rPr>
              <a:t> gai.</a:t>
            </a:r>
          </a:p>
        </p:txBody>
      </p:sp>
    </p:spTree>
    <p:extLst>
      <p:ext uri="{BB962C8B-B14F-4D97-AF65-F5344CB8AC3E}">
        <p14:creationId xmlns:p14="http://schemas.microsoft.com/office/powerpoint/2010/main" val="95639304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9C35E-E842-D78E-F618-76F4CFB9D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C89194-6573-DCB2-4947-543DFA2D34D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Xin tin Ngài để vơi gánh lo âu,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475155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85A93-1822-97F3-11B8-7A563BC45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AB53A-3893-BDF0-0508-19CAECA1300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đỡ</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87089779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BE1C5-E66F-356E-E6D5-E149C775CD36}"/>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3C463922-FB02-4E25-42E9-31262533B4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19648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 XIN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MẸ</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Văn Chi</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Mẹ ơi, trước nhan Mẹ, con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dâng về Mẹ:</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tràng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ca </a:t>
            </a:r>
            <a:r>
              <a:rPr lang="en-US" sz="8000" b="1" dirty="0" err="1">
                <a:effectLst/>
                <a:latin typeface="Times New Roman (Headings)"/>
                <a:cs typeface="Arial" panose="020B0604020202020204" pitchFamily="34" charset="0"/>
              </a:rPr>
              <a:t>chan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chứa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5844606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0EC55-28BD-4B8D-F96C-33C238CE0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EF33E-0022-1A72-11F9-52DB04FF1F7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tiếng</a:t>
            </a:r>
            <a:r>
              <a:rPr lang="en-US" sz="8000" b="1" dirty="0">
                <a:effectLst/>
                <a:latin typeface="Times New Roman (Headings)"/>
                <a:cs typeface="Arial" panose="020B0604020202020204" pitchFamily="34" charset="0"/>
              </a:rPr>
              <a:t> ca </a:t>
            </a:r>
            <a:r>
              <a:rPr lang="en-US" sz="8000" b="1" dirty="0" err="1">
                <a:effectLst/>
                <a:latin typeface="Times New Roman (Headings)"/>
                <a:cs typeface="Arial" panose="020B0604020202020204" pitchFamily="34" charset="0"/>
              </a:rPr>
              <a:t>hòa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Mẹ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983695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DEE3E-D542-113D-2708-A6711F9EE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0235C-334E-04AD-5D3B-72B803AEFAC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tựa ngàn hoa thắm tươi, xin dâng lên Mẹ thương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6016807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en-US" sz="8000" b="1" dirty="0">
                <a:effectLst/>
                <a:latin typeface="Times New Roman (Headings)"/>
                <a:cs typeface="Arial" panose="020B0604020202020204" pitchFamily="34" charset="0"/>
              </a:rPr>
              <a:t>Trong </a:t>
            </a:r>
            <a:r>
              <a:rPr lang="en-US" sz="8000" b="1" dirty="0" err="1">
                <a:effectLst/>
                <a:latin typeface="Times New Roman (Headings)"/>
                <a:cs typeface="Arial" panose="020B0604020202020204" pitchFamily="34" charset="0"/>
              </a:rPr>
              <a:t>khi</a:t>
            </a:r>
            <a:r>
              <a:rPr lang="en-US" sz="8000" b="1" dirty="0">
                <a:effectLst/>
                <a:latin typeface="Times New Roman (Headings)"/>
                <a:cs typeface="Arial" panose="020B0604020202020204" pitchFamily="34" charset="0"/>
              </a:rPr>
              <a:t> an </a:t>
            </a:r>
            <a:r>
              <a:rPr lang="en-US" sz="8000" b="1" dirty="0" err="1">
                <a:effectLst/>
                <a:latin typeface="Times New Roman (Headings)"/>
                <a:cs typeface="Arial" panose="020B0604020202020204" pitchFamily="34" charset="0"/>
              </a:rPr>
              <a:t>vui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trọn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niềm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trìu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6430146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panose="02020603050405020304" pitchFamily="18" charset="0"/>
                <a:cs typeface="Times New Roman" panose="02020603050405020304" pitchFamily="18" charset="0"/>
              </a:rPr>
              <a:t>Khi con cô đơn xin dâng về Mẹ, đời những gian truân Mẹ sẽ ủi an.</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6382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E2E3-BE25-2807-6010-4D0B558DE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8B7EC-0CAD-CDBF-E00F-D06DD9DB716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Mẹ ơi, trước nhan Mẹ, con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dâng về Mẹ:</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013295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DB8C0-DCF8-50A6-8B69-298FAF30C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10BF9-1ADD-EBF6-31C8-B4258C791BC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tràng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ca </a:t>
            </a:r>
            <a:r>
              <a:rPr lang="en-US" sz="8000" b="1" dirty="0" err="1">
                <a:effectLst/>
                <a:latin typeface="Times New Roman (Headings)"/>
                <a:cs typeface="Arial" panose="020B0604020202020204" pitchFamily="34" charset="0"/>
              </a:rPr>
              <a:t>chan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chứa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6971136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7D5B1-EF9B-6FF3-20B7-2D8D3EC4A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566AB-CA23-0301-E692-D0DBAB65B65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tiếng</a:t>
            </a:r>
            <a:r>
              <a:rPr lang="en-US" sz="8000" b="1" dirty="0">
                <a:effectLst/>
                <a:latin typeface="Times New Roman (Headings)"/>
                <a:cs typeface="Arial" panose="020B0604020202020204" pitchFamily="34" charset="0"/>
              </a:rPr>
              <a:t> ca </a:t>
            </a:r>
            <a:r>
              <a:rPr lang="en-US" sz="8000" b="1" dirty="0" err="1">
                <a:effectLst/>
                <a:latin typeface="Times New Roman (Headings)"/>
                <a:cs typeface="Arial" panose="020B0604020202020204" pitchFamily="34" charset="0"/>
              </a:rPr>
              <a:t>hòa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Mẹ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4079148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E891-4C65-4C06-F327-04DB316E6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27525-FEA4-3D0A-2972-1C35A5F5F78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tựa ngàn hoa thắm tươi, xin dâng lên Mẹ thương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1518220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50B45-816D-D6E4-3927-5DC3DDD2CA65}"/>
            </a:ext>
          </a:extLst>
        </p:cNvPr>
        <p:cNvGrpSpPr/>
        <p:nvPr/>
      </p:nvGrpSpPr>
      <p:grpSpPr>
        <a:xfrm>
          <a:off x="0" y="0"/>
          <a:ext cx="0" cy="0"/>
          <a:chOff x="0" y="0"/>
          <a:chExt cx="0" cy="0"/>
        </a:xfrm>
      </p:grpSpPr>
      <p:pic>
        <p:nvPicPr>
          <p:cNvPr id="1026" name="Picture 2" descr="Có thể là hình ảnh về 1 người và văn bản cho biết 'CHÚA NHẬT n THƯỜNG NIÊN C LÒNG TIN តពព្រពាុ មមុ បបកសុង ម2 នេះុ១ មខ &quot;Nếu anh em CỐ lòng tin lon bằng hạt cải, thì dù anh em CÓ bảo cây dâu này: Hãy bật rễ lên, xuống dưỡi biển kia mà mọc, nő cũng se vâng lời anh em.&quot; [LC17,510]'">
            <a:extLst>
              <a:ext uri="{FF2B5EF4-FFF2-40B4-BE49-F238E27FC236}">
                <a16:creationId xmlns:a16="http://schemas.microsoft.com/office/drawing/2014/main" id="{D070029E-6D24-0FEF-534A-36932EEB8C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615970"/>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1380</TotalTime>
  <Words>3965</Words>
  <Application>Microsoft Office PowerPoint</Application>
  <PresentationFormat>On-screen Show (16:9)</PresentationFormat>
  <Paragraphs>397</Paragraphs>
  <Slides>243</Slides>
  <Notes>81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243</vt:i4>
      </vt:variant>
    </vt:vector>
  </HeadingPairs>
  <TitlesOfParts>
    <vt:vector size="250"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CON HÂN HOAN  (Lm. Huy Hoàng)</vt:lpstr>
      <vt:lpstr>ĐK: Con hân hoan bước lên bàn thờ Chúa,</vt:lpstr>
      <vt:lpstr>Chúa là hoan lạc tuổi xuân xanh con.</vt:lpstr>
      <vt:lpstr>Con nâng muôn phím tơ ngợi khen Chúa,</vt:lpstr>
      <vt:lpstr>tiếng lòng rung nhịp với muôn tâm hồn.</vt:lpstr>
      <vt:lpstr>1. Vào Thánh cung dâng tiến hương nguyện cầu</vt:lpstr>
      <vt:lpstr>ngát bay tỏa trước ngai tòa Chúa.</vt:lpstr>
      <vt:lpstr>Tâm tư sẽ reo mừng, hướng lên bàn thánh trong niềm vui.</vt:lpstr>
      <vt:lpstr>ĐK: Con hân hoan bước lên bàn thờ Chúa,</vt:lpstr>
      <vt:lpstr>Chúa là hoan lạc tuổi xuân xanh con.</vt:lpstr>
      <vt:lpstr>Con nâng muôn phím tơ ngợi khen Chúa,</vt:lpstr>
      <vt:lpstr>tiếng lòng rung nhịp với muôn tâm hồn.</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94 (Lm. Thái Nguyên)  (03 câu)</vt:lpstr>
      <vt:lpstr>1/3. Hãy đến đây ta reo hò mừng Chúa, tung hô Ngài Núi Đá độ trì ta.</vt:lpstr>
      <vt:lpstr>Vào trước Thiên Nhan ta dâng lời cảm mến,</vt:lpstr>
      <vt:lpstr>cùng tung hô theo muôn tiếng  đàn ca.</vt:lpstr>
      <vt:lpstr>ĐK: Hôm nay ước gì anh em nghe tiếng Chúa.</vt:lpstr>
      <vt:lpstr>Ngài phán: “Các ngươi đừng cứng lòng”.</vt:lpstr>
      <vt:lpstr>2/3. Hãy tiến lên ta chung thờ lạy Chúa, hãy bái quì trước Đấng tạo thành ta.</vt:lpstr>
      <vt:lpstr>Là Đức Chúa ta, ta nay thuộc dân Chúa.</vt:lpstr>
      <vt:lpstr>Ngài trông coi như chăm sóc đoàn chiên.</vt:lpstr>
      <vt:lpstr>ĐK: Hôm nay ước gì anh em nghe tiếng Chúa.</vt:lpstr>
      <vt:lpstr>Ngài phán: “Các ngươi đừng cứng lòng”.</vt:lpstr>
      <vt:lpstr>3/3. Hãy chú tâm hôm nay lời Chúa phán, chớ cứng lòng giống ở rừng Mas-sa.</vt:lpstr>
      <vt:lpstr>Tại Mê-ri-ba cha ông đã thử thách,</vt:lpstr>
      <vt:lpstr>dù xem Ta qua bao những  kỳ công.</vt:lpstr>
      <vt:lpstr>ĐK: Hôm nay ước gì anh em nghe tiếng Chúa.</vt:lpstr>
      <vt:lpstr>Ngài phán: “Các ngươi đừng cứng lòng”.</vt:lpstr>
      <vt:lpstr>PowerPoint Presentation</vt:lpstr>
      <vt:lpstr>PowerPoint Presentation</vt:lpstr>
      <vt:lpstr>All… All...   Chúa phán: “Con chiên Ta thì nghe tiếng Ta, </vt:lpstr>
      <vt:lpstr>Ta biết chúng  và chúng theo  bước của Ta”. All…All…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HIẾN LỄ  TÌNH YÊU (Hoài Bắc)</vt:lpstr>
      <vt:lpstr>1. Với tấm lòng thành con  dâng kính,</vt:lpstr>
      <vt:lpstr>tựa làn khói hương bay  trước tòa.</vt:lpstr>
      <vt:lpstr>Tấm bánh hòa rượu nho  khiết tinh,</vt:lpstr>
      <vt:lpstr>mong biến thành  lễ vật tình yêu.</vt:lpstr>
      <vt:lpstr>ĐK: Xin Cha thương chấp nhận của lễ, kính dâng Cha với cả tâm hồn.</vt:lpstr>
      <vt:lpstr>Dẫu đau thương nguy khó trong đời, bao ưu tư phủ đầy cuộc sống.</vt:lpstr>
      <vt:lpstr>Xin dâng lên như một hy lễ mong được liên kết ân thiêng máu hồng.</vt:lpstr>
      <vt:lpstr>Hãy giúp con kiên vững tin yêu, sống yên vui bước trọn đường đời.</vt:lpstr>
      <vt:lpstr>2. Những tháng ngày đời con  mau qua,</vt:lpstr>
      <vt:lpstr>nhiều vương vấn ưu tư xóa nhòa.</vt:lpstr>
      <vt:lpstr>Nỗi oan trường đè lên tấm thân,</vt:lpstr>
      <vt:lpstr>xin tiến Ngài chút tình đau thương.</vt:lpstr>
      <vt:lpstr>ĐK: Xin Cha thương chấp nhận của lễ, kính dâng Cha với cả tâm hồn.</vt:lpstr>
      <vt:lpstr>Dẫu đau thương nguy khó trong đời, bao ưu tư phủ đầy cuộc sống.</vt:lpstr>
      <vt:lpstr>Xin dâng lên như một hy lễ mong được liên kết ân thiêng máu hồng.</vt:lpstr>
      <vt:lpstr>Hãy giúp con kiên vững tin yêu, sống yên vui bước trọn đường đời.</vt:lpstr>
      <vt:lpstr>PowerPoint Presentation</vt:lpstr>
      <vt:lpstr>PowerPoint Presentation</vt:lpstr>
      <vt:lpstr>PowerPoint Presentation</vt:lpstr>
      <vt:lpstr>HIỆP LỄ NAY CON XIN ĐẾN (Hồng Trần)</vt:lpstr>
      <vt:lpstr>1. Vì con chưa yêu Ngài, nên thập giá còn nặng vai.</vt:lpstr>
      <vt:lpstr>Vì con chưa mến Ngài, nên đời như còn lắm chông gai.</vt:lpstr>
      <vt:lpstr>Vì con chưa tin Ngài, nên còn sợ hãi tương lai.</vt:lpstr>
      <vt:lpstr>Vì con chưa theo Ngài, nên lòng còn sầu héo hôm mai.</vt:lpstr>
      <vt:lpstr>ĐK: Xin cho con được lòng mến yêu nhiều,</vt:lpstr>
      <vt:lpstr>xin theo Ngài dù đời lắm chông gai.</vt:lpstr>
      <vt:lpstr>Xin tin Ngài để vơi gánh lo âu,</vt:lpstr>
      <vt:lpstr>xin chọn Ngài để đỡ nâng đời con.</vt:lpstr>
      <vt:lpstr>2. Vì con chưa yêu Ngài, nên tình con nhiều dở dang.</vt:lpstr>
      <vt:lpstr>Vì con chưa mến Ngài, tâm hồn như còn sống lang thang.</vt:lpstr>
      <vt:lpstr>Vì con chưa tin Ngài, nên lòng nhiều nỗi mênh mang.</vt:lpstr>
      <vt:lpstr>Vì con chưa theo Ngài, nên đường đời gặp lắm trái ngang.</vt:lpstr>
      <vt:lpstr>ĐK: Xin cho con được lòng mến yêu nhiều,</vt:lpstr>
      <vt:lpstr>xin theo Ngài dù đời lắm chông gai.</vt:lpstr>
      <vt:lpstr>Xin tin Ngài để vơi gánh lo âu,</vt:lpstr>
      <vt:lpstr>xin chọn Ngài để đỡ nâng đời con.</vt:lpstr>
      <vt:lpstr>PowerPoint Presentation</vt:lpstr>
      <vt:lpstr>KẾT LỄ CON XIN DÂNG MẸ  (Văn Chi)</vt:lpstr>
      <vt:lpstr>ĐK: Mẹ ơi, trước nhan Mẹ, con  dâng về Mẹ:</vt:lpstr>
      <vt:lpstr>Một tràng hoa mân côi và ngàn lời ca chan chứa tình yêu.</vt:lpstr>
      <vt:lpstr>Lời con, tiếng ca hòa dâng lên  Mẹ hiền:</vt:lpstr>
      <vt:lpstr>tựa ngàn hoa thắm tươi, xin dâng lên Mẹ thương yêu.</vt:lpstr>
      <vt:lpstr>1. Trong khi an vui con dâng lên Mẹ tình yêu xin dâng trọn niềm trìu mến.</vt:lpstr>
      <vt:lpstr>Khi con cô đơn xin dâng về Mẹ, đời những gian truân Mẹ sẽ ủi an.</vt:lpstr>
      <vt:lpstr>ĐK: Mẹ ơi, trước nhan Mẹ, con  dâng về Mẹ:</vt:lpstr>
      <vt:lpstr>Một tràng hoa mân côi và ngàn lời ca chan chứa tình yêu.</vt:lpstr>
      <vt:lpstr>Lời con, tiếng ca hòa dâng lên  Mẹ hiền:</vt:lpstr>
      <vt:lpstr>tựa ngàn hoa thắm tươi, xin dâng lên Mẹ thương yêu.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cp:lastModifiedBy>Lý Thanh Ngô</cp:lastModifiedBy>
  <cp:revision>1460</cp:revision>
  <cp:lastPrinted>2025-09-26T13:19:17Z</cp:lastPrinted>
  <dcterms:created xsi:type="dcterms:W3CDTF">2023-01-29T22:00:16Z</dcterms:created>
  <dcterms:modified xsi:type="dcterms:W3CDTF">2025-10-04T00:40:30Z</dcterms:modified>
</cp:coreProperties>
</file>