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1"/>
  </p:notesMasterIdLst>
  <p:sldIdLst>
    <p:sldId id="10031" r:id="rId2"/>
    <p:sldId id="321" r:id="rId3"/>
    <p:sldId id="371" r:id="rId4"/>
    <p:sldId id="322" r:id="rId5"/>
    <p:sldId id="372" r:id="rId6"/>
    <p:sldId id="323" r:id="rId7"/>
    <p:sldId id="9865" r:id="rId8"/>
    <p:sldId id="324" r:id="rId9"/>
    <p:sldId id="9866" r:id="rId10"/>
    <p:sldId id="9867" r:id="rId11"/>
    <p:sldId id="992" r:id="rId12"/>
    <p:sldId id="9868" r:id="rId13"/>
    <p:sldId id="9869" r:id="rId14"/>
    <p:sldId id="9870" r:id="rId15"/>
    <p:sldId id="9871" r:id="rId16"/>
    <p:sldId id="9872" r:id="rId17"/>
    <p:sldId id="9873" r:id="rId18"/>
    <p:sldId id="9874" r:id="rId19"/>
    <p:sldId id="1000" r:id="rId20"/>
    <p:sldId id="1001" r:id="rId21"/>
    <p:sldId id="9876" r:id="rId22"/>
    <p:sldId id="9877" r:id="rId23"/>
    <p:sldId id="9878" r:id="rId24"/>
    <p:sldId id="304" r:id="rId25"/>
    <p:sldId id="9879" r:id="rId26"/>
    <p:sldId id="9880" r:id="rId27"/>
    <p:sldId id="9881" r:id="rId28"/>
    <p:sldId id="9882" r:id="rId29"/>
    <p:sldId id="9883" r:id="rId30"/>
    <p:sldId id="9884" r:id="rId31"/>
    <p:sldId id="9885" r:id="rId32"/>
    <p:sldId id="9886" r:id="rId33"/>
    <p:sldId id="9887" r:id="rId34"/>
    <p:sldId id="9889" r:id="rId35"/>
    <p:sldId id="9890" r:id="rId36"/>
    <p:sldId id="9891" r:id="rId37"/>
    <p:sldId id="9892" r:id="rId38"/>
    <p:sldId id="9893" r:id="rId39"/>
    <p:sldId id="9895" r:id="rId40"/>
    <p:sldId id="9897" r:id="rId41"/>
    <p:sldId id="9898" r:id="rId42"/>
    <p:sldId id="9899" r:id="rId43"/>
    <p:sldId id="9900" r:id="rId44"/>
    <p:sldId id="9901" r:id="rId45"/>
    <p:sldId id="9902" r:id="rId46"/>
    <p:sldId id="9904" r:id="rId47"/>
    <p:sldId id="9905" r:id="rId48"/>
    <p:sldId id="9906" r:id="rId49"/>
    <p:sldId id="405" r:id="rId50"/>
    <p:sldId id="9984" r:id="rId51"/>
    <p:sldId id="406" r:id="rId52"/>
    <p:sldId id="408" r:id="rId53"/>
    <p:sldId id="365" r:id="rId54"/>
    <p:sldId id="9985" r:id="rId55"/>
    <p:sldId id="366" r:id="rId56"/>
    <p:sldId id="9961" r:id="rId57"/>
    <p:sldId id="423" r:id="rId58"/>
    <p:sldId id="424" r:id="rId59"/>
    <p:sldId id="10045" r:id="rId60"/>
    <p:sldId id="9793" r:id="rId61"/>
    <p:sldId id="9814" r:id="rId62"/>
    <p:sldId id="9979" r:id="rId63"/>
    <p:sldId id="9980" r:id="rId64"/>
    <p:sldId id="10033" r:id="rId65"/>
    <p:sldId id="10034" r:id="rId66"/>
    <p:sldId id="9987" r:id="rId67"/>
    <p:sldId id="10035" r:id="rId68"/>
    <p:sldId id="10036" r:id="rId69"/>
    <p:sldId id="10037" r:id="rId70"/>
    <p:sldId id="10038" r:id="rId71"/>
    <p:sldId id="10039" r:id="rId72"/>
    <p:sldId id="9810" r:id="rId73"/>
    <p:sldId id="385" r:id="rId74"/>
    <p:sldId id="9941" r:id="rId75"/>
    <p:sldId id="9799" r:id="rId76"/>
    <p:sldId id="9848" r:id="rId77"/>
    <p:sldId id="10001" r:id="rId78"/>
    <p:sldId id="9849" r:id="rId79"/>
    <p:sldId id="10040" r:id="rId80"/>
    <p:sldId id="10041" r:id="rId81"/>
    <p:sldId id="10002" r:id="rId82"/>
    <p:sldId id="9850" r:id="rId83"/>
    <p:sldId id="10042" r:id="rId84"/>
    <p:sldId id="9857" r:id="rId85"/>
    <p:sldId id="9800" r:id="rId86"/>
    <p:sldId id="10005" r:id="rId87"/>
    <p:sldId id="10046" r:id="rId88"/>
    <p:sldId id="10048" r:id="rId89"/>
    <p:sldId id="257" r:id="rId90"/>
    <p:sldId id="10049" r:id="rId91"/>
    <p:sldId id="10050" r:id="rId92"/>
    <p:sldId id="10051" r:id="rId93"/>
    <p:sldId id="10052" r:id="rId94"/>
    <p:sldId id="10053" r:id="rId95"/>
    <p:sldId id="10054" r:id="rId96"/>
    <p:sldId id="10055" r:id="rId97"/>
    <p:sldId id="10056" r:id="rId98"/>
    <p:sldId id="10057" r:id="rId99"/>
    <p:sldId id="10058" r:id="rId100"/>
    <p:sldId id="10059" r:id="rId101"/>
    <p:sldId id="10060" r:id="rId102"/>
    <p:sldId id="10061" r:id="rId103"/>
    <p:sldId id="10047" r:id="rId104"/>
    <p:sldId id="258" r:id="rId105"/>
    <p:sldId id="259" r:id="rId106"/>
    <p:sldId id="260" r:id="rId107"/>
    <p:sldId id="261" r:id="rId108"/>
    <p:sldId id="263" r:id="rId109"/>
    <p:sldId id="265" r:id="rId110"/>
    <p:sldId id="266" r:id="rId111"/>
    <p:sldId id="10025" r:id="rId112"/>
    <p:sldId id="10027" r:id="rId113"/>
    <p:sldId id="10028" r:id="rId114"/>
    <p:sldId id="10029" r:id="rId115"/>
    <p:sldId id="10030" r:id="rId116"/>
    <p:sldId id="10044" r:id="rId117"/>
    <p:sldId id="9942" r:id="rId118"/>
    <p:sldId id="9808" r:id="rId119"/>
    <p:sldId id="9939" r:id="rId120"/>
    <p:sldId id="10084" r:id="rId121"/>
    <p:sldId id="10085" r:id="rId122"/>
    <p:sldId id="10086" r:id="rId123"/>
    <p:sldId id="10087" r:id="rId124"/>
    <p:sldId id="10088" r:id="rId125"/>
    <p:sldId id="10089" r:id="rId126"/>
    <p:sldId id="10011" r:id="rId127"/>
    <p:sldId id="9864" r:id="rId128"/>
    <p:sldId id="10090" r:id="rId129"/>
    <p:sldId id="10091" r:id="rId130"/>
    <p:sldId id="9943" r:id="rId131"/>
    <p:sldId id="9803" r:id="rId132"/>
    <p:sldId id="9962" r:id="rId133"/>
    <p:sldId id="10012" r:id="rId134"/>
    <p:sldId id="10071" r:id="rId135"/>
    <p:sldId id="10072" r:id="rId136"/>
    <p:sldId id="10073" r:id="rId137"/>
    <p:sldId id="10074" r:id="rId138"/>
    <p:sldId id="10075" r:id="rId139"/>
    <p:sldId id="10076" r:id="rId140"/>
    <p:sldId id="10077" r:id="rId141"/>
    <p:sldId id="10078" r:id="rId142"/>
    <p:sldId id="10079" r:id="rId143"/>
    <p:sldId id="10080" r:id="rId144"/>
    <p:sldId id="10081" r:id="rId145"/>
    <p:sldId id="9944" r:id="rId146"/>
    <p:sldId id="9827" r:id="rId147"/>
    <p:sldId id="9975" r:id="rId148"/>
    <p:sldId id="9976" r:id="rId149"/>
    <p:sldId id="9977" r:id="rId150"/>
    <p:sldId id="10062" r:id="rId151"/>
    <p:sldId id="10063" r:id="rId152"/>
    <p:sldId id="10064" r:id="rId153"/>
    <p:sldId id="10065" r:id="rId154"/>
    <p:sldId id="10066" r:id="rId155"/>
    <p:sldId id="10067" r:id="rId156"/>
    <p:sldId id="10068" r:id="rId157"/>
    <p:sldId id="10069" r:id="rId158"/>
    <p:sldId id="10083" r:id="rId159"/>
    <p:sldId id="10082" r:id="rId16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3041" autoAdjust="0"/>
    <p:restoredTop sz="84364" autoAdjust="0"/>
  </p:normalViewPr>
  <p:slideViewPr>
    <p:cSldViewPr>
      <p:cViewPr varScale="1">
        <p:scale>
          <a:sx n="123" d="100"/>
          <a:sy n="123" d="100"/>
        </p:scale>
        <p:origin x="828" y="102"/>
      </p:cViewPr>
      <p:guideLst>
        <p:guide orient="horz" pos="1620"/>
        <p:guide pos="2880"/>
      </p:guideLst>
    </p:cSldViewPr>
  </p:slideViewPr>
  <p:outlineViewPr>
    <p:cViewPr>
      <p:scale>
        <a:sx n="33" d="100"/>
        <a:sy n="33" d="100"/>
      </p:scale>
      <p:origin x="0" y="5083"/>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notesMaster" Target="notesMasters/notesMaster1.xml"/><Relationship Id="rId16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4/16/2025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F97E7-D5EE-6798-6918-D1AA08986D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211645-798B-F93F-B9A2-393A1E0DB0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562DB6-6DEA-6EB3-EFB9-7C0089FA6C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DFEAE1-99B2-135D-596D-721EB4713E52}"/>
              </a:ext>
            </a:extLst>
          </p:cNvPr>
          <p:cNvSpPr>
            <a:spLocks noGrp="1"/>
          </p:cNvSpPr>
          <p:nvPr>
            <p:ph type="sldNum" sz="quarter" idx="5"/>
          </p:nvPr>
        </p:nvSpPr>
        <p:spPr/>
        <p:txBody>
          <a:bodyPr/>
          <a:lstStyle/>
          <a:p>
            <a:fld id="{648246CF-7178-41AD-B6F8-BACEEA28FBE0}" type="slidenum">
              <a:rPr lang="en-US" smtClean="0"/>
              <a:t>59</a:t>
            </a:fld>
            <a:endParaRPr lang="en-US"/>
          </a:p>
        </p:txBody>
      </p:sp>
    </p:spTree>
    <p:extLst>
      <p:ext uri="{BB962C8B-B14F-4D97-AF65-F5344CB8AC3E}">
        <p14:creationId xmlns:p14="http://schemas.microsoft.com/office/powerpoint/2010/main" val="707886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1. Này tấm thân con sao Cha đành tâm xa cách. Này tấm thân con đắng cay muôn vàn tê tái. Cha ơi, sao nỡ quên con, Cha ơi, sao Cha ngoảnh mặt nhẫn tâm nhìn con khổ đau, để quân thù chê trách con. </a:t>
            </a:r>
            <a:r>
              <a:rPr lang="vi-VN" dirty="0" err="1"/>
              <a:t>ĐK</a:t>
            </a:r>
            <a:r>
              <a:rPr lang="vi-VN" dirty="0"/>
              <a:t>: Con xin phó thác nơi Cha thân con với linh hồn con. Xin Cha thêm sức cho con trọn vẹn theo ý Cha luôn. 2. Là kiếp sâu bọ con nay là người đâu phải. Vậy đó Cha ơi, thấy con muôn người khinh ghét. Nghe như nhức nhối tâm can, nghe như mắt ứa lệ tràn. Xót xa lòng con nát tan, có ai mà thương ủi an. Nguồn: </a:t>
            </a:r>
            <a:r>
              <a:rPr lang="vi-VN" dirty="0" err="1"/>
              <a:t>https</a:t>
            </a:r>
            <a:r>
              <a:rPr lang="vi-VN" dirty="0"/>
              <a:t>://</a:t>
            </a:r>
            <a:r>
              <a:rPr lang="vi-VN" dirty="0" err="1"/>
              <a:t>www.dieuca.net</a:t>
            </a:r>
            <a:r>
              <a:rPr lang="vi-VN" dirty="0"/>
              <a:t>/2018/02/</a:t>
            </a:r>
            <a:r>
              <a:rPr lang="vi-VN" dirty="0" err="1"/>
              <a:t>phothac-nd.html</a:t>
            </a: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60</a:t>
            </a:fld>
            <a:endParaRPr lang="en-US"/>
          </a:p>
        </p:txBody>
      </p:sp>
    </p:spTree>
    <p:extLst>
      <p:ext uri="{BB962C8B-B14F-4D97-AF65-F5344CB8AC3E}">
        <p14:creationId xmlns:p14="http://schemas.microsoft.com/office/powerpoint/2010/main" val="3490905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1. Này tấm thân con sao Cha đành tâm xa cách. Này tấm thân con đắng cay muôn vàn tê tái. Cha ơi, sao nỡ quên con, Cha ơi, sao Cha ngoảnh mặt nhẫn tâm nhìn con khổ đau, để quân thù chê trách con. </a:t>
            </a:r>
            <a:r>
              <a:rPr lang="vi-VN" dirty="0" err="1"/>
              <a:t>ĐK</a:t>
            </a:r>
            <a:r>
              <a:rPr lang="vi-VN" dirty="0"/>
              <a:t>: Con xin phó thác nơi Cha thân con với linh hồn con. Xin Cha thêm sức cho con trọn vẹn theo ý Cha luôn. 2. Là kiếp sâu bọ con nay là người đâu phải. Vậy đó Cha ơi, thấy con muôn người khinh ghét. Nghe như nhức nhối tâm can, nghe như mắt ứa lệ tràn. Xót xa lòng con nát tan, có ai mà thương ủi an.</a:t>
            </a: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61</a:t>
            </a:fld>
            <a:endParaRPr lang="en-US"/>
          </a:p>
        </p:txBody>
      </p:sp>
    </p:spTree>
    <p:extLst>
      <p:ext uri="{BB962C8B-B14F-4D97-AF65-F5344CB8AC3E}">
        <p14:creationId xmlns:p14="http://schemas.microsoft.com/office/powerpoint/2010/main" val="3842704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E0FC3-E19E-44A7-30FC-2A8529FBC0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DD2135-130C-196E-6F18-14DAB7ABD2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FB4EAC-6938-DE50-8329-4C8D68B7D58D}"/>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a:extLst>
              <a:ext uri="{FF2B5EF4-FFF2-40B4-BE49-F238E27FC236}">
                <a16:creationId xmlns:a16="http://schemas.microsoft.com/office/drawing/2014/main" id="{E29BB7CF-FCC6-A667-FC64-47827837D08A}"/>
              </a:ext>
            </a:extLst>
          </p:cNvPr>
          <p:cNvSpPr>
            <a:spLocks noGrp="1"/>
          </p:cNvSpPr>
          <p:nvPr>
            <p:ph type="sldNum" sz="quarter" idx="5"/>
          </p:nvPr>
        </p:nvSpPr>
        <p:spPr/>
        <p:txBody>
          <a:bodyPr/>
          <a:lstStyle/>
          <a:p>
            <a:fld id="{648246CF-7178-41AD-B6F8-BACEEA28FBE0}" type="slidenum">
              <a:rPr lang="en-US" smtClean="0"/>
              <a:t>62</a:t>
            </a:fld>
            <a:endParaRPr lang="en-US"/>
          </a:p>
        </p:txBody>
      </p:sp>
    </p:spTree>
    <p:extLst>
      <p:ext uri="{BB962C8B-B14F-4D97-AF65-F5344CB8AC3E}">
        <p14:creationId xmlns:p14="http://schemas.microsoft.com/office/powerpoint/2010/main" val="618975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F5FBF-D5D1-09C4-C6E7-F12404E20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CAD6C-688D-9293-AAA1-7928442F5E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A6F89-AF85-C76C-67D2-156F47564423}"/>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a:extLst>
              <a:ext uri="{FF2B5EF4-FFF2-40B4-BE49-F238E27FC236}">
                <a16:creationId xmlns:a16="http://schemas.microsoft.com/office/drawing/2014/main" id="{1A0EF37D-834E-B4EC-4338-F6CF7DF56837}"/>
              </a:ext>
            </a:extLst>
          </p:cNvPr>
          <p:cNvSpPr>
            <a:spLocks noGrp="1"/>
          </p:cNvSpPr>
          <p:nvPr>
            <p:ph type="sldNum" sz="quarter" idx="5"/>
          </p:nvPr>
        </p:nvSpPr>
        <p:spPr/>
        <p:txBody>
          <a:bodyPr/>
          <a:lstStyle/>
          <a:p>
            <a:fld id="{648246CF-7178-41AD-B6F8-BACEEA28FBE0}" type="slidenum">
              <a:rPr lang="en-US" smtClean="0"/>
              <a:t>63</a:t>
            </a:fld>
            <a:endParaRPr lang="en-US"/>
          </a:p>
        </p:txBody>
      </p:sp>
    </p:spTree>
    <p:extLst>
      <p:ext uri="{BB962C8B-B14F-4D97-AF65-F5344CB8AC3E}">
        <p14:creationId xmlns:p14="http://schemas.microsoft.com/office/powerpoint/2010/main" val="3590912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E59B7-8DC4-9AEE-7A95-1425C56D37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DEEAA9-F56A-BDD2-B630-ABD76A1F36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0CA722-AE3A-004E-54FF-D70D7120BF3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1. Này tấm thân con sao Cha đành tâm xa cách. Này tấm thân con đắng cay muôn vàn tê tái. Cha ơi, sao nỡ quên con, Cha ơi, sao Cha ngoảnh mặt nhẫn tâm nhìn con khổ đau, để quân thù chê trách con. </a:t>
            </a:r>
            <a:r>
              <a:rPr lang="vi-VN" dirty="0" err="1"/>
              <a:t>ĐK</a:t>
            </a:r>
            <a:r>
              <a:rPr lang="vi-VN" dirty="0"/>
              <a:t>: Con xin phó thác nơi Cha thân con với linh hồn con. Xin Cha thêm sức cho con trọn vẹn theo ý Cha luôn. 2. Là kiếp sâu bọ con nay là người đâu phải. Vậy đó Cha ơi, thấy con muôn người khinh ghét. Nghe như nhức nhối tâm can, nghe như mắt ứa lệ tràn. Xót xa lòng con nát tan, có ai mà thương ủi an.</a:t>
            </a:r>
            <a:endParaRPr lang="en-US" dirty="0"/>
          </a:p>
        </p:txBody>
      </p:sp>
      <p:sp>
        <p:nvSpPr>
          <p:cNvPr id="4" name="Slide Number Placeholder 3">
            <a:extLst>
              <a:ext uri="{FF2B5EF4-FFF2-40B4-BE49-F238E27FC236}">
                <a16:creationId xmlns:a16="http://schemas.microsoft.com/office/drawing/2014/main" id="{09014E7A-4EC6-8C6F-8998-20C4730BB1A1}"/>
              </a:ext>
            </a:extLst>
          </p:cNvPr>
          <p:cNvSpPr>
            <a:spLocks noGrp="1"/>
          </p:cNvSpPr>
          <p:nvPr>
            <p:ph type="sldNum" sz="quarter" idx="5"/>
          </p:nvPr>
        </p:nvSpPr>
        <p:spPr/>
        <p:txBody>
          <a:bodyPr/>
          <a:lstStyle/>
          <a:p>
            <a:fld id="{648246CF-7178-41AD-B6F8-BACEEA28FBE0}" type="slidenum">
              <a:rPr lang="en-US" smtClean="0"/>
              <a:t>64</a:t>
            </a:fld>
            <a:endParaRPr lang="en-US"/>
          </a:p>
        </p:txBody>
      </p:sp>
    </p:spTree>
    <p:extLst>
      <p:ext uri="{BB962C8B-B14F-4D97-AF65-F5344CB8AC3E}">
        <p14:creationId xmlns:p14="http://schemas.microsoft.com/office/powerpoint/2010/main" val="1075306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8E49B-919A-93BB-7F7A-6172DAC35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75E44-54D6-7B3C-68B7-DABAD87505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8C8F8-BBE2-5038-B28C-FD89340A375D}"/>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a:extLst>
              <a:ext uri="{FF2B5EF4-FFF2-40B4-BE49-F238E27FC236}">
                <a16:creationId xmlns:a16="http://schemas.microsoft.com/office/drawing/2014/main" id="{A3F9E48C-5FA4-7C6E-37FB-2DB49AC98A9B}"/>
              </a:ext>
            </a:extLst>
          </p:cNvPr>
          <p:cNvSpPr>
            <a:spLocks noGrp="1"/>
          </p:cNvSpPr>
          <p:nvPr>
            <p:ph type="sldNum" sz="quarter" idx="5"/>
          </p:nvPr>
        </p:nvSpPr>
        <p:spPr/>
        <p:txBody>
          <a:bodyPr/>
          <a:lstStyle/>
          <a:p>
            <a:fld id="{648246CF-7178-41AD-B6F8-BACEEA28FBE0}" type="slidenum">
              <a:rPr lang="en-US" smtClean="0"/>
              <a:t>65</a:t>
            </a:fld>
            <a:endParaRPr lang="en-US"/>
          </a:p>
        </p:txBody>
      </p:sp>
    </p:spTree>
    <p:extLst>
      <p:ext uri="{BB962C8B-B14F-4D97-AF65-F5344CB8AC3E}">
        <p14:creationId xmlns:p14="http://schemas.microsoft.com/office/powerpoint/2010/main" val="860569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89A78-AC23-D88D-BC0D-89E9327C4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68C7F0-2832-563D-C74A-B569C7436D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58833C-828C-F3E0-B41B-0C186C89D2F7}"/>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a:extLst>
              <a:ext uri="{FF2B5EF4-FFF2-40B4-BE49-F238E27FC236}">
                <a16:creationId xmlns:a16="http://schemas.microsoft.com/office/drawing/2014/main" id="{6A104E99-4589-CBC5-E7A5-9B56BB7804E9}"/>
              </a:ext>
            </a:extLst>
          </p:cNvPr>
          <p:cNvSpPr>
            <a:spLocks noGrp="1"/>
          </p:cNvSpPr>
          <p:nvPr>
            <p:ph type="sldNum" sz="quarter" idx="5"/>
          </p:nvPr>
        </p:nvSpPr>
        <p:spPr/>
        <p:txBody>
          <a:bodyPr/>
          <a:lstStyle/>
          <a:p>
            <a:fld id="{648246CF-7178-41AD-B6F8-BACEEA28FBE0}" type="slidenum">
              <a:rPr lang="en-US" smtClean="0"/>
              <a:t>66</a:t>
            </a:fld>
            <a:endParaRPr lang="en-US"/>
          </a:p>
        </p:txBody>
      </p:sp>
    </p:spTree>
    <p:extLst>
      <p:ext uri="{BB962C8B-B14F-4D97-AF65-F5344CB8AC3E}">
        <p14:creationId xmlns:p14="http://schemas.microsoft.com/office/powerpoint/2010/main" val="16566263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47F89-055C-717A-B5C9-4EBBBF0EBD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9E0411-5EFA-928E-23B1-8AD7782B6E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4FF828-90CF-3188-8034-15C1E4D618F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1. Này tấm thân con sao Cha đành tâm xa cách. Này tấm thân con đắng cay muôn vàn tê tái. Cha ơi, sao nỡ quên con, Cha ơi, sao Cha ngoảnh mặt nhẫn tâm nhìn con khổ đau, để quân thù chê trách con. </a:t>
            </a:r>
            <a:r>
              <a:rPr lang="vi-VN" dirty="0" err="1"/>
              <a:t>ĐK</a:t>
            </a:r>
            <a:r>
              <a:rPr lang="vi-VN" dirty="0"/>
              <a:t>: Con xin phó thác nơi Cha thân con với linh hồn con. Xin Cha thêm sức cho con trọn vẹn theo ý Cha luôn. 2. Là kiếp sâu bọ con nay là người đâu phải. Vậy đó Cha ơi, thấy con muôn người khinh ghét. Nghe như nhức nhối tâm can, nghe như mắt ứa lệ tràn. Xót xa lòng con nát tan, có ai mà thương ủi an.</a:t>
            </a:r>
            <a:endParaRPr lang="en-US" dirty="0"/>
          </a:p>
        </p:txBody>
      </p:sp>
      <p:sp>
        <p:nvSpPr>
          <p:cNvPr id="4" name="Slide Number Placeholder 3">
            <a:extLst>
              <a:ext uri="{FF2B5EF4-FFF2-40B4-BE49-F238E27FC236}">
                <a16:creationId xmlns:a16="http://schemas.microsoft.com/office/drawing/2014/main" id="{50C69C35-6483-99BF-A03D-4610E39DC871}"/>
              </a:ext>
            </a:extLst>
          </p:cNvPr>
          <p:cNvSpPr>
            <a:spLocks noGrp="1"/>
          </p:cNvSpPr>
          <p:nvPr>
            <p:ph type="sldNum" sz="quarter" idx="5"/>
          </p:nvPr>
        </p:nvSpPr>
        <p:spPr/>
        <p:txBody>
          <a:bodyPr/>
          <a:lstStyle/>
          <a:p>
            <a:fld id="{648246CF-7178-41AD-B6F8-BACEEA28FBE0}" type="slidenum">
              <a:rPr lang="en-US" smtClean="0"/>
              <a:t>67</a:t>
            </a:fld>
            <a:endParaRPr lang="en-US"/>
          </a:p>
        </p:txBody>
      </p:sp>
    </p:spTree>
    <p:extLst>
      <p:ext uri="{BB962C8B-B14F-4D97-AF65-F5344CB8AC3E}">
        <p14:creationId xmlns:p14="http://schemas.microsoft.com/office/powerpoint/2010/main" val="2379944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2BEE2-74F6-09E2-64D6-ACB6A575A6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876C31-274F-199E-A5BF-93EDFC9276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BC8922-52E8-514A-3AD3-BCA0B5E67BB6}"/>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a:extLst>
              <a:ext uri="{FF2B5EF4-FFF2-40B4-BE49-F238E27FC236}">
                <a16:creationId xmlns:a16="http://schemas.microsoft.com/office/drawing/2014/main" id="{9ADF7FAD-A373-DD10-87C7-C01AED1D3CF6}"/>
              </a:ext>
            </a:extLst>
          </p:cNvPr>
          <p:cNvSpPr>
            <a:spLocks noGrp="1"/>
          </p:cNvSpPr>
          <p:nvPr>
            <p:ph type="sldNum" sz="quarter" idx="5"/>
          </p:nvPr>
        </p:nvSpPr>
        <p:spPr/>
        <p:txBody>
          <a:bodyPr/>
          <a:lstStyle/>
          <a:p>
            <a:fld id="{648246CF-7178-41AD-B6F8-BACEEA28FBE0}" type="slidenum">
              <a:rPr lang="en-US" smtClean="0"/>
              <a:t>68</a:t>
            </a:fld>
            <a:endParaRPr lang="en-US"/>
          </a:p>
        </p:txBody>
      </p:sp>
    </p:spTree>
    <p:extLst>
      <p:ext uri="{BB962C8B-B14F-4D97-AF65-F5344CB8AC3E}">
        <p14:creationId xmlns:p14="http://schemas.microsoft.com/office/powerpoint/2010/main" val="23805335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99445-FF0B-E6A5-514E-279812E5C1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4F0526-D011-69D6-11D2-7CAF624DEE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9CC629-B20A-7251-467A-5D0B723DD41F}"/>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a:extLst>
              <a:ext uri="{FF2B5EF4-FFF2-40B4-BE49-F238E27FC236}">
                <a16:creationId xmlns:a16="http://schemas.microsoft.com/office/drawing/2014/main" id="{FE362033-8C12-2390-8DF1-0752DF6F1C0B}"/>
              </a:ext>
            </a:extLst>
          </p:cNvPr>
          <p:cNvSpPr>
            <a:spLocks noGrp="1"/>
          </p:cNvSpPr>
          <p:nvPr>
            <p:ph type="sldNum" sz="quarter" idx="5"/>
          </p:nvPr>
        </p:nvSpPr>
        <p:spPr/>
        <p:txBody>
          <a:bodyPr/>
          <a:lstStyle/>
          <a:p>
            <a:fld id="{648246CF-7178-41AD-B6F8-BACEEA28FBE0}" type="slidenum">
              <a:rPr lang="en-US" smtClean="0"/>
              <a:t>69</a:t>
            </a:fld>
            <a:endParaRPr lang="en-US"/>
          </a:p>
        </p:txBody>
      </p:sp>
    </p:spTree>
    <p:extLst>
      <p:ext uri="{BB962C8B-B14F-4D97-AF65-F5344CB8AC3E}">
        <p14:creationId xmlns:p14="http://schemas.microsoft.com/office/powerpoint/2010/main" val="602367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2BFE5-0767-F0D1-0D9A-7498392B7E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DC597A-79FB-DAD2-2124-2634E65260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29CE5-E238-2972-945C-629A013A9F0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1. Này tấm thân con sao Cha đành tâm xa cách. Này tấm thân con đắng cay muôn vàn tê tái. Cha ơi, sao nỡ quên con, Cha ơi, sao Cha ngoảnh mặt nhẫn tâm nhìn con khổ đau, để quân thù chê trách con. </a:t>
            </a:r>
            <a:r>
              <a:rPr lang="vi-VN" dirty="0" err="1"/>
              <a:t>ĐK</a:t>
            </a:r>
            <a:r>
              <a:rPr lang="vi-VN" dirty="0"/>
              <a:t>: Con xin phó thác nơi Cha thân con với linh hồn con. Xin Cha thêm sức cho con trọn vẹn theo ý Cha luôn. 2. Là kiếp sâu bọ con nay là người đâu phải. Vậy đó Cha ơi, thấy con muôn người khinh ghét. Nghe như nhức nhối tâm can, nghe như mắt ứa lệ tràn. Xót xa lòng con nát tan, có ai mà thương ủi an.</a:t>
            </a:r>
            <a:endParaRPr lang="en-US" dirty="0"/>
          </a:p>
        </p:txBody>
      </p:sp>
      <p:sp>
        <p:nvSpPr>
          <p:cNvPr id="4" name="Slide Number Placeholder 3">
            <a:extLst>
              <a:ext uri="{FF2B5EF4-FFF2-40B4-BE49-F238E27FC236}">
                <a16:creationId xmlns:a16="http://schemas.microsoft.com/office/drawing/2014/main" id="{76CC66F1-16B0-D901-63A5-265B273CCB36}"/>
              </a:ext>
            </a:extLst>
          </p:cNvPr>
          <p:cNvSpPr>
            <a:spLocks noGrp="1"/>
          </p:cNvSpPr>
          <p:nvPr>
            <p:ph type="sldNum" sz="quarter" idx="5"/>
          </p:nvPr>
        </p:nvSpPr>
        <p:spPr/>
        <p:txBody>
          <a:bodyPr/>
          <a:lstStyle/>
          <a:p>
            <a:fld id="{648246CF-7178-41AD-B6F8-BACEEA28FBE0}" type="slidenum">
              <a:rPr lang="en-US" smtClean="0"/>
              <a:t>70</a:t>
            </a:fld>
            <a:endParaRPr lang="en-US"/>
          </a:p>
        </p:txBody>
      </p:sp>
    </p:spTree>
    <p:extLst>
      <p:ext uri="{BB962C8B-B14F-4D97-AF65-F5344CB8AC3E}">
        <p14:creationId xmlns:p14="http://schemas.microsoft.com/office/powerpoint/2010/main" val="1584485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6F090-47F7-398C-3F0E-4332EF73F6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393EC-ED5C-30E0-FEC6-2E5766C68B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9C6AD8-E6AC-79CB-948F-37C3A39566F0}"/>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a:extLst>
              <a:ext uri="{FF2B5EF4-FFF2-40B4-BE49-F238E27FC236}">
                <a16:creationId xmlns:a16="http://schemas.microsoft.com/office/drawing/2014/main" id="{A081FBFF-6B44-90BE-E084-85A093780EDD}"/>
              </a:ext>
            </a:extLst>
          </p:cNvPr>
          <p:cNvSpPr>
            <a:spLocks noGrp="1"/>
          </p:cNvSpPr>
          <p:nvPr>
            <p:ph type="sldNum" sz="quarter" idx="5"/>
          </p:nvPr>
        </p:nvSpPr>
        <p:spPr/>
        <p:txBody>
          <a:bodyPr/>
          <a:lstStyle/>
          <a:p>
            <a:fld id="{648246CF-7178-41AD-B6F8-BACEEA28FBE0}" type="slidenum">
              <a:rPr lang="en-US" smtClean="0"/>
              <a:t>71</a:t>
            </a:fld>
            <a:endParaRPr lang="en-US"/>
          </a:p>
        </p:txBody>
      </p:sp>
    </p:spTree>
    <p:extLst>
      <p:ext uri="{BB962C8B-B14F-4D97-AF65-F5344CB8AC3E}">
        <p14:creationId xmlns:p14="http://schemas.microsoft.com/office/powerpoint/2010/main" val="4368670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75</a:t>
            </a:fld>
            <a:endParaRPr lang="en-US"/>
          </a:p>
        </p:txBody>
      </p:sp>
    </p:spTree>
    <p:extLst>
      <p:ext uri="{BB962C8B-B14F-4D97-AF65-F5344CB8AC3E}">
        <p14:creationId xmlns:p14="http://schemas.microsoft.com/office/powerpoint/2010/main" val="3719829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3896F-9D20-976A-2BB9-5875C70386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CB5F31-B4F9-E904-3767-705DCCCECD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75A67A-3611-8C1C-EFD2-7CCEE90F0DBC}"/>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A17AB875-3BCC-3C2C-FFB3-44396AD97B65}"/>
              </a:ext>
            </a:extLst>
          </p:cNvPr>
          <p:cNvSpPr>
            <a:spLocks noGrp="1"/>
          </p:cNvSpPr>
          <p:nvPr>
            <p:ph type="sldNum" sz="quarter" idx="5"/>
          </p:nvPr>
        </p:nvSpPr>
        <p:spPr/>
        <p:txBody>
          <a:bodyPr/>
          <a:lstStyle/>
          <a:p>
            <a:fld id="{648246CF-7178-41AD-B6F8-BACEEA28FBE0}" type="slidenum">
              <a:rPr lang="en-US" smtClean="0"/>
              <a:t>76</a:t>
            </a:fld>
            <a:endParaRPr lang="en-US"/>
          </a:p>
        </p:txBody>
      </p:sp>
    </p:spTree>
    <p:extLst>
      <p:ext uri="{BB962C8B-B14F-4D97-AF65-F5344CB8AC3E}">
        <p14:creationId xmlns:p14="http://schemas.microsoft.com/office/powerpoint/2010/main" val="24420813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A9B15-43B5-67E1-05E1-6EF429148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48F29-C0F3-0BAE-9A2B-4FCE799D2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A0CA54-DAEC-3BC8-236D-001B0B2BB264}"/>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378081D4-F8B3-52FF-EAF2-5C07D511E4D0}"/>
              </a:ext>
            </a:extLst>
          </p:cNvPr>
          <p:cNvSpPr>
            <a:spLocks noGrp="1"/>
          </p:cNvSpPr>
          <p:nvPr>
            <p:ph type="sldNum" sz="quarter" idx="5"/>
          </p:nvPr>
        </p:nvSpPr>
        <p:spPr/>
        <p:txBody>
          <a:bodyPr/>
          <a:lstStyle/>
          <a:p>
            <a:fld id="{648246CF-7178-41AD-B6F8-BACEEA28FBE0}" type="slidenum">
              <a:rPr lang="en-US" smtClean="0"/>
              <a:t>77</a:t>
            </a:fld>
            <a:endParaRPr lang="en-US"/>
          </a:p>
        </p:txBody>
      </p:sp>
    </p:spTree>
    <p:extLst>
      <p:ext uri="{BB962C8B-B14F-4D97-AF65-F5344CB8AC3E}">
        <p14:creationId xmlns:p14="http://schemas.microsoft.com/office/powerpoint/2010/main" val="23843992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86C2D-5173-F25A-457D-D3CA53F51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F6F590-AEEE-0FFE-BAC0-5309E2D3D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9D1C7B-45C0-6172-0363-23FF543596C8}"/>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a:p>
            <a:endParaRPr lang="en-US" dirty="0"/>
          </a:p>
        </p:txBody>
      </p:sp>
      <p:sp>
        <p:nvSpPr>
          <p:cNvPr id="4" name="Slide Number Placeholder 3">
            <a:extLst>
              <a:ext uri="{FF2B5EF4-FFF2-40B4-BE49-F238E27FC236}">
                <a16:creationId xmlns:a16="http://schemas.microsoft.com/office/drawing/2014/main" id="{D55C42CD-4A32-884D-37BD-444F2E08776D}"/>
              </a:ext>
            </a:extLst>
          </p:cNvPr>
          <p:cNvSpPr>
            <a:spLocks noGrp="1"/>
          </p:cNvSpPr>
          <p:nvPr>
            <p:ph type="sldNum" sz="quarter" idx="5"/>
          </p:nvPr>
        </p:nvSpPr>
        <p:spPr/>
        <p:txBody>
          <a:bodyPr/>
          <a:lstStyle/>
          <a:p>
            <a:fld id="{648246CF-7178-41AD-B6F8-BACEEA28FBE0}" type="slidenum">
              <a:rPr lang="en-US" smtClean="0"/>
              <a:t>78</a:t>
            </a:fld>
            <a:endParaRPr lang="en-US"/>
          </a:p>
        </p:txBody>
      </p:sp>
    </p:spTree>
    <p:extLst>
      <p:ext uri="{BB962C8B-B14F-4D97-AF65-F5344CB8AC3E}">
        <p14:creationId xmlns:p14="http://schemas.microsoft.com/office/powerpoint/2010/main" val="34970341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D8DDB-BAF8-FFA1-14EE-209D84A40A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F16B82-CACC-FDA4-89B9-58A152EE13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26BD1-0143-08A0-6F4E-0B84F4BBB69D}"/>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a:p>
            <a:endParaRPr lang="en-US" dirty="0"/>
          </a:p>
        </p:txBody>
      </p:sp>
      <p:sp>
        <p:nvSpPr>
          <p:cNvPr id="4" name="Slide Number Placeholder 3">
            <a:extLst>
              <a:ext uri="{FF2B5EF4-FFF2-40B4-BE49-F238E27FC236}">
                <a16:creationId xmlns:a16="http://schemas.microsoft.com/office/drawing/2014/main" id="{48DD8169-964C-78AF-C28C-B4466548E85A}"/>
              </a:ext>
            </a:extLst>
          </p:cNvPr>
          <p:cNvSpPr>
            <a:spLocks noGrp="1"/>
          </p:cNvSpPr>
          <p:nvPr>
            <p:ph type="sldNum" sz="quarter" idx="5"/>
          </p:nvPr>
        </p:nvSpPr>
        <p:spPr/>
        <p:txBody>
          <a:bodyPr/>
          <a:lstStyle/>
          <a:p>
            <a:fld id="{648246CF-7178-41AD-B6F8-BACEEA28FBE0}" type="slidenum">
              <a:rPr lang="en-US" smtClean="0"/>
              <a:t>79</a:t>
            </a:fld>
            <a:endParaRPr lang="en-US"/>
          </a:p>
        </p:txBody>
      </p:sp>
    </p:spTree>
    <p:extLst>
      <p:ext uri="{BB962C8B-B14F-4D97-AF65-F5344CB8AC3E}">
        <p14:creationId xmlns:p14="http://schemas.microsoft.com/office/powerpoint/2010/main" val="21107256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E7EBC-C794-E13C-C08E-471C00790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6039BD-7C39-4A0D-66E5-191CD82D2D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77AAB1-3F20-8D2A-139E-9C8BC8EE9977}"/>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C738A474-34B8-6DF6-FAE8-5553F2C5AF6B}"/>
              </a:ext>
            </a:extLst>
          </p:cNvPr>
          <p:cNvSpPr>
            <a:spLocks noGrp="1"/>
          </p:cNvSpPr>
          <p:nvPr>
            <p:ph type="sldNum" sz="quarter" idx="5"/>
          </p:nvPr>
        </p:nvSpPr>
        <p:spPr/>
        <p:txBody>
          <a:bodyPr/>
          <a:lstStyle/>
          <a:p>
            <a:fld id="{648246CF-7178-41AD-B6F8-BACEEA28FBE0}" type="slidenum">
              <a:rPr lang="en-US" smtClean="0"/>
              <a:t>80</a:t>
            </a:fld>
            <a:endParaRPr lang="en-US"/>
          </a:p>
        </p:txBody>
      </p:sp>
    </p:spTree>
    <p:extLst>
      <p:ext uri="{BB962C8B-B14F-4D97-AF65-F5344CB8AC3E}">
        <p14:creationId xmlns:p14="http://schemas.microsoft.com/office/powerpoint/2010/main" val="7730077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3F2A8-0E09-A1A9-DE3B-E1D595B7A6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1B223-D790-E17D-E992-E3CC893BD6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0A6A1F-9959-BCD7-4C09-23A79038E528}"/>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819CBEAB-2E6E-6565-1C45-4D1C4E66BAD0}"/>
              </a:ext>
            </a:extLst>
          </p:cNvPr>
          <p:cNvSpPr>
            <a:spLocks noGrp="1"/>
          </p:cNvSpPr>
          <p:nvPr>
            <p:ph type="sldNum" sz="quarter" idx="5"/>
          </p:nvPr>
        </p:nvSpPr>
        <p:spPr/>
        <p:txBody>
          <a:bodyPr/>
          <a:lstStyle/>
          <a:p>
            <a:fld id="{648246CF-7178-41AD-B6F8-BACEEA28FBE0}" type="slidenum">
              <a:rPr lang="en-US" smtClean="0"/>
              <a:t>81</a:t>
            </a:fld>
            <a:endParaRPr lang="en-US"/>
          </a:p>
        </p:txBody>
      </p:sp>
    </p:spTree>
    <p:extLst>
      <p:ext uri="{BB962C8B-B14F-4D97-AF65-F5344CB8AC3E}">
        <p14:creationId xmlns:p14="http://schemas.microsoft.com/office/powerpoint/2010/main" val="38086702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86C29-B489-5DB8-7644-954368F693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30EECB-39DC-0AFB-BDDE-F201ECD616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AF3752-3044-1823-26C0-7AA8553D8BEC}"/>
              </a:ext>
            </a:extLst>
          </p:cNvPr>
          <p:cNvSpPr>
            <a:spLocks noGrp="1"/>
          </p:cNvSpPr>
          <p:nvPr>
            <p:ph type="body" idx="1"/>
          </p:nvPr>
        </p:nvSpPr>
        <p:spPr/>
        <p:txBody>
          <a:bodyPr/>
          <a:lstStyle/>
          <a:p>
            <a:r>
              <a:rPr lang="en-US" b="0" i="0" dirty="0">
                <a:solidFill>
                  <a:srgbClr val="FF0000"/>
                </a:solidFill>
                <a:effectLst/>
                <a:latin typeface="Arial" panose="020B0604020202020204" pitchFamily="34" charset="0"/>
              </a:rPr>
              <a:t>1.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chúc</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tụng</a:t>
            </a:r>
            <a:r>
              <a:rPr lang="en-US" b="0" i="0" dirty="0">
                <a:solidFill>
                  <a:srgbClr val="FF0000"/>
                </a:solidFill>
                <a:effectLst/>
                <a:latin typeface="Arial" panose="020B0604020202020204" pitchFamily="34" charset="0"/>
              </a:rPr>
              <a:t> Chúa </a:t>
            </a:r>
            <a:r>
              <a:rPr lang="en-US" b="0" i="0" dirty="0" err="1">
                <a:solidFill>
                  <a:srgbClr val="FF0000"/>
                </a:solidFill>
                <a:effectLst/>
                <a:latin typeface="Arial" panose="020B0604020202020204" pitchFamily="34" charset="0"/>
              </a:rPr>
              <a:t>trong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mọi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lúc</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miệng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luôn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ngợi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khen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Ngài</a:t>
            </a:r>
            <a:r>
              <a:rPr lang="en-US" b="0" i="0" dirty="0">
                <a:solidFill>
                  <a:srgbClr val="FF0000"/>
                </a:solidFill>
                <a:effectLst/>
                <a:latin typeface="Arial" panose="020B0604020202020204" pitchFamily="34" charset="0"/>
              </a:rPr>
              <a:t>.  Trong Chúa </a:t>
            </a:r>
            <a:r>
              <a:rPr lang="en-US" b="0" i="0" dirty="0" err="1">
                <a:solidFill>
                  <a:srgbClr val="FF0000"/>
                </a:solidFill>
                <a:effectLst/>
                <a:latin typeface="Arial" panose="020B0604020202020204" pitchFamily="34" charset="0"/>
              </a:rPr>
              <a:t>hồn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hãnh</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diện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bạn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nghèo</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hãy</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nghe</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và</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hãy</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mừng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vui</a:t>
            </a:r>
            <a:r>
              <a:rPr lang="en-US" b="0" i="0" dirty="0">
                <a:solidFill>
                  <a:srgbClr val="FF0000"/>
                </a:solidFill>
                <a:effectLst/>
                <a:latin typeface="Arial" panose="020B0604020202020204" pitchFamily="34" charset="0"/>
              </a:rPr>
              <a:t>.</a:t>
            </a:r>
            <a:endParaRPr lang="en-US" dirty="0"/>
          </a:p>
        </p:txBody>
      </p:sp>
      <p:sp>
        <p:nvSpPr>
          <p:cNvPr id="4" name="Slide Number Placeholder 3">
            <a:extLst>
              <a:ext uri="{FF2B5EF4-FFF2-40B4-BE49-F238E27FC236}">
                <a16:creationId xmlns:a16="http://schemas.microsoft.com/office/drawing/2014/main" id="{7EC05903-DFAC-EB05-B395-F69C4F5728BD}"/>
              </a:ext>
            </a:extLst>
          </p:cNvPr>
          <p:cNvSpPr>
            <a:spLocks noGrp="1"/>
          </p:cNvSpPr>
          <p:nvPr>
            <p:ph type="sldNum" sz="quarter" idx="5"/>
          </p:nvPr>
        </p:nvSpPr>
        <p:spPr/>
        <p:txBody>
          <a:bodyPr/>
          <a:lstStyle/>
          <a:p>
            <a:fld id="{648246CF-7178-41AD-B6F8-BACEEA28FBE0}" type="slidenum">
              <a:rPr lang="en-US" smtClean="0"/>
              <a:t>82</a:t>
            </a:fld>
            <a:endParaRPr lang="en-US"/>
          </a:p>
        </p:txBody>
      </p:sp>
    </p:spTree>
    <p:extLst>
      <p:ext uri="{BB962C8B-B14F-4D97-AF65-F5344CB8AC3E}">
        <p14:creationId xmlns:p14="http://schemas.microsoft.com/office/powerpoint/2010/main" val="25368790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29034-9CD2-677D-8108-046FD5A6A1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BAADB-9167-2064-362E-33E9B0560C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F5A3B8-2CFB-24BA-92B4-47C51227186A}"/>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55816FCD-A246-E22B-4B1E-9BC92468163C}"/>
              </a:ext>
            </a:extLst>
          </p:cNvPr>
          <p:cNvSpPr>
            <a:spLocks noGrp="1"/>
          </p:cNvSpPr>
          <p:nvPr>
            <p:ph type="sldNum" sz="quarter" idx="5"/>
          </p:nvPr>
        </p:nvSpPr>
        <p:spPr/>
        <p:txBody>
          <a:bodyPr/>
          <a:lstStyle/>
          <a:p>
            <a:fld id="{648246CF-7178-41AD-B6F8-BACEEA28FBE0}" type="slidenum">
              <a:rPr lang="en-US" smtClean="0"/>
              <a:t>83</a:t>
            </a:fld>
            <a:endParaRPr lang="en-US"/>
          </a:p>
        </p:txBody>
      </p:sp>
    </p:spTree>
    <p:extLst>
      <p:ext uri="{BB962C8B-B14F-4D97-AF65-F5344CB8AC3E}">
        <p14:creationId xmlns:p14="http://schemas.microsoft.com/office/powerpoint/2010/main" val="6538581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84</a:t>
            </a:fld>
            <a:endParaRPr lang="en-US"/>
          </a:p>
        </p:txBody>
      </p:sp>
    </p:spTree>
    <p:extLst>
      <p:ext uri="{BB962C8B-B14F-4D97-AF65-F5344CB8AC3E}">
        <p14:creationId xmlns:p14="http://schemas.microsoft.com/office/powerpoint/2010/main" val="21196523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36E83-A2AA-030F-4BB3-3BDBC6A1C4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598197-8102-06D5-1643-F27BBC52A7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44FA9B-58D7-EF64-889B-B7750E733B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96DF20-288D-398B-DB3A-C05CC84B28D0}"/>
              </a:ext>
            </a:extLst>
          </p:cNvPr>
          <p:cNvSpPr>
            <a:spLocks noGrp="1"/>
          </p:cNvSpPr>
          <p:nvPr>
            <p:ph type="sldNum" sz="quarter" idx="5"/>
          </p:nvPr>
        </p:nvSpPr>
        <p:spPr/>
        <p:txBody>
          <a:bodyPr/>
          <a:lstStyle/>
          <a:p>
            <a:fld id="{648246CF-7178-41AD-B6F8-BACEEA28FBE0}" type="slidenum">
              <a:rPr lang="en-US" smtClean="0"/>
              <a:t>87</a:t>
            </a:fld>
            <a:endParaRPr lang="en-US"/>
          </a:p>
        </p:txBody>
      </p:sp>
    </p:spTree>
    <p:extLst>
      <p:ext uri="{BB962C8B-B14F-4D97-AF65-F5344CB8AC3E}">
        <p14:creationId xmlns:p14="http://schemas.microsoft.com/office/powerpoint/2010/main" val="16780863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EAD6B-D126-F9A6-6C1E-3863D0F275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C10F15-94B9-8ADD-09A6-01E02C35EC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2BDC7D-83E6-D6D0-1367-636CCF9DED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7F976A-CD77-C1B7-C6D7-936746AACE0C}"/>
              </a:ext>
            </a:extLst>
          </p:cNvPr>
          <p:cNvSpPr>
            <a:spLocks noGrp="1"/>
          </p:cNvSpPr>
          <p:nvPr>
            <p:ph type="sldNum" sz="quarter" idx="5"/>
          </p:nvPr>
        </p:nvSpPr>
        <p:spPr/>
        <p:txBody>
          <a:bodyPr/>
          <a:lstStyle/>
          <a:p>
            <a:fld id="{648246CF-7178-41AD-B6F8-BACEEA28FBE0}" type="slidenum">
              <a:rPr lang="en-US" smtClean="0"/>
              <a:t>102</a:t>
            </a:fld>
            <a:endParaRPr lang="en-US"/>
          </a:p>
        </p:txBody>
      </p:sp>
    </p:spTree>
    <p:extLst>
      <p:ext uri="{BB962C8B-B14F-4D97-AF65-F5344CB8AC3E}">
        <p14:creationId xmlns:p14="http://schemas.microsoft.com/office/powerpoint/2010/main" val="35870755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118</a:t>
            </a:fld>
            <a:endParaRPr lang="en-US"/>
          </a:p>
        </p:txBody>
      </p:sp>
    </p:spTree>
    <p:extLst>
      <p:ext uri="{BB962C8B-B14F-4D97-AF65-F5344CB8AC3E}">
        <p14:creationId xmlns:p14="http://schemas.microsoft.com/office/powerpoint/2010/main" val="40751609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119</a:t>
            </a:fld>
            <a:endParaRPr lang="en-US"/>
          </a:p>
        </p:txBody>
      </p:sp>
    </p:spTree>
    <p:extLst>
      <p:ext uri="{BB962C8B-B14F-4D97-AF65-F5344CB8AC3E}">
        <p14:creationId xmlns:p14="http://schemas.microsoft.com/office/powerpoint/2010/main" val="24650245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409E4-86AC-6F47-CB27-9D4CB0512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416395-FB96-905C-4C1E-7FA954408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4A0758-BF75-3620-4C81-203F12B262DE}"/>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DC8CEDA-2902-69CB-A831-D1FBDF6D5EA2}"/>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33945014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FF0E6-2A89-50E3-6D99-2FAEA553E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79413-D133-57FA-F714-FB40B09545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2B527E-F3F4-FD7A-2DA1-6460FA2501D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76EC7DE-CD0B-C2EA-6452-089E97AE07CF}"/>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38586043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12057-2EB0-D206-79E6-61B0B8F345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279143-FC2B-2DFA-B5C0-9BCEE9E7B2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B1845F-C7C6-A84B-D2A9-9D3A42539200}"/>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D5ABB4A-7148-7F7E-AEC4-E19B84EAE130}"/>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18963520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A50A3-BCC8-4DC1-A435-4DE41DB106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5FFA3-F890-C795-55D6-921838A11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2B1BCD-3890-9408-97D2-8363904AAD45}"/>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FF46E69-396C-B7AF-7F93-034E9A094007}"/>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7661128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EC8A0-F1FF-4E9F-DA92-BB6852ACA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DEB0BD-8AC8-9595-DBE3-19CCCA54D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F62B8F-123F-78AF-B90B-A92A169F903A}"/>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A24D4FC-FB48-B08D-574B-6AF36D5ADB09}"/>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40810943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4B130-1C00-AF94-1A50-F8CA4988E9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03D1B-9F34-18E5-62F4-D89559118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49F43D-4A5B-EC96-43BB-F637105161B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A4CC8D8-A491-A380-2781-E641F958705D}"/>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6631740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30436227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194DE-9CF3-A55D-3CE7-BA11BC2D33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65913E-4365-FBFB-73AB-F765842677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4D7201-A3CB-89DA-DA9F-028C9CF6DF97}"/>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67A8350-AE9E-0BD6-3680-DE710EC3E126}"/>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41269355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85F31-C81B-2344-DA77-8A08838F7C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90F73E-0E36-8440-D924-27E152E087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8A84EF-E96F-9987-18D6-D1342FFBE56A}"/>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23E8B91-037E-F91E-BC59-7E26830F57D6}"/>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5730899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FE50-A73C-AF21-7BDB-05AA36351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5FA74B-003A-6F4D-F94D-E780C8EDBB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B94435-E2CF-C1C5-FA37-AB096CA9B392}"/>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F78895C-786A-8B75-4A85-2AE710424791}"/>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31400098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E6B1B-9DF5-0554-41BF-66B3584D83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B61D4-FBFD-9795-C267-652DD44246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D91F10-8990-9CEA-DEA1-82F6AC757068}"/>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6EE41EF8-887B-121E-D83F-C5918FF3021F}"/>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2114884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B3CBE-664D-6948-53BB-B6D26FAC5E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234AD8-E362-DE56-E8CA-CD7AFB68A8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17B4E-D1C0-DB85-A044-1FCBD0D061CA}"/>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8001F37-5B3C-FC85-209B-719A854CA8FF}"/>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41051311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891AF-5E24-BAFA-F68A-0E280EA497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94063A-9AC3-185A-EB0B-5E3D63ADEC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92F045-F9BA-BFAE-7F58-4C8AABB5CA32}"/>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AEAEB097-E9BC-4EC2-5F7C-A1D5C0512C2D}"/>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3134117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11F23-2A83-6230-6C4B-CE6B136541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549034-6C5F-EB02-CD52-0EBE8C27A9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AD490F-83E7-8B3B-5458-4AC68BD875C3}"/>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2512BB87-D13D-A71A-A27C-65F706270CBB}"/>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15070299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F3666-83B2-CC04-90BE-EC25F46E2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23CB4-221B-3735-555B-9D590D6F7F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341017-09C7-C3CC-924A-7E2509BD00D0}"/>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79978CBD-99EA-358D-AE1C-95147F3AEEB8}"/>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32029167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7CC1B-4B20-FDBE-75B3-4F0981433E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5ED4A-6B13-CF60-947A-873BAF155E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484608-2844-A666-E815-987A5815761E}"/>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21EA4A3-5BBF-96EB-F3C0-6FEE475B7496}"/>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39577996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922CC-A62D-7454-B72C-636837D1E0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A3156-AA96-78C5-FD3D-83A1A8C9A2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C9CC2B-2555-C9E8-A555-FDA324F41974}"/>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511DB65B-30FC-1D3B-2834-19CF3FDE6D70}"/>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30578342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E3781-579D-B4CB-0124-49D017F96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8947A-5689-C970-4C3D-42CD311BF1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845C5-B730-AEE1-6073-544AD7E706E8}"/>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CB590DF9-E595-2E22-95F3-A753A553DC8A}"/>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1140935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E97BF-6BB0-6EB6-9F5F-4D6790A492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21C1B6-CA69-B163-417C-34B97A5B3E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C8C1B1-5098-02D2-BCF4-F61FD83090B9}"/>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8EDAEAF-0516-839C-C4AF-12EE5D4D6B6B}"/>
              </a:ext>
            </a:extLst>
          </p:cNvPr>
          <p:cNvSpPr>
            <a:spLocks noGrp="1"/>
          </p:cNvSpPr>
          <p:nvPr>
            <p:ph type="sldNum" sz="quarter" idx="5"/>
          </p:nvPr>
        </p:nvSpPr>
        <p:spPr/>
        <p:txBody>
          <a:bodyPr/>
          <a:lstStyle/>
          <a:p>
            <a:fld id="{648246CF-7178-41AD-B6F8-BACEEA28FBE0}" type="slidenum">
              <a:rPr lang="en-US" smtClean="0"/>
              <a:t>143</a:t>
            </a:fld>
            <a:endParaRPr lang="en-US"/>
          </a:p>
        </p:txBody>
      </p:sp>
    </p:spTree>
    <p:extLst>
      <p:ext uri="{BB962C8B-B14F-4D97-AF65-F5344CB8AC3E}">
        <p14:creationId xmlns:p14="http://schemas.microsoft.com/office/powerpoint/2010/main" val="41230731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557B8-6272-A9AD-9E3F-C37784F264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0F284-7C72-306A-8CDC-C452A388F7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49216-C054-9069-699E-47A0BFA7991C}"/>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9F30D3A-39A0-90C9-2C9C-6B06A6C6D06E}"/>
              </a:ext>
            </a:extLst>
          </p:cNvPr>
          <p:cNvSpPr>
            <a:spLocks noGrp="1"/>
          </p:cNvSpPr>
          <p:nvPr>
            <p:ph type="sldNum" sz="quarter" idx="5"/>
          </p:nvPr>
        </p:nvSpPr>
        <p:spPr/>
        <p:txBody>
          <a:bodyPr/>
          <a:lstStyle/>
          <a:p>
            <a:fld id="{648246CF-7178-41AD-B6F8-BACEEA28FBE0}" type="slidenum">
              <a:rPr lang="en-US" smtClean="0"/>
              <a:t>144</a:t>
            </a:fld>
            <a:endParaRPr lang="en-US"/>
          </a:p>
        </p:txBody>
      </p:sp>
    </p:spTree>
    <p:extLst>
      <p:ext uri="{BB962C8B-B14F-4D97-AF65-F5344CB8AC3E}">
        <p14:creationId xmlns:p14="http://schemas.microsoft.com/office/powerpoint/2010/main" val="14978153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FF0000"/>
                </a:solidFill>
                <a:effectLst/>
                <a:latin typeface="Arial" panose="020B0604020202020204" pitchFamily="34" charset="0"/>
              </a:rPr>
              <a:t>2. Lạy Chúa, mũi đòng nào đâm thấu con tim, đinh nhọn nào còn loang máu đào, sỉ nhục nào còn vương trên mắt. Lạy Chúa, những bước nào gục ngã đau thương, bao roi đòn hằn vết thê lương, đường tình đó Ngài dành cho con.</a:t>
            </a:r>
            <a:endParaRPr lang="en-US" b="0" i="0" dirty="0">
              <a:solidFill>
                <a:srgbClr val="FF0000"/>
              </a:solidFill>
              <a:effectLst/>
              <a:latin typeface="Arial" panose="020B0604020202020204" pitchFamily="34" charset="0"/>
            </a:endParaRPr>
          </a:p>
          <a:p>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Lạy Chúa, xin cho con bước đi theo Ngài, xin cho con cùng vác với Ngài, thập giá trên đường đời con đi (đường đời con đi). Lạy Chúa, xin cho con đóng đinh với Ngài, xin cho con cùng chết với Ngài, để được sống với Ngài vinh quang.</a:t>
            </a: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6306662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29F54-13CF-E8E6-D32F-C636C83043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15B53-43E2-2A28-EBED-3A8B703D4B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4C3DED-1BEA-2373-E4E9-43F0CB1F5586}"/>
              </a:ext>
            </a:extLst>
          </p:cNvPr>
          <p:cNvSpPr>
            <a:spLocks noGrp="1"/>
          </p:cNvSpPr>
          <p:nvPr>
            <p:ph type="body" idx="1"/>
          </p:nvPr>
        </p:nvSpPr>
        <p:spPr/>
        <p:txBody>
          <a:bodyPr/>
          <a:lstStyle/>
          <a:p>
            <a:r>
              <a:rPr lang="vi-VN" b="0" i="0" dirty="0">
                <a:solidFill>
                  <a:srgbClr val="FF0000"/>
                </a:solidFill>
                <a:effectLst/>
                <a:latin typeface="Arial" panose="020B0604020202020204" pitchFamily="34" charset="0"/>
              </a:rPr>
              <a:t>2. Lạy Chúa, mũi đòng nào đâm thấu con tim, đinh nhọn nào còn loang máu đào, sỉ nhục nào còn vương trên mắt. Lạy Chúa, những bước nào gục ngã đau thương, bao roi đòn hằn vết thê lương, đường tình đó Ngài dành cho con.</a:t>
            </a:r>
            <a:endParaRPr lang="en-US" b="0" i="0" dirty="0">
              <a:solidFill>
                <a:srgbClr val="FF0000"/>
              </a:solidFill>
              <a:effectLst/>
              <a:latin typeface="Arial" panose="020B0604020202020204" pitchFamily="34" charset="0"/>
            </a:endParaRPr>
          </a:p>
          <a:p>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Lạy Chúa, xin cho con bước đi theo Ngài, xin cho con cùng vác với Ngài, thập giá trên đường đời con đi (đường đời con đi). Lạy Chúa, xin cho con đóng đinh với Ngài, xin cho con cùng chết với Ngài, để được sống với Ngài vinh quang.</a:t>
            </a:r>
            <a:endParaRPr lang="en-US" dirty="0"/>
          </a:p>
        </p:txBody>
      </p:sp>
      <p:sp>
        <p:nvSpPr>
          <p:cNvPr id="4" name="Slide Number Placeholder 3">
            <a:extLst>
              <a:ext uri="{FF2B5EF4-FFF2-40B4-BE49-F238E27FC236}">
                <a16:creationId xmlns:a16="http://schemas.microsoft.com/office/drawing/2014/main" id="{C64D1BCD-840C-D352-9310-8BA5DF5EBCED}"/>
              </a:ext>
            </a:extLst>
          </p:cNvPr>
          <p:cNvSpPr>
            <a:spLocks noGrp="1"/>
          </p:cNvSpPr>
          <p:nvPr>
            <p:ph type="sldNum" sz="quarter" idx="5"/>
          </p:nvPr>
        </p:nvSpPr>
        <p:spPr/>
        <p:txBody>
          <a:bodyPr/>
          <a:lstStyle/>
          <a:p>
            <a:fld id="{648246CF-7178-41AD-B6F8-BACEEA28FBE0}" type="slidenum">
              <a:rPr lang="en-US" smtClean="0"/>
              <a:t>147</a:t>
            </a:fld>
            <a:endParaRPr lang="en-US"/>
          </a:p>
        </p:txBody>
      </p:sp>
    </p:spTree>
    <p:extLst>
      <p:ext uri="{BB962C8B-B14F-4D97-AF65-F5344CB8AC3E}">
        <p14:creationId xmlns:p14="http://schemas.microsoft.com/office/powerpoint/2010/main" val="25268609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E1952-78F3-9858-A76D-54F816ACD5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559724-13E1-B356-03DE-08961CB75F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2E4C85-C15F-B993-E7EC-B5A7D2B296BB}"/>
              </a:ext>
            </a:extLst>
          </p:cNvPr>
          <p:cNvSpPr>
            <a:spLocks noGrp="1"/>
          </p:cNvSpPr>
          <p:nvPr>
            <p:ph type="body" idx="1"/>
          </p:nvPr>
        </p:nvSpPr>
        <p:spPr/>
        <p:txBody>
          <a:bodyPr/>
          <a:lstStyle/>
          <a:p>
            <a:r>
              <a:rPr lang="vi-VN" b="0" i="0" dirty="0">
                <a:solidFill>
                  <a:srgbClr val="FF0000"/>
                </a:solidFill>
                <a:effectLst/>
                <a:latin typeface="Arial" panose="020B0604020202020204" pitchFamily="34" charset="0"/>
              </a:rPr>
              <a:t>2. Lạy Chúa, mũi đòng nào đâm thấu con tim, đinh nhọn nào còn loang máu đào, sỉ nhục nào còn vương trên mắt. Lạy Chúa, những bước nào gục ngã đau thương, bao roi đòn hằn vết thê lương, đường tình đó Ngài dành cho con.</a:t>
            </a:r>
            <a:endParaRPr lang="en-US" b="0" i="0" dirty="0">
              <a:solidFill>
                <a:srgbClr val="FF0000"/>
              </a:solidFill>
              <a:effectLst/>
              <a:latin typeface="Arial" panose="020B0604020202020204" pitchFamily="34" charset="0"/>
            </a:endParaRPr>
          </a:p>
          <a:p>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Lạy Chúa, xin cho con bước đi theo Ngài, xin cho con cùng vác với Ngài, thập giá trên đường đời con đi (đường đời con đi). Lạy Chúa, xin cho con đóng đinh với Ngài, xin cho con cùng chết với Ngài, để được sống với Ngài vinh quang.</a:t>
            </a:r>
            <a:endParaRPr lang="en-US" dirty="0"/>
          </a:p>
        </p:txBody>
      </p:sp>
      <p:sp>
        <p:nvSpPr>
          <p:cNvPr id="4" name="Slide Number Placeholder 3">
            <a:extLst>
              <a:ext uri="{FF2B5EF4-FFF2-40B4-BE49-F238E27FC236}">
                <a16:creationId xmlns:a16="http://schemas.microsoft.com/office/drawing/2014/main" id="{1F31B52F-570D-CF8A-370D-33B357D320F4}"/>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7739340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D2D8E-2719-1788-DACD-E35ED1E90A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C1433-7A24-A3A2-C356-798BDF6761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806318-69A7-D1F8-5137-5546F898B59A}"/>
              </a:ext>
            </a:extLst>
          </p:cNvPr>
          <p:cNvSpPr>
            <a:spLocks noGrp="1"/>
          </p:cNvSpPr>
          <p:nvPr>
            <p:ph type="body" idx="1"/>
          </p:nvPr>
        </p:nvSpPr>
        <p:spPr/>
        <p:txBody>
          <a:bodyPr/>
          <a:lstStyle/>
          <a:p>
            <a:r>
              <a:rPr lang="vi-VN" b="0" i="0" dirty="0">
                <a:solidFill>
                  <a:srgbClr val="FF0000"/>
                </a:solidFill>
                <a:effectLst/>
                <a:latin typeface="Arial" panose="020B0604020202020204" pitchFamily="34" charset="0"/>
              </a:rPr>
              <a:t>2. Lạy Chúa, mũi đòng nào đâm thấu con tim, đinh nhọn nào còn loang máu đào, sỉ nhục nào còn vương trên mắt. Lạy Chúa, những bước nào gục ngã đau thương, bao roi đòn hằn vết thê lương, đường tình đó Ngài dành cho con.</a:t>
            </a:r>
            <a:endParaRPr lang="en-US" b="0" i="0" dirty="0">
              <a:solidFill>
                <a:srgbClr val="FF0000"/>
              </a:solidFill>
              <a:effectLst/>
              <a:latin typeface="Arial" panose="020B0604020202020204" pitchFamily="34" charset="0"/>
            </a:endParaRPr>
          </a:p>
          <a:p>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Lạy Chúa, xin cho con bước đi theo Ngài, xin cho con cùng vác với Ngài, thập giá trên đường đời con đi (đường đời con đi). Lạy Chúa, xin cho con đóng đinh với Ngài, xin cho con cùng chết với Ngài, để được sống với Ngài vinh quang.</a:t>
            </a:r>
            <a:endParaRPr lang="en-US" dirty="0"/>
          </a:p>
        </p:txBody>
      </p:sp>
      <p:sp>
        <p:nvSpPr>
          <p:cNvPr id="4" name="Slide Number Placeholder 3">
            <a:extLst>
              <a:ext uri="{FF2B5EF4-FFF2-40B4-BE49-F238E27FC236}">
                <a16:creationId xmlns:a16="http://schemas.microsoft.com/office/drawing/2014/main" id="{BDB18346-8D2B-8D77-D8AA-446595B8AAD5}"/>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30956546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6105F-146D-14AB-3BD0-CBBB52863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F4BB61-A028-11C2-C968-F2F888BA6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847EE9-EC55-BADC-F01E-F1150B6E1256}"/>
              </a:ext>
            </a:extLst>
          </p:cNvPr>
          <p:cNvSpPr>
            <a:spLocks noGrp="1"/>
          </p:cNvSpPr>
          <p:nvPr>
            <p:ph type="body" idx="1"/>
          </p:nvPr>
        </p:nvSpPr>
        <p:spPr/>
        <p:txBody>
          <a:bodyPr/>
          <a:lstStyle/>
          <a:p>
            <a:r>
              <a:rPr lang="vi-VN" b="0" i="0" dirty="0">
                <a:solidFill>
                  <a:srgbClr val="FF0000"/>
                </a:solidFill>
                <a:effectLst/>
                <a:latin typeface="Arial" panose="020B0604020202020204" pitchFamily="34" charset="0"/>
              </a:rPr>
              <a:t>2. Lạy Chúa, mũi đòng nào đâm thấu con tim, đinh nhọn nào còn loang máu đào, sỉ nhục nào còn vương trên mắt. Lạy Chúa, những bước nào gục ngã đau thương, bao roi đòn hằn vết thê lương, đường tình đó Ngài dành cho con.</a:t>
            </a:r>
            <a:endParaRPr lang="en-US" b="0" i="0" dirty="0">
              <a:solidFill>
                <a:srgbClr val="FF0000"/>
              </a:solidFill>
              <a:effectLst/>
              <a:latin typeface="Arial" panose="020B0604020202020204" pitchFamily="34" charset="0"/>
            </a:endParaRPr>
          </a:p>
          <a:p>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Lạy Chúa, xin cho con bước đi theo Ngài, xin cho con cùng vác với Ngài, thập giá trên đường đời con đi (đường đời con đi). Lạy Chúa, xin cho con đóng đinh với Ngài, xin cho con cùng chết với Ngài, để được sống với Ngài vinh quang.</a:t>
            </a:r>
            <a:endParaRPr lang="en-US" dirty="0"/>
          </a:p>
        </p:txBody>
      </p:sp>
      <p:sp>
        <p:nvSpPr>
          <p:cNvPr id="4" name="Slide Number Placeholder 3">
            <a:extLst>
              <a:ext uri="{FF2B5EF4-FFF2-40B4-BE49-F238E27FC236}">
                <a16:creationId xmlns:a16="http://schemas.microsoft.com/office/drawing/2014/main" id="{77505FDD-DC60-290A-FB28-ED2FDDF35A26}"/>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2896066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1887B-42D5-9540-C391-679223C5AC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374DFD-A6F8-4454-1F1C-E16E84B2C8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89901C-2277-D73B-EE65-81CAEB700A0B}"/>
              </a:ext>
            </a:extLst>
          </p:cNvPr>
          <p:cNvSpPr>
            <a:spLocks noGrp="1"/>
          </p:cNvSpPr>
          <p:nvPr>
            <p:ph type="body" idx="1"/>
          </p:nvPr>
        </p:nvSpPr>
        <p:spPr/>
        <p:txBody>
          <a:bodyPr/>
          <a:lstStyle/>
          <a:p>
            <a:r>
              <a:rPr lang="vi-VN" b="0" i="0" dirty="0">
                <a:solidFill>
                  <a:srgbClr val="FF0000"/>
                </a:solidFill>
                <a:effectLst/>
                <a:latin typeface="Arial" panose="020B0604020202020204" pitchFamily="34" charset="0"/>
              </a:rPr>
              <a:t>2. Lạy Chúa, mũi đòng nào đâm thấu con tim, đinh nhọn nào còn loang máu đào, sỉ nhục nào còn vương trên mắt. Lạy Chúa, những bước nào gục ngã đau thương, bao roi đòn hằn vết thê lương, đường tình đó Ngài dành cho con.</a:t>
            </a:r>
            <a:endParaRPr lang="en-US" b="0" i="0" dirty="0">
              <a:solidFill>
                <a:srgbClr val="FF0000"/>
              </a:solidFill>
              <a:effectLst/>
              <a:latin typeface="Arial" panose="020B0604020202020204" pitchFamily="34" charset="0"/>
            </a:endParaRPr>
          </a:p>
          <a:p>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Lạy Chúa, xin cho con bước đi theo Ngài, xin cho con cùng vác với Ngài, thập giá trên đường đời con đi (đường đời con đi). Lạy Chúa, xin cho con đóng đinh với Ngài, xin cho con cùng chết với Ngài, để được sống với Ngài vinh quang.</a:t>
            </a:r>
            <a:endParaRPr lang="en-US" dirty="0"/>
          </a:p>
        </p:txBody>
      </p:sp>
      <p:sp>
        <p:nvSpPr>
          <p:cNvPr id="4" name="Slide Number Placeholder 3">
            <a:extLst>
              <a:ext uri="{FF2B5EF4-FFF2-40B4-BE49-F238E27FC236}">
                <a16:creationId xmlns:a16="http://schemas.microsoft.com/office/drawing/2014/main" id="{D4F9CA8B-0F0B-92E6-7008-4FF8911E531E}"/>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7960421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2FFBB-28A1-E597-56DD-2D5CE38567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BE6765-5CCA-9FEA-2CBF-D1D3B585F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AA2B6-4D8A-0BA7-8CB8-CE483C658397}"/>
              </a:ext>
            </a:extLst>
          </p:cNvPr>
          <p:cNvSpPr>
            <a:spLocks noGrp="1"/>
          </p:cNvSpPr>
          <p:nvPr>
            <p:ph type="body" idx="1"/>
          </p:nvPr>
        </p:nvSpPr>
        <p:spPr/>
        <p:txBody>
          <a:bodyPr/>
          <a:lstStyle/>
          <a:p>
            <a:r>
              <a:rPr lang="vi-VN" b="0" i="0" dirty="0">
                <a:solidFill>
                  <a:srgbClr val="FF0000"/>
                </a:solidFill>
                <a:effectLst/>
                <a:latin typeface="Arial" panose="020B0604020202020204" pitchFamily="34" charset="0"/>
              </a:rPr>
              <a:t>2. Lạy Chúa, mũi đòng nào đâm thấu con tim, đinh nhọn nào còn loang máu đào, sỉ nhục nào còn vương trên mắt. Lạy Chúa, những bước nào gục ngã đau thương, bao roi đòn hằn vết thê lương, đường tình đó Ngài dành cho con.</a:t>
            </a:r>
            <a:endParaRPr lang="en-US" b="0" i="0" dirty="0">
              <a:solidFill>
                <a:srgbClr val="FF0000"/>
              </a:solidFill>
              <a:effectLst/>
              <a:latin typeface="Arial" panose="020B0604020202020204" pitchFamily="34" charset="0"/>
            </a:endParaRPr>
          </a:p>
          <a:p>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Lạy Chúa, xin cho con bước đi theo Ngài, xin cho con cùng vác với Ngài, thập giá trên đường đời con đi (đường đời con đi). Lạy Chúa, xin cho con đóng đinh với Ngài, xin cho con cùng chết với Ngài, để được sống với Ngài vinh quang.</a:t>
            </a:r>
            <a:endParaRPr lang="en-US" dirty="0"/>
          </a:p>
        </p:txBody>
      </p:sp>
      <p:sp>
        <p:nvSpPr>
          <p:cNvPr id="4" name="Slide Number Placeholder 3">
            <a:extLst>
              <a:ext uri="{FF2B5EF4-FFF2-40B4-BE49-F238E27FC236}">
                <a16:creationId xmlns:a16="http://schemas.microsoft.com/office/drawing/2014/main" id="{88272AD3-0A14-06E4-FC39-583AA4B2ACEA}"/>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420930411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1F0B4-A5DF-2893-328D-7FDF08F4E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865716-8988-32CB-5459-EF8D2B482C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B60E5-4AD2-D5C1-495E-EA099C3C00F0}"/>
              </a:ext>
            </a:extLst>
          </p:cNvPr>
          <p:cNvSpPr>
            <a:spLocks noGrp="1"/>
          </p:cNvSpPr>
          <p:nvPr>
            <p:ph type="body" idx="1"/>
          </p:nvPr>
        </p:nvSpPr>
        <p:spPr/>
        <p:txBody>
          <a:bodyPr/>
          <a:lstStyle/>
          <a:p>
            <a:r>
              <a:rPr lang="vi-VN" b="0" i="0" dirty="0">
                <a:solidFill>
                  <a:srgbClr val="FF0000"/>
                </a:solidFill>
                <a:effectLst/>
                <a:latin typeface="Arial" panose="020B0604020202020204" pitchFamily="34" charset="0"/>
              </a:rPr>
              <a:t>2. Lạy Chúa, mũi đòng nào đâm thấu con tim, đinh nhọn nào còn loang máu đào, sỉ nhục nào còn vương trên mắt. Lạy Chúa, những bước nào gục ngã đau thương, bao roi đòn hằn vết thê lương, đường tình đó Ngài dành cho con.</a:t>
            </a:r>
            <a:endParaRPr lang="en-US" b="0" i="0" dirty="0">
              <a:solidFill>
                <a:srgbClr val="FF0000"/>
              </a:solidFill>
              <a:effectLst/>
              <a:latin typeface="Arial" panose="020B0604020202020204" pitchFamily="34" charset="0"/>
            </a:endParaRPr>
          </a:p>
          <a:p>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Lạy Chúa, xin cho con bước đi theo Ngài, xin cho con cùng vác với Ngài, thập giá trên đường đời con đi (đường đời con đi). Lạy Chúa, xin cho con đóng đinh với Ngài, xin cho con cùng chết với Ngài, để được sống với Ngài vinh quang.</a:t>
            </a:r>
            <a:endParaRPr lang="en-US" dirty="0"/>
          </a:p>
        </p:txBody>
      </p:sp>
      <p:sp>
        <p:nvSpPr>
          <p:cNvPr id="4" name="Slide Number Placeholder 3">
            <a:extLst>
              <a:ext uri="{FF2B5EF4-FFF2-40B4-BE49-F238E27FC236}">
                <a16:creationId xmlns:a16="http://schemas.microsoft.com/office/drawing/2014/main" id="{88C212A6-7611-181D-97AC-377BC8C5A563}"/>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5163033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FCA1B-FC6A-DD37-6FA3-F0854AC2C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8FAAC4-69D1-E31D-6645-B4FC3D28B1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E40077-5B34-2D65-5CAD-FA6FE896B2CC}"/>
              </a:ext>
            </a:extLst>
          </p:cNvPr>
          <p:cNvSpPr>
            <a:spLocks noGrp="1"/>
          </p:cNvSpPr>
          <p:nvPr>
            <p:ph type="body" idx="1"/>
          </p:nvPr>
        </p:nvSpPr>
        <p:spPr/>
        <p:txBody>
          <a:bodyPr/>
          <a:lstStyle/>
          <a:p>
            <a:r>
              <a:rPr lang="vi-VN" b="0" i="0" dirty="0">
                <a:solidFill>
                  <a:srgbClr val="FF0000"/>
                </a:solidFill>
                <a:effectLst/>
                <a:latin typeface="Arial" panose="020B0604020202020204" pitchFamily="34" charset="0"/>
              </a:rPr>
              <a:t>2. Lạy Chúa, mũi đòng nào đâm thấu con tim, đinh nhọn nào còn loang máu đào, sỉ nhục nào còn vương trên mắt. Lạy Chúa, những bước nào gục ngã đau thương, bao roi đòn hằn vết thê lương, đường tình đó Ngài dành cho con.</a:t>
            </a:r>
            <a:endParaRPr lang="en-US" b="0" i="0" dirty="0">
              <a:solidFill>
                <a:srgbClr val="FF0000"/>
              </a:solidFill>
              <a:effectLst/>
              <a:latin typeface="Arial" panose="020B0604020202020204" pitchFamily="34" charset="0"/>
            </a:endParaRPr>
          </a:p>
          <a:p>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Lạy Chúa, xin cho con bước đi theo Ngài, xin cho con cùng vác với Ngài, thập giá trên đường đời con đi (đường đời con đi). Lạy Chúa, xin cho con đóng đinh với Ngài, xin cho con cùng chết với Ngài, để được sống với Ngài vinh quang.</a:t>
            </a:r>
            <a:endParaRPr lang="en-US" dirty="0"/>
          </a:p>
        </p:txBody>
      </p:sp>
      <p:sp>
        <p:nvSpPr>
          <p:cNvPr id="4" name="Slide Number Placeholder 3">
            <a:extLst>
              <a:ext uri="{FF2B5EF4-FFF2-40B4-BE49-F238E27FC236}">
                <a16:creationId xmlns:a16="http://schemas.microsoft.com/office/drawing/2014/main" id="{7206B6E9-B953-9DF1-174A-A31F862CCF3D}"/>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104972905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563E5-D5EF-BEF5-A07F-BD7DB1E78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F5BE54-9551-D3D8-1149-A9982C156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4E021-3DBB-956A-F397-D7CC4DE2C5C7}"/>
              </a:ext>
            </a:extLst>
          </p:cNvPr>
          <p:cNvSpPr>
            <a:spLocks noGrp="1"/>
          </p:cNvSpPr>
          <p:nvPr>
            <p:ph type="body" idx="1"/>
          </p:nvPr>
        </p:nvSpPr>
        <p:spPr/>
        <p:txBody>
          <a:bodyPr/>
          <a:lstStyle/>
          <a:p>
            <a:r>
              <a:rPr lang="vi-VN" b="0" i="0" dirty="0">
                <a:solidFill>
                  <a:srgbClr val="FF0000"/>
                </a:solidFill>
                <a:effectLst/>
                <a:latin typeface="Arial" panose="020B0604020202020204" pitchFamily="34" charset="0"/>
              </a:rPr>
              <a:t>2. Lạy Chúa, mũi đòng nào đâm thấu con tim, đinh nhọn nào còn loang máu đào, sỉ nhục nào còn vương trên mắt. Lạy Chúa, những bước nào gục ngã đau thương, bao roi đòn hằn vết thê lương, đường tình đó Ngài dành cho con.</a:t>
            </a:r>
            <a:endParaRPr lang="en-US" b="0" i="0" dirty="0">
              <a:solidFill>
                <a:srgbClr val="FF0000"/>
              </a:solidFill>
              <a:effectLst/>
              <a:latin typeface="Arial" panose="020B0604020202020204" pitchFamily="34" charset="0"/>
            </a:endParaRPr>
          </a:p>
          <a:p>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Lạy Chúa, xin cho con bước đi theo Ngài, xin cho con cùng vác với Ngài, thập giá trên đường đời con đi (đường đời con đi). Lạy Chúa, xin cho con đóng đinh với Ngài, xin cho con cùng chết với Ngài, để được sống với Ngài vinh quang.</a:t>
            </a:r>
            <a:endParaRPr lang="en-US" dirty="0"/>
          </a:p>
        </p:txBody>
      </p:sp>
      <p:sp>
        <p:nvSpPr>
          <p:cNvPr id="4" name="Slide Number Placeholder 3">
            <a:extLst>
              <a:ext uri="{FF2B5EF4-FFF2-40B4-BE49-F238E27FC236}">
                <a16:creationId xmlns:a16="http://schemas.microsoft.com/office/drawing/2014/main" id="{009A2B40-D31B-C0E4-5DCA-9FC9B89C5AC5}"/>
              </a:ext>
            </a:extLst>
          </p:cNvPr>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263278936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9ED73-4DFF-8258-4436-E90E1772D3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826B2-82E9-EBFD-6BC9-7DDE19D54D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46F32F-B9FC-F7CD-A334-533B62D0B110}"/>
              </a:ext>
            </a:extLst>
          </p:cNvPr>
          <p:cNvSpPr>
            <a:spLocks noGrp="1"/>
          </p:cNvSpPr>
          <p:nvPr>
            <p:ph type="body" idx="1"/>
          </p:nvPr>
        </p:nvSpPr>
        <p:spPr/>
        <p:txBody>
          <a:bodyPr/>
          <a:lstStyle/>
          <a:p>
            <a:r>
              <a:rPr lang="vi-VN" b="0" i="0" dirty="0">
                <a:solidFill>
                  <a:srgbClr val="FF0000"/>
                </a:solidFill>
                <a:effectLst/>
                <a:latin typeface="Arial" panose="020B0604020202020204" pitchFamily="34" charset="0"/>
              </a:rPr>
              <a:t>2. Lạy Chúa, mũi đòng nào đâm thấu con tim, đinh nhọn nào còn loang máu đào, sỉ nhục nào còn vương trên mắt. Lạy Chúa, những bước nào gục ngã đau thương, bao roi đòn hằn vết thê lương, đường tình đó Ngài dành cho con.</a:t>
            </a:r>
            <a:endParaRPr lang="en-US" b="0" i="0" dirty="0">
              <a:solidFill>
                <a:srgbClr val="FF0000"/>
              </a:solidFill>
              <a:effectLst/>
              <a:latin typeface="Arial" panose="020B0604020202020204" pitchFamily="34" charset="0"/>
            </a:endParaRPr>
          </a:p>
          <a:p>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Lạy Chúa, xin cho con bước đi theo Ngài, xin cho con cùng vác với Ngài, thập giá trên đường đời con đi (đường đời con đi). Lạy Chúa, xin cho con đóng đinh với Ngài, xin cho con cùng chết với Ngài, để được sống với Ngài vinh quang.</a:t>
            </a:r>
            <a:endParaRPr lang="en-US" dirty="0"/>
          </a:p>
        </p:txBody>
      </p:sp>
      <p:sp>
        <p:nvSpPr>
          <p:cNvPr id="4" name="Slide Number Placeholder 3">
            <a:extLst>
              <a:ext uri="{FF2B5EF4-FFF2-40B4-BE49-F238E27FC236}">
                <a16:creationId xmlns:a16="http://schemas.microsoft.com/office/drawing/2014/main" id="{57145765-A69E-DE89-B9A3-A74ABEB0D795}"/>
              </a:ext>
            </a:extLst>
          </p:cNvPr>
          <p:cNvSpPr>
            <a:spLocks noGrp="1"/>
          </p:cNvSpPr>
          <p:nvPr>
            <p:ph type="sldNum" sz="quarter" idx="5"/>
          </p:nvPr>
        </p:nvSpPr>
        <p:spPr/>
        <p:txBody>
          <a:bodyPr/>
          <a:lstStyle/>
          <a:p>
            <a:fld id="{648246CF-7178-41AD-B6F8-BACEEA28FBE0}" type="slidenum">
              <a:rPr lang="en-US" smtClean="0"/>
              <a:t>156</a:t>
            </a:fld>
            <a:endParaRPr lang="en-US"/>
          </a:p>
        </p:txBody>
      </p:sp>
    </p:spTree>
    <p:extLst>
      <p:ext uri="{BB962C8B-B14F-4D97-AF65-F5344CB8AC3E}">
        <p14:creationId xmlns:p14="http://schemas.microsoft.com/office/powerpoint/2010/main" val="52925993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1830B-5366-3E10-BDA8-5488D856F0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6DD077-4017-5981-6505-4163BF7DA6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118591-D65A-0D4F-6603-4D54971541BB}"/>
              </a:ext>
            </a:extLst>
          </p:cNvPr>
          <p:cNvSpPr>
            <a:spLocks noGrp="1"/>
          </p:cNvSpPr>
          <p:nvPr>
            <p:ph type="body" idx="1"/>
          </p:nvPr>
        </p:nvSpPr>
        <p:spPr/>
        <p:txBody>
          <a:bodyPr/>
          <a:lstStyle/>
          <a:p>
            <a:r>
              <a:rPr lang="vi-VN" b="0" i="0" dirty="0">
                <a:solidFill>
                  <a:srgbClr val="FF0000"/>
                </a:solidFill>
                <a:effectLst/>
                <a:latin typeface="Arial" panose="020B0604020202020204" pitchFamily="34" charset="0"/>
              </a:rPr>
              <a:t>2. Lạy Chúa, mũi đòng nào đâm thấu con tim, đinh nhọn nào còn loang máu đào, sỉ nhục nào còn vương trên mắt. Lạy Chúa, những bước nào gục ngã đau thương, bao roi đòn hằn vết thê lương, đường tình đó Ngài dành cho con.</a:t>
            </a:r>
            <a:endParaRPr lang="en-US" b="0" i="0" dirty="0">
              <a:solidFill>
                <a:srgbClr val="FF0000"/>
              </a:solidFill>
              <a:effectLst/>
              <a:latin typeface="Arial" panose="020B0604020202020204" pitchFamily="34" charset="0"/>
            </a:endParaRPr>
          </a:p>
          <a:p>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Lạy Chúa, xin cho con bước đi theo Ngài, xin cho con cùng vác với Ngài, thập giá trên đường đời con đi (đường đời con đi). Lạy Chúa, xin cho con đóng đinh với Ngài, xin cho con cùng chết với Ngài, để được sống với Ngài vinh quang.</a:t>
            </a:r>
            <a:endParaRPr lang="en-US" dirty="0"/>
          </a:p>
        </p:txBody>
      </p:sp>
      <p:sp>
        <p:nvSpPr>
          <p:cNvPr id="4" name="Slide Number Placeholder 3">
            <a:extLst>
              <a:ext uri="{FF2B5EF4-FFF2-40B4-BE49-F238E27FC236}">
                <a16:creationId xmlns:a16="http://schemas.microsoft.com/office/drawing/2014/main" id="{2FF19D6A-A55A-0264-62CD-2901B601E449}"/>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363293725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B525D-1F9B-0F12-85EE-5F6D2773CD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121D4-FBBE-2882-8CB8-987CC7F00C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AAF6EB-D1A9-4769-40E4-25C4D3B8E3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23FF93-64B3-5278-9380-DE30C31ED937}"/>
              </a:ext>
            </a:extLst>
          </p:cNvPr>
          <p:cNvSpPr>
            <a:spLocks noGrp="1"/>
          </p:cNvSpPr>
          <p:nvPr>
            <p:ph type="sldNum" sz="quarter" idx="5"/>
          </p:nvPr>
        </p:nvSpPr>
        <p:spPr/>
        <p:txBody>
          <a:bodyPr/>
          <a:lstStyle/>
          <a:p>
            <a:fld id="{648246CF-7178-41AD-B6F8-BACEEA28FBE0}" type="slidenum">
              <a:rPr lang="en-US" smtClean="0"/>
              <a:t>158</a:t>
            </a:fld>
            <a:endParaRPr lang="en-US"/>
          </a:p>
        </p:txBody>
      </p:sp>
    </p:spTree>
    <p:extLst>
      <p:ext uri="{BB962C8B-B14F-4D97-AF65-F5344CB8AC3E}">
        <p14:creationId xmlns:p14="http://schemas.microsoft.com/office/powerpoint/2010/main" val="3779734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4/16/2025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4/16/2025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4/16/2025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4/16/2025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5652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593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16401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6735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9159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746019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6057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31203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72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biến đổi từ bên trong nhân loại và</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toàn</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thể</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vũ</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trụ này,</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19FD99-3F39-9044-9B6E-A751C2C7C4D4}"/>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16C23DEE-177B-37FA-BA72-BCF2C87B81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DBC5BEB-9081-B98C-8B41-596EAA86CCE7}"/>
              </a:ext>
            </a:extLst>
          </p:cNvPr>
          <p:cNvPicPr>
            <a:picLocks noChangeAspect="1"/>
          </p:cNvPicPr>
          <p:nvPr/>
        </p:nvPicPr>
        <p:blipFill>
          <a:blip r:embed="rId3"/>
          <a:srcRect t="7656" b="7656"/>
          <a:stretch/>
        </p:blipFill>
        <p:spPr>
          <a:xfrm>
            <a:off x="-2285" y="-19050"/>
            <a:ext cx="9143999" cy="5162550"/>
          </a:xfrm>
          <a:prstGeom prst="rect">
            <a:avLst/>
          </a:prstGeom>
        </p:spPr>
      </p:pic>
      <p:sp>
        <p:nvSpPr>
          <p:cNvPr id="41" name="Rectangle 40">
            <a:extLst>
              <a:ext uri="{FF2B5EF4-FFF2-40B4-BE49-F238E27FC236}">
                <a16:creationId xmlns:a16="http://schemas.microsoft.com/office/drawing/2014/main" id="{3823A9C7-BEE1-374D-11A4-1F912B8BA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55701"/>
            <a:ext cx="9143999" cy="2371610"/>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1E71333-0173-2D68-79B0-58F2F3EA5FB0}"/>
              </a:ext>
            </a:extLst>
          </p:cNvPr>
          <p:cNvSpPr txBox="1"/>
          <p:nvPr/>
        </p:nvSpPr>
        <p:spPr>
          <a:xfrm>
            <a:off x="2286" y="817791"/>
            <a:ext cx="9141714" cy="2154009"/>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en-US" sz="6000" b="1" dirty="0">
                <a:ln w="12700" cmpd="sng">
                  <a:solidFill>
                    <a:srgbClr val="C00000"/>
                  </a:solidFill>
                  <a:prstDash val="solid"/>
                </a:ln>
                <a:solidFill>
                  <a:srgbClr val="FFFFFF"/>
                </a:solidFill>
                <a:latin typeface="+mj-lt"/>
                <a:ea typeface="+mj-ea"/>
                <a:cs typeface="+mj-cs"/>
              </a:rPr>
              <a:t>CHÚA </a:t>
            </a:r>
            <a:r>
              <a:rPr lang="en-US" sz="6000" b="1" dirty="0" err="1">
                <a:ln w="12700" cmpd="sng">
                  <a:solidFill>
                    <a:srgbClr val="C00000"/>
                  </a:solidFill>
                  <a:prstDash val="solid"/>
                </a:ln>
                <a:solidFill>
                  <a:srgbClr val="FFFFFF"/>
                </a:solidFill>
                <a:latin typeface="+mj-lt"/>
                <a:ea typeface="+mj-ea"/>
                <a:cs typeface="+mj-cs"/>
              </a:rPr>
              <a:t>GIÊSU</a:t>
            </a:r>
            <a:r>
              <a:rPr lang="en-US" sz="6000" b="1" dirty="0">
                <a:ln w="12700" cmpd="sng">
                  <a:solidFill>
                    <a:srgbClr val="C00000"/>
                  </a:solidFill>
                  <a:prstDash val="solid"/>
                </a:ln>
                <a:solidFill>
                  <a:srgbClr val="FFFFFF"/>
                </a:solidFill>
                <a:latin typeface="+mj-lt"/>
                <a:ea typeface="+mj-ea"/>
                <a:cs typeface="+mj-cs"/>
              </a:rPr>
              <a:t> </a:t>
            </a:r>
          </a:p>
          <a:p>
            <a:pPr algn="ctr">
              <a:lnSpc>
                <a:spcPct val="90000"/>
              </a:lnSpc>
              <a:spcBef>
                <a:spcPct val="0"/>
              </a:spcBef>
              <a:spcAft>
                <a:spcPts val="600"/>
              </a:spcAft>
            </a:pPr>
            <a:r>
              <a:rPr lang="en-US" sz="6000" b="1" dirty="0" err="1">
                <a:ln w="12700" cmpd="sng">
                  <a:solidFill>
                    <a:srgbClr val="C00000"/>
                  </a:solidFill>
                  <a:prstDash val="solid"/>
                </a:ln>
                <a:solidFill>
                  <a:srgbClr val="FFFFFF"/>
                </a:solidFill>
                <a:latin typeface="+mj-lt"/>
                <a:ea typeface="+mj-ea"/>
                <a:cs typeface="+mj-cs"/>
              </a:rPr>
              <a:t>RỬA</a:t>
            </a:r>
            <a:r>
              <a:rPr lang="en-US" sz="6000" b="1" dirty="0">
                <a:ln w="12700" cmpd="sng">
                  <a:solidFill>
                    <a:srgbClr val="C00000"/>
                  </a:solidFill>
                  <a:prstDash val="solid"/>
                </a:ln>
                <a:solidFill>
                  <a:srgbClr val="FFFFFF"/>
                </a:solidFill>
                <a:latin typeface="+mj-lt"/>
                <a:ea typeface="+mj-ea"/>
                <a:cs typeface="+mj-cs"/>
              </a:rPr>
              <a:t> </a:t>
            </a:r>
            <a:r>
              <a:rPr lang="en-US" sz="6000" b="1" dirty="0" err="1">
                <a:ln w="12700" cmpd="sng">
                  <a:solidFill>
                    <a:srgbClr val="C00000"/>
                  </a:solidFill>
                  <a:prstDash val="solid"/>
                </a:ln>
                <a:solidFill>
                  <a:srgbClr val="FFFFFF"/>
                </a:solidFill>
                <a:latin typeface="+mj-lt"/>
                <a:ea typeface="+mj-ea"/>
                <a:cs typeface="+mj-cs"/>
              </a:rPr>
              <a:t>CHÂN</a:t>
            </a:r>
            <a:r>
              <a:rPr lang="en-US" sz="6000" b="1" dirty="0">
                <a:ln w="12700" cmpd="sng">
                  <a:solidFill>
                    <a:srgbClr val="C00000"/>
                  </a:solidFill>
                  <a:prstDash val="solid"/>
                </a:ln>
                <a:solidFill>
                  <a:srgbClr val="FFFFFF"/>
                </a:solidFill>
                <a:latin typeface="+mj-lt"/>
                <a:ea typeface="+mj-ea"/>
                <a:cs typeface="+mj-cs"/>
              </a:rPr>
              <a:t> CHO MÔN </a:t>
            </a:r>
            <a:r>
              <a:rPr lang="en-US" sz="6000" b="1" dirty="0" err="1">
                <a:ln w="12700" cmpd="sng">
                  <a:solidFill>
                    <a:srgbClr val="C00000"/>
                  </a:solidFill>
                  <a:prstDash val="solid"/>
                </a:ln>
                <a:solidFill>
                  <a:srgbClr val="FFFFFF"/>
                </a:solidFill>
                <a:latin typeface="+mj-lt"/>
                <a:ea typeface="+mj-ea"/>
                <a:cs typeface="+mj-cs"/>
              </a:rPr>
              <a:t>ĐỆ</a:t>
            </a:r>
            <a:endParaRPr lang="en-US" sz="6000" b="1" dirty="0">
              <a:ln w="12700" cmpd="sng">
                <a:solidFill>
                  <a:srgbClr val="C00000"/>
                </a:solidFill>
                <a:prstDash val="solid"/>
              </a:ln>
              <a:solidFill>
                <a:srgbClr val="FFFFFF"/>
              </a:solidFill>
              <a:latin typeface="+mj-lt"/>
              <a:ea typeface="+mj-ea"/>
              <a:cs typeface="+mj-cs"/>
            </a:endParaRPr>
          </a:p>
        </p:txBody>
      </p:sp>
      <p:sp>
        <p:nvSpPr>
          <p:cNvPr id="14" name="TextBox 13">
            <a:extLst>
              <a:ext uri="{FF2B5EF4-FFF2-40B4-BE49-F238E27FC236}">
                <a16:creationId xmlns:a16="http://schemas.microsoft.com/office/drawing/2014/main" id="{58944BEE-21C6-BD0C-92FC-36E4B7DCF768}"/>
              </a:ext>
            </a:extLst>
          </p:cNvPr>
          <p:cNvSpPr txBox="1"/>
          <p:nvPr/>
        </p:nvSpPr>
        <p:spPr>
          <a:xfrm>
            <a:off x="2288" y="2896957"/>
            <a:ext cx="9141712" cy="1741601"/>
          </a:xfrm>
          <a:prstGeom prst="rect">
            <a:avLst/>
          </a:prstGeom>
          <a:effectLst>
            <a:outerShdw blurRad="50800" dist="38100" dir="2700000" algn="tl" rotWithShape="0">
              <a:prstClr val="black">
                <a:alpha val="40000"/>
              </a:prstClr>
            </a:outerShdw>
          </a:effectLst>
        </p:spPr>
        <p:txBody>
          <a:bodyPr vert="horz" lIns="91440" tIns="45720" rIns="91440" bIns="45720" rtlCol="0">
            <a:normAutofit/>
          </a:bodyPr>
          <a:lstStyle/>
          <a:p>
            <a:pPr algn="ctr">
              <a:lnSpc>
                <a:spcPct val="90000"/>
              </a:lnSpc>
              <a:spcBef>
                <a:spcPts val="1000"/>
              </a:spcBef>
              <a:spcAft>
                <a:spcPts val="600"/>
              </a:spcAft>
            </a:pPr>
            <a:r>
              <a:rPr lang="en-US" sz="4000" b="1" i="1" dirty="0">
                <a:ln>
                  <a:solidFill>
                    <a:schemeClr val="accent5">
                      <a:lumMod val="50000"/>
                    </a:schemeClr>
                  </a:solidFill>
                </a:ln>
                <a:solidFill>
                  <a:srgbClr val="FFFFFF"/>
                </a:solidFill>
              </a:rPr>
              <a:t>“</a:t>
            </a:r>
            <a:r>
              <a:rPr lang="vi-VN" sz="4000" b="1" i="1" dirty="0">
                <a:ln>
                  <a:solidFill>
                    <a:schemeClr val="accent5">
                      <a:lumMod val="50000"/>
                    </a:schemeClr>
                  </a:solidFill>
                </a:ln>
                <a:solidFill>
                  <a:srgbClr val="FFFFFF"/>
                </a:solidFill>
              </a:rPr>
              <a:t>Vậy, nếu Thầy là Chúa, là Thầy, </a:t>
            </a:r>
            <a:br>
              <a:rPr lang="en-US" sz="4000" b="1" i="1" dirty="0">
                <a:ln>
                  <a:solidFill>
                    <a:schemeClr val="accent5">
                      <a:lumMod val="50000"/>
                    </a:schemeClr>
                  </a:solidFill>
                </a:ln>
                <a:solidFill>
                  <a:srgbClr val="FFFFFF"/>
                </a:solidFill>
              </a:rPr>
            </a:br>
            <a:r>
              <a:rPr lang="vi-VN" sz="4000" b="1" i="1" dirty="0">
                <a:ln>
                  <a:solidFill>
                    <a:schemeClr val="accent5">
                      <a:lumMod val="50000"/>
                    </a:schemeClr>
                  </a:solidFill>
                </a:ln>
                <a:solidFill>
                  <a:srgbClr val="FFFFFF"/>
                </a:solidFill>
              </a:rPr>
              <a:t>mà còn rửa chân cho anh em, </a:t>
            </a:r>
            <a:br>
              <a:rPr lang="en-US" sz="4000" b="1" i="1" dirty="0">
                <a:ln>
                  <a:solidFill>
                    <a:schemeClr val="accent5">
                      <a:lumMod val="50000"/>
                    </a:schemeClr>
                  </a:solidFill>
                </a:ln>
                <a:solidFill>
                  <a:srgbClr val="FFFFFF"/>
                </a:solidFill>
              </a:rPr>
            </a:br>
            <a:r>
              <a:rPr lang="vi-VN" sz="4000" b="1" i="1" dirty="0">
                <a:ln>
                  <a:solidFill>
                    <a:schemeClr val="accent5">
                      <a:lumMod val="50000"/>
                    </a:schemeClr>
                  </a:solidFill>
                </a:ln>
                <a:solidFill>
                  <a:srgbClr val="FFFFFF"/>
                </a:solidFill>
              </a:rPr>
              <a:t>thì anh em cũng phải rửa chân cho nhau.</a:t>
            </a:r>
            <a:r>
              <a:rPr lang="en-US" sz="4000" b="1" i="1" dirty="0">
                <a:ln>
                  <a:solidFill>
                    <a:schemeClr val="accent5">
                      <a:lumMod val="50000"/>
                    </a:schemeClr>
                  </a:solidFill>
                </a:ln>
                <a:solidFill>
                  <a:srgbClr val="FFFFFF"/>
                </a:solidFill>
              </a:rPr>
              <a:t>”</a:t>
            </a:r>
          </a:p>
        </p:txBody>
      </p:sp>
      <p:sp>
        <p:nvSpPr>
          <p:cNvPr id="2" name="TextBox 1">
            <a:extLst>
              <a:ext uri="{FF2B5EF4-FFF2-40B4-BE49-F238E27FC236}">
                <a16:creationId xmlns:a16="http://schemas.microsoft.com/office/drawing/2014/main" id="{64585DFA-DA9A-37DE-62B1-C2B441D1925D}"/>
              </a:ext>
            </a:extLst>
          </p:cNvPr>
          <p:cNvSpPr txBox="1"/>
          <p:nvPr/>
        </p:nvSpPr>
        <p:spPr>
          <a:xfrm>
            <a:off x="5334000" y="4572000"/>
            <a:ext cx="3715738" cy="685800"/>
          </a:xfrm>
          <a:prstGeom prst="rect">
            <a:avLst/>
          </a:prstGeom>
        </p:spPr>
        <p:txBody>
          <a:bodyPr vert="horz" lIns="91440" tIns="45720" rIns="91440" bIns="45720" rtlCol="0">
            <a:normAutofit/>
          </a:bodyPr>
          <a:lstStyle/>
          <a:p>
            <a:pPr algn="r">
              <a:lnSpc>
                <a:spcPct val="90000"/>
              </a:lnSpc>
              <a:spcAft>
                <a:spcPts val="600"/>
              </a:spcAft>
            </a:pPr>
            <a:r>
              <a:rPr lang="en-US" sz="1400" b="1" dirty="0">
                <a:solidFill>
                  <a:schemeClr val="bg1"/>
                </a:solidFill>
                <a:latin typeface="Arial" panose="020B0604020202020204" pitchFamily="34" charset="0"/>
                <a:cs typeface="Arial" panose="020B0604020202020204" pitchFamily="34" charset="0"/>
              </a:rPr>
              <a:t>(Ga 13, 1-15)</a:t>
            </a:r>
          </a:p>
        </p:txBody>
      </p:sp>
      <p:sp>
        <p:nvSpPr>
          <p:cNvPr id="3" name="TextBox 2">
            <a:extLst>
              <a:ext uri="{FF2B5EF4-FFF2-40B4-BE49-F238E27FC236}">
                <a16:creationId xmlns:a16="http://schemas.microsoft.com/office/drawing/2014/main" id="{A10835D7-AE73-F216-32B3-561EF491AC48}"/>
              </a:ext>
            </a:extLst>
          </p:cNvPr>
          <p:cNvSpPr txBox="1"/>
          <p:nvPr/>
        </p:nvSpPr>
        <p:spPr>
          <a:xfrm>
            <a:off x="2286" y="268058"/>
            <a:ext cx="9141714" cy="939851"/>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en-US" sz="6000" b="1" dirty="0" err="1">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THỨ</a:t>
            </a:r>
            <a:r>
              <a:rPr lang="en-US" sz="6000" b="1" dirty="0">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 </a:t>
            </a:r>
            <a:r>
              <a:rPr lang="en-US" sz="6000" b="1" dirty="0" err="1">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NĂM</a:t>
            </a:r>
            <a:r>
              <a:rPr lang="en-US" sz="6000" b="1" dirty="0">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 </a:t>
            </a:r>
            <a:r>
              <a:rPr lang="en-US" sz="6000" b="1" dirty="0" err="1">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TUẦN</a:t>
            </a:r>
            <a:r>
              <a:rPr lang="en-US" sz="6000" b="1" dirty="0">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 THÁNH</a:t>
            </a:r>
          </a:p>
        </p:txBody>
      </p:sp>
    </p:spTree>
    <p:extLst>
      <p:ext uri="{BB962C8B-B14F-4D97-AF65-F5344CB8AC3E}">
        <p14:creationId xmlns:p14="http://schemas.microsoft.com/office/powerpoint/2010/main" val="1214822485"/>
      </p:ext>
    </p:extLst>
  </p:cSld>
  <p:clrMapOvr>
    <a:masterClrMapping/>
  </p:clrMapOvr>
  <mc:AlternateContent xmlns:mc="http://schemas.openxmlformats.org/markup-compatibility/2006" xmlns:p14="http://schemas.microsoft.com/office/powerpoint/2010/main">
    <mc:Choice Requires="p14">
      <p:transition spd="slow" p14:dur="800" advTm="120000">
        <p:circle/>
      </p:transition>
    </mc:Choice>
    <mc:Fallback xmlns="">
      <p:transition spd="slow" advTm="120000">
        <p:circl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1E881-29E7-D5FB-FFA7-39B6C6E2E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4182AB-1A1E-C15F-0016-71E6D272116A}"/>
              </a:ext>
            </a:extLst>
          </p:cNvPr>
          <p:cNvSpPr>
            <a:spLocks noGrp="1"/>
          </p:cNvSpPr>
          <p:nvPr>
            <p:ph type="ctrTitle"/>
          </p:nvPr>
        </p:nvSpPr>
        <p:spPr>
          <a:xfrm>
            <a:off x="609600" y="756744"/>
            <a:ext cx="7848600" cy="3415206"/>
          </a:xfrm>
          <a:noFill/>
        </p:spPr>
        <p:txBody>
          <a:bodyPr lIns="91440" tIns="0" rIns="91440" bIns="0" anchor="b">
            <a:normAutofit/>
          </a:bodyPr>
          <a:lstStyle/>
          <a:p>
            <a:pPr>
              <a:lnSpc>
                <a:spcPct val="90000"/>
              </a:lnSpc>
            </a:pP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CA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VINH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DỰ</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CỦA</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CHÚNG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TA</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Kim Long</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6816986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FCE80-4D4A-D635-BE88-F16092CA4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4DBA0B-0F80-9FB8-2416-207E64980B4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err="1">
                <a:effectLst/>
                <a:latin typeface="Times New Roman (Headings)"/>
              </a:rPr>
              <a:t>ÐK</a:t>
            </a:r>
            <a:r>
              <a:rPr lang="vi-VN" sz="9600" b="1" dirty="0">
                <a:effectLst/>
                <a:latin typeface="Times New Roman (Headings)"/>
              </a:rPr>
              <a:t>. Vinh dự của chúng ta là Thập Giá </a:t>
            </a:r>
            <a:r>
              <a:rPr lang="vi-VN" sz="9600" b="1" dirty="0" err="1">
                <a:effectLst/>
                <a:latin typeface="Times New Roman (Headings)"/>
              </a:rPr>
              <a:t>Ðức</a:t>
            </a:r>
            <a:r>
              <a:rPr lang="vi-VN" sz="9600" b="1" dirty="0">
                <a:effectLst/>
                <a:latin typeface="Times New Roman (Headings)"/>
              </a:rPr>
              <a:t> Ki-tô, </a:t>
            </a:r>
            <a:endParaRPr lang="en-US" sz="9600" b="1" dirty="0">
              <a:effectLst/>
              <a:latin typeface="Times New Roman (Headings)"/>
            </a:endParaRPr>
          </a:p>
        </p:txBody>
      </p:sp>
    </p:spTree>
    <p:extLst>
      <p:ext uri="{BB962C8B-B14F-4D97-AF65-F5344CB8AC3E}">
        <p14:creationId xmlns:p14="http://schemas.microsoft.com/office/powerpoint/2010/main" val="6271419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A1273-70F8-F849-F5EC-C43555B7E9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65030A-77B7-AF6C-4507-19108EDCD44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rPr>
              <a:t>nơi Người ơn cứu độ ta, sức sống của ta và sự phục sinh của ta.</a:t>
            </a:r>
            <a:endParaRPr lang="en-US" sz="8800" b="1" dirty="0">
              <a:effectLst/>
              <a:latin typeface="Times New Roman (Headings)"/>
            </a:endParaRPr>
          </a:p>
        </p:txBody>
      </p:sp>
    </p:spTree>
    <p:extLst>
      <p:ext uri="{BB962C8B-B14F-4D97-AF65-F5344CB8AC3E}">
        <p14:creationId xmlns:p14="http://schemas.microsoft.com/office/powerpoint/2010/main" val="14749047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091DD-3816-4C61-0C10-99684A385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920A8F-4979-A34A-7B28-174A4193BDA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rPr>
              <a:t>1. Ai thuộc về Chúa Ki-tô thì đóng đinh thân mình cùng mọi tính hư vào thập giá.</a:t>
            </a:r>
            <a:endParaRPr lang="en-US" sz="7200" b="1" dirty="0">
              <a:effectLst/>
              <a:latin typeface="Times New Roman (Headings)"/>
            </a:endParaRPr>
          </a:p>
        </p:txBody>
      </p:sp>
    </p:spTree>
    <p:extLst>
      <p:ext uri="{BB962C8B-B14F-4D97-AF65-F5344CB8AC3E}">
        <p14:creationId xmlns:p14="http://schemas.microsoft.com/office/powerpoint/2010/main" val="3595172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343E7-B678-AD8F-5909-82DE8E39F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95CDDA-B436-F6D7-A6A4-581ABDEC0B0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err="1">
                <a:effectLst/>
                <a:latin typeface="Times New Roman (Headings)"/>
              </a:rPr>
              <a:t>ÐK</a:t>
            </a:r>
            <a:r>
              <a:rPr lang="vi-VN" sz="9600" b="1" dirty="0">
                <a:effectLst/>
                <a:latin typeface="Times New Roman (Headings)"/>
              </a:rPr>
              <a:t>. Vinh dự của chúng ta là Thập Giá </a:t>
            </a:r>
            <a:r>
              <a:rPr lang="vi-VN" sz="9600" b="1" dirty="0" err="1">
                <a:effectLst/>
                <a:latin typeface="Times New Roman (Headings)"/>
              </a:rPr>
              <a:t>Ðức</a:t>
            </a:r>
            <a:r>
              <a:rPr lang="vi-VN" sz="9600" b="1" dirty="0">
                <a:effectLst/>
                <a:latin typeface="Times New Roman (Headings)"/>
              </a:rPr>
              <a:t> Ki-tô, </a:t>
            </a:r>
            <a:endParaRPr lang="en-US" sz="9600" b="1" dirty="0">
              <a:effectLst/>
              <a:latin typeface="Times New Roman (Headings)"/>
            </a:endParaRPr>
          </a:p>
        </p:txBody>
      </p:sp>
    </p:spTree>
    <p:extLst>
      <p:ext uri="{BB962C8B-B14F-4D97-AF65-F5344CB8AC3E}">
        <p14:creationId xmlns:p14="http://schemas.microsoft.com/office/powerpoint/2010/main" val="40462622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0E420-26A5-A8F5-91ED-B983AAB42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C1766-380C-CEF7-FDE5-73E783B108A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rPr>
              <a:t>nơi Người ơn cứu độ ta, sức sống của ta và sự phục sinh của ta.</a:t>
            </a:r>
            <a:endParaRPr lang="en-US" sz="8800" b="1" dirty="0">
              <a:effectLst/>
              <a:latin typeface="Times New Roman (Headings)"/>
            </a:endParaRPr>
          </a:p>
        </p:txBody>
      </p:sp>
    </p:spTree>
    <p:extLst>
      <p:ext uri="{BB962C8B-B14F-4D97-AF65-F5344CB8AC3E}">
        <p14:creationId xmlns:p14="http://schemas.microsoft.com/office/powerpoint/2010/main" val="6442135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6D89C-61FB-91D1-B9A1-1619674C6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B950DD-DE18-8E76-C52A-4033DE41CAB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a:effectLst/>
                <a:latin typeface="Times New Roman (Headings)"/>
              </a:rPr>
              <a:t>2. Ai </a:t>
            </a:r>
            <a:r>
              <a:rPr lang="en-US" sz="7200" b="1" dirty="0" err="1">
                <a:effectLst/>
                <a:latin typeface="Times New Roman (Headings)"/>
              </a:rPr>
              <a:t>nguyện</a:t>
            </a:r>
            <a:r>
              <a:rPr lang="en-US" sz="7200" b="1" dirty="0">
                <a:effectLst/>
                <a:latin typeface="Times New Roman (Headings)"/>
              </a:rPr>
              <a:t> </a:t>
            </a:r>
            <a:r>
              <a:rPr lang="en-US" sz="7200" b="1" dirty="0" err="1">
                <a:effectLst/>
                <a:latin typeface="Times New Roman (Headings)"/>
              </a:rPr>
              <a:t>theo</a:t>
            </a:r>
            <a:r>
              <a:rPr lang="en-US" sz="7200" b="1" dirty="0">
                <a:effectLst/>
                <a:latin typeface="Times New Roman (Headings)"/>
              </a:rPr>
              <a:t> Chúa Ki-</a:t>
            </a:r>
            <a:r>
              <a:rPr lang="en-US" sz="7200" b="1" dirty="0" err="1">
                <a:effectLst/>
                <a:latin typeface="Times New Roman (Headings)"/>
              </a:rPr>
              <a:t>tô</a:t>
            </a:r>
            <a:r>
              <a:rPr lang="en-US" sz="7200" b="1" dirty="0">
                <a:effectLst/>
                <a:latin typeface="Times New Roman (Headings)"/>
              </a:rPr>
              <a:t> </a:t>
            </a:r>
            <a:r>
              <a:rPr lang="en-US" sz="7200" b="1" dirty="0" err="1">
                <a:effectLst/>
                <a:latin typeface="Times New Roman (Headings)"/>
              </a:rPr>
              <a:t>thì</a:t>
            </a:r>
            <a:r>
              <a:rPr lang="en-US" sz="7200" b="1" dirty="0">
                <a:effectLst/>
                <a:latin typeface="Times New Roman (Headings)"/>
              </a:rPr>
              <a:t> </a:t>
            </a:r>
            <a:r>
              <a:rPr lang="en-US" sz="7200" b="1" dirty="0" err="1">
                <a:effectLst/>
                <a:latin typeface="Times New Roman (Headings)"/>
              </a:rPr>
              <a:t>hãy</a:t>
            </a:r>
            <a:r>
              <a:rPr lang="en-US" sz="7200" b="1" dirty="0">
                <a:effectLst/>
                <a:latin typeface="Times New Roman (Headings)"/>
              </a:rPr>
              <a:t> </a:t>
            </a:r>
            <a:r>
              <a:rPr lang="en-US" sz="7200" b="1" dirty="0" err="1">
                <a:effectLst/>
                <a:latin typeface="Times New Roman (Headings)"/>
              </a:rPr>
              <a:t>quên</a:t>
            </a:r>
            <a:r>
              <a:rPr lang="en-US" sz="7200" b="1" dirty="0">
                <a:effectLst/>
                <a:latin typeface="Times New Roman (Headings)"/>
              </a:rPr>
              <a:t> </a:t>
            </a:r>
            <a:r>
              <a:rPr lang="en-US" sz="7200" b="1" dirty="0" err="1">
                <a:effectLst/>
                <a:latin typeface="Times New Roman (Headings)"/>
              </a:rPr>
              <a:t>thân</a:t>
            </a:r>
            <a:r>
              <a:rPr lang="en-US" sz="7200" b="1" dirty="0">
                <a:effectLst/>
                <a:latin typeface="Times New Roman (Headings)"/>
              </a:rPr>
              <a:t> </a:t>
            </a:r>
            <a:r>
              <a:rPr lang="en-US" sz="7200" b="1" dirty="0" err="1">
                <a:effectLst/>
                <a:latin typeface="Times New Roman (Headings)"/>
              </a:rPr>
              <a:t>mình</a:t>
            </a:r>
            <a:r>
              <a:rPr lang="en-US" sz="7200" b="1" dirty="0">
                <a:effectLst/>
                <a:latin typeface="Times New Roman (Headings)"/>
              </a:rPr>
              <a:t> </a:t>
            </a:r>
            <a:r>
              <a:rPr lang="en-US" sz="7200" b="1" dirty="0" err="1">
                <a:effectLst/>
                <a:latin typeface="Times New Roman (Headings)"/>
              </a:rPr>
              <a:t>và</a:t>
            </a:r>
            <a:r>
              <a:rPr lang="en-US" sz="7200" b="1" dirty="0">
                <a:effectLst/>
                <a:latin typeface="Times New Roman (Headings)"/>
              </a:rPr>
              <a:t> </a:t>
            </a:r>
            <a:r>
              <a:rPr lang="en-US" sz="7200" b="1" dirty="0" err="1">
                <a:effectLst/>
                <a:latin typeface="Times New Roman (Headings)"/>
              </a:rPr>
              <a:t>nhận</a:t>
            </a:r>
            <a:r>
              <a:rPr lang="en-US" sz="7200" b="1" dirty="0">
                <a:effectLst/>
                <a:latin typeface="Times New Roman (Headings)"/>
              </a:rPr>
              <a:t> </a:t>
            </a:r>
            <a:r>
              <a:rPr lang="en-US" sz="7200" b="1" dirty="0" err="1">
                <a:effectLst/>
                <a:latin typeface="Times New Roman (Headings)"/>
              </a:rPr>
              <a:t>vác</a:t>
            </a:r>
            <a:r>
              <a:rPr lang="en-US" sz="7200" b="1" dirty="0">
                <a:effectLst/>
                <a:latin typeface="Times New Roman (Headings)"/>
              </a:rPr>
              <a:t> </a:t>
            </a:r>
            <a:r>
              <a:rPr lang="en-US" sz="7200" b="1" dirty="0" err="1">
                <a:effectLst/>
                <a:latin typeface="Times New Roman (Headings)"/>
              </a:rPr>
              <a:t>thập</a:t>
            </a:r>
            <a:r>
              <a:rPr lang="en-US" sz="7200" b="1" dirty="0">
                <a:effectLst/>
                <a:latin typeface="Times New Roman (Headings)"/>
              </a:rPr>
              <a:t> </a:t>
            </a:r>
            <a:r>
              <a:rPr lang="en-US" sz="7200" b="1" dirty="0" err="1">
                <a:effectLst/>
                <a:latin typeface="Times New Roman (Headings)"/>
              </a:rPr>
              <a:t>tự</a:t>
            </a:r>
            <a:r>
              <a:rPr lang="en-US" sz="7200" b="1" dirty="0">
                <a:effectLst/>
                <a:latin typeface="Times New Roman (Headings)"/>
              </a:rPr>
              <a:t> </a:t>
            </a:r>
            <a:r>
              <a:rPr lang="en-US" sz="7200" b="1" dirty="0" err="1">
                <a:effectLst/>
                <a:latin typeface="Times New Roman (Headings)"/>
              </a:rPr>
              <a:t>theo</a:t>
            </a:r>
            <a:r>
              <a:rPr lang="en-US" sz="7200" b="1" dirty="0">
                <a:effectLst/>
                <a:latin typeface="Times New Roman (Headings)"/>
              </a:rPr>
              <a:t> Chúa.</a:t>
            </a:r>
          </a:p>
        </p:txBody>
      </p:sp>
    </p:spTree>
    <p:extLst>
      <p:ext uri="{BB962C8B-B14F-4D97-AF65-F5344CB8AC3E}">
        <p14:creationId xmlns:p14="http://schemas.microsoft.com/office/powerpoint/2010/main" val="18799841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0A6B5-4667-FA18-7C84-CAEBDA0BE2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2787F-64D9-B74A-0CAE-1D99E132FAD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err="1">
                <a:effectLst/>
                <a:latin typeface="Times New Roman (Headings)"/>
              </a:rPr>
              <a:t>ÐK</a:t>
            </a:r>
            <a:r>
              <a:rPr lang="vi-VN" sz="9600" b="1" dirty="0">
                <a:effectLst/>
                <a:latin typeface="Times New Roman (Headings)"/>
              </a:rPr>
              <a:t>. Vinh dự của chúng ta là Thập Giá </a:t>
            </a:r>
            <a:r>
              <a:rPr lang="vi-VN" sz="9600" b="1" dirty="0" err="1">
                <a:effectLst/>
                <a:latin typeface="Times New Roman (Headings)"/>
              </a:rPr>
              <a:t>Ðức</a:t>
            </a:r>
            <a:r>
              <a:rPr lang="vi-VN" sz="9600" b="1" dirty="0">
                <a:effectLst/>
                <a:latin typeface="Times New Roman (Headings)"/>
              </a:rPr>
              <a:t> Ki-tô, </a:t>
            </a:r>
            <a:endParaRPr lang="en-US" sz="9600" b="1" dirty="0">
              <a:effectLst/>
              <a:latin typeface="Times New Roman (Headings)"/>
            </a:endParaRPr>
          </a:p>
        </p:txBody>
      </p:sp>
    </p:spTree>
    <p:extLst>
      <p:ext uri="{BB962C8B-B14F-4D97-AF65-F5344CB8AC3E}">
        <p14:creationId xmlns:p14="http://schemas.microsoft.com/office/powerpoint/2010/main" val="8825129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963C7-3B2D-34AD-FDEE-1AF0D5ED37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73DD7B-A5F1-8835-F6F3-D0A4DCBFFE5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rPr>
              <a:t>nơi Người ơn cứu độ ta, sức sống của ta và sự phục sinh của ta.</a:t>
            </a:r>
            <a:endParaRPr lang="en-US" sz="8800" b="1" dirty="0">
              <a:effectLst/>
              <a:latin typeface="Times New Roman (Headings)"/>
            </a:endParaRPr>
          </a:p>
        </p:txBody>
      </p:sp>
    </p:spTree>
    <p:extLst>
      <p:ext uri="{BB962C8B-B14F-4D97-AF65-F5344CB8AC3E}">
        <p14:creationId xmlns:p14="http://schemas.microsoft.com/office/powerpoint/2010/main" val="40584450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A1925-AB8C-3653-048F-4EBCF047C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8F2D5B-953D-DFBC-817E-24682743B29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rPr>
              <a:t>3. Tôi chịu nơi xác thân tôi mọi đớn đau khổ hình vì nhiệm thể Người là Hội Thánh.</a:t>
            </a:r>
            <a:endParaRPr lang="en-US" sz="7500" b="1" dirty="0">
              <a:effectLst/>
              <a:latin typeface="Times New Roman (Headings)"/>
            </a:endParaRPr>
          </a:p>
        </p:txBody>
      </p:sp>
    </p:spTree>
    <p:extLst>
      <p:ext uri="{BB962C8B-B14F-4D97-AF65-F5344CB8AC3E}">
        <p14:creationId xmlns:p14="http://schemas.microsoft.com/office/powerpoint/2010/main" val="27153809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B615C-DB18-92AC-333C-A2C928D95E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6A1B8-EDE7-F062-3BCA-F31DDA73E25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rPr>
              <a:t>ÐK</a:t>
            </a:r>
            <a:r>
              <a:rPr lang="vi-VN" sz="8800" b="1" dirty="0">
                <a:effectLst/>
                <a:latin typeface="Times New Roman (Headings)"/>
              </a:rPr>
              <a:t>. Vinh dự của chúng ta là Thập Giá </a:t>
            </a:r>
            <a:r>
              <a:rPr lang="vi-VN" sz="8800" b="1" dirty="0" err="1">
                <a:effectLst/>
                <a:latin typeface="Times New Roman (Headings)"/>
              </a:rPr>
              <a:t>Ðức</a:t>
            </a:r>
            <a:r>
              <a:rPr lang="vi-VN" sz="8800" b="1" dirty="0">
                <a:effectLst/>
                <a:latin typeface="Times New Roman (Headings)"/>
              </a:rPr>
              <a:t> Ki-tô, </a:t>
            </a:r>
            <a:endParaRPr lang="en-US" sz="8800" b="1" dirty="0">
              <a:effectLst/>
              <a:latin typeface="Times New Roman (Headings)"/>
            </a:endParaRPr>
          </a:p>
        </p:txBody>
      </p:sp>
    </p:spTree>
    <p:extLst>
      <p:ext uri="{BB962C8B-B14F-4D97-AF65-F5344CB8AC3E}">
        <p14:creationId xmlns:p14="http://schemas.microsoft.com/office/powerpoint/2010/main" val="16319586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058E1-FC31-DEEC-DED8-E1573DA5B4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6E1AC2-25D9-513B-FEC1-D386D8CF96E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rPr>
              <a:t>nơi Người ơn cứu độ ta, sức sống của ta và sự phục sinh của ta.</a:t>
            </a:r>
            <a:endParaRPr lang="en-US" sz="8800" b="1" dirty="0">
              <a:effectLst/>
              <a:latin typeface="Times New Roman (Headings)"/>
            </a:endParaRPr>
          </a:p>
        </p:txBody>
      </p:sp>
    </p:spTree>
    <p:extLst>
      <p:ext uri="{BB962C8B-B14F-4D97-AF65-F5344CB8AC3E}">
        <p14:creationId xmlns:p14="http://schemas.microsoft.com/office/powerpoint/2010/main" val="259512876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F96AD63-65D3-BCE1-38EE-AD91BB5FD2EE}"/>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D3AAAFC-7E8E-D1FC-575A-B0272A66007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755389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1:</a:t>
            </a:r>
            <a:r>
              <a:rPr lang="en-US" sz="3800" b="1" dirty="0">
                <a:solidFill>
                  <a:srgbClr val="FF0000"/>
                </a:solidFill>
                <a:latin typeface="Arial" panose="020B0604020202020204" pitchFamily="34" charset="0"/>
                <a:cs typeface="Arial" panose="020B0604020202020204" pitchFamily="34" charset="0"/>
              </a:rPr>
              <a:t> </a:t>
            </a:r>
            <a:r>
              <a:rPr lang="en-US" sz="3800" b="1" dirty="0" err="1">
                <a:latin typeface="Arial" panose="020B0604020202020204" pitchFamily="34" charset="0"/>
                <a:cs typeface="Arial" panose="020B0604020202020204" pitchFamily="34" charset="0"/>
              </a:rPr>
              <a:t>Xh</a:t>
            </a:r>
            <a:r>
              <a:rPr lang="en-US" sz="3800" b="1" dirty="0">
                <a:latin typeface="Arial" panose="020B0604020202020204" pitchFamily="34" charset="0"/>
                <a:cs typeface="Arial" panose="020B0604020202020204" pitchFamily="34" charset="0"/>
              </a:rPr>
              <a:t> 12, 1-8. 11-14</a:t>
            </a:r>
          </a:p>
        </p:txBody>
      </p:sp>
      <p:sp>
        <p:nvSpPr>
          <p:cNvPr id="5" name="TextBox 4">
            <a:extLst>
              <a:ext uri="{FF2B5EF4-FFF2-40B4-BE49-F238E27FC236}">
                <a16:creationId xmlns:a16="http://schemas.microsoft.com/office/drawing/2014/main" id="{EC9E90A0-57EF-B562-11BD-EFA379BF3A1F}"/>
              </a:ext>
            </a:extLst>
          </p:cNvPr>
          <p:cNvSpPr txBox="1"/>
          <p:nvPr/>
        </p:nvSpPr>
        <p:spPr>
          <a:xfrm>
            <a:off x="0" y="1559778"/>
            <a:ext cx="9144000" cy="1754326"/>
          </a:xfrm>
          <a:prstGeom prst="rect">
            <a:avLst/>
          </a:prstGeom>
          <a:noFill/>
        </p:spPr>
        <p:txBody>
          <a:bodyPr wrap="square">
            <a:spAutoFit/>
          </a:bodyPr>
          <a:lstStyle/>
          <a:p>
            <a:pPr algn="ctr"/>
            <a:r>
              <a:rPr lang="vi-VN" sz="5400" b="1" i="1" dirty="0">
                <a:solidFill>
                  <a:srgbClr val="FF0000"/>
                </a:solidFill>
                <a:latin typeface="Arial" panose="020B0604020202020204" pitchFamily="34" charset="0"/>
                <a:cs typeface="Arial" panose="020B0604020202020204" pitchFamily="34" charset="0"/>
              </a:rPr>
              <a:t>“Những chỉ thị về bữa Tiệc Vượt qua”.</a:t>
            </a:r>
          </a:p>
        </p:txBody>
      </p:sp>
      <p:sp>
        <p:nvSpPr>
          <p:cNvPr id="7" name="TextBox 6">
            <a:extLst>
              <a:ext uri="{FF2B5EF4-FFF2-40B4-BE49-F238E27FC236}">
                <a16:creationId xmlns:a16="http://schemas.microsoft.com/office/drawing/2014/main" id="{FA7210C8-01DF-51DB-3853-C95430401C95}"/>
              </a:ext>
            </a:extLst>
          </p:cNvPr>
          <p:cNvSpPr txBox="1"/>
          <p:nvPr/>
        </p:nvSpPr>
        <p:spPr>
          <a:xfrm>
            <a:off x="228600" y="4196775"/>
            <a:ext cx="9144000" cy="584775"/>
          </a:xfrm>
          <a:prstGeom prst="rect">
            <a:avLst/>
          </a:prstGeom>
          <a:noFill/>
        </p:spPr>
        <p:txBody>
          <a:bodyPr wrap="square">
            <a:spAutoFit/>
          </a:bodyPr>
          <a:lstStyle/>
          <a:p>
            <a:r>
              <a:rPr lang="vi-VN" sz="3200" b="1" dirty="0">
                <a:latin typeface="Arial" panose="020B0604020202020204" pitchFamily="34" charset="0"/>
                <a:cs typeface="Arial" panose="020B0604020202020204" pitchFamily="34" charset="0"/>
              </a:rPr>
              <a:t>Bài trích sách Xuất Hành.</a:t>
            </a:r>
          </a:p>
        </p:txBody>
      </p:sp>
    </p:spTree>
    <p:extLst>
      <p:ext uri="{BB962C8B-B14F-4D97-AF65-F5344CB8AC3E}">
        <p14:creationId xmlns:p14="http://schemas.microsoft.com/office/powerpoint/2010/main" val="24725020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0DC77-3AE4-873D-6F97-3F1FAB7B77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C3BBC3-CF78-1F09-8F73-5276A745A17C}"/>
              </a:ext>
            </a:extLst>
          </p:cNvPr>
          <p:cNvSpPr>
            <a:spLocks noGrp="1"/>
          </p:cNvSpPr>
          <p:nvPr>
            <p:ph type="ctrTitle"/>
          </p:nvPr>
        </p:nvSpPr>
        <p:spPr>
          <a:xfrm>
            <a:off x="609600" y="756744"/>
            <a:ext cx="7848600" cy="2881806"/>
          </a:xfrm>
        </p:spPr>
        <p:txBody>
          <a:bodyPr lIns="91440" tIns="0" rIns="91440" bIns="0" anchor="b">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115</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9909369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E582A-3A90-D2A9-125D-B40D30E63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9F752-64A9-AEFA-6988-B977A51087C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1. Này đây con lấy gì dâng Chúa, mà đền đáp những ơn lành cao cả trong đời.</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885141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64090-3547-4C5C-7BD5-4AC0197253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0A5E2-77DC-7B9F-1C02-600C97B0A74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a:effectLst/>
                <a:latin typeface="Times New Roman (Headings)"/>
                <a:cs typeface="Arial" panose="020B0604020202020204" pitchFamily="34" charset="0"/>
              </a:rPr>
              <a:t>Con </a:t>
            </a:r>
            <a:r>
              <a:rPr lang="en-US" sz="7500" b="1" dirty="0" err="1">
                <a:effectLst/>
                <a:latin typeface="Times New Roman (Headings)"/>
                <a:cs typeface="Arial" panose="020B0604020202020204" pitchFamily="34" charset="0"/>
              </a:rPr>
              <a:t>sẽ</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nhận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chén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nhận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chén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cứu</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độ</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và</a:t>
            </a:r>
            <a:r>
              <a:rPr lang="en-US" sz="7500" b="1" dirty="0">
                <a:effectLst/>
                <a:latin typeface="Times New Roman (Headings)"/>
                <a:cs typeface="Arial" panose="020B0604020202020204" pitchFamily="34" charset="0"/>
              </a:rPr>
              <a:t> con </a:t>
            </a:r>
            <a:r>
              <a:rPr lang="en-US" sz="7500" b="1" dirty="0" err="1">
                <a:effectLst/>
                <a:latin typeface="Times New Roman (Headings)"/>
                <a:cs typeface="Arial" panose="020B0604020202020204" pitchFamily="34" charset="0"/>
              </a:rPr>
              <a:t>sẽ</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khẩn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cầu</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khẩn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cầu</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danh</a:t>
            </a:r>
            <a:r>
              <a:rPr lang="en-US" sz="7500" b="1" dirty="0">
                <a:effectLst/>
                <a:latin typeface="Times New Roman (Headings)"/>
                <a:cs typeface="Arial" panose="020B0604020202020204" pitchFamily="34" charset="0"/>
              </a:rPr>
              <a:t> Chúa. </a:t>
            </a:r>
          </a:p>
        </p:txBody>
      </p:sp>
    </p:spTree>
    <p:extLst>
      <p:ext uri="{BB962C8B-B14F-4D97-AF65-F5344CB8AC3E}">
        <p14:creationId xmlns:p14="http://schemas.microsoft.com/office/powerpoint/2010/main" val="31115874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EE602-5086-B42A-A25A-B244CE156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978E8C-5112-312E-6834-655E389DDF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ĐK</a:t>
            </a:r>
            <a:r>
              <a:rPr lang="en-US" sz="7500" b="1" dirty="0">
                <a:effectLst/>
                <a:latin typeface="Times New Roman (Headings)"/>
                <a:cs typeface="Arial" panose="020B0604020202020204" pitchFamily="34" charset="0"/>
              </a:rPr>
              <a:t>: Chén </a:t>
            </a:r>
            <a:r>
              <a:rPr lang="en-US" sz="7500" b="1" dirty="0" err="1">
                <a:effectLst/>
                <a:latin typeface="Times New Roman (Headings)"/>
                <a:cs typeface="Arial" panose="020B0604020202020204" pitchFamily="34" charset="0"/>
              </a:rPr>
              <a:t>chúc</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tụng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là</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sự</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hiệp</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thông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là</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sự</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hiệp</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thông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máu</a:t>
            </a:r>
            <a:r>
              <a:rPr lang="en-US" sz="7500" b="1" dirty="0">
                <a:effectLst/>
                <a:latin typeface="Times New Roman (Headings)"/>
                <a:cs typeface="Arial" panose="020B0604020202020204" pitchFamily="34" charset="0"/>
              </a:rPr>
              <a:t> Chúa Ki-</a:t>
            </a:r>
            <a:r>
              <a:rPr lang="en-US" sz="7500" b="1" dirty="0" err="1">
                <a:effectLst/>
                <a:latin typeface="Times New Roman (Headings)"/>
                <a:cs typeface="Arial" panose="020B0604020202020204" pitchFamily="34" charset="0"/>
              </a:rPr>
              <a:t>tô</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5461047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49E01-C686-7FE0-D82B-1A47E5AF6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313AE-8DE9-EF7A-A539-00E8E541870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2. Vì đây trước Chúa thật cao quý, thật cao quý những ai mà đã chết cho Ngài.</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1464359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8F84C-311C-CC56-6E45-693F60C1B4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381A5-4071-306C-BCE6-CD2142A6BC7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a:effectLst/>
                <a:latin typeface="Times New Roman (Headings)"/>
                <a:cs typeface="Arial" panose="020B0604020202020204" pitchFamily="34" charset="0"/>
              </a:rPr>
              <a:t>Con </a:t>
            </a:r>
            <a:r>
              <a:rPr lang="en-US" sz="7500" b="1" dirty="0" err="1">
                <a:effectLst/>
                <a:latin typeface="Times New Roman (Headings)"/>
                <a:cs typeface="Arial" panose="020B0604020202020204" pitchFamily="34" charset="0"/>
              </a:rPr>
              <a:t>là</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đầy</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tớ</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đầy</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tớ</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của</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Ngài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Ngài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đã</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bẻ</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xích</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xiềng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cứu</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độ</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cho</a:t>
            </a:r>
            <a:r>
              <a:rPr lang="en-US" sz="75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40171621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1F406-A3DF-70DB-7223-EFAB59576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68045-9955-E1E7-1EB3-AF3FA30E32D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ĐK</a:t>
            </a:r>
            <a:r>
              <a:rPr lang="en-US" sz="7500" b="1" dirty="0">
                <a:effectLst/>
                <a:latin typeface="Times New Roman (Headings)"/>
                <a:cs typeface="Arial" panose="020B0604020202020204" pitchFamily="34" charset="0"/>
              </a:rPr>
              <a:t>: Chén </a:t>
            </a:r>
            <a:r>
              <a:rPr lang="en-US" sz="7500" b="1" dirty="0" err="1">
                <a:effectLst/>
                <a:latin typeface="Times New Roman (Headings)"/>
                <a:cs typeface="Arial" panose="020B0604020202020204" pitchFamily="34" charset="0"/>
              </a:rPr>
              <a:t>chúc</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tụng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là</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sự</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hiệp</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thông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là</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sự</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hiệp</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thông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máu</a:t>
            </a:r>
            <a:r>
              <a:rPr lang="en-US" sz="7500" b="1" dirty="0">
                <a:effectLst/>
                <a:latin typeface="Times New Roman (Headings)"/>
                <a:cs typeface="Arial" panose="020B0604020202020204" pitchFamily="34" charset="0"/>
              </a:rPr>
              <a:t> Chúa Ki-</a:t>
            </a:r>
            <a:r>
              <a:rPr lang="en-US" sz="7500" b="1" dirty="0" err="1">
                <a:effectLst/>
                <a:latin typeface="Times New Roman (Headings)"/>
                <a:cs typeface="Arial" panose="020B0604020202020204" pitchFamily="34" charset="0"/>
              </a:rPr>
              <a:t>tô</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83802967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8F4A8-AA66-2B97-5E6D-13DC7D7A82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0D792C-7F64-53BB-C619-29163EBE021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3. Thành tâm dâng Chúa lời ngợi ca, như của lễ với lòng thành kêu khấn Danh Ngài.</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454312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FA1C5-5C07-908A-6A35-2A1DEEB7D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B41746-D780-1DA4-8C37-16E02E72EE0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Con thề nguyền luôn, nguyện luôn giữ trọn lời khấn ước cùng Ngài trước mặt muôn dân.</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382112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3B459-75BF-0966-53A0-1DFCF79062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2A707-94A7-CDB7-4A45-B3F62DE41A7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ĐK</a:t>
            </a:r>
            <a:r>
              <a:rPr lang="en-US" sz="7500" b="1" dirty="0">
                <a:effectLst/>
                <a:latin typeface="Times New Roman (Headings)"/>
                <a:cs typeface="Arial" panose="020B0604020202020204" pitchFamily="34" charset="0"/>
              </a:rPr>
              <a:t>: Chén </a:t>
            </a:r>
            <a:r>
              <a:rPr lang="en-US" sz="7500" b="1" dirty="0" err="1">
                <a:effectLst/>
                <a:latin typeface="Times New Roman (Headings)"/>
                <a:cs typeface="Arial" panose="020B0604020202020204" pitchFamily="34" charset="0"/>
              </a:rPr>
              <a:t>chúc</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tụng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là</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sự</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hiệp</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thông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là</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sự</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hiệp</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thông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máu</a:t>
            </a:r>
            <a:r>
              <a:rPr lang="en-US" sz="7500" b="1" dirty="0">
                <a:effectLst/>
                <a:latin typeface="Times New Roman (Headings)"/>
                <a:cs typeface="Arial" panose="020B0604020202020204" pitchFamily="34" charset="0"/>
              </a:rPr>
              <a:t> Chúa Ki-</a:t>
            </a:r>
            <a:r>
              <a:rPr lang="en-US" sz="7500" b="1" dirty="0" err="1">
                <a:effectLst/>
                <a:latin typeface="Times New Roman (Headings)"/>
                <a:cs typeface="Arial" panose="020B0604020202020204" pitchFamily="34" charset="0"/>
              </a:rPr>
              <a:t>tô</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9529877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6118D-83B8-9F26-C9BD-D967D3050CB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83C1662-DE3B-485E-D039-6DAF01222417}"/>
              </a:ext>
            </a:extLst>
          </p:cNvPr>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2:</a:t>
            </a:r>
            <a:r>
              <a:rPr lang="en-US" sz="3800" b="1" dirty="0">
                <a:solidFill>
                  <a:srgbClr val="FF0000"/>
                </a:solidFill>
                <a:latin typeface="Arial" panose="020B0604020202020204" pitchFamily="34" charset="0"/>
                <a:cs typeface="Arial" panose="020B0604020202020204" pitchFamily="34" charset="0"/>
              </a:rPr>
              <a:t> </a:t>
            </a:r>
            <a:r>
              <a:rPr lang="en-US" sz="3800" b="1" dirty="0">
                <a:latin typeface="Arial" panose="020B0604020202020204" pitchFamily="34" charset="0"/>
                <a:cs typeface="Arial" panose="020B0604020202020204" pitchFamily="34" charset="0"/>
              </a:rPr>
              <a:t>1 Cr 11, 23-26</a:t>
            </a:r>
          </a:p>
        </p:txBody>
      </p:sp>
      <p:sp>
        <p:nvSpPr>
          <p:cNvPr id="5" name="TextBox 4">
            <a:extLst>
              <a:ext uri="{FF2B5EF4-FFF2-40B4-BE49-F238E27FC236}">
                <a16:creationId xmlns:a16="http://schemas.microsoft.com/office/drawing/2014/main" id="{885A7151-12D0-D5E7-4150-116F20C67271}"/>
              </a:ext>
            </a:extLst>
          </p:cNvPr>
          <p:cNvSpPr txBox="1"/>
          <p:nvPr/>
        </p:nvSpPr>
        <p:spPr>
          <a:xfrm>
            <a:off x="0" y="742950"/>
            <a:ext cx="9144000" cy="3785652"/>
          </a:xfrm>
          <a:prstGeom prst="rect">
            <a:avLst/>
          </a:prstGeom>
          <a:noFill/>
        </p:spPr>
        <p:txBody>
          <a:bodyPr wrap="square">
            <a:spAutoFit/>
          </a:bodyPr>
          <a:lstStyle/>
          <a:p>
            <a:pPr algn="ctr"/>
            <a:r>
              <a:rPr lang="en-US" sz="6000" b="1" i="1" dirty="0">
                <a:solidFill>
                  <a:srgbClr val="FF0000"/>
                </a:solidFill>
                <a:latin typeface="Arial" panose="020B0604020202020204" pitchFamily="34" charset="0"/>
                <a:cs typeface="Arial" panose="020B0604020202020204" pitchFamily="34" charset="0"/>
              </a:rPr>
              <a:t>“</a:t>
            </a:r>
            <a:r>
              <a:rPr lang="en-US" sz="6000" b="1" i="1" dirty="0" err="1">
                <a:solidFill>
                  <a:srgbClr val="FF0000"/>
                </a:solidFill>
                <a:latin typeface="Arial" panose="020B0604020202020204" pitchFamily="34" charset="0"/>
                <a:cs typeface="Arial" panose="020B0604020202020204" pitchFamily="34" charset="0"/>
              </a:rPr>
              <a:t>Mỗi</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khi</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anh</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em</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ăn</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và</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uống</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anh</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em</a:t>
            </a:r>
            <a:r>
              <a:rPr lang="en-US" sz="6000" b="1" i="1" dirty="0">
                <a:solidFill>
                  <a:srgbClr val="FF0000"/>
                </a:solidFill>
                <a:latin typeface="Arial" panose="020B0604020202020204" pitchFamily="34" charset="0"/>
                <a:cs typeface="Arial" panose="020B0604020202020204" pitchFamily="34" charset="0"/>
              </a:rPr>
              <a:t> loan </a:t>
            </a:r>
            <a:r>
              <a:rPr lang="en-US" sz="6000" b="1" i="1" dirty="0" err="1">
                <a:solidFill>
                  <a:srgbClr val="FF0000"/>
                </a:solidFill>
                <a:latin typeface="Arial" panose="020B0604020202020204" pitchFamily="34" charset="0"/>
                <a:cs typeface="Arial" panose="020B0604020202020204" pitchFamily="34" charset="0"/>
              </a:rPr>
              <a:t>truyền</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việc</a:t>
            </a:r>
            <a:r>
              <a:rPr lang="en-US" sz="6000" b="1" i="1" dirty="0">
                <a:solidFill>
                  <a:srgbClr val="FF0000"/>
                </a:solidFill>
                <a:latin typeface="Arial" panose="020B0604020202020204" pitchFamily="34" charset="0"/>
                <a:cs typeface="Arial" panose="020B0604020202020204" pitchFamily="34" charset="0"/>
              </a:rPr>
              <a:t> Chúa </a:t>
            </a:r>
            <a:r>
              <a:rPr lang="en-US" sz="6000" b="1" i="1" dirty="0" err="1">
                <a:solidFill>
                  <a:srgbClr val="FF0000"/>
                </a:solidFill>
                <a:latin typeface="Arial" panose="020B0604020202020204" pitchFamily="34" charset="0"/>
                <a:cs typeface="Arial" panose="020B0604020202020204" pitchFamily="34" charset="0"/>
              </a:rPr>
              <a:t>chịu</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chết</a:t>
            </a:r>
            <a:r>
              <a:rPr lang="en-US" sz="6000" b="1" i="1" dirty="0">
                <a:solidFill>
                  <a:srgbClr val="FF0000"/>
                </a:solidFill>
                <a:latin typeface="Arial" panose="020B0604020202020204" pitchFamily="34" charset="0"/>
                <a:cs typeface="Arial" panose="020B0604020202020204" pitchFamily="34" charset="0"/>
              </a:rPr>
              <a:t>”.</a:t>
            </a:r>
            <a:endParaRPr lang="vi-VN" sz="6000" b="1" i="1" dirty="0">
              <a:solidFill>
                <a:srgbClr val="FF0000"/>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7682D36-7139-D43C-8AC6-2259120A3B6A}"/>
              </a:ext>
            </a:extLst>
          </p:cNvPr>
          <p:cNvSpPr txBox="1"/>
          <p:nvPr/>
        </p:nvSpPr>
        <p:spPr>
          <a:xfrm>
            <a:off x="0" y="4528602"/>
            <a:ext cx="9144000" cy="400110"/>
          </a:xfrm>
          <a:prstGeom prst="rect">
            <a:avLst/>
          </a:prstGeom>
          <a:noFill/>
        </p:spPr>
        <p:txBody>
          <a:bodyPr wrap="square">
            <a:spAutoFit/>
          </a:bodyPr>
          <a:lstStyle/>
          <a:p>
            <a:r>
              <a:rPr lang="vi-VN" sz="2000" b="1" dirty="0">
                <a:latin typeface="Arial" panose="020B0604020202020204" pitchFamily="34" charset="0"/>
                <a:cs typeface="Arial" panose="020B0604020202020204" pitchFamily="34" charset="0"/>
              </a:rPr>
              <a:t>Bài trích thư thứ nhất của Thánh </a:t>
            </a:r>
            <a:r>
              <a:rPr lang="vi-VN" sz="2000" b="1" dirty="0" err="1">
                <a:latin typeface="Arial" panose="020B0604020202020204" pitchFamily="34" charset="0"/>
                <a:cs typeface="Arial" panose="020B0604020202020204" pitchFamily="34" charset="0"/>
              </a:rPr>
              <a:t>Phaolô</a:t>
            </a:r>
            <a:r>
              <a:rPr lang="vi-VN" sz="2000" b="1" dirty="0">
                <a:latin typeface="Arial" panose="020B0604020202020204" pitchFamily="34" charset="0"/>
                <a:cs typeface="Arial" panose="020B0604020202020204" pitchFamily="34" charset="0"/>
              </a:rPr>
              <a:t> Tông đồ gửi tín hữu </a:t>
            </a:r>
            <a:r>
              <a:rPr lang="vi-VN" sz="2000" b="1" dirty="0" err="1">
                <a:latin typeface="Arial" panose="020B0604020202020204" pitchFamily="34" charset="0"/>
                <a:cs typeface="Arial" panose="020B0604020202020204" pitchFamily="34" charset="0"/>
              </a:rPr>
              <a:t>Côrintô</a:t>
            </a:r>
            <a:r>
              <a:rPr lang="vi-VN" sz="2000" b="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6405381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819150"/>
            <a:ext cx="9144000" cy="4191000"/>
          </a:xfrm>
          <a:solidFill>
            <a:schemeClr val="bg1"/>
          </a:solidFill>
        </p:spPr>
        <p:txBody>
          <a:bodyPr lIns="91440" tIns="0" rIns="91440" bIns="0">
            <a:noAutofit/>
          </a:bodyPr>
          <a:lstStyle/>
          <a:p>
            <a:pPr algn="just"/>
            <a:r>
              <a:rPr lang="vi-VN" sz="7700" b="1" dirty="0">
                <a:effectLst/>
                <a:latin typeface="Times New Roman (Headings)"/>
                <a:cs typeface="Arial" panose="020B0604020202020204" pitchFamily="34" charset="0"/>
              </a:rPr>
              <a:t>Chúa phán rằng: "</a:t>
            </a:r>
            <a:r>
              <a:rPr lang="vi-VN" sz="7700" b="1" i="1" dirty="0">
                <a:effectLst/>
                <a:latin typeface="Times New Roman (Headings)"/>
                <a:cs typeface="Arial" panose="020B0604020202020204" pitchFamily="34" charset="0"/>
              </a:rPr>
              <a:t>Thầy ban cho các con một điều răn mới</a:t>
            </a:r>
            <a:r>
              <a:rPr lang="en-US" sz="7700" b="1" i="1" dirty="0">
                <a:effectLst/>
                <a:latin typeface="Times New Roman (Headings)"/>
                <a:cs typeface="Arial" panose="020B0604020202020204" pitchFamily="34" charset="0"/>
              </a:rPr>
              <a:t>:</a:t>
            </a: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81915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3200" b="1" u="sng" dirty="0">
                <a:solidFill>
                  <a:srgbClr val="FF0000"/>
                </a:solidFill>
                <a:latin typeface="Arial" panose="020B0604020202020204" pitchFamily="34" charset="0"/>
                <a:cs typeface="Arial" panose="020B0604020202020204" pitchFamily="34" charset="0"/>
              </a:rPr>
              <a:t>CÂU XƯỚNG TRƯỚC PHÚC ÂM</a:t>
            </a:r>
            <a:endParaRPr lang="vi-VN" sz="32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766827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E6D56-B7C7-D151-DE0B-E23D3F04F9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C31BBE-32F9-899C-A9B1-B9FC15D7CA5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i="1" dirty="0">
                <a:effectLst/>
                <a:latin typeface="Times New Roman (Headings)"/>
                <a:cs typeface="Arial" panose="020B0604020202020204" pitchFamily="34" charset="0"/>
              </a:rPr>
              <a:t>Là hãy yêu thương nhau như Thầy yêu thương các con".</a:t>
            </a:r>
            <a:endParaRPr lang="en-US" sz="8000" b="1" i="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0616890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ACB2CE-3F07-E3CA-8ED0-7D78B6D63F9D}"/>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2E63837F-3C76-B33C-7B4C-8687EF4F5D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741849C-5A31-A158-0FA9-32ED1552544D}"/>
              </a:ext>
            </a:extLst>
          </p:cNvPr>
          <p:cNvPicPr>
            <a:picLocks noChangeAspect="1"/>
          </p:cNvPicPr>
          <p:nvPr/>
        </p:nvPicPr>
        <p:blipFill>
          <a:blip r:embed="rId3"/>
          <a:srcRect t="7656" b="7656"/>
          <a:stretch/>
        </p:blipFill>
        <p:spPr>
          <a:xfrm>
            <a:off x="-2285" y="-19050"/>
            <a:ext cx="9143999" cy="5162550"/>
          </a:xfrm>
          <a:prstGeom prst="rect">
            <a:avLst/>
          </a:prstGeom>
        </p:spPr>
      </p:pic>
      <p:sp>
        <p:nvSpPr>
          <p:cNvPr id="41" name="Rectangle 40">
            <a:extLst>
              <a:ext uri="{FF2B5EF4-FFF2-40B4-BE49-F238E27FC236}">
                <a16:creationId xmlns:a16="http://schemas.microsoft.com/office/drawing/2014/main" id="{7BC17D8B-C750-9898-B8E5-69FB3BA79F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55701"/>
            <a:ext cx="9143999" cy="2371610"/>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F4E7A24-C526-F522-9D8F-6DB2C5CE9296}"/>
              </a:ext>
            </a:extLst>
          </p:cNvPr>
          <p:cNvSpPr txBox="1"/>
          <p:nvPr/>
        </p:nvSpPr>
        <p:spPr>
          <a:xfrm>
            <a:off x="2286" y="817791"/>
            <a:ext cx="9141714" cy="2154009"/>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en-US" sz="6000" b="1" dirty="0">
                <a:ln w="12700" cmpd="sng">
                  <a:solidFill>
                    <a:srgbClr val="C00000"/>
                  </a:solidFill>
                  <a:prstDash val="solid"/>
                </a:ln>
                <a:solidFill>
                  <a:srgbClr val="FFFFFF"/>
                </a:solidFill>
                <a:latin typeface="+mj-lt"/>
                <a:ea typeface="+mj-ea"/>
                <a:cs typeface="+mj-cs"/>
              </a:rPr>
              <a:t>CHÚA </a:t>
            </a:r>
            <a:r>
              <a:rPr lang="en-US" sz="6000" b="1" dirty="0" err="1">
                <a:ln w="12700" cmpd="sng">
                  <a:solidFill>
                    <a:srgbClr val="C00000"/>
                  </a:solidFill>
                  <a:prstDash val="solid"/>
                </a:ln>
                <a:solidFill>
                  <a:srgbClr val="FFFFFF"/>
                </a:solidFill>
                <a:latin typeface="+mj-lt"/>
                <a:ea typeface="+mj-ea"/>
                <a:cs typeface="+mj-cs"/>
              </a:rPr>
              <a:t>GIÊSU</a:t>
            </a:r>
            <a:r>
              <a:rPr lang="en-US" sz="6000" b="1" dirty="0">
                <a:ln w="12700" cmpd="sng">
                  <a:solidFill>
                    <a:srgbClr val="C00000"/>
                  </a:solidFill>
                  <a:prstDash val="solid"/>
                </a:ln>
                <a:solidFill>
                  <a:srgbClr val="FFFFFF"/>
                </a:solidFill>
                <a:latin typeface="+mj-lt"/>
                <a:ea typeface="+mj-ea"/>
                <a:cs typeface="+mj-cs"/>
              </a:rPr>
              <a:t> </a:t>
            </a:r>
          </a:p>
          <a:p>
            <a:pPr algn="ctr">
              <a:lnSpc>
                <a:spcPct val="90000"/>
              </a:lnSpc>
              <a:spcBef>
                <a:spcPct val="0"/>
              </a:spcBef>
              <a:spcAft>
                <a:spcPts val="600"/>
              </a:spcAft>
            </a:pPr>
            <a:r>
              <a:rPr lang="en-US" sz="6000" b="1" dirty="0" err="1">
                <a:ln w="12700" cmpd="sng">
                  <a:solidFill>
                    <a:srgbClr val="C00000"/>
                  </a:solidFill>
                  <a:prstDash val="solid"/>
                </a:ln>
                <a:solidFill>
                  <a:srgbClr val="FFFFFF"/>
                </a:solidFill>
                <a:latin typeface="+mj-lt"/>
                <a:ea typeface="+mj-ea"/>
                <a:cs typeface="+mj-cs"/>
              </a:rPr>
              <a:t>RỬA</a:t>
            </a:r>
            <a:r>
              <a:rPr lang="en-US" sz="6000" b="1" dirty="0">
                <a:ln w="12700" cmpd="sng">
                  <a:solidFill>
                    <a:srgbClr val="C00000"/>
                  </a:solidFill>
                  <a:prstDash val="solid"/>
                </a:ln>
                <a:solidFill>
                  <a:srgbClr val="FFFFFF"/>
                </a:solidFill>
                <a:latin typeface="+mj-lt"/>
                <a:ea typeface="+mj-ea"/>
                <a:cs typeface="+mj-cs"/>
              </a:rPr>
              <a:t> </a:t>
            </a:r>
            <a:r>
              <a:rPr lang="en-US" sz="6000" b="1" dirty="0" err="1">
                <a:ln w="12700" cmpd="sng">
                  <a:solidFill>
                    <a:srgbClr val="C00000"/>
                  </a:solidFill>
                  <a:prstDash val="solid"/>
                </a:ln>
                <a:solidFill>
                  <a:srgbClr val="FFFFFF"/>
                </a:solidFill>
                <a:latin typeface="+mj-lt"/>
                <a:ea typeface="+mj-ea"/>
                <a:cs typeface="+mj-cs"/>
              </a:rPr>
              <a:t>CHÂN</a:t>
            </a:r>
            <a:r>
              <a:rPr lang="en-US" sz="6000" b="1" dirty="0">
                <a:ln w="12700" cmpd="sng">
                  <a:solidFill>
                    <a:srgbClr val="C00000"/>
                  </a:solidFill>
                  <a:prstDash val="solid"/>
                </a:ln>
                <a:solidFill>
                  <a:srgbClr val="FFFFFF"/>
                </a:solidFill>
                <a:latin typeface="+mj-lt"/>
                <a:ea typeface="+mj-ea"/>
                <a:cs typeface="+mj-cs"/>
              </a:rPr>
              <a:t> CHO MÔN </a:t>
            </a:r>
            <a:r>
              <a:rPr lang="en-US" sz="6000" b="1" dirty="0" err="1">
                <a:ln w="12700" cmpd="sng">
                  <a:solidFill>
                    <a:srgbClr val="C00000"/>
                  </a:solidFill>
                  <a:prstDash val="solid"/>
                </a:ln>
                <a:solidFill>
                  <a:srgbClr val="FFFFFF"/>
                </a:solidFill>
                <a:latin typeface="+mj-lt"/>
                <a:ea typeface="+mj-ea"/>
                <a:cs typeface="+mj-cs"/>
              </a:rPr>
              <a:t>ĐỆ</a:t>
            </a:r>
            <a:endParaRPr lang="en-US" sz="6000" b="1" dirty="0">
              <a:ln w="12700" cmpd="sng">
                <a:solidFill>
                  <a:srgbClr val="C00000"/>
                </a:solidFill>
                <a:prstDash val="solid"/>
              </a:ln>
              <a:solidFill>
                <a:srgbClr val="FFFFFF"/>
              </a:solidFill>
              <a:latin typeface="+mj-lt"/>
              <a:ea typeface="+mj-ea"/>
              <a:cs typeface="+mj-cs"/>
            </a:endParaRPr>
          </a:p>
        </p:txBody>
      </p:sp>
      <p:sp>
        <p:nvSpPr>
          <p:cNvPr id="14" name="TextBox 13">
            <a:extLst>
              <a:ext uri="{FF2B5EF4-FFF2-40B4-BE49-F238E27FC236}">
                <a16:creationId xmlns:a16="http://schemas.microsoft.com/office/drawing/2014/main" id="{A0B4CC6F-C1FB-E93D-1EDE-2E962C66C6EB}"/>
              </a:ext>
            </a:extLst>
          </p:cNvPr>
          <p:cNvSpPr txBox="1"/>
          <p:nvPr/>
        </p:nvSpPr>
        <p:spPr>
          <a:xfrm>
            <a:off x="2288" y="2896957"/>
            <a:ext cx="9141712" cy="1741601"/>
          </a:xfrm>
          <a:prstGeom prst="rect">
            <a:avLst/>
          </a:prstGeom>
          <a:effectLst>
            <a:outerShdw blurRad="50800" dist="38100" dir="2700000" algn="tl" rotWithShape="0">
              <a:prstClr val="black">
                <a:alpha val="40000"/>
              </a:prstClr>
            </a:outerShdw>
          </a:effectLst>
        </p:spPr>
        <p:txBody>
          <a:bodyPr vert="horz" lIns="91440" tIns="45720" rIns="91440" bIns="45720" rtlCol="0">
            <a:normAutofit/>
          </a:bodyPr>
          <a:lstStyle/>
          <a:p>
            <a:pPr algn="ctr">
              <a:lnSpc>
                <a:spcPct val="90000"/>
              </a:lnSpc>
              <a:spcBef>
                <a:spcPts val="1000"/>
              </a:spcBef>
              <a:spcAft>
                <a:spcPts val="600"/>
              </a:spcAft>
            </a:pPr>
            <a:r>
              <a:rPr lang="en-US" sz="4000" b="1" i="1" dirty="0">
                <a:ln>
                  <a:solidFill>
                    <a:schemeClr val="accent5">
                      <a:lumMod val="50000"/>
                    </a:schemeClr>
                  </a:solidFill>
                </a:ln>
                <a:solidFill>
                  <a:srgbClr val="FFFFFF"/>
                </a:solidFill>
              </a:rPr>
              <a:t>“</a:t>
            </a:r>
            <a:r>
              <a:rPr lang="vi-VN" sz="4000" b="1" i="1" dirty="0">
                <a:ln>
                  <a:solidFill>
                    <a:schemeClr val="accent5">
                      <a:lumMod val="50000"/>
                    </a:schemeClr>
                  </a:solidFill>
                </a:ln>
                <a:solidFill>
                  <a:srgbClr val="FFFFFF"/>
                </a:solidFill>
              </a:rPr>
              <a:t>Vậy, nếu Thầy là Chúa, là Thầy, </a:t>
            </a:r>
            <a:br>
              <a:rPr lang="en-US" sz="4000" b="1" i="1" dirty="0">
                <a:ln>
                  <a:solidFill>
                    <a:schemeClr val="accent5">
                      <a:lumMod val="50000"/>
                    </a:schemeClr>
                  </a:solidFill>
                </a:ln>
                <a:solidFill>
                  <a:srgbClr val="FFFFFF"/>
                </a:solidFill>
              </a:rPr>
            </a:br>
            <a:r>
              <a:rPr lang="vi-VN" sz="4000" b="1" i="1" dirty="0">
                <a:ln>
                  <a:solidFill>
                    <a:schemeClr val="accent5">
                      <a:lumMod val="50000"/>
                    </a:schemeClr>
                  </a:solidFill>
                </a:ln>
                <a:solidFill>
                  <a:srgbClr val="FFFFFF"/>
                </a:solidFill>
              </a:rPr>
              <a:t>mà còn rửa chân cho anh em, </a:t>
            </a:r>
            <a:br>
              <a:rPr lang="en-US" sz="4000" b="1" i="1" dirty="0">
                <a:ln>
                  <a:solidFill>
                    <a:schemeClr val="accent5">
                      <a:lumMod val="50000"/>
                    </a:schemeClr>
                  </a:solidFill>
                </a:ln>
                <a:solidFill>
                  <a:srgbClr val="FFFFFF"/>
                </a:solidFill>
              </a:rPr>
            </a:br>
            <a:r>
              <a:rPr lang="vi-VN" sz="4000" b="1" i="1" dirty="0">
                <a:ln>
                  <a:solidFill>
                    <a:schemeClr val="accent5">
                      <a:lumMod val="50000"/>
                    </a:schemeClr>
                  </a:solidFill>
                </a:ln>
                <a:solidFill>
                  <a:srgbClr val="FFFFFF"/>
                </a:solidFill>
              </a:rPr>
              <a:t>thì anh em cũng phải rửa chân cho nhau.</a:t>
            </a:r>
            <a:r>
              <a:rPr lang="en-US" sz="4000" b="1" i="1" dirty="0">
                <a:ln>
                  <a:solidFill>
                    <a:schemeClr val="accent5">
                      <a:lumMod val="50000"/>
                    </a:schemeClr>
                  </a:solidFill>
                </a:ln>
                <a:solidFill>
                  <a:srgbClr val="FFFFFF"/>
                </a:solidFill>
              </a:rPr>
              <a:t>”</a:t>
            </a:r>
          </a:p>
        </p:txBody>
      </p:sp>
      <p:sp>
        <p:nvSpPr>
          <p:cNvPr id="2" name="TextBox 1">
            <a:extLst>
              <a:ext uri="{FF2B5EF4-FFF2-40B4-BE49-F238E27FC236}">
                <a16:creationId xmlns:a16="http://schemas.microsoft.com/office/drawing/2014/main" id="{85E7354D-2C2B-DF40-4279-465F78CF8CAD}"/>
              </a:ext>
            </a:extLst>
          </p:cNvPr>
          <p:cNvSpPr txBox="1"/>
          <p:nvPr/>
        </p:nvSpPr>
        <p:spPr>
          <a:xfrm>
            <a:off x="5334000" y="4572000"/>
            <a:ext cx="3715738" cy="685800"/>
          </a:xfrm>
          <a:prstGeom prst="rect">
            <a:avLst/>
          </a:prstGeom>
        </p:spPr>
        <p:txBody>
          <a:bodyPr vert="horz" lIns="91440" tIns="45720" rIns="91440" bIns="45720" rtlCol="0">
            <a:normAutofit/>
          </a:bodyPr>
          <a:lstStyle/>
          <a:p>
            <a:pPr algn="r">
              <a:lnSpc>
                <a:spcPct val="90000"/>
              </a:lnSpc>
              <a:spcAft>
                <a:spcPts val="600"/>
              </a:spcAft>
            </a:pPr>
            <a:r>
              <a:rPr lang="en-US" sz="1400" b="1" dirty="0">
                <a:solidFill>
                  <a:schemeClr val="bg1"/>
                </a:solidFill>
                <a:latin typeface="Arial" panose="020B0604020202020204" pitchFamily="34" charset="0"/>
                <a:cs typeface="Arial" panose="020B0604020202020204" pitchFamily="34" charset="0"/>
              </a:rPr>
              <a:t>(Ga 13, 1-15)</a:t>
            </a:r>
          </a:p>
        </p:txBody>
      </p:sp>
      <p:sp>
        <p:nvSpPr>
          <p:cNvPr id="3" name="TextBox 2">
            <a:extLst>
              <a:ext uri="{FF2B5EF4-FFF2-40B4-BE49-F238E27FC236}">
                <a16:creationId xmlns:a16="http://schemas.microsoft.com/office/drawing/2014/main" id="{FCB8D7E4-B571-FD60-83F9-7F63ABFBB788}"/>
              </a:ext>
            </a:extLst>
          </p:cNvPr>
          <p:cNvSpPr txBox="1"/>
          <p:nvPr/>
        </p:nvSpPr>
        <p:spPr>
          <a:xfrm>
            <a:off x="2286" y="268058"/>
            <a:ext cx="9141714" cy="939851"/>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en-US" sz="6000" b="1" dirty="0" err="1">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THỨ</a:t>
            </a:r>
            <a:r>
              <a:rPr lang="en-US" sz="6000" b="1" dirty="0">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 </a:t>
            </a:r>
            <a:r>
              <a:rPr lang="en-US" sz="6000" b="1" dirty="0" err="1">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NĂM</a:t>
            </a:r>
            <a:r>
              <a:rPr lang="en-US" sz="6000" b="1" dirty="0">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 </a:t>
            </a:r>
            <a:r>
              <a:rPr lang="en-US" sz="6000" b="1" dirty="0" err="1">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TUẦN</a:t>
            </a:r>
            <a:r>
              <a:rPr lang="en-US" sz="6000" b="1" dirty="0">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 THÁNH</a:t>
            </a:r>
          </a:p>
        </p:txBody>
      </p:sp>
    </p:spTree>
    <p:extLst>
      <p:ext uri="{BB962C8B-B14F-4D97-AF65-F5344CB8AC3E}">
        <p14:creationId xmlns:p14="http://schemas.microsoft.com/office/powerpoint/2010/main" val="1981805123"/>
      </p:ext>
    </p:extLst>
  </p:cSld>
  <p:clrMapOvr>
    <a:masterClrMapping/>
  </p:clrMapOvr>
  <mc:AlternateContent xmlns:mc="http://schemas.openxmlformats.org/markup-compatibility/2006" xmlns:p14="http://schemas.microsoft.com/office/powerpoint/2010/main">
    <mc:Choice Requires="p14">
      <p:transition spd="slow" p14:dur="800" advTm="120000">
        <p:circle/>
      </p:transition>
    </mc:Choice>
    <mc:Fallback xmlns="">
      <p:transition spd="slow" advTm="120000">
        <p:circl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3476E-E42D-CA1F-94C5-C535AA1CDA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DAD91-FC0D-A7A4-3FE1-E74E4BB3EA6F}"/>
              </a:ext>
            </a:extLst>
          </p:cNvPr>
          <p:cNvSpPr>
            <a:spLocks noGrp="1"/>
          </p:cNvSpPr>
          <p:nvPr>
            <p:ph type="ctrTitle"/>
          </p:nvPr>
        </p:nvSpPr>
        <p:spPr>
          <a:xfrm>
            <a:off x="457200" y="1200150"/>
            <a:ext cx="8229600" cy="2743200"/>
          </a:xfrm>
        </p:spPr>
        <p:txBody>
          <a:bodyPr lIns="91440" tIns="0" rIns="91440" bIns="0" anchor="b">
            <a:normAutofit fontScale="90000"/>
          </a:bodyPr>
          <a:lstStyle/>
          <a:p>
            <a:pPr>
              <a:lnSpc>
                <a:spcPct val="90000"/>
              </a:lnSpc>
            </a:pP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NGHI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THỨC</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RỬA</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CHÂN</a:t>
            </a:r>
            <a:br>
              <a:rPr lang="en-US" sz="3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4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KHIÊM NHU </a:t>
            </a:r>
            <a:br>
              <a:rPr lang="en-US" sz="64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4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PHỤC </a:t>
            </a:r>
            <a:r>
              <a:rPr lang="en-US" sz="64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VỤ</a:t>
            </a:r>
            <a:br>
              <a:rPr lang="en-US" sz="6400" b="1" dirty="0">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11586642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5143500"/>
          </a:xfrm>
        </p:spPr>
        <p:txBody>
          <a:bodyPr anchor="ctr">
            <a:noAutofit/>
          </a:bodyPr>
          <a:lstStyle/>
          <a:p>
            <a:pPr algn="just">
              <a:spcBef>
                <a:spcPts val="0"/>
              </a:spcBef>
            </a:pPr>
            <a:r>
              <a:rPr lang="vi-VN" sz="7000" b="1" spc="-150" dirty="0" err="1">
                <a:solidFill>
                  <a:schemeClr val="tx1"/>
                </a:solidFill>
                <a:latin typeface="Times New Roman" panose="02020603050405020304" pitchFamily="18" charset="0"/>
                <a:cs typeface="Times New Roman" panose="02020603050405020304" pitchFamily="18" charset="0"/>
              </a:rPr>
              <a:t>ĐK</a:t>
            </a:r>
            <a:r>
              <a:rPr lang="vi-VN" sz="7000" b="1" spc="-150" dirty="0">
                <a:solidFill>
                  <a:schemeClr val="tx1"/>
                </a:solidFill>
                <a:latin typeface="Times New Roman" panose="02020603050405020304" pitchFamily="18" charset="0"/>
                <a:cs typeface="Times New Roman" panose="02020603050405020304" pitchFamily="18" charset="0"/>
              </a:rPr>
              <a:t>. Chúa </a:t>
            </a:r>
            <a:r>
              <a:rPr lang="vi-VN" sz="7000" b="1" spc="-150" dirty="0" err="1">
                <a:solidFill>
                  <a:schemeClr val="tx1"/>
                </a:solidFill>
                <a:latin typeface="Times New Roman" panose="02020603050405020304" pitchFamily="18" charset="0"/>
                <a:cs typeface="Times New Roman" panose="02020603050405020304" pitchFamily="18" charset="0"/>
              </a:rPr>
              <a:t>Giêsu</a:t>
            </a:r>
            <a:r>
              <a:rPr lang="vi-VN" sz="7000" b="1" spc="-150" dirty="0">
                <a:solidFill>
                  <a:schemeClr val="tx1"/>
                </a:solidFill>
                <a:latin typeface="Times New Roman" panose="02020603050405020304" pitchFamily="18" charset="0"/>
                <a:cs typeface="Times New Roman" panose="02020603050405020304" pitchFamily="18" charset="0"/>
              </a:rPr>
              <a:t> đã rửa chân cho các môn đệ, một bài học khiêm nhu phục vụ để làm gương cho chúng con.</a:t>
            </a:r>
          </a:p>
        </p:txBody>
      </p:sp>
    </p:spTree>
    <p:extLst>
      <p:ext uri="{BB962C8B-B14F-4D97-AF65-F5344CB8AC3E}">
        <p14:creationId xmlns:p14="http://schemas.microsoft.com/office/powerpoint/2010/main" val="591027290"/>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B090D-C093-7649-2420-4FD04EDE3F9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525D4AF-223A-62DF-F449-0252834E44FC}"/>
              </a:ext>
            </a:extLst>
          </p:cNvPr>
          <p:cNvSpPr>
            <a:spLocks noGrp="1"/>
          </p:cNvSpPr>
          <p:nvPr>
            <p:ph type="subTitle" idx="1"/>
          </p:nvPr>
        </p:nvSpPr>
        <p:spPr>
          <a:xfrm>
            <a:off x="0" y="0"/>
            <a:ext cx="9144000" cy="5143500"/>
          </a:xfrm>
        </p:spPr>
        <p:txBody>
          <a:bodyPr anchor="ctr">
            <a:noAutofit/>
          </a:bodyPr>
          <a:lstStyle/>
          <a:p>
            <a:pPr algn="just">
              <a:spcBef>
                <a:spcPts val="0"/>
              </a:spcBef>
            </a:pPr>
            <a:r>
              <a:rPr lang="vi-VN" sz="8000" b="1" spc="-150" dirty="0">
                <a:solidFill>
                  <a:schemeClr val="tx1"/>
                </a:solidFill>
                <a:latin typeface="Times New Roman" panose="02020603050405020304" pitchFamily="18" charset="0"/>
                <a:cs typeface="Times New Roman" panose="02020603050405020304" pitchFamily="18" charset="0"/>
              </a:rPr>
              <a:t>Xin cho chúng con đừng ham mê địa vị danh giá, đừng tranh đua quyền lợi</a:t>
            </a:r>
          </a:p>
        </p:txBody>
      </p:sp>
    </p:spTree>
    <p:extLst>
      <p:ext uri="{BB962C8B-B14F-4D97-AF65-F5344CB8AC3E}">
        <p14:creationId xmlns:p14="http://schemas.microsoft.com/office/powerpoint/2010/main" val="3091152336"/>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ED16C-08FA-7C40-8834-AC76CF1C81A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43A8136-4C50-B5DF-6D14-12C0575A23E6}"/>
              </a:ext>
            </a:extLst>
          </p:cNvPr>
          <p:cNvSpPr>
            <a:spLocks noGrp="1"/>
          </p:cNvSpPr>
          <p:nvPr>
            <p:ph type="subTitle" idx="1"/>
          </p:nvPr>
        </p:nvSpPr>
        <p:spPr>
          <a:xfrm>
            <a:off x="0" y="0"/>
            <a:ext cx="9144000" cy="5143500"/>
          </a:xfrm>
        </p:spPr>
        <p:txBody>
          <a:bodyPr anchor="ctr">
            <a:noAutofit/>
          </a:bodyPr>
          <a:lstStyle/>
          <a:p>
            <a:pPr algn="just">
              <a:spcBef>
                <a:spcPts val="0"/>
              </a:spcBef>
            </a:pPr>
            <a:r>
              <a:rPr lang="vi-VN" sz="8000" b="1" spc="-150" dirty="0">
                <a:solidFill>
                  <a:schemeClr val="tx1"/>
                </a:solidFill>
                <a:latin typeface="Times New Roman" panose="02020603050405020304" pitchFamily="18" charset="0"/>
                <a:cs typeface="Times New Roman" panose="02020603050405020304" pitchFamily="18" charset="0"/>
              </a:rPr>
              <a:t>cho mình nhưng hãy khiêm nhường yêu thương phục vụ.</a:t>
            </a:r>
          </a:p>
        </p:txBody>
      </p:sp>
    </p:spTree>
    <p:extLst>
      <p:ext uri="{BB962C8B-B14F-4D97-AF65-F5344CB8AC3E}">
        <p14:creationId xmlns:p14="http://schemas.microsoft.com/office/powerpoint/2010/main" val="4045217914"/>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0F317-7C4D-95CF-F71A-526704A66A0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E14AA1D-15B1-D194-F38F-CCD12FEF487F}"/>
              </a:ext>
            </a:extLst>
          </p:cNvPr>
          <p:cNvSpPr>
            <a:spLocks noGrp="1"/>
          </p:cNvSpPr>
          <p:nvPr>
            <p:ph type="subTitle" idx="1"/>
          </p:nvPr>
        </p:nvSpPr>
        <p:spPr>
          <a:xfrm>
            <a:off x="0" y="0"/>
            <a:ext cx="9144000" cy="5143500"/>
          </a:xfrm>
        </p:spPr>
        <p:txBody>
          <a:bodyPr anchor="ctr">
            <a:noAutofit/>
          </a:bodyPr>
          <a:lstStyle/>
          <a:p>
            <a:pPr algn="just">
              <a:spcBef>
                <a:spcPts val="0"/>
              </a:spcBef>
            </a:pPr>
            <a:r>
              <a:rPr lang="vi-VN" sz="7000" b="1" spc="-150" dirty="0">
                <a:solidFill>
                  <a:schemeClr val="tx1"/>
                </a:solidFill>
                <a:latin typeface="Times New Roman" panose="02020603050405020304" pitchFamily="18" charset="0"/>
                <a:cs typeface="Times New Roman" panose="02020603050405020304" pitchFamily="18" charset="0"/>
              </a:rPr>
              <a:t>1. Đời ai cũng mong cho mình được bước lên cao. Đời ai cũng mong cho mình được nhiều danh giá.</a:t>
            </a:r>
          </a:p>
        </p:txBody>
      </p:sp>
    </p:spTree>
    <p:extLst>
      <p:ext uri="{BB962C8B-B14F-4D97-AF65-F5344CB8AC3E}">
        <p14:creationId xmlns:p14="http://schemas.microsoft.com/office/powerpoint/2010/main" val="3929042014"/>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07276-8B6A-CF19-D6FC-6AB412FFB3F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793F291-06C0-850C-D3CA-C181DAB8B45B}"/>
              </a:ext>
            </a:extLst>
          </p:cNvPr>
          <p:cNvSpPr>
            <a:spLocks noGrp="1"/>
          </p:cNvSpPr>
          <p:nvPr>
            <p:ph type="subTitle" idx="1"/>
          </p:nvPr>
        </p:nvSpPr>
        <p:spPr>
          <a:xfrm>
            <a:off x="0" y="0"/>
            <a:ext cx="9144000" cy="5143500"/>
          </a:xfrm>
        </p:spPr>
        <p:txBody>
          <a:bodyPr anchor="ctr">
            <a:noAutofit/>
          </a:bodyPr>
          <a:lstStyle/>
          <a:p>
            <a:pPr algn="just">
              <a:spcBef>
                <a:spcPts val="0"/>
              </a:spcBef>
            </a:pPr>
            <a:r>
              <a:rPr lang="vi-VN" sz="6500" b="1" spc="-150" dirty="0">
                <a:solidFill>
                  <a:schemeClr val="tx1"/>
                </a:solidFill>
                <a:latin typeface="Times New Roman" panose="02020603050405020304" pitchFamily="18" charset="0"/>
                <a:cs typeface="Times New Roman" panose="02020603050405020304" pitchFamily="18" charset="0"/>
              </a:rPr>
              <a:t>Là môn đệ Chúa con không sống như người đời, không ham quyền cao</a:t>
            </a:r>
            <a:r>
              <a:rPr lang="en-US" sz="6500" b="1" spc="-150" dirty="0">
                <a:solidFill>
                  <a:schemeClr val="tx1"/>
                </a:solidFill>
                <a:latin typeface="Times New Roman" panose="02020603050405020304" pitchFamily="18" charset="0"/>
                <a:cs typeface="Times New Roman" panose="02020603050405020304" pitchFamily="18" charset="0"/>
              </a:rPr>
              <a:t> </a:t>
            </a:r>
            <a:r>
              <a:rPr lang="vi-VN" sz="6500" b="1" spc="-150" dirty="0">
                <a:solidFill>
                  <a:schemeClr val="tx1"/>
                </a:solidFill>
                <a:latin typeface="Times New Roman" panose="02020603050405020304" pitchFamily="18" charset="0"/>
                <a:cs typeface="Times New Roman" panose="02020603050405020304" pitchFamily="18" charset="0"/>
              </a:rPr>
              <a:t>chức trọng nhưng hết lòng phục vụ anh em.</a:t>
            </a:r>
          </a:p>
        </p:txBody>
      </p:sp>
    </p:spTree>
    <p:extLst>
      <p:ext uri="{BB962C8B-B14F-4D97-AF65-F5344CB8AC3E}">
        <p14:creationId xmlns:p14="http://schemas.microsoft.com/office/powerpoint/2010/main" val="4045408075"/>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02F11-0855-E752-E327-F65DE5F1E04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556D5FF-6A61-AB74-4DBF-EDAC381EAB98}"/>
              </a:ext>
            </a:extLst>
          </p:cNvPr>
          <p:cNvSpPr>
            <a:spLocks noGrp="1"/>
          </p:cNvSpPr>
          <p:nvPr>
            <p:ph type="subTitle" idx="1"/>
          </p:nvPr>
        </p:nvSpPr>
        <p:spPr>
          <a:xfrm>
            <a:off x="0" y="0"/>
            <a:ext cx="9144000" cy="5143500"/>
          </a:xfrm>
        </p:spPr>
        <p:txBody>
          <a:bodyPr anchor="ctr">
            <a:noAutofit/>
          </a:bodyPr>
          <a:lstStyle/>
          <a:p>
            <a:pPr algn="just">
              <a:spcBef>
                <a:spcPts val="0"/>
              </a:spcBef>
            </a:pPr>
            <a:r>
              <a:rPr lang="vi-VN" sz="7000" b="1" spc="-150" dirty="0" err="1">
                <a:solidFill>
                  <a:schemeClr val="tx1"/>
                </a:solidFill>
                <a:latin typeface="Times New Roman" panose="02020603050405020304" pitchFamily="18" charset="0"/>
                <a:cs typeface="Times New Roman" panose="02020603050405020304" pitchFamily="18" charset="0"/>
              </a:rPr>
              <a:t>ĐK</a:t>
            </a:r>
            <a:r>
              <a:rPr lang="vi-VN" sz="7000" b="1" spc="-150" dirty="0">
                <a:solidFill>
                  <a:schemeClr val="tx1"/>
                </a:solidFill>
                <a:latin typeface="Times New Roman" panose="02020603050405020304" pitchFamily="18" charset="0"/>
                <a:cs typeface="Times New Roman" panose="02020603050405020304" pitchFamily="18" charset="0"/>
              </a:rPr>
              <a:t>. Chúa </a:t>
            </a:r>
            <a:r>
              <a:rPr lang="vi-VN" sz="7000" b="1" spc="-150" dirty="0" err="1">
                <a:solidFill>
                  <a:schemeClr val="tx1"/>
                </a:solidFill>
                <a:latin typeface="Times New Roman" panose="02020603050405020304" pitchFamily="18" charset="0"/>
                <a:cs typeface="Times New Roman" panose="02020603050405020304" pitchFamily="18" charset="0"/>
              </a:rPr>
              <a:t>Giêsu</a:t>
            </a:r>
            <a:r>
              <a:rPr lang="vi-VN" sz="7000" b="1" spc="-150" dirty="0">
                <a:solidFill>
                  <a:schemeClr val="tx1"/>
                </a:solidFill>
                <a:latin typeface="Times New Roman" panose="02020603050405020304" pitchFamily="18" charset="0"/>
                <a:cs typeface="Times New Roman" panose="02020603050405020304" pitchFamily="18" charset="0"/>
              </a:rPr>
              <a:t> đã rửa chân cho các môn đệ, một bài học khiêm nhu phục vụ để làm gương cho chúng con.</a:t>
            </a:r>
          </a:p>
        </p:txBody>
      </p:sp>
    </p:spTree>
    <p:extLst>
      <p:ext uri="{BB962C8B-B14F-4D97-AF65-F5344CB8AC3E}">
        <p14:creationId xmlns:p14="http://schemas.microsoft.com/office/powerpoint/2010/main" val="1743726573"/>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2DBEC-157A-8CC0-DE0D-A5CBD72F783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658E1CA-A94A-0F1C-396A-0CD995AB6B26}"/>
              </a:ext>
            </a:extLst>
          </p:cNvPr>
          <p:cNvSpPr>
            <a:spLocks noGrp="1"/>
          </p:cNvSpPr>
          <p:nvPr>
            <p:ph type="subTitle" idx="1"/>
          </p:nvPr>
        </p:nvSpPr>
        <p:spPr>
          <a:xfrm>
            <a:off x="0" y="0"/>
            <a:ext cx="9144000" cy="5143500"/>
          </a:xfrm>
        </p:spPr>
        <p:txBody>
          <a:bodyPr anchor="ctr">
            <a:noAutofit/>
          </a:bodyPr>
          <a:lstStyle/>
          <a:p>
            <a:pPr algn="just">
              <a:spcBef>
                <a:spcPts val="0"/>
              </a:spcBef>
            </a:pPr>
            <a:r>
              <a:rPr lang="vi-VN" sz="8000" b="1" spc="-150" dirty="0">
                <a:solidFill>
                  <a:schemeClr val="tx1"/>
                </a:solidFill>
                <a:latin typeface="Times New Roman" panose="02020603050405020304" pitchFamily="18" charset="0"/>
                <a:cs typeface="Times New Roman" panose="02020603050405020304" pitchFamily="18" charset="0"/>
              </a:rPr>
              <a:t>Xin cho chúng con đừng ham mê địa vị danh giá, đừng tranh đua quyền lợi</a:t>
            </a:r>
          </a:p>
        </p:txBody>
      </p:sp>
    </p:spTree>
    <p:extLst>
      <p:ext uri="{BB962C8B-B14F-4D97-AF65-F5344CB8AC3E}">
        <p14:creationId xmlns:p14="http://schemas.microsoft.com/office/powerpoint/2010/main" val="1017769494"/>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F2EC5-B517-A58E-E046-972CE435014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59C918D-E389-DDC1-CE7E-FE1341D9687D}"/>
              </a:ext>
            </a:extLst>
          </p:cNvPr>
          <p:cNvSpPr>
            <a:spLocks noGrp="1"/>
          </p:cNvSpPr>
          <p:nvPr>
            <p:ph type="subTitle" idx="1"/>
          </p:nvPr>
        </p:nvSpPr>
        <p:spPr>
          <a:xfrm>
            <a:off x="0" y="0"/>
            <a:ext cx="9144000" cy="5143500"/>
          </a:xfrm>
        </p:spPr>
        <p:txBody>
          <a:bodyPr anchor="ctr">
            <a:noAutofit/>
          </a:bodyPr>
          <a:lstStyle/>
          <a:p>
            <a:pPr algn="just">
              <a:spcBef>
                <a:spcPts val="0"/>
              </a:spcBef>
            </a:pPr>
            <a:r>
              <a:rPr lang="vi-VN" sz="8000" b="1" spc="-150" dirty="0">
                <a:solidFill>
                  <a:schemeClr val="tx1"/>
                </a:solidFill>
                <a:latin typeface="Times New Roman" panose="02020603050405020304" pitchFamily="18" charset="0"/>
                <a:cs typeface="Times New Roman" panose="02020603050405020304" pitchFamily="18" charset="0"/>
              </a:rPr>
              <a:t>cho mình nhưng hãy khiêm nhường yêu thương phục vụ.</a:t>
            </a:r>
          </a:p>
        </p:txBody>
      </p:sp>
    </p:spTree>
    <p:extLst>
      <p:ext uri="{BB962C8B-B14F-4D97-AF65-F5344CB8AC3E}">
        <p14:creationId xmlns:p14="http://schemas.microsoft.com/office/powerpoint/2010/main" val="3505653059"/>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DB1AD-E146-1918-E052-6CB68837C79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716D8A9-C4B2-7026-A2CB-8D3C22BFB91A}"/>
              </a:ext>
            </a:extLst>
          </p:cNvPr>
          <p:cNvSpPr>
            <a:spLocks noGrp="1"/>
          </p:cNvSpPr>
          <p:nvPr>
            <p:ph type="subTitle" idx="1"/>
          </p:nvPr>
        </p:nvSpPr>
        <p:spPr>
          <a:xfrm>
            <a:off x="0" y="0"/>
            <a:ext cx="9144000" cy="5143500"/>
          </a:xfrm>
        </p:spPr>
        <p:txBody>
          <a:bodyPr anchor="ctr">
            <a:noAutofit/>
          </a:bodyPr>
          <a:lstStyle/>
          <a:p>
            <a:pPr algn="just">
              <a:spcBef>
                <a:spcPts val="0"/>
              </a:spcBef>
            </a:pPr>
            <a:r>
              <a:rPr lang="vi-VN" sz="7000" b="1" spc="-150" dirty="0">
                <a:solidFill>
                  <a:schemeClr val="tx1"/>
                </a:solidFill>
                <a:latin typeface="Times New Roman" panose="02020603050405020304" pitchFamily="18" charset="0"/>
                <a:cs typeface="Times New Roman" panose="02020603050405020304" pitchFamily="18" charset="0"/>
              </a:rPr>
              <a:t>2. Đời ai cũng mong cho mình được sống cao sang. Đời ai cũng mong cho mình được người tôn kính.</a:t>
            </a:r>
          </a:p>
        </p:txBody>
      </p:sp>
    </p:spTree>
    <p:extLst>
      <p:ext uri="{BB962C8B-B14F-4D97-AF65-F5344CB8AC3E}">
        <p14:creationId xmlns:p14="http://schemas.microsoft.com/office/powerpoint/2010/main" val="2626206579"/>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F69C2-47C5-A288-9ED7-ED3492EE8E8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7F708F1-DF68-B3B9-B4D5-E6A68FA90879}"/>
              </a:ext>
            </a:extLst>
          </p:cNvPr>
          <p:cNvSpPr>
            <a:spLocks noGrp="1"/>
          </p:cNvSpPr>
          <p:nvPr>
            <p:ph type="subTitle" idx="1"/>
          </p:nvPr>
        </p:nvSpPr>
        <p:spPr>
          <a:xfrm>
            <a:off x="0" y="0"/>
            <a:ext cx="9144000" cy="5143500"/>
          </a:xfrm>
        </p:spPr>
        <p:txBody>
          <a:bodyPr anchor="ctr">
            <a:noAutofit/>
          </a:bodyPr>
          <a:lstStyle/>
          <a:p>
            <a:pPr algn="just">
              <a:spcBef>
                <a:spcPts val="0"/>
              </a:spcBef>
            </a:pPr>
            <a:r>
              <a:rPr lang="vi-VN" sz="6300" b="1" spc="-150" dirty="0">
                <a:solidFill>
                  <a:schemeClr val="tx1"/>
                </a:solidFill>
                <a:latin typeface="Times New Roman" panose="02020603050405020304" pitchFamily="18" charset="0"/>
                <a:cs typeface="Times New Roman" panose="02020603050405020304" pitchFamily="18" charset="0"/>
              </a:rPr>
              <a:t>Là môn đệ Chúa con không sống theo danh vọng, không mong được ai khâm phục nhưng mong được trọn tình yêu thương.</a:t>
            </a:r>
          </a:p>
        </p:txBody>
      </p:sp>
    </p:spTree>
    <p:extLst>
      <p:ext uri="{BB962C8B-B14F-4D97-AF65-F5344CB8AC3E}">
        <p14:creationId xmlns:p14="http://schemas.microsoft.com/office/powerpoint/2010/main" val="3607943058"/>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A8A5D-5B8A-C993-7BBA-964405ADA12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0F8E106-4AC4-0FF2-8264-3D2C45B81E86}"/>
              </a:ext>
            </a:extLst>
          </p:cNvPr>
          <p:cNvSpPr>
            <a:spLocks noGrp="1"/>
          </p:cNvSpPr>
          <p:nvPr>
            <p:ph type="subTitle" idx="1"/>
          </p:nvPr>
        </p:nvSpPr>
        <p:spPr>
          <a:xfrm>
            <a:off x="0" y="0"/>
            <a:ext cx="9144000" cy="5143500"/>
          </a:xfrm>
        </p:spPr>
        <p:txBody>
          <a:bodyPr anchor="ctr">
            <a:noAutofit/>
          </a:bodyPr>
          <a:lstStyle/>
          <a:p>
            <a:pPr algn="just">
              <a:spcBef>
                <a:spcPts val="0"/>
              </a:spcBef>
            </a:pPr>
            <a:r>
              <a:rPr lang="vi-VN" sz="7000" b="1" spc="-150" dirty="0" err="1">
                <a:solidFill>
                  <a:schemeClr val="tx1"/>
                </a:solidFill>
                <a:latin typeface="Times New Roman" panose="02020603050405020304" pitchFamily="18" charset="0"/>
                <a:cs typeface="Times New Roman" panose="02020603050405020304" pitchFamily="18" charset="0"/>
              </a:rPr>
              <a:t>ĐK</a:t>
            </a:r>
            <a:r>
              <a:rPr lang="vi-VN" sz="7000" b="1" spc="-150" dirty="0">
                <a:solidFill>
                  <a:schemeClr val="tx1"/>
                </a:solidFill>
                <a:latin typeface="Times New Roman" panose="02020603050405020304" pitchFamily="18" charset="0"/>
                <a:cs typeface="Times New Roman" panose="02020603050405020304" pitchFamily="18" charset="0"/>
              </a:rPr>
              <a:t>. Chúa </a:t>
            </a:r>
            <a:r>
              <a:rPr lang="vi-VN" sz="7000" b="1" spc="-150" dirty="0" err="1">
                <a:solidFill>
                  <a:schemeClr val="tx1"/>
                </a:solidFill>
                <a:latin typeface="Times New Roman" panose="02020603050405020304" pitchFamily="18" charset="0"/>
                <a:cs typeface="Times New Roman" panose="02020603050405020304" pitchFamily="18" charset="0"/>
              </a:rPr>
              <a:t>Giêsu</a:t>
            </a:r>
            <a:r>
              <a:rPr lang="vi-VN" sz="7000" b="1" spc="-150" dirty="0">
                <a:solidFill>
                  <a:schemeClr val="tx1"/>
                </a:solidFill>
                <a:latin typeface="Times New Roman" panose="02020603050405020304" pitchFamily="18" charset="0"/>
                <a:cs typeface="Times New Roman" panose="02020603050405020304" pitchFamily="18" charset="0"/>
              </a:rPr>
              <a:t> đã rửa chân cho các môn đệ, một bài học khiêm nhu phục vụ để làm gương cho chúng con.</a:t>
            </a:r>
          </a:p>
        </p:txBody>
      </p:sp>
    </p:spTree>
    <p:extLst>
      <p:ext uri="{BB962C8B-B14F-4D97-AF65-F5344CB8AC3E}">
        <p14:creationId xmlns:p14="http://schemas.microsoft.com/office/powerpoint/2010/main" val="756543619"/>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A8891-9618-C439-0E13-7FAC79F25CE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F8B3A9F-E89A-34FE-BA5A-84CBD77D8113}"/>
              </a:ext>
            </a:extLst>
          </p:cNvPr>
          <p:cNvSpPr>
            <a:spLocks noGrp="1"/>
          </p:cNvSpPr>
          <p:nvPr>
            <p:ph type="subTitle" idx="1"/>
          </p:nvPr>
        </p:nvSpPr>
        <p:spPr>
          <a:xfrm>
            <a:off x="0" y="0"/>
            <a:ext cx="9144000" cy="5143500"/>
          </a:xfrm>
        </p:spPr>
        <p:txBody>
          <a:bodyPr anchor="ctr">
            <a:noAutofit/>
          </a:bodyPr>
          <a:lstStyle/>
          <a:p>
            <a:pPr algn="just">
              <a:spcBef>
                <a:spcPts val="0"/>
              </a:spcBef>
            </a:pPr>
            <a:r>
              <a:rPr lang="vi-VN" sz="8000" b="1" spc="-150" dirty="0">
                <a:solidFill>
                  <a:schemeClr val="tx1"/>
                </a:solidFill>
                <a:latin typeface="Times New Roman" panose="02020603050405020304" pitchFamily="18" charset="0"/>
                <a:cs typeface="Times New Roman" panose="02020603050405020304" pitchFamily="18" charset="0"/>
              </a:rPr>
              <a:t>Xin cho chúng con đừng ham mê địa vị danh giá, đừng tranh đua quyền lợi</a:t>
            </a:r>
          </a:p>
        </p:txBody>
      </p:sp>
    </p:spTree>
    <p:extLst>
      <p:ext uri="{BB962C8B-B14F-4D97-AF65-F5344CB8AC3E}">
        <p14:creationId xmlns:p14="http://schemas.microsoft.com/office/powerpoint/2010/main" val="3544277493"/>
      </p:ext>
    </p:extLst>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B43F-999E-2623-C592-8200B03730D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5D1E55D-8D11-BF6F-BFC9-3D2275586E9B}"/>
              </a:ext>
            </a:extLst>
          </p:cNvPr>
          <p:cNvSpPr>
            <a:spLocks noGrp="1"/>
          </p:cNvSpPr>
          <p:nvPr>
            <p:ph type="subTitle" idx="1"/>
          </p:nvPr>
        </p:nvSpPr>
        <p:spPr>
          <a:xfrm>
            <a:off x="0" y="0"/>
            <a:ext cx="9144000" cy="5143500"/>
          </a:xfrm>
        </p:spPr>
        <p:txBody>
          <a:bodyPr anchor="ctr">
            <a:noAutofit/>
          </a:bodyPr>
          <a:lstStyle/>
          <a:p>
            <a:pPr algn="just">
              <a:spcBef>
                <a:spcPts val="0"/>
              </a:spcBef>
            </a:pPr>
            <a:r>
              <a:rPr lang="vi-VN" sz="8000" b="1" spc="-150" dirty="0">
                <a:solidFill>
                  <a:schemeClr val="tx1"/>
                </a:solidFill>
                <a:latin typeface="Times New Roman" panose="02020603050405020304" pitchFamily="18" charset="0"/>
                <a:cs typeface="Times New Roman" panose="02020603050405020304" pitchFamily="18" charset="0"/>
              </a:rPr>
              <a:t>cho mình nhưng hãy khiêm nhường yêu thương phục vụ.</a:t>
            </a:r>
          </a:p>
        </p:txBody>
      </p:sp>
    </p:spTree>
    <p:extLst>
      <p:ext uri="{BB962C8B-B14F-4D97-AF65-F5344CB8AC3E}">
        <p14:creationId xmlns:p14="http://schemas.microsoft.com/office/powerpoint/2010/main" val="623745151"/>
      </p:ext>
    </p:extLst>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1F7683-D8F2-AFFF-A9B2-5DC4AF0E0869}"/>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7D4B442-DB08-E954-D949-1DFB3554E5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12A0247-AC94-A088-A94E-EEB97AC878D9}"/>
              </a:ext>
            </a:extLst>
          </p:cNvPr>
          <p:cNvPicPr>
            <a:picLocks noChangeAspect="1"/>
          </p:cNvPicPr>
          <p:nvPr/>
        </p:nvPicPr>
        <p:blipFill>
          <a:blip r:embed="rId3"/>
          <a:srcRect t="7656" b="7656"/>
          <a:stretch/>
        </p:blipFill>
        <p:spPr>
          <a:xfrm>
            <a:off x="-2285" y="-19050"/>
            <a:ext cx="9143999" cy="5162550"/>
          </a:xfrm>
          <a:prstGeom prst="rect">
            <a:avLst/>
          </a:prstGeom>
        </p:spPr>
      </p:pic>
      <p:sp>
        <p:nvSpPr>
          <p:cNvPr id="41" name="Rectangle 40">
            <a:extLst>
              <a:ext uri="{FF2B5EF4-FFF2-40B4-BE49-F238E27FC236}">
                <a16:creationId xmlns:a16="http://schemas.microsoft.com/office/drawing/2014/main" id="{623E91E2-4F85-BC91-845E-701F9F8069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55701"/>
            <a:ext cx="9143999" cy="2371610"/>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D3903F0-A2D4-431A-12CE-DAF77533EB43}"/>
              </a:ext>
            </a:extLst>
          </p:cNvPr>
          <p:cNvSpPr txBox="1"/>
          <p:nvPr/>
        </p:nvSpPr>
        <p:spPr>
          <a:xfrm>
            <a:off x="2286" y="817791"/>
            <a:ext cx="9141714" cy="2154009"/>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en-US" sz="6000" b="1" dirty="0">
                <a:ln w="12700" cmpd="sng">
                  <a:solidFill>
                    <a:srgbClr val="C00000"/>
                  </a:solidFill>
                  <a:prstDash val="solid"/>
                </a:ln>
                <a:solidFill>
                  <a:srgbClr val="FFFFFF"/>
                </a:solidFill>
                <a:latin typeface="+mj-lt"/>
                <a:ea typeface="+mj-ea"/>
                <a:cs typeface="+mj-cs"/>
              </a:rPr>
              <a:t>CHÚA </a:t>
            </a:r>
            <a:r>
              <a:rPr lang="en-US" sz="6000" b="1" dirty="0" err="1">
                <a:ln w="12700" cmpd="sng">
                  <a:solidFill>
                    <a:srgbClr val="C00000"/>
                  </a:solidFill>
                  <a:prstDash val="solid"/>
                </a:ln>
                <a:solidFill>
                  <a:srgbClr val="FFFFFF"/>
                </a:solidFill>
                <a:latin typeface="+mj-lt"/>
                <a:ea typeface="+mj-ea"/>
                <a:cs typeface="+mj-cs"/>
              </a:rPr>
              <a:t>GIÊSU</a:t>
            </a:r>
            <a:r>
              <a:rPr lang="en-US" sz="6000" b="1" dirty="0">
                <a:ln w="12700" cmpd="sng">
                  <a:solidFill>
                    <a:srgbClr val="C00000"/>
                  </a:solidFill>
                  <a:prstDash val="solid"/>
                </a:ln>
                <a:solidFill>
                  <a:srgbClr val="FFFFFF"/>
                </a:solidFill>
                <a:latin typeface="+mj-lt"/>
                <a:ea typeface="+mj-ea"/>
                <a:cs typeface="+mj-cs"/>
              </a:rPr>
              <a:t> </a:t>
            </a:r>
          </a:p>
          <a:p>
            <a:pPr algn="ctr">
              <a:lnSpc>
                <a:spcPct val="90000"/>
              </a:lnSpc>
              <a:spcBef>
                <a:spcPct val="0"/>
              </a:spcBef>
              <a:spcAft>
                <a:spcPts val="600"/>
              </a:spcAft>
            </a:pPr>
            <a:r>
              <a:rPr lang="en-US" sz="6000" b="1" dirty="0" err="1">
                <a:ln w="12700" cmpd="sng">
                  <a:solidFill>
                    <a:srgbClr val="C00000"/>
                  </a:solidFill>
                  <a:prstDash val="solid"/>
                </a:ln>
                <a:solidFill>
                  <a:srgbClr val="FFFFFF"/>
                </a:solidFill>
                <a:latin typeface="+mj-lt"/>
                <a:ea typeface="+mj-ea"/>
                <a:cs typeface="+mj-cs"/>
              </a:rPr>
              <a:t>RỬA</a:t>
            </a:r>
            <a:r>
              <a:rPr lang="en-US" sz="6000" b="1" dirty="0">
                <a:ln w="12700" cmpd="sng">
                  <a:solidFill>
                    <a:srgbClr val="C00000"/>
                  </a:solidFill>
                  <a:prstDash val="solid"/>
                </a:ln>
                <a:solidFill>
                  <a:srgbClr val="FFFFFF"/>
                </a:solidFill>
                <a:latin typeface="+mj-lt"/>
                <a:ea typeface="+mj-ea"/>
                <a:cs typeface="+mj-cs"/>
              </a:rPr>
              <a:t> </a:t>
            </a:r>
            <a:r>
              <a:rPr lang="en-US" sz="6000" b="1" dirty="0" err="1">
                <a:ln w="12700" cmpd="sng">
                  <a:solidFill>
                    <a:srgbClr val="C00000"/>
                  </a:solidFill>
                  <a:prstDash val="solid"/>
                </a:ln>
                <a:solidFill>
                  <a:srgbClr val="FFFFFF"/>
                </a:solidFill>
                <a:latin typeface="+mj-lt"/>
                <a:ea typeface="+mj-ea"/>
                <a:cs typeface="+mj-cs"/>
              </a:rPr>
              <a:t>CHÂN</a:t>
            </a:r>
            <a:r>
              <a:rPr lang="en-US" sz="6000" b="1" dirty="0">
                <a:ln w="12700" cmpd="sng">
                  <a:solidFill>
                    <a:srgbClr val="C00000"/>
                  </a:solidFill>
                  <a:prstDash val="solid"/>
                </a:ln>
                <a:solidFill>
                  <a:srgbClr val="FFFFFF"/>
                </a:solidFill>
                <a:latin typeface="+mj-lt"/>
                <a:ea typeface="+mj-ea"/>
                <a:cs typeface="+mj-cs"/>
              </a:rPr>
              <a:t> CHO MÔN </a:t>
            </a:r>
            <a:r>
              <a:rPr lang="en-US" sz="6000" b="1" dirty="0" err="1">
                <a:ln w="12700" cmpd="sng">
                  <a:solidFill>
                    <a:srgbClr val="C00000"/>
                  </a:solidFill>
                  <a:prstDash val="solid"/>
                </a:ln>
                <a:solidFill>
                  <a:srgbClr val="FFFFFF"/>
                </a:solidFill>
                <a:latin typeface="+mj-lt"/>
                <a:ea typeface="+mj-ea"/>
                <a:cs typeface="+mj-cs"/>
              </a:rPr>
              <a:t>ĐỆ</a:t>
            </a:r>
            <a:endParaRPr lang="en-US" sz="6000" b="1" dirty="0">
              <a:ln w="12700" cmpd="sng">
                <a:solidFill>
                  <a:srgbClr val="C00000"/>
                </a:solidFill>
                <a:prstDash val="solid"/>
              </a:ln>
              <a:solidFill>
                <a:srgbClr val="FFFFFF"/>
              </a:solidFill>
              <a:latin typeface="+mj-lt"/>
              <a:ea typeface="+mj-ea"/>
              <a:cs typeface="+mj-cs"/>
            </a:endParaRPr>
          </a:p>
        </p:txBody>
      </p:sp>
      <p:sp>
        <p:nvSpPr>
          <p:cNvPr id="14" name="TextBox 13">
            <a:extLst>
              <a:ext uri="{FF2B5EF4-FFF2-40B4-BE49-F238E27FC236}">
                <a16:creationId xmlns:a16="http://schemas.microsoft.com/office/drawing/2014/main" id="{91058079-9116-12E3-B2F2-9DD67C7B60B7}"/>
              </a:ext>
            </a:extLst>
          </p:cNvPr>
          <p:cNvSpPr txBox="1"/>
          <p:nvPr/>
        </p:nvSpPr>
        <p:spPr>
          <a:xfrm>
            <a:off x="2288" y="2896957"/>
            <a:ext cx="9141712" cy="1741601"/>
          </a:xfrm>
          <a:prstGeom prst="rect">
            <a:avLst/>
          </a:prstGeom>
          <a:effectLst>
            <a:outerShdw blurRad="50800" dist="38100" dir="2700000" algn="tl" rotWithShape="0">
              <a:prstClr val="black">
                <a:alpha val="40000"/>
              </a:prstClr>
            </a:outerShdw>
          </a:effectLst>
        </p:spPr>
        <p:txBody>
          <a:bodyPr vert="horz" lIns="91440" tIns="45720" rIns="91440" bIns="45720" rtlCol="0">
            <a:normAutofit/>
          </a:bodyPr>
          <a:lstStyle/>
          <a:p>
            <a:pPr algn="ctr">
              <a:lnSpc>
                <a:spcPct val="90000"/>
              </a:lnSpc>
              <a:spcBef>
                <a:spcPts val="1000"/>
              </a:spcBef>
              <a:spcAft>
                <a:spcPts val="600"/>
              </a:spcAft>
            </a:pPr>
            <a:r>
              <a:rPr lang="en-US" sz="4000" b="1" i="1" dirty="0">
                <a:ln>
                  <a:solidFill>
                    <a:schemeClr val="accent5">
                      <a:lumMod val="50000"/>
                    </a:schemeClr>
                  </a:solidFill>
                </a:ln>
                <a:solidFill>
                  <a:srgbClr val="FFFFFF"/>
                </a:solidFill>
              </a:rPr>
              <a:t>“</a:t>
            </a:r>
            <a:r>
              <a:rPr lang="vi-VN" sz="4000" b="1" i="1" dirty="0">
                <a:ln>
                  <a:solidFill>
                    <a:schemeClr val="accent5">
                      <a:lumMod val="50000"/>
                    </a:schemeClr>
                  </a:solidFill>
                </a:ln>
                <a:solidFill>
                  <a:srgbClr val="FFFFFF"/>
                </a:solidFill>
              </a:rPr>
              <a:t>Vậy, nếu Thầy là Chúa, là Thầy, </a:t>
            </a:r>
            <a:br>
              <a:rPr lang="en-US" sz="4000" b="1" i="1" dirty="0">
                <a:ln>
                  <a:solidFill>
                    <a:schemeClr val="accent5">
                      <a:lumMod val="50000"/>
                    </a:schemeClr>
                  </a:solidFill>
                </a:ln>
                <a:solidFill>
                  <a:srgbClr val="FFFFFF"/>
                </a:solidFill>
              </a:rPr>
            </a:br>
            <a:r>
              <a:rPr lang="vi-VN" sz="4000" b="1" i="1" dirty="0">
                <a:ln>
                  <a:solidFill>
                    <a:schemeClr val="accent5">
                      <a:lumMod val="50000"/>
                    </a:schemeClr>
                  </a:solidFill>
                </a:ln>
                <a:solidFill>
                  <a:srgbClr val="FFFFFF"/>
                </a:solidFill>
              </a:rPr>
              <a:t>mà còn rửa chân cho anh em, </a:t>
            </a:r>
            <a:br>
              <a:rPr lang="en-US" sz="4000" b="1" i="1" dirty="0">
                <a:ln>
                  <a:solidFill>
                    <a:schemeClr val="accent5">
                      <a:lumMod val="50000"/>
                    </a:schemeClr>
                  </a:solidFill>
                </a:ln>
                <a:solidFill>
                  <a:srgbClr val="FFFFFF"/>
                </a:solidFill>
              </a:rPr>
            </a:br>
            <a:r>
              <a:rPr lang="vi-VN" sz="4000" b="1" i="1" dirty="0">
                <a:ln>
                  <a:solidFill>
                    <a:schemeClr val="accent5">
                      <a:lumMod val="50000"/>
                    </a:schemeClr>
                  </a:solidFill>
                </a:ln>
                <a:solidFill>
                  <a:srgbClr val="FFFFFF"/>
                </a:solidFill>
              </a:rPr>
              <a:t>thì anh em cũng phải rửa chân cho nhau.</a:t>
            </a:r>
            <a:r>
              <a:rPr lang="en-US" sz="4000" b="1" i="1" dirty="0">
                <a:ln>
                  <a:solidFill>
                    <a:schemeClr val="accent5">
                      <a:lumMod val="50000"/>
                    </a:schemeClr>
                  </a:solidFill>
                </a:ln>
                <a:solidFill>
                  <a:srgbClr val="FFFFFF"/>
                </a:solidFill>
              </a:rPr>
              <a:t>”</a:t>
            </a:r>
          </a:p>
        </p:txBody>
      </p:sp>
      <p:sp>
        <p:nvSpPr>
          <p:cNvPr id="2" name="TextBox 1">
            <a:extLst>
              <a:ext uri="{FF2B5EF4-FFF2-40B4-BE49-F238E27FC236}">
                <a16:creationId xmlns:a16="http://schemas.microsoft.com/office/drawing/2014/main" id="{80033382-410A-8DD2-38C1-0EC9FF019AAC}"/>
              </a:ext>
            </a:extLst>
          </p:cNvPr>
          <p:cNvSpPr txBox="1"/>
          <p:nvPr/>
        </p:nvSpPr>
        <p:spPr>
          <a:xfrm>
            <a:off x="5334000" y="4572000"/>
            <a:ext cx="3715738" cy="685800"/>
          </a:xfrm>
          <a:prstGeom prst="rect">
            <a:avLst/>
          </a:prstGeom>
        </p:spPr>
        <p:txBody>
          <a:bodyPr vert="horz" lIns="91440" tIns="45720" rIns="91440" bIns="45720" rtlCol="0">
            <a:normAutofit/>
          </a:bodyPr>
          <a:lstStyle/>
          <a:p>
            <a:pPr algn="r">
              <a:lnSpc>
                <a:spcPct val="90000"/>
              </a:lnSpc>
              <a:spcAft>
                <a:spcPts val="600"/>
              </a:spcAft>
            </a:pPr>
            <a:r>
              <a:rPr lang="en-US" sz="1400" b="1" dirty="0">
                <a:solidFill>
                  <a:schemeClr val="bg1"/>
                </a:solidFill>
                <a:latin typeface="Arial" panose="020B0604020202020204" pitchFamily="34" charset="0"/>
                <a:cs typeface="Arial" panose="020B0604020202020204" pitchFamily="34" charset="0"/>
              </a:rPr>
              <a:t>(Ga 13, 1-15)</a:t>
            </a:r>
          </a:p>
        </p:txBody>
      </p:sp>
      <p:sp>
        <p:nvSpPr>
          <p:cNvPr id="3" name="TextBox 2">
            <a:extLst>
              <a:ext uri="{FF2B5EF4-FFF2-40B4-BE49-F238E27FC236}">
                <a16:creationId xmlns:a16="http://schemas.microsoft.com/office/drawing/2014/main" id="{35BC4DB6-9434-A797-8F40-F7FF667098B7}"/>
              </a:ext>
            </a:extLst>
          </p:cNvPr>
          <p:cNvSpPr txBox="1"/>
          <p:nvPr/>
        </p:nvSpPr>
        <p:spPr>
          <a:xfrm>
            <a:off x="2286" y="268058"/>
            <a:ext cx="9141714" cy="939851"/>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en-US" sz="6000" b="1" dirty="0" err="1">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THỨ</a:t>
            </a:r>
            <a:r>
              <a:rPr lang="en-US" sz="6000" b="1" dirty="0">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 </a:t>
            </a:r>
            <a:r>
              <a:rPr lang="en-US" sz="6000" b="1" dirty="0" err="1">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NĂM</a:t>
            </a:r>
            <a:r>
              <a:rPr lang="en-US" sz="6000" b="1" dirty="0">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 </a:t>
            </a:r>
            <a:r>
              <a:rPr lang="en-US" sz="6000" b="1" dirty="0" err="1">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TUẦN</a:t>
            </a:r>
            <a:r>
              <a:rPr lang="en-US" sz="6000" b="1" dirty="0">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 THÁNH</a:t>
            </a:r>
          </a:p>
        </p:txBody>
      </p:sp>
    </p:spTree>
    <p:extLst>
      <p:ext uri="{BB962C8B-B14F-4D97-AF65-F5344CB8AC3E}">
        <p14:creationId xmlns:p14="http://schemas.microsoft.com/office/powerpoint/2010/main" val="442697694"/>
      </p:ext>
    </p:extLst>
  </p:cSld>
  <p:clrMapOvr>
    <a:masterClrMapping/>
  </p:clrMapOvr>
  <mc:AlternateContent xmlns:mc="http://schemas.openxmlformats.org/markup-compatibility/2006" xmlns:p14="http://schemas.microsoft.com/office/powerpoint/2010/main">
    <mc:Choice Requires="p14">
      <p:transition spd="slow" p14:dur="800" advTm="120000">
        <p:circle/>
      </p:transition>
    </mc:Choice>
    <mc:Fallback xmlns="">
      <p:transition spd="slow" advTm="120000">
        <p:circl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24423-9A89-7B62-4646-B9393A5C1BC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A217AAC-9E8F-E64F-8C86-D1DD414E8794}"/>
              </a:ext>
            </a:extLst>
          </p:cNvPr>
          <p:cNvSpPr>
            <a:spLocks noGrp="1"/>
          </p:cNvSpPr>
          <p:nvPr>
            <p:ph type="subTitle" idx="1"/>
          </p:nvPr>
        </p:nvSpPr>
        <p:spPr>
          <a:xfrm>
            <a:off x="0" y="0"/>
            <a:ext cx="9144000" cy="5143500"/>
          </a:xfrm>
        </p:spPr>
        <p:txBody>
          <a:bodyPr anchor="ctr">
            <a:noAutofit/>
          </a:bodyPr>
          <a:lstStyle/>
          <a:p>
            <a:pPr algn="just">
              <a:spcBef>
                <a:spcPts val="0"/>
              </a:spcBef>
            </a:pPr>
            <a:endParaRPr lang="en-US" sz="2800" b="1"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vi-VN" sz="8000" b="1" dirty="0">
                <a:solidFill>
                  <a:schemeClr val="tx1"/>
                </a:solidFill>
                <a:latin typeface="Times New Roman" panose="02020603050405020304" pitchFamily="18" charset="0"/>
                <a:cs typeface="Times New Roman" panose="02020603050405020304" pitchFamily="18" charset="0"/>
              </a:rPr>
              <a:t>Tôi tin kính một Thiên Chúa</a:t>
            </a:r>
            <a:r>
              <a:rPr lang="en-US" sz="8000" b="1" dirty="0">
                <a:solidFill>
                  <a:schemeClr val="tx1"/>
                </a:solidFill>
                <a:latin typeface="Times New Roman" panose="02020603050405020304" pitchFamily="18" charset="0"/>
                <a:cs typeface="Times New Roman" panose="02020603050405020304" pitchFamily="18" charset="0"/>
              </a:rPr>
              <a:t> </a:t>
            </a:r>
            <a:r>
              <a:rPr lang="vi-VN" sz="8000" b="1" dirty="0">
                <a:solidFill>
                  <a:schemeClr val="tx1"/>
                </a:solidFill>
                <a:latin typeface="Times New Roman" panose="02020603050405020304" pitchFamily="18" charset="0"/>
                <a:cs typeface="Times New Roman" panose="02020603050405020304" pitchFamily="18" charset="0"/>
              </a:rPr>
              <a:t>là Cha toàn năng,</a:t>
            </a:r>
            <a:endParaRPr lang="vi-VN" sz="8000" b="1" spc="-150" dirty="0">
              <a:solidFill>
                <a:schemeClr val="tx1"/>
              </a:solidFill>
              <a:latin typeface="Times New Roman" panose="02020603050405020304" pitchFamily="18" charset="0"/>
              <a:cs typeface="Times New Roman" panose="02020603050405020304" pitchFamily="18" charset="0"/>
            </a:endParaRPr>
          </a:p>
        </p:txBody>
      </p:sp>
      <p:sp>
        <p:nvSpPr>
          <p:cNvPr id="2" name="Tiêu đề 1">
            <a:extLst>
              <a:ext uri="{FF2B5EF4-FFF2-40B4-BE49-F238E27FC236}">
                <a16:creationId xmlns:a16="http://schemas.microsoft.com/office/drawing/2014/main" id="{AFA6F697-8A6E-651F-D5EA-06E594A6E536}"/>
              </a:ext>
            </a:extLst>
          </p:cNvPr>
          <p:cNvSpPr txBox="1">
            <a:spLocks/>
          </p:cNvSpPr>
          <p:nvPr/>
        </p:nvSpPr>
        <p:spPr>
          <a:xfrm>
            <a:off x="0" y="0"/>
            <a:ext cx="9144000" cy="81915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800" b="1" dirty="0">
                <a:solidFill>
                  <a:srgbClr val="FF0000"/>
                </a:solidFill>
                <a:latin typeface="Times New Roman" panose="02020603050405020304" pitchFamily="18" charset="0"/>
                <a:cs typeface="Times New Roman" panose="02020603050405020304" pitchFamily="18" charset="0"/>
              </a:rPr>
              <a:t>KINH TIN </a:t>
            </a:r>
            <a:r>
              <a:rPr lang="en-US" sz="4800" b="1" dirty="0" err="1">
                <a:solidFill>
                  <a:srgbClr val="FF0000"/>
                </a:solidFill>
                <a:latin typeface="Times New Roman" panose="02020603050405020304" pitchFamily="18" charset="0"/>
                <a:cs typeface="Times New Roman" panose="02020603050405020304" pitchFamily="18" charset="0"/>
              </a:rPr>
              <a:t>KÍNH</a:t>
            </a:r>
            <a:endParaRPr lang="vi-VN" sz="48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5103521"/>
      </p:ext>
    </p:extLst>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ubtitle 2"/>
          <p:cNvSpPr>
            <a:spLocks noGrp="1"/>
          </p:cNvSpPr>
          <p:nvPr>
            <p:ph type="subTitle" idx="4294967295"/>
          </p:nvPr>
        </p:nvSpPr>
        <p:spPr>
          <a:xfrm>
            <a:off x="0" y="133350"/>
            <a:ext cx="9144000" cy="5010150"/>
          </a:xfrm>
          <a:solidFill>
            <a:schemeClr val="bg1"/>
          </a:solidFill>
        </p:spPr>
        <p:txBody>
          <a:bodyPr>
            <a:normAutofit fontScale="85000" lnSpcReduction="10000"/>
          </a:bodyPr>
          <a:lstStyle/>
          <a:p>
            <a:pPr marL="0" indent="0" algn="just" eaLnBrk="1" hangingPunct="1">
              <a:spcBef>
                <a:spcPts val="0"/>
              </a:spcBef>
              <a:buFontTx/>
              <a:buNone/>
            </a:pPr>
            <a:r>
              <a:rPr lang="vi-VN" sz="8000" b="1" dirty="0" err="1">
                <a:latin typeface="Times New Roman" panose="02020603050405020304" pitchFamily="18" charset="0"/>
                <a:cs typeface="Times New Roman" panose="02020603050405020304" pitchFamily="18" charset="0"/>
              </a:rPr>
              <a:t>Ðấng</a:t>
            </a:r>
            <a:r>
              <a:rPr lang="vi-VN" sz="8000" b="1" dirty="0">
                <a:latin typeface="Times New Roman" panose="02020603050405020304" pitchFamily="18" charset="0"/>
                <a:cs typeface="Times New Roman" panose="02020603050405020304" pitchFamily="18" charset="0"/>
              </a:rPr>
              <a:t> tạo thành trời đất,</a:t>
            </a:r>
          </a:p>
          <a:p>
            <a:pPr marL="0" indent="0" algn="just" eaLnBrk="1" hangingPunct="1">
              <a:spcBef>
                <a:spcPts val="0"/>
              </a:spcBef>
              <a:buFontTx/>
              <a:buNone/>
            </a:pPr>
            <a:r>
              <a:rPr lang="vi-VN" sz="8000" b="1" dirty="0">
                <a:latin typeface="Times New Roman" panose="02020603050405020304" pitchFamily="18" charset="0"/>
                <a:cs typeface="Times New Roman" panose="02020603050405020304" pitchFamily="18" charset="0"/>
              </a:rPr>
              <a:t>muôn vật hữu hình và vô hình.</a:t>
            </a:r>
            <a:r>
              <a:rPr lang="en-US" sz="8000" b="1" dirty="0">
                <a:latin typeface="Times New Roman" panose="02020603050405020304" pitchFamily="18" charset="0"/>
                <a:cs typeface="Times New Roman" panose="02020603050405020304" pitchFamily="18" charset="0"/>
              </a:rPr>
              <a:t> </a:t>
            </a:r>
            <a:r>
              <a:rPr lang="vi-VN" sz="8000" b="1" dirty="0">
                <a:latin typeface="Times New Roman" panose="02020603050405020304" pitchFamily="18" charset="0"/>
                <a:cs typeface="Times New Roman" panose="02020603050405020304" pitchFamily="18" charset="0"/>
              </a:rPr>
              <a:t>Tôi tin kính một Chúa </a:t>
            </a:r>
            <a:r>
              <a:rPr lang="vi-VN" sz="8000" b="1" dirty="0" err="1">
                <a:latin typeface="Times New Roman" panose="02020603050405020304" pitchFamily="18" charset="0"/>
                <a:cs typeface="Times New Roman" panose="02020603050405020304" pitchFamily="18" charset="0"/>
              </a:rPr>
              <a:t>Giêsu</a:t>
            </a:r>
            <a:r>
              <a:rPr lang="vi-VN" sz="8000" b="1" dirty="0">
                <a:latin typeface="Times New Roman" panose="02020603050405020304" pitchFamily="18" charset="0"/>
                <a:cs typeface="Times New Roman" panose="02020603050405020304" pitchFamily="18" charset="0"/>
              </a:rPr>
              <a:t> </a:t>
            </a:r>
            <a:r>
              <a:rPr lang="vi-VN" sz="8000" b="1" dirty="0" err="1">
                <a:latin typeface="Times New Roman" panose="02020603050405020304" pitchFamily="18" charset="0"/>
                <a:cs typeface="Times New Roman" panose="02020603050405020304" pitchFamily="18" charset="0"/>
              </a:rPr>
              <a:t>Kitô</a:t>
            </a:r>
            <a:r>
              <a:rPr lang="vi-VN" sz="8000" b="1" dirty="0">
                <a:latin typeface="Times New Roman" panose="02020603050405020304" pitchFamily="18" charset="0"/>
                <a:cs typeface="Times New Roman" panose="02020603050405020304" pitchFamily="18" charset="0"/>
              </a:rPr>
              <a:t>,</a:t>
            </a:r>
            <a:r>
              <a:rPr lang="en-US" sz="8000" b="1" dirty="0">
                <a:latin typeface="Times New Roman" panose="02020603050405020304" pitchFamily="18" charset="0"/>
                <a:cs typeface="Times New Roman" panose="02020603050405020304" pitchFamily="18" charset="0"/>
              </a:rPr>
              <a:t> </a:t>
            </a:r>
            <a:r>
              <a:rPr lang="vi-VN" sz="8000" b="1" dirty="0">
                <a:latin typeface="Times New Roman" panose="02020603050405020304" pitchFamily="18" charset="0"/>
                <a:cs typeface="Times New Roman" panose="02020603050405020304" pitchFamily="18" charset="0"/>
              </a:rPr>
              <a:t>Con Một Thiên Chúa,</a:t>
            </a:r>
          </a:p>
        </p:txBody>
      </p:sp>
    </p:spTree>
    <p:extLst>
      <p:ext uri="{BB962C8B-B14F-4D97-AF65-F5344CB8AC3E}">
        <p14:creationId xmlns:p14="http://schemas.microsoft.com/office/powerpoint/2010/main" val="2171119766"/>
      </p:ext>
    </p:extLst>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5143500"/>
          </a:xfrm>
          <a:solidFill>
            <a:schemeClr val="bg1"/>
          </a:solidFill>
        </p:spPr>
        <p:txBody>
          <a:bodyPr anchor="ctr">
            <a:noAutofit/>
          </a:bodyPr>
          <a:lstStyle/>
          <a:p>
            <a:pPr algn="just">
              <a:spcBef>
                <a:spcPts val="0"/>
              </a:spcBef>
            </a:pPr>
            <a:r>
              <a:rPr lang="vi-VN" sz="6800" b="1" dirty="0">
                <a:solidFill>
                  <a:schemeClr val="tx1"/>
                </a:solidFill>
                <a:latin typeface="Times New Roman" panose="02020603050405020304" pitchFamily="18" charset="0"/>
                <a:cs typeface="Times New Roman" panose="02020603050405020304" pitchFamily="18" charset="0"/>
              </a:rPr>
              <a:t>sinh bởi </a:t>
            </a:r>
            <a:r>
              <a:rPr lang="vi-VN" sz="6800" b="1" dirty="0" err="1">
                <a:solidFill>
                  <a:schemeClr val="tx1"/>
                </a:solidFill>
                <a:latin typeface="Times New Roman" panose="02020603050405020304" pitchFamily="18" charset="0"/>
                <a:cs typeface="Times New Roman" panose="02020603050405020304" pitchFamily="18" charset="0"/>
              </a:rPr>
              <a:t>Ðức</a:t>
            </a:r>
            <a:r>
              <a:rPr lang="vi-VN" sz="6800" b="1" dirty="0">
                <a:solidFill>
                  <a:schemeClr val="tx1"/>
                </a:solidFill>
                <a:latin typeface="Times New Roman" panose="02020603050405020304" pitchFamily="18" charset="0"/>
                <a:cs typeface="Times New Roman" panose="02020603050405020304" pitchFamily="18" charset="0"/>
              </a:rPr>
              <a:t> Chúa Cha từ trước muôn đời.</a:t>
            </a:r>
            <a:r>
              <a:rPr lang="en-US" sz="6800" b="1" dirty="0">
                <a:solidFill>
                  <a:schemeClr val="tx1"/>
                </a:solidFill>
                <a:latin typeface="Times New Roman" panose="02020603050405020304" pitchFamily="18" charset="0"/>
                <a:cs typeface="Times New Roman" panose="02020603050405020304" pitchFamily="18" charset="0"/>
              </a:rPr>
              <a:t> </a:t>
            </a:r>
            <a:r>
              <a:rPr lang="vi-VN" sz="6800" b="1" dirty="0">
                <a:solidFill>
                  <a:schemeClr val="tx1"/>
                </a:solidFill>
                <a:latin typeface="Times New Roman" panose="02020603050405020304" pitchFamily="18" charset="0"/>
                <a:cs typeface="Times New Roman" panose="02020603050405020304" pitchFamily="18" charset="0"/>
              </a:rPr>
              <a:t>Người là Thiên Chúa bởi Thiên Chúa,</a:t>
            </a:r>
            <a:r>
              <a:rPr lang="en-US" sz="6800" b="1" dirty="0">
                <a:solidFill>
                  <a:schemeClr val="tx1"/>
                </a:solidFill>
                <a:latin typeface="Times New Roman" panose="02020603050405020304" pitchFamily="18" charset="0"/>
                <a:cs typeface="Times New Roman" panose="02020603050405020304" pitchFamily="18" charset="0"/>
              </a:rPr>
              <a:t> </a:t>
            </a:r>
            <a:r>
              <a:rPr lang="vi-VN" sz="6800" b="1" dirty="0">
                <a:solidFill>
                  <a:schemeClr val="tx1"/>
                </a:solidFill>
                <a:latin typeface="Times New Roman" panose="02020603050405020304" pitchFamily="18" charset="0"/>
                <a:cs typeface="Times New Roman" panose="02020603050405020304" pitchFamily="18" charset="0"/>
              </a:rPr>
              <a:t>Ánh sáng bởi Ánh sáng,</a:t>
            </a:r>
          </a:p>
        </p:txBody>
      </p:sp>
    </p:spTree>
    <p:extLst>
      <p:ext uri="{BB962C8B-B14F-4D97-AF65-F5344CB8AC3E}">
        <p14:creationId xmlns:p14="http://schemas.microsoft.com/office/powerpoint/2010/main" val="3057438887"/>
      </p:ext>
    </p:extLst>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ubtitle 2"/>
          <p:cNvSpPr>
            <a:spLocks noGrp="1"/>
          </p:cNvSpPr>
          <p:nvPr>
            <p:ph type="subTitle" idx="4294967295"/>
          </p:nvPr>
        </p:nvSpPr>
        <p:spPr>
          <a:xfrm>
            <a:off x="0" y="0"/>
            <a:ext cx="9144000" cy="5143500"/>
          </a:xfrm>
          <a:solidFill>
            <a:schemeClr val="bg1"/>
          </a:solidFill>
        </p:spPr>
        <p:txBody>
          <a:bodyPr anchor="ctr">
            <a:normAutofit fontScale="92500" lnSpcReduction="20000"/>
          </a:bodyPr>
          <a:lstStyle/>
          <a:p>
            <a:pPr marL="0" indent="0" algn="just">
              <a:spcBef>
                <a:spcPts val="0"/>
              </a:spcBef>
              <a:buNone/>
            </a:pPr>
            <a:r>
              <a:rPr lang="vi-VN" sz="7200" b="1" dirty="0">
                <a:latin typeface="Times New Roman" panose="02020603050405020304" pitchFamily="18" charset="0"/>
                <a:cs typeface="Times New Roman" panose="02020603050405020304" pitchFamily="18" charset="0"/>
              </a:rPr>
              <a:t>Thiên Chúa thật bởi Thiên Chúa thật,</a:t>
            </a:r>
            <a:r>
              <a:rPr lang="en-US" sz="7200" b="1" dirty="0">
                <a:latin typeface="Times New Roman" panose="02020603050405020304" pitchFamily="18" charset="0"/>
                <a:cs typeface="Times New Roman" panose="02020603050405020304" pitchFamily="18" charset="0"/>
              </a:rPr>
              <a:t> </a:t>
            </a:r>
            <a:r>
              <a:rPr lang="vi-VN" sz="7200" b="1" dirty="0">
                <a:latin typeface="Times New Roman" panose="02020603050405020304" pitchFamily="18" charset="0"/>
                <a:cs typeface="Times New Roman" panose="02020603050405020304" pitchFamily="18" charset="0"/>
              </a:rPr>
              <a:t>được sinh ra mà không phải được tạo thành,</a:t>
            </a:r>
            <a:r>
              <a:rPr lang="en-US" sz="7200" b="1" dirty="0">
                <a:latin typeface="Times New Roman" panose="02020603050405020304" pitchFamily="18" charset="0"/>
                <a:cs typeface="Times New Roman" panose="02020603050405020304" pitchFamily="18" charset="0"/>
              </a:rPr>
              <a:t> </a:t>
            </a:r>
            <a:r>
              <a:rPr lang="vi-VN" sz="7200" b="1" dirty="0">
                <a:latin typeface="Times New Roman" panose="02020603050405020304" pitchFamily="18" charset="0"/>
                <a:cs typeface="Times New Roman" panose="02020603050405020304" pitchFamily="18" charset="0"/>
              </a:rPr>
              <a:t>đồng bản thể với </a:t>
            </a:r>
            <a:r>
              <a:rPr lang="vi-VN" sz="7200" b="1" dirty="0" err="1">
                <a:latin typeface="Times New Roman" panose="02020603050405020304" pitchFamily="18" charset="0"/>
                <a:cs typeface="Times New Roman" panose="02020603050405020304" pitchFamily="18" charset="0"/>
              </a:rPr>
              <a:t>Ðức</a:t>
            </a:r>
            <a:r>
              <a:rPr lang="vi-VN" sz="7200" b="1" dirty="0">
                <a:latin typeface="Times New Roman" panose="02020603050405020304" pitchFamily="18" charset="0"/>
                <a:cs typeface="Times New Roman" panose="02020603050405020304" pitchFamily="18" charset="0"/>
              </a:rPr>
              <a:t> Chúa Cha:</a:t>
            </a:r>
          </a:p>
        </p:txBody>
      </p:sp>
    </p:spTree>
    <p:extLst>
      <p:ext uri="{BB962C8B-B14F-4D97-AF65-F5344CB8AC3E}">
        <p14:creationId xmlns:p14="http://schemas.microsoft.com/office/powerpoint/2010/main" val="532766581"/>
      </p:ext>
    </p:extLst>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ubtitle 2"/>
          <p:cNvSpPr>
            <a:spLocks noGrp="1"/>
          </p:cNvSpPr>
          <p:nvPr>
            <p:ph type="subTitle" idx="4294967295"/>
          </p:nvPr>
        </p:nvSpPr>
        <p:spPr>
          <a:xfrm>
            <a:off x="0" y="0"/>
            <a:ext cx="9144000" cy="5143500"/>
          </a:xfrm>
          <a:solidFill>
            <a:schemeClr val="bg1"/>
          </a:solidFill>
        </p:spPr>
        <p:txBody>
          <a:bodyPr anchor="ctr">
            <a:normAutofit fontScale="85000" lnSpcReduction="20000"/>
          </a:bodyPr>
          <a:lstStyle/>
          <a:p>
            <a:pPr marL="0" indent="0" algn="just" eaLnBrk="1" hangingPunct="1">
              <a:spcBef>
                <a:spcPts val="0"/>
              </a:spcBef>
              <a:buFontTx/>
              <a:buNone/>
            </a:pPr>
            <a:r>
              <a:rPr lang="vi-VN" sz="8000" b="1" dirty="0">
                <a:latin typeface="Times New Roman" panose="02020603050405020304" pitchFamily="18" charset="0"/>
                <a:cs typeface="Times New Roman" panose="02020603050405020304" pitchFamily="18" charset="0"/>
              </a:rPr>
              <a:t>nhờ Người mà muôn vật được tạo thành.</a:t>
            </a:r>
            <a:r>
              <a:rPr lang="en-US" sz="8000" b="1" dirty="0">
                <a:latin typeface="Times New Roman" panose="02020603050405020304" pitchFamily="18" charset="0"/>
                <a:cs typeface="Times New Roman" panose="02020603050405020304" pitchFamily="18" charset="0"/>
              </a:rPr>
              <a:t> </a:t>
            </a:r>
            <a:r>
              <a:rPr lang="vi-VN" sz="8000" b="1" dirty="0">
                <a:latin typeface="Times New Roman" panose="02020603050405020304" pitchFamily="18" charset="0"/>
                <a:cs typeface="Times New Roman" panose="02020603050405020304" pitchFamily="18" charset="0"/>
              </a:rPr>
              <a:t>Vì loài người chúng ta và để cứu độ chúng ta,</a:t>
            </a:r>
            <a:r>
              <a:rPr lang="en-US" sz="8000" b="1" dirty="0">
                <a:latin typeface="Times New Roman" panose="02020603050405020304" pitchFamily="18" charset="0"/>
                <a:cs typeface="Times New Roman" panose="02020603050405020304" pitchFamily="18" charset="0"/>
              </a:rPr>
              <a:t> </a:t>
            </a:r>
            <a:r>
              <a:rPr lang="vi-VN" sz="8000" b="1" dirty="0">
                <a:latin typeface="Times New Roman" panose="02020603050405020304" pitchFamily="18" charset="0"/>
                <a:cs typeface="Times New Roman" panose="02020603050405020304" pitchFamily="18" charset="0"/>
              </a:rPr>
              <a:t>Người đã từ trời xuống thế.</a:t>
            </a:r>
          </a:p>
        </p:txBody>
      </p:sp>
    </p:spTree>
    <p:extLst>
      <p:ext uri="{BB962C8B-B14F-4D97-AF65-F5344CB8AC3E}">
        <p14:creationId xmlns:p14="http://schemas.microsoft.com/office/powerpoint/2010/main" val="1487358291"/>
      </p:ext>
    </p:extLst>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ubtitle 2"/>
          <p:cNvSpPr>
            <a:spLocks noGrp="1"/>
          </p:cNvSpPr>
          <p:nvPr>
            <p:ph type="subTitle" idx="4294967295"/>
          </p:nvPr>
        </p:nvSpPr>
        <p:spPr>
          <a:xfrm>
            <a:off x="0" y="0"/>
            <a:ext cx="9144000" cy="5143500"/>
          </a:xfrm>
        </p:spPr>
        <p:txBody>
          <a:bodyPr anchor="ctr">
            <a:normAutofit/>
          </a:bodyPr>
          <a:lstStyle/>
          <a:p>
            <a:pPr marL="0" indent="0" algn="just">
              <a:spcBef>
                <a:spcPts val="0"/>
              </a:spcBef>
              <a:buNone/>
            </a:pPr>
            <a:r>
              <a:rPr lang="vi-VN" sz="6600" b="1" dirty="0">
                <a:latin typeface="Times New Roman" panose="02020603050405020304" pitchFamily="18" charset="0"/>
                <a:cs typeface="Times New Roman" panose="02020603050405020304" pitchFamily="18" charset="0"/>
              </a:rPr>
              <a:t>Người chịu đóng đinh vào thập giá vì chúng ta,</a:t>
            </a:r>
            <a:r>
              <a:rPr lang="en-US" sz="6600" b="1" dirty="0">
                <a:latin typeface="Times New Roman" panose="02020603050405020304" pitchFamily="18" charset="0"/>
                <a:cs typeface="Times New Roman" panose="02020603050405020304" pitchFamily="18" charset="0"/>
              </a:rPr>
              <a:t> </a:t>
            </a:r>
            <a:r>
              <a:rPr lang="vi-VN" sz="6600" b="1" dirty="0">
                <a:latin typeface="Times New Roman" panose="02020603050405020304" pitchFamily="18" charset="0"/>
                <a:cs typeface="Times New Roman" panose="02020603050405020304" pitchFamily="18" charset="0"/>
              </a:rPr>
              <a:t>thời quan </a:t>
            </a:r>
            <a:r>
              <a:rPr lang="vi-VN" sz="6600" b="1" dirty="0" err="1">
                <a:latin typeface="Times New Roman" panose="02020603050405020304" pitchFamily="18" charset="0"/>
                <a:cs typeface="Times New Roman" panose="02020603050405020304" pitchFamily="18" charset="0"/>
              </a:rPr>
              <a:t>Phongxiô</a:t>
            </a:r>
            <a:r>
              <a:rPr lang="vi-VN" sz="6600" b="1" dirty="0">
                <a:latin typeface="Times New Roman" panose="02020603050405020304" pitchFamily="18" charset="0"/>
                <a:cs typeface="Times New Roman" panose="02020603050405020304" pitchFamily="18" charset="0"/>
              </a:rPr>
              <a:t> </a:t>
            </a:r>
            <a:r>
              <a:rPr lang="vi-VN" sz="6600" b="1" dirty="0" err="1">
                <a:latin typeface="Times New Roman" panose="02020603050405020304" pitchFamily="18" charset="0"/>
                <a:cs typeface="Times New Roman" panose="02020603050405020304" pitchFamily="18" charset="0"/>
              </a:rPr>
              <a:t>Philatô</a:t>
            </a:r>
            <a:r>
              <a:rPr lang="vi-VN" sz="6600" b="1" dirty="0">
                <a:latin typeface="Times New Roman" panose="02020603050405020304" pitchFamily="18" charset="0"/>
                <a:cs typeface="Times New Roman" panose="02020603050405020304" pitchFamily="18" charset="0"/>
              </a:rPr>
              <a:t>;</a:t>
            </a:r>
            <a:r>
              <a:rPr lang="en-US" sz="6600" b="1" dirty="0">
                <a:latin typeface="Times New Roman" panose="02020603050405020304" pitchFamily="18" charset="0"/>
                <a:cs typeface="Times New Roman" panose="02020603050405020304" pitchFamily="18" charset="0"/>
              </a:rPr>
              <a:t> </a:t>
            </a:r>
            <a:r>
              <a:rPr lang="vi-VN" sz="6600" b="1" dirty="0">
                <a:latin typeface="Times New Roman" panose="02020603050405020304" pitchFamily="18" charset="0"/>
                <a:cs typeface="Times New Roman" panose="02020603050405020304" pitchFamily="18" charset="0"/>
              </a:rPr>
              <a:t>Người chịu khổ hình và mai táng,</a:t>
            </a:r>
          </a:p>
        </p:txBody>
      </p:sp>
    </p:spTree>
    <p:extLst>
      <p:ext uri="{BB962C8B-B14F-4D97-AF65-F5344CB8AC3E}">
        <p14:creationId xmlns:p14="http://schemas.microsoft.com/office/powerpoint/2010/main" val="1140672165"/>
      </p:ext>
    </p:extLst>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ubtitle 2"/>
          <p:cNvSpPr>
            <a:spLocks noGrp="1"/>
          </p:cNvSpPr>
          <p:nvPr>
            <p:ph type="subTitle" idx="4294967295"/>
          </p:nvPr>
        </p:nvSpPr>
        <p:spPr>
          <a:xfrm>
            <a:off x="0" y="0"/>
            <a:ext cx="9144000" cy="5143500"/>
          </a:xfrm>
          <a:solidFill>
            <a:schemeClr val="bg1"/>
          </a:solidFill>
        </p:spPr>
        <p:txBody>
          <a:bodyPr anchor="ctr">
            <a:normAutofit fontScale="92500"/>
          </a:bodyPr>
          <a:lstStyle/>
          <a:p>
            <a:pPr marL="0" indent="0" algn="just">
              <a:spcBef>
                <a:spcPts val="0"/>
              </a:spcBef>
              <a:buNone/>
            </a:pPr>
            <a:r>
              <a:rPr lang="vi-VN" sz="7700" b="1" spc="-150" dirty="0">
                <a:latin typeface="Times New Roman" panose="02020603050405020304" pitchFamily="18" charset="0"/>
                <a:cs typeface="Times New Roman" panose="02020603050405020304" pitchFamily="18" charset="0"/>
              </a:rPr>
              <a:t>ngày thứ ba Người sống lại như lời Thánh Kinh.</a:t>
            </a:r>
          </a:p>
          <a:p>
            <a:pPr marL="0" indent="0" algn="just">
              <a:spcBef>
                <a:spcPts val="0"/>
              </a:spcBef>
              <a:buNone/>
            </a:pPr>
            <a:r>
              <a:rPr lang="vi-VN" sz="7700" b="1" spc="-150" dirty="0">
                <a:latin typeface="Times New Roman" panose="02020603050405020304" pitchFamily="18" charset="0"/>
                <a:cs typeface="Times New Roman" panose="02020603050405020304" pitchFamily="18" charset="0"/>
              </a:rPr>
              <a:t>Người lên trời, ngự bên hữu </a:t>
            </a:r>
            <a:r>
              <a:rPr lang="vi-VN" sz="7700" b="1" spc="-150" dirty="0" err="1">
                <a:latin typeface="Times New Roman" panose="02020603050405020304" pitchFamily="18" charset="0"/>
                <a:cs typeface="Times New Roman" panose="02020603050405020304" pitchFamily="18" charset="0"/>
              </a:rPr>
              <a:t>Ðức</a:t>
            </a:r>
            <a:r>
              <a:rPr lang="vi-VN" sz="7700" b="1" spc="-150" dirty="0">
                <a:latin typeface="Times New Roman" panose="02020603050405020304" pitchFamily="18" charset="0"/>
                <a:cs typeface="Times New Roman" panose="02020603050405020304" pitchFamily="18" charset="0"/>
              </a:rPr>
              <a:t> Chúa Cha,</a:t>
            </a:r>
          </a:p>
        </p:txBody>
      </p:sp>
    </p:spTree>
    <p:extLst>
      <p:ext uri="{BB962C8B-B14F-4D97-AF65-F5344CB8AC3E}">
        <p14:creationId xmlns:p14="http://schemas.microsoft.com/office/powerpoint/2010/main" val="1434756872"/>
      </p:ext>
    </p:extLst>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ubtitle 2"/>
          <p:cNvSpPr>
            <a:spLocks noGrp="1"/>
          </p:cNvSpPr>
          <p:nvPr>
            <p:ph type="subTitle" idx="4294967295"/>
          </p:nvPr>
        </p:nvSpPr>
        <p:spPr>
          <a:xfrm>
            <a:off x="0" y="0"/>
            <a:ext cx="9144000" cy="5143500"/>
          </a:xfrm>
          <a:solidFill>
            <a:schemeClr val="bg1"/>
          </a:solidFill>
        </p:spPr>
        <p:txBody>
          <a:bodyPr anchor="ctr">
            <a:normAutofit lnSpcReduction="10000"/>
          </a:bodyPr>
          <a:lstStyle/>
          <a:p>
            <a:pPr marL="0" indent="0" algn="just">
              <a:spcBef>
                <a:spcPts val="0"/>
              </a:spcBef>
              <a:buNone/>
            </a:pPr>
            <a:r>
              <a:rPr lang="vi-VN" sz="8500" b="1" dirty="0">
                <a:latin typeface="Times New Roman" panose="02020603050405020304" pitchFamily="18" charset="0"/>
                <a:cs typeface="Times New Roman" panose="02020603050405020304" pitchFamily="18" charset="0"/>
              </a:rPr>
              <a:t>và Người sẽ lại đến trong vinh quang</a:t>
            </a:r>
          </a:p>
          <a:p>
            <a:pPr marL="0" indent="0" algn="just">
              <a:spcBef>
                <a:spcPts val="0"/>
              </a:spcBef>
              <a:buNone/>
            </a:pPr>
            <a:r>
              <a:rPr lang="vi-VN" sz="8500" b="1" dirty="0">
                <a:latin typeface="Times New Roman" panose="02020603050405020304" pitchFamily="18" charset="0"/>
                <a:cs typeface="Times New Roman" panose="02020603050405020304" pitchFamily="18" charset="0"/>
              </a:rPr>
              <a:t>để phán xét kẻ sống và kẻ chết,</a:t>
            </a:r>
            <a:endParaRPr lang="vi-VN" sz="8000" b="1" spc="-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1164645"/>
      </p:ext>
    </p:extLst>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18AE0-F28C-3CA1-4E42-CADDEBA2AFFB}"/>
            </a:ext>
          </a:extLst>
        </p:cNvPr>
        <p:cNvGrpSpPr/>
        <p:nvPr/>
      </p:nvGrpSpPr>
      <p:grpSpPr>
        <a:xfrm>
          <a:off x="0" y="0"/>
          <a:ext cx="0" cy="0"/>
          <a:chOff x="0" y="0"/>
          <a:chExt cx="0" cy="0"/>
        </a:xfrm>
      </p:grpSpPr>
      <p:sp>
        <p:nvSpPr>
          <p:cNvPr id="7170" name="Subtitle 2">
            <a:extLst>
              <a:ext uri="{FF2B5EF4-FFF2-40B4-BE49-F238E27FC236}">
                <a16:creationId xmlns:a16="http://schemas.microsoft.com/office/drawing/2014/main" id="{B03D3875-C065-9232-5CCB-9E4598D6B32B}"/>
              </a:ext>
            </a:extLst>
          </p:cNvPr>
          <p:cNvSpPr>
            <a:spLocks noGrp="1"/>
          </p:cNvSpPr>
          <p:nvPr>
            <p:ph type="subTitle" idx="4294967295"/>
          </p:nvPr>
        </p:nvSpPr>
        <p:spPr>
          <a:xfrm>
            <a:off x="0" y="0"/>
            <a:ext cx="9144000" cy="5143500"/>
          </a:xfrm>
          <a:solidFill>
            <a:schemeClr val="bg1"/>
          </a:solidFill>
        </p:spPr>
        <p:txBody>
          <a:bodyPr anchor="ctr">
            <a:noAutofit/>
          </a:bodyPr>
          <a:lstStyle/>
          <a:p>
            <a:pPr marL="0" indent="0" algn="just">
              <a:spcBef>
                <a:spcPts val="0"/>
              </a:spcBef>
              <a:buNone/>
            </a:pPr>
            <a:r>
              <a:rPr lang="vi-VN" sz="6800" b="1" dirty="0">
                <a:latin typeface="Times New Roman" panose="02020603050405020304" pitchFamily="18" charset="0"/>
                <a:cs typeface="Times New Roman" panose="02020603050405020304" pitchFamily="18" charset="0"/>
              </a:rPr>
              <a:t>Nước</a:t>
            </a:r>
            <a:r>
              <a:rPr lang="en-US" sz="6800" b="1" dirty="0">
                <a:latin typeface="Times New Roman" panose="02020603050405020304" pitchFamily="18" charset="0"/>
                <a:cs typeface="Times New Roman" panose="02020603050405020304" pitchFamily="18" charset="0"/>
              </a:rPr>
              <a:t> </a:t>
            </a:r>
            <a:r>
              <a:rPr lang="vi-VN" sz="6800" b="1" dirty="0">
                <a:latin typeface="Times New Roman" panose="02020603050405020304" pitchFamily="18" charset="0"/>
                <a:cs typeface="Times New Roman" panose="02020603050405020304" pitchFamily="18" charset="0"/>
              </a:rPr>
              <a:t>Người</a:t>
            </a:r>
            <a:r>
              <a:rPr lang="en-US" sz="6800" b="1" dirty="0">
                <a:latin typeface="Times New Roman" panose="02020603050405020304" pitchFamily="18" charset="0"/>
                <a:cs typeface="Times New Roman" panose="02020603050405020304" pitchFamily="18" charset="0"/>
              </a:rPr>
              <a:t> </a:t>
            </a:r>
            <a:r>
              <a:rPr lang="vi-VN" sz="6800" b="1" dirty="0">
                <a:latin typeface="Times New Roman" panose="02020603050405020304" pitchFamily="18" charset="0"/>
                <a:cs typeface="Times New Roman" panose="02020603050405020304" pitchFamily="18" charset="0"/>
              </a:rPr>
              <a:t>sẽ không bao giờ cùng.</a:t>
            </a:r>
            <a:r>
              <a:rPr lang="en-US" sz="6800" b="1" dirty="0">
                <a:latin typeface="Times New Roman" panose="02020603050405020304" pitchFamily="18" charset="0"/>
                <a:cs typeface="Times New Roman" panose="02020603050405020304" pitchFamily="18" charset="0"/>
              </a:rPr>
              <a:t> </a:t>
            </a:r>
            <a:r>
              <a:rPr lang="vi-VN" sz="6800" b="1" dirty="0">
                <a:latin typeface="Times New Roman" panose="02020603050405020304" pitchFamily="18" charset="0"/>
                <a:cs typeface="Times New Roman" panose="02020603050405020304" pitchFamily="18" charset="0"/>
              </a:rPr>
              <a:t>Tôi tin kính </a:t>
            </a:r>
            <a:r>
              <a:rPr lang="vi-VN" sz="6800" b="1" dirty="0" err="1">
                <a:latin typeface="Times New Roman" panose="02020603050405020304" pitchFamily="18" charset="0"/>
                <a:cs typeface="Times New Roman" panose="02020603050405020304" pitchFamily="18" charset="0"/>
              </a:rPr>
              <a:t>Ðức</a:t>
            </a:r>
            <a:r>
              <a:rPr lang="vi-VN" sz="6800" b="1" dirty="0">
                <a:latin typeface="Times New Roman" panose="02020603050405020304" pitchFamily="18" charset="0"/>
                <a:cs typeface="Times New Roman" panose="02020603050405020304" pitchFamily="18" charset="0"/>
              </a:rPr>
              <a:t> Chúa Thánh Thần</a:t>
            </a:r>
            <a:r>
              <a:rPr lang="en-US" sz="6800" b="1" dirty="0">
                <a:latin typeface="Times New Roman" panose="02020603050405020304" pitchFamily="18" charset="0"/>
                <a:cs typeface="Times New Roman" panose="02020603050405020304" pitchFamily="18" charset="0"/>
              </a:rPr>
              <a:t> </a:t>
            </a:r>
            <a:r>
              <a:rPr lang="vi-VN" sz="6800" b="1" dirty="0">
                <a:latin typeface="Times New Roman" panose="02020603050405020304" pitchFamily="18" charset="0"/>
                <a:cs typeface="Times New Roman" panose="02020603050405020304" pitchFamily="18" charset="0"/>
              </a:rPr>
              <a:t>là Thiên Chúa và là </a:t>
            </a:r>
            <a:r>
              <a:rPr lang="vi-VN" sz="6800" b="1" dirty="0" err="1">
                <a:latin typeface="Times New Roman" panose="02020603050405020304" pitchFamily="18" charset="0"/>
                <a:cs typeface="Times New Roman" panose="02020603050405020304" pitchFamily="18" charset="0"/>
              </a:rPr>
              <a:t>Ðấng</a:t>
            </a:r>
            <a:r>
              <a:rPr lang="vi-VN" sz="6800" b="1" dirty="0">
                <a:latin typeface="Times New Roman" panose="02020603050405020304" pitchFamily="18" charset="0"/>
                <a:cs typeface="Times New Roman" panose="02020603050405020304" pitchFamily="18" charset="0"/>
              </a:rPr>
              <a:t> ban sự sống,</a:t>
            </a:r>
            <a:endParaRPr lang="vi-VN" sz="6800" b="1" spc="-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5318228"/>
      </p:ext>
    </p:extLst>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D9EAD-B639-18C3-F4C7-ED87CB2D6472}"/>
            </a:ext>
          </a:extLst>
        </p:cNvPr>
        <p:cNvGrpSpPr/>
        <p:nvPr/>
      </p:nvGrpSpPr>
      <p:grpSpPr>
        <a:xfrm>
          <a:off x="0" y="0"/>
          <a:ext cx="0" cy="0"/>
          <a:chOff x="0" y="0"/>
          <a:chExt cx="0" cy="0"/>
        </a:xfrm>
      </p:grpSpPr>
      <p:sp>
        <p:nvSpPr>
          <p:cNvPr id="7170" name="Subtitle 2">
            <a:extLst>
              <a:ext uri="{FF2B5EF4-FFF2-40B4-BE49-F238E27FC236}">
                <a16:creationId xmlns:a16="http://schemas.microsoft.com/office/drawing/2014/main" id="{6C388B8F-92EB-F8BC-C719-6F704A7EB62E}"/>
              </a:ext>
            </a:extLst>
          </p:cNvPr>
          <p:cNvSpPr>
            <a:spLocks noGrp="1"/>
          </p:cNvSpPr>
          <p:nvPr>
            <p:ph type="subTitle" idx="4294967295"/>
          </p:nvPr>
        </p:nvSpPr>
        <p:spPr>
          <a:xfrm>
            <a:off x="0" y="0"/>
            <a:ext cx="9144000" cy="5143500"/>
          </a:xfrm>
          <a:solidFill>
            <a:schemeClr val="bg1"/>
          </a:solidFill>
        </p:spPr>
        <p:txBody>
          <a:bodyPr anchor="ctr">
            <a:normAutofit/>
          </a:bodyPr>
          <a:lstStyle/>
          <a:p>
            <a:pPr marL="0" indent="0" algn="just">
              <a:spcBef>
                <a:spcPts val="0"/>
              </a:spcBef>
              <a:buNone/>
            </a:pPr>
            <a:r>
              <a:rPr lang="vi-VN" sz="7200" b="1" spc="-300" dirty="0">
                <a:latin typeface="Times New Roman" panose="02020603050405020304" pitchFamily="18" charset="0"/>
                <a:cs typeface="Times New Roman" panose="02020603050405020304" pitchFamily="18" charset="0"/>
              </a:rPr>
              <a:t>Người bởi </a:t>
            </a:r>
            <a:r>
              <a:rPr lang="vi-VN" sz="7200" b="1" spc="-300" dirty="0" err="1">
                <a:latin typeface="Times New Roman" panose="02020603050405020304" pitchFamily="18" charset="0"/>
                <a:cs typeface="Times New Roman" panose="02020603050405020304" pitchFamily="18" charset="0"/>
              </a:rPr>
              <a:t>Ðức</a:t>
            </a:r>
            <a:r>
              <a:rPr lang="vi-VN" sz="7200" b="1" spc="-300" dirty="0">
                <a:latin typeface="Times New Roman" panose="02020603050405020304" pitchFamily="18" charset="0"/>
                <a:cs typeface="Times New Roman" panose="02020603050405020304" pitchFamily="18" charset="0"/>
              </a:rPr>
              <a:t> Chúa Cha</a:t>
            </a:r>
            <a:r>
              <a:rPr lang="en-US" sz="7200" b="1" spc="-300" dirty="0">
                <a:latin typeface="Times New Roman" panose="02020603050405020304" pitchFamily="18" charset="0"/>
                <a:cs typeface="Times New Roman" panose="02020603050405020304" pitchFamily="18" charset="0"/>
              </a:rPr>
              <a:t> </a:t>
            </a:r>
            <a:r>
              <a:rPr lang="vi-VN" sz="7200" b="1" spc="-300" dirty="0">
                <a:latin typeface="Times New Roman" panose="02020603050405020304" pitchFamily="18" charset="0"/>
                <a:cs typeface="Times New Roman" panose="02020603050405020304" pitchFamily="18" charset="0"/>
              </a:rPr>
              <a:t>và </a:t>
            </a:r>
            <a:r>
              <a:rPr lang="vi-VN" sz="7200" b="1" spc="-300" dirty="0" err="1">
                <a:latin typeface="Times New Roman" panose="02020603050405020304" pitchFamily="18" charset="0"/>
                <a:cs typeface="Times New Roman" panose="02020603050405020304" pitchFamily="18" charset="0"/>
              </a:rPr>
              <a:t>Ðức</a:t>
            </a:r>
            <a:r>
              <a:rPr lang="vi-VN" sz="7200" b="1" spc="-300" dirty="0">
                <a:latin typeface="Times New Roman" panose="02020603050405020304" pitchFamily="18" charset="0"/>
                <a:cs typeface="Times New Roman" panose="02020603050405020304" pitchFamily="18" charset="0"/>
              </a:rPr>
              <a:t> Chúa Con mà ra.</a:t>
            </a:r>
            <a:r>
              <a:rPr lang="en-US" sz="7200" b="1" spc="-300" dirty="0">
                <a:latin typeface="Times New Roman" panose="02020603050405020304" pitchFamily="18" charset="0"/>
                <a:cs typeface="Times New Roman" panose="02020603050405020304" pitchFamily="18" charset="0"/>
              </a:rPr>
              <a:t> </a:t>
            </a:r>
            <a:r>
              <a:rPr lang="vi-VN" sz="7200" b="1" spc="-300" dirty="0">
                <a:latin typeface="Times New Roman" panose="02020603050405020304" pitchFamily="18" charset="0"/>
                <a:cs typeface="Times New Roman" panose="02020603050405020304" pitchFamily="18" charset="0"/>
              </a:rPr>
              <a:t>Người được phụng thờ và tôn vinh</a:t>
            </a:r>
          </a:p>
        </p:txBody>
      </p:sp>
    </p:spTree>
    <p:extLst>
      <p:ext uri="{BB962C8B-B14F-4D97-AF65-F5344CB8AC3E}">
        <p14:creationId xmlns:p14="http://schemas.microsoft.com/office/powerpoint/2010/main" val="2805427209"/>
      </p:ext>
    </p:extLst>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538FD-5A21-7921-46FA-C7BE1F5C88BC}"/>
            </a:ext>
          </a:extLst>
        </p:cNvPr>
        <p:cNvGrpSpPr/>
        <p:nvPr/>
      </p:nvGrpSpPr>
      <p:grpSpPr>
        <a:xfrm>
          <a:off x="0" y="0"/>
          <a:ext cx="0" cy="0"/>
          <a:chOff x="0" y="0"/>
          <a:chExt cx="0" cy="0"/>
        </a:xfrm>
      </p:grpSpPr>
      <p:sp>
        <p:nvSpPr>
          <p:cNvPr id="7170" name="Subtitle 2">
            <a:extLst>
              <a:ext uri="{FF2B5EF4-FFF2-40B4-BE49-F238E27FC236}">
                <a16:creationId xmlns:a16="http://schemas.microsoft.com/office/drawing/2014/main" id="{74836C57-81A1-171A-0033-498FC909B48D}"/>
              </a:ext>
            </a:extLst>
          </p:cNvPr>
          <p:cNvSpPr>
            <a:spLocks noGrp="1"/>
          </p:cNvSpPr>
          <p:nvPr>
            <p:ph type="subTitle" idx="4294967295"/>
          </p:nvPr>
        </p:nvSpPr>
        <p:spPr>
          <a:xfrm>
            <a:off x="0" y="0"/>
            <a:ext cx="9144000" cy="5143500"/>
          </a:xfrm>
          <a:solidFill>
            <a:schemeClr val="bg1"/>
          </a:solidFill>
        </p:spPr>
        <p:txBody>
          <a:bodyPr anchor="ctr">
            <a:normAutofit/>
          </a:bodyPr>
          <a:lstStyle/>
          <a:p>
            <a:pPr marL="0" indent="0" algn="just">
              <a:spcBef>
                <a:spcPts val="0"/>
              </a:spcBef>
              <a:buNone/>
            </a:pPr>
            <a:r>
              <a:rPr lang="vi-VN" sz="7200" b="1" spc="-300" dirty="0">
                <a:latin typeface="Times New Roman" panose="02020603050405020304" pitchFamily="18" charset="0"/>
                <a:cs typeface="Times New Roman" panose="02020603050405020304" pitchFamily="18" charset="0"/>
              </a:rPr>
              <a:t>cùng với </a:t>
            </a:r>
            <a:r>
              <a:rPr lang="vi-VN" sz="7200" b="1" spc="-300" dirty="0" err="1">
                <a:latin typeface="Times New Roman" panose="02020603050405020304" pitchFamily="18" charset="0"/>
                <a:cs typeface="Times New Roman" panose="02020603050405020304" pitchFamily="18" charset="0"/>
              </a:rPr>
              <a:t>Ðức</a:t>
            </a:r>
            <a:r>
              <a:rPr lang="vi-VN" sz="7200" b="1" spc="-300" dirty="0">
                <a:latin typeface="Times New Roman" panose="02020603050405020304" pitchFamily="18" charset="0"/>
                <a:cs typeface="Times New Roman" panose="02020603050405020304" pitchFamily="18" charset="0"/>
              </a:rPr>
              <a:t> Chúa Cha và </a:t>
            </a:r>
            <a:r>
              <a:rPr lang="vi-VN" sz="7200" b="1" spc="-300" dirty="0" err="1">
                <a:latin typeface="Times New Roman" panose="02020603050405020304" pitchFamily="18" charset="0"/>
                <a:cs typeface="Times New Roman" panose="02020603050405020304" pitchFamily="18" charset="0"/>
              </a:rPr>
              <a:t>Ðức</a:t>
            </a:r>
            <a:r>
              <a:rPr lang="vi-VN" sz="7200" b="1" spc="-300" dirty="0">
                <a:latin typeface="Times New Roman" panose="02020603050405020304" pitchFamily="18" charset="0"/>
                <a:cs typeface="Times New Roman" panose="02020603050405020304" pitchFamily="18" charset="0"/>
              </a:rPr>
              <a:t> Chúa Con:</a:t>
            </a:r>
          </a:p>
          <a:p>
            <a:pPr marL="0" indent="0" algn="just">
              <a:spcBef>
                <a:spcPts val="0"/>
              </a:spcBef>
              <a:buNone/>
            </a:pPr>
            <a:r>
              <a:rPr lang="vi-VN" sz="7200" b="1" spc="-300" dirty="0">
                <a:latin typeface="Times New Roman" panose="02020603050405020304" pitchFamily="18" charset="0"/>
                <a:cs typeface="Times New Roman" panose="02020603050405020304" pitchFamily="18" charset="0"/>
              </a:rPr>
              <a:t>Người đã dùng các tiên tri mà phán dạy.</a:t>
            </a:r>
          </a:p>
        </p:txBody>
      </p:sp>
    </p:spTree>
    <p:extLst>
      <p:ext uri="{BB962C8B-B14F-4D97-AF65-F5344CB8AC3E}">
        <p14:creationId xmlns:p14="http://schemas.microsoft.com/office/powerpoint/2010/main" val="400344294"/>
      </p:ext>
    </p:extLst>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2F050-3C0B-26B7-4342-5690FC93910A}"/>
            </a:ext>
          </a:extLst>
        </p:cNvPr>
        <p:cNvGrpSpPr/>
        <p:nvPr/>
      </p:nvGrpSpPr>
      <p:grpSpPr>
        <a:xfrm>
          <a:off x="0" y="0"/>
          <a:ext cx="0" cy="0"/>
          <a:chOff x="0" y="0"/>
          <a:chExt cx="0" cy="0"/>
        </a:xfrm>
      </p:grpSpPr>
      <p:sp>
        <p:nvSpPr>
          <p:cNvPr id="7170" name="Subtitle 2">
            <a:extLst>
              <a:ext uri="{FF2B5EF4-FFF2-40B4-BE49-F238E27FC236}">
                <a16:creationId xmlns:a16="http://schemas.microsoft.com/office/drawing/2014/main" id="{1725084F-0C50-CE5E-ED27-E9FD6D0F6769}"/>
              </a:ext>
            </a:extLst>
          </p:cNvPr>
          <p:cNvSpPr>
            <a:spLocks noGrp="1"/>
          </p:cNvSpPr>
          <p:nvPr>
            <p:ph type="subTitle" idx="4294967295"/>
          </p:nvPr>
        </p:nvSpPr>
        <p:spPr>
          <a:xfrm>
            <a:off x="0" y="0"/>
            <a:ext cx="9144000" cy="5143500"/>
          </a:xfrm>
          <a:solidFill>
            <a:schemeClr val="bg1"/>
          </a:solidFill>
        </p:spPr>
        <p:txBody>
          <a:bodyPr anchor="ctr">
            <a:normAutofit lnSpcReduction="10000"/>
          </a:bodyPr>
          <a:lstStyle/>
          <a:p>
            <a:pPr marL="0" indent="0" algn="just">
              <a:spcBef>
                <a:spcPts val="0"/>
              </a:spcBef>
              <a:buNone/>
            </a:pPr>
            <a:r>
              <a:rPr lang="vi-VN" sz="7200" b="1" spc="-300" dirty="0">
                <a:latin typeface="Times New Roman" panose="02020603050405020304" pitchFamily="18" charset="0"/>
                <a:cs typeface="Times New Roman" panose="02020603050405020304" pitchFamily="18" charset="0"/>
              </a:rPr>
              <a:t>Tôi tin Hội thánh duy nhất, thánh thiện,</a:t>
            </a:r>
            <a:r>
              <a:rPr lang="en-US" sz="7200" b="1" spc="-300" dirty="0">
                <a:latin typeface="Times New Roman" panose="02020603050405020304" pitchFamily="18" charset="0"/>
                <a:cs typeface="Times New Roman" panose="02020603050405020304" pitchFamily="18" charset="0"/>
              </a:rPr>
              <a:t> </a:t>
            </a:r>
            <a:r>
              <a:rPr lang="vi-VN" sz="7200" b="1" spc="-300" dirty="0">
                <a:latin typeface="Times New Roman" panose="02020603050405020304" pitchFamily="18" charset="0"/>
                <a:cs typeface="Times New Roman" panose="02020603050405020304" pitchFamily="18" charset="0"/>
              </a:rPr>
              <a:t>công giáo và tông truyền.</a:t>
            </a:r>
          </a:p>
          <a:p>
            <a:pPr marL="0" indent="0" algn="just">
              <a:spcBef>
                <a:spcPts val="0"/>
              </a:spcBef>
              <a:buNone/>
            </a:pPr>
            <a:r>
              <a:rPr lang="vi-VN" sz="7200" b="1" spc="-300" dirty="0">
                <a:latin typeface="Times New Roman" panose="02020603050405020304" pitchFamily="18" charset="0"/>
                <a:cs typeface="Times New Roman" panose="02020603050405020304" pitchFamily="18" charset="0"/>
              </a:rPr>
              <a:t>Tôi tuyên xưng có một Phép Rửa để tha tội.</a:t>
            </a:r>
          </a:p>
        </p:txBody>
      </p:sp>
    </p:spTree>
    <p:extLst>
      <p:ext uri="{BB962C8B-B14F-4D97-AF65-F5344CB8AC3E}">
        <p14:creationId xmlns:p14="http://schemas.microsoft.com/office/powerpoint/2010/main" val="2530891263"/>
      </p:ext>
    </p:extLst>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6A625-7D15-6486-562E-C10F5B43AFC1}"/>
            </a:ext>
          </a:extLst>
        </p:cNvPr>
        <p:cNvGrpSpPr/>
        <p:nvPr/>
      </p:nvGrpSpPr>
      <p:grpSpPr>
        <a:xfrm>
          <a:off x="0" y="0"/>
          <a:ext cx="0" cy="0"/>
          <a:chOff x="0" y="0"/>
          <a:chExt cx="0" cy="0"/>
        </a:xfrm>
      </p:grpSpPr>
      <p:sp>
        <p:nvSpPr>
          <p:cNvPr id="7170" name="Subtitle 2">
            <a:extLst>
              <a:ext uri="{FF2B5EF4-FFF2-40B4-BE49-F238E27FC236}">
                <a16:creationId xmlns:a16="http://schemas.microsoft.com/office/drawing/2014/main" id="{1FA55E2C-9F42-E4AD-447A-B8389F4E6E51}"/>
              </a:ext>
            </a:extLst>
          </p:cNvPr>
          <p:cNvSpPr>
            <a:spLocks noGrp="1"/>
          </p:cNvSpPr>
          <p:nvPr>
            <p:ph type="subTitle" idx="4294967295"/>
          </p:nvPr>
        </p:nvSpPr>
        <p:spPr>
          <a:xfrm>
            <a:off x="0" y="0"/>
            <a:ext cx="9144000" cy="5143500"/>
          </a:xfrm>
          <a:solidFill>
            <a:schemeClr val="bg1"/>
          </a:solidFill>
        </p:spPr>
        <p:txBody>
          <a:bodyPr anchor="ctr">
            <a:normAutofit/>
          </a:bodyPr>
          <a:lstStyle/>
          <a:p>
            <a:pPr marL="0" indent="0" algn="just">
              <a:spcBef>
                <a:spcPts val="0"/>
              </a:spcBef>
              <a:buNone/>
            </a:pPr>
            <a:r>
              <a:rPr lang="vi-VN" sz="7200" b="1" spc="-300" dirty="0">
                <a:latin typeface="Times New Roman" panose="02020603050405020304" pitchFamily="18" charset="0"/>
                <a:cs typeface="Times New Roman" panose="02020603050405020304" pitchFamily="18" charset="0"/>
              </a:rPr>
              <a:t>Tôi trông đợi kẻ chết sống lại</a:t>
            </a:r>
            <a:r>
              <a:rPr lang="en-US" sz="7200" b="1" spc="-300" dirty="0">
                <a:latin typeface="Times New Roman" panose="02020603050405020304" pitchFamily="18" charset="0"/>
                <a:cs typeface="Times New Roman" panose="02020603050405020304" pitchFamily="18" charset="0"/>
              </a:rPr>
              <a:t> </a:t>
            </a:r>
            <a:r>
              <a:rPr lang="vi-VN" sz="7200" b="1" spc="-300" dirty="0">
                <a:latin typeface="Times New Roman" panose="02020603050405020304" pitchFamily="18" charset="0"/>
                <a:cs typeface="Times New Roman" panose="02020603050405020304" pitchFamily="18" charset="0"/>
              </a:rPr>
              <a:t>và sự sống đời sau.</a:t>
            </a:r>
            <a:r>
              <a:rPr lang="en-US" sz="7200" b="1" spc="-300" dirty="0">
                <a:latin typeface="Times New Roman" panose="02020603050405020304" pitchFamily="18" charset="0"/>
                <a:cs typeface="Times New Roman" panose="02020603050405020304" pitchFamily="18" charset="0"/>
              </a:rPr>
              <a:t> </a:t>
            </a:r>
            <a:r>
              <a:rPr lang="vi-VN" sz="7200" b="1" spc="-300" dirty="0" err="1">
                <a:solidFill>
                  <a:srgbClr val="FF0000"/>
                </a:solidFill>
                <a:latin typeface="Times New Roman" panose="02020603050405020304" pitchFamily="18" charset="0"/>
                <a:cs typeface="Times New Roman" panose="02020603050405020304" pitchFamily="18" charset="0"/>
              </a:rPr>
              <a:t>Amen</a:t>
            </a:r>
            <a:r>
              <a:rPr lang="vi-VN" sz="7200" b="1" spc="-3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95677237"/>
      </p:ext>
    </p:extLst>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FC1E727-50DC-B6A5-E5B8-53F9BEEFEAB1}"/>
            </a:ext>
          </a:extLst>
        </p:cNvPr>
        <p:cNvGrpSpPr/>
        <p:nvPr/>
      </p:nvGrpSpPr>
      <p:grpSpPr>
        <a:xfrm>
          <a:off x="0" y="0"/>
          <a:ext cx="0" cy="0"/>
          <a:chOff x="0" y="0"/>
          <a:chExt cx="0" cy="0"/>
        </a:xfrm>
      </p:grpSpPr>
    </p:spTree>
    <p:extLst>
      <p:ext uri="{BB962C8B-B14F-4D97-AF65-F5344CB8AC3E}">
        <p14:creationId xmlns:p14="http://schemas.microsoft.com/office/powerpoint/2010/main" val="96819986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31039-3454-3E7F-364A-18C0FA7D01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2F32DC-9B83-B46C-8BF4-6344E3FAAC74}"/>
              </a:ext>
            </a:extLst>
          </p:cNvPr>
          <p:cNvSpPr>
            <a:spLocks noGrp="1"/>
          </p:cNvSpPr>
          <p:nvPr>
            <p:ph type="ctrTitle"/>
          </p:nvPr>
        </p:nvSpPr>
        <p:spPr>
          <a:xfrm>
            <a:off x="457200" y="742950"/>
            <a:ext cx="8229600" cy="3048000"/>
          </a:xfrm>
        </p:spPr>
        <p:txBody>
          <a:bodyPr lIns="91440" tIns="0" rIns="91440" bIns="0" anchor="b">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D</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3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4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64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4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6400" b="1" dirty="0">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Trường </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Cửu</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81039413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D9639-1BB3-9418-46CF-00EB0AEE3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4A499C-A97E-79EF-ED19-E090AEBBEC1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000" b="1" dirty="0" err="1">
                <a:effectLst/>
                <a:latin typeface="Times New Roman (Headings)"/>
                <a:cs typeface="Arial" panose="020B0604020202020204" pitchFamily="34" charset="0"/>
              </a:rPr>
              <a:t>ĐK</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Đây</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là</a:t>
            </a:r>
            <a:r>
              <a:rPr lang="en-US" sz="7000" b="1" dirty="0">
                <a:effectLst/>
                <a:latin typeface="Times New Roman (Headings)"/>
                <a:cs typeface="Arial" panose="020B0604020202020204" pitchFamily="34" charset="0"/>
              </a:rPr>
              <a:t> Thánh </a:t>
            </a:r>
            <a:r>
              <a:rPr lang="en-US" sz="7000" b="1" dirty="0" err="1">
                <a:effectLst/>
                <a:latin typeface="Times New Roman (Headings)"/>
                <a:cs typeface="Arial" panose="020B0604020202020204" pitchFamily="34" charset="0"/>
              </a:rPr>
              <a:t>lễ</a:t>
            </a:r>
            <a:r>
              <a:rPr lang="en-US" sz="7000" b="1" dirty="0">
                <a:effectLst/>
                <a:latin typeface="Times New Roman (Headings)"/>
                <a:cs typeface="Arial" panose="020B0604020202020204" pitchFamily="34" charset="0"/>
              </a:rPr>
              <a:t> hy </a:t>
            </a:r>
            <a:r>
              <a:rPr lang="en-US" sz="7000" b="1" dirty="0" err="1">
                <a:effectLst/>
                <a:latin typeface="Times New Roman (Headings)"/>
                <a:cs typeface="Arial" panose="020B0604020202020204" pitchFamily="34" charset="0"/>
              </a:rPr>
              <a:t>sinh</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trên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núi</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sọ</a:t>
            </a:r>
            <a:r>
              <a:rPr lang="en-US" sz="7000" b="1" dirty="0">
                <a:effectLst/>
                <a:latin typeface="Times New Roman (Headings)"/>
                <a:cs typeface="Arial" panose="020B0604020202020204" pitchFamily="34" charset="0"/>
              </a:rPr>
              <a:t>. Chúa </a:t>
            </a:r>
            <a:r>
              <a:rPr lang="en-US" sz="7000" b="1" dirty="0" err="1">
                <a:effectLst/>
                <a:latin typeface="Times New Roman (Headings)"/>
                <a:cs typeface="Arial" panose="020B0604020202020204" pitchFamily="34" charset="0"/>
              </a:rPr>
              <a:t>cả</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hiến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mình</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để</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cứu</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chuộc</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trần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gian</a:t>
            </a:r>
            <a:r>
              <a:rPr lang="en-US" sz="7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76871552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12A60-67F7-CDBC-E973-B3A7FDAF32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DF8E87-4413-7DB9-20AC-EF6EA30AFFF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Times New Roman" panose="02020603050405020304" pitchFamily="18" charset="0"/>
              </a:rPr>
              <a:t>Trên bàn thờ nay trong bánh thơm rượu nho. Chúng con kết hợp dâng lễ cha nhân lành.</a:t>
            </a:r>
            <a:endParaRPr lang="en-US" sz="7200" b="1" dirty="0">
              <a:effectLst/>
              <a:latin typeface="Times New Roman (Headings)"/>
              <a:cs typeface="Times New Roman" panose="02020603050405020304" pitchFamily="18" charset="0"/>
            </a:endParaRPr>
          </a:p>
        </p:txBody>
      </p:sp>
    </p:spTree>
    <p:extLst>
      <p:ext uri="{BB962C8B-B14F-4D97-AF65-F5344CB8AC3E}">
        <p14:creationId xmlns:p14="http://schemas.microsoft.com/office/powerpoint/2010/main" val="81354424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936C1-6A24-9248-2395-1CC9240F8A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390758-7897-9359-9C15-BC6220B7A2B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1. Đây con tin yêu với cả lòng con. Hợp cùng Mẹ Thánh đứng gần Thánh giá.</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463901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5CAAE-B1FD-02CC-3A91-3E5DE00730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249245-1C8A-ADF2-89F8-2F23E67AEC5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Dâng cha khoan nhân Thánh lễ tạ ơn lễ dâng đền tạ phúc ân hải hà.</a:t>
            </a:r>
            <a:endParaRPr lang="en-US" sz="7500" b="1" dirty="0">
              <a:effectLst/>
              <a:latin typeface="Times New Roman (Headings)"/>
              <a:cs typeface="Times New Roman" panose="02020603050405020304" pitchFamily="18" charset="0"/>
            </a:endParaRPr>
          </a:p>
        </p:txBody>
      </p:sp>
    </p:spTree>
    <p:extLst>
      <p:ext uri="{BB962C8B-B14F-4D97-AF65-F5344CB8AC3E}">
        <p14:creationId xmlns:p14="http://schemas.microsoft.com/office/powerpoint/2010/main" val="404727713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04B04-8D3D-0213-A352-289B985C21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5A7AE2-5309-640C-2B28-210AF544CDB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000" b="1" dirty="0" err="1">
                <a:effectLst/>
                <a:latin typeface="Times New Roman (Headings)"/>
                <a:cs typeface="Arial" panose="020B0604020202020204" pitchFamily="34" charset="0"/>
              </a:rPr>
              <a:t>ĐK</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Đây</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là</a:t>
            </a:r>
            <a:r>
              <a:rPr lang="en-US" sz="7000" b="1" dirty="0">
                <a:effectLst/>
                <a:latin typeface="Times New Roman (Headings)"/>
                <a:cs typeface="Arial" panose="020B0604020202020204" pitchFamily="34" charset="0"/>
              </a:rPr>
              <a:t> Thánh </a:t>
            </a:r>
            <a:r>
              <a:rPr lang="en-US" sz="7000" b="1" dirty="0" err="1">
                <a:effectLst/>
                <a:latin typeface="Times New Roman (Headings)"/>
                <a:cs typeface="Arial" panose="020B0604020202020204" pitchFamily="34" charset="0"/>
              </a:rPr>
              <a:t>lễ</a:t>
            </a:r>
            <a:r>
              <a:rPr lang="en-US" sz="7000" b="1" dirty="0">
                <a:effectLst/>
                <a:latin typeface="Times New Roman (Headings)"/>
                <a:cs typeface="Arial" panose="020B0604020202020204" pitchFamily="34" charset="0"/>
              </a:rPr>
              <a:t> hy </a:t>
            </a:r>
            <a:r>
              <a:rPr lang="en-US" sz="7000" b="1" dirty="0" err="1">
                <a:effectLst/>
                <a:latin typeface="Times New Roman (Headings)"/>
                <a:cs typeface="Arial" panose="020B0604020202020204" pitchFamily="34" charset="0"/>
              </a:rPr>
              <a:t>sinh</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trên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núi</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sọ</a:t>
            </a:r>
            <a:r>
              <a:rPr lang="en-US" sz="7000" b="1" dirty="0">
                <a:effectLst/>
                <a:latin typeface="Times New Roman (Headings)"/>
                <a:cs typeface="Arial" panose="020B0604020202020204" pitchFamily="34" charset="0"/>
              </a:rPr>
              <a:t>. Chúa </a:t>
            </a:r>
            <a:r>
              <a:rPr lang="en-US" sz="7000" b="1" dirty="0" err="1">
                <a:effectLst/>
                <a:latin typeface="Times New Roman (Headings)"/>
                <a:cs typeface="Arial" panose="020B0604020202020204" pitchFamily="34" charset="0"/>
              </a:rPr>
              <a:t>cả</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hiến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mình</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để</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cứu</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chuộc</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trần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gian</a:t>
            </a:r>
            <a:r>
              <a:rPr lang="en-US" sz="7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00694129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3BEF5-943B-F654-0C85-B9B296B04D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03EF8A-7A96-0089-EA49-EC3DC241CA2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Times New Roman" panose="02020603050405020304" pitchFamily="18" charset="0"/>
              </a:rPr>
              <a:t>Trên bàn thờ nay trong bánh thơm rượu nho. Chúng con kết hợp dâng lễ cha nhân lành.</a:t>
            </a:r>
            <a:endParaRPr lang="en-US" sz="7200" b="1" dirty="0">
              <a:effectLst/>
              <a:latin typeface="Times New Roman (Headings)"/>
              <a:cs typeface="Times New Roman" panose="02020603050405020304" pitchFamily="18" charset="0"/>
            </a:endParaRPr>
          </a:p>
        </p:txBody>
      </p:sp>
    </p:spTree>
    <p:extLst>
      <p:ext uri="{BB962C8B-B14F-4D97-AF65-F5344CB8AC3E}">
        <p14:creationId xmlns:p14="http://schemas.microsoft.com/office/powerpoint/2010/main" val="128451811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B533D-2A68-371C-95B6-CD9A1A5ED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9066E8-73A8-7251-9345-66FA2A73951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a:effectLst/>
                <a:latin typeface="Times New Roman (Headings)"/>
                <a:cs typeface="Arial" panose="020B0604020202020204" pitchFamily="34" charset="0"/>
              </a:rPr>
              <a:t>1. Con </a:t>
            </a:r>
            <a:r>
              <a:rPr lang="en-US" sz="7500" b="1" dirty="0" err="1">
                <a:effectLst/>
                <a:latin typeface="Times New Roman (Headings)"/>
                <a:cs typeface="Arial" panose="020B0604020202020204" pitchFamily="34" charset="0"/>
              </a:rPr>
              <a:t>xin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dâng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lên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trót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cả</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cuộc</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đời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Hợp</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cùng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Hội</a:t>
            </a:r>
            <a:r>
              <a:rPr lang="en-US" sz="7500" b="1" dirty="0">
                <a:effectLst/>
                <a:latin typeface="Times New Roman (Headings)"/>
                <a:cs typeface="Arial" panose="020B0604020202020204" pitchFamily="34" charset="0"/>
              </a:rPr>
              <a:t> Thánh </a:t>
            </a:r>
            <a:r>
              <a:rPr lang="en-US" sz="7500" b="1" dirty="0" err="1">
                <a:effectLst/>
                <a:latin typeface="Times New Roman (Headings)"/>
                <a:cs typeface="Arial" panose="020B0604020202020204" pitchFamily="34" charset="0"/>
              </a:rPr>
              <a:t>đang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làm</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của</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lễ</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2019496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080D0-E79D-C75E-4F34-BDBC34465F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A81527-6C51-0D8E-341F-5E9D460F5D4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Times New Roman" panose="02020603050405020304" pitchFamily="18" charset="0"/>
              </a:rPr>
              <a:t>Con xin dâng lên Thánh lễ mọi nơi Chúa ưng mọi bề xuống ơn tràn trề.</a:t>
            </a:r>
            <a:endParaRPr lang="en-US" sz="7500" b="1" dirty="0">
              <a:effectLst/>
              <a:latin typeface="Times New Roman (Headings)"/>
              <a:cs typeface="Times New Roman" panose="02020603050405020304" pitchFamily="18" charset="0"/>
            </a:endParaRPr>
          </a:p>
        </p:txBody>
      </p:sp>
    </p:spTree>
    <p:extLst>
      <p:ext uri="{BB962C8B-B14F-4D97-AF65-F5344CB8AC3E}">
        <p14:creationId xmlns:p14="http://schemas.microsoft.com/office/powerpoint/2010/main" val="250237570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D76F1-FD93-8A91-EDD4-E48B3D2F7F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C9393A-FD97-8EFC-207B-1F0189C820E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09547820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a:latin typeface="Times New Roman (Headings)"/>
                <a:cs typeface="Arial" panose="020B0604020202020204" pitchFamily="34" charset="0"/>
              </a:rPr>
              <a:t>Chúa </a:t>
            </a:r>
            <a:r>
              <a:rPr lang="en-US" sz="8000" b="1" dirty="0" err="1">
                <a:latin typeface="Times New Roman (Headings)"/>
                <a:cs typeface="Arial" panose="020B0604020202020204" pitchFamily="34" charset="0"/>
              </a:rPr>
              <a:t>nói</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Đây</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chính</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là</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Mình</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Thầy</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hiến</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tế</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vì</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anh</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em</a:t>
            </a:r>
            <a:r>
              <a:rPr lang="en-US" sz="8000" b="1" dirty="0">
                <a:latin typeface="Times New Roman (Headings)"/>
                <a:cs typeface="Arial" panose="020B0604020202020204" pitchFamily="34" charset="0"/>
              </a:rPr>
              <a:t>.</a:t>
            </a:r>
            <a:endParaRPr lang="en-US" sz="8000" b="1" dirty="0">
              <a:effectLst/>
              <a:latin typeface="Times New Roman (Headings)"/>
              <a:cs typeface="Arial" panose="020B0604020202020204" pitchFamily="34" charset="0"/>
            </a:endParaRP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1"/>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3600" b="1" dirty="0">
                <a:solidFill>
                  <a:srgbClr val="FF0000"/>
                </a:solidFill>
                <a:latin typeface="Times New Roman" panose="02020603050405020304" pitchFamily="18" charset="0"/>
                <a:cs typeface="Times New Roman" panose="02020603050405020304" pitchFamily="18" charset="0"/>
              </a:rPr>
              <a:t>CA HIỆP LỄ</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C541D-0CC2-F6D4-5749-C71D383CA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AE62D-0423-B6CC-200E-C8FCC62E86A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latin typeface="Times New Roman (Headings)"/>
                <a:cs typeface="Arial" panose="020B0604020202020204" pitchFamily="34" charset="0"/>
              </a:rPr>
              <a:t>Đây</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là</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chén</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Máu</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Thầy</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máu</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của</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giao</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ước</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mới</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Mỗi</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khi</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ăn</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và</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uống</a:t>
            </a:r>
            <a:r>
              <a:rPr lang="en-US" sz="8000" b="1" dirty="0">
                <a:latin typeface="Times New Roman (Headings)"/>
                <a:cs typeface="Arial" panose="020B0604020202020204" pitchFamily="34" charset="0"/>
              </a:rPr>
              <a: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1896489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53D6D-A385-B0AE-F180-330AE309A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CE017-BAEE-C41B-BE89-AB72B4D6D624}"/>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a:latin typeface="Times New Roman (Headings)"/>
                <a:cs typeface="Arial" panose="020B0604020202020204" pitchFamily="34" charset="0"/>
              </a:rPr>
              <a:t>Anh </a:t>
            </a:r>
            <a:r>
              <a:rPr lang="en-US" sz="8800" b="1" dirty="0" err="1">
                <a:latin typeface="Times New Roman (Headings)"/>
                <a:cs typeface="Arial" panose="020B0604020202020204" pitchFamily="34" charset="0"/>
              </a:rPr>
              <a:t>em</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hãy</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làm</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việc</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này</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để</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tưởng</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nhớ</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đến</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Thầy</a:t>
            </a:r>
            <a:r>
              <a:rPr lang="en-US" sz="8800" b="1" dirty="0">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7635762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C95F3-B4EB-63B4-9316-7553221924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1B0499-28FB-DE88-7ED6-4994F19B6B34}"/>
              </a:ext>
            </a:extLst>
          </p:cNvPr>
          <p:cNvSpPr>
            <a:spLocks noGrp="1"/>
          </p:cNvSpPr>
          <p:nvPr>
            <p:ph type="ctrTitle"/>
          </p:nvPr>
        </p:nvSpPr>
        <p:spPr>
          <a:xfrm>
            <a:off x="609600" y="756744"/>
            <a:ext cx="7848600" cy="2958006"/>
          </a:xfrm>
        </p:spPr>
        <p:txBody>
          <a:bodyPr lIns="91440" tIns="0" rIns="91440" bIns="0" anchor="b">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ĐIỀU</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RĂN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MỚI</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7881141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2AFCE-7081-F071-261D-4E469B710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DB8AF-DBC1-FC77-9BEB-926C6D7AF5D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200" b="1" dirty="0" err="1">
                <a:effectLst/>
                <a:latin typeface="Times New Roman (Headings)"/>
                <a:cs typeface="Arial" panose="020B0604020202020204" pitchFamily="34" charset="0"/>
              </a:rPr>
              <a:t>ĐK</a:t>
            </a:r>
            <a:r>
              <a:rPr lang="vi-VN" sz="6200" b="1" dirty="0">
                <a:effectLst/>
                <a:latin typeface="Times New Roman (Headings)"/>
                <a:cs typeface="Arial" panose="020B0604020202020204" pitchFamily="34" charset="0"/>
              </a:rPr>
              <a:t>. </a:t>
            </a:r>
            <a:r>
              <a:rPr lang="vi-VN" sz="6200" b="1" i="1" dirty="0">
                <a:effectLst/>
                <a:latin typeface="Times New Roman (Headings)"/>
                <a:cs typeface="Arial" panose="020B0604020202020204" pitchFamily="34" charset="0"/>
              </a:rPr>
              <a:t>(Thầy ban cho anh em)</a:t>
            </a:r>
            <a:r>
              <a:rPr lang="vi-VN" sz="6200" b="1" dirty="0">
                <a:effectLst/>
                <a:latin typeface="Times New Roman (Headings)"/>
                <a:cs typeface="Arial" panose="020B0604020202020204" pitchFamily="34" charset="0"/>
              </a:rPr>
              <a:t> Thầy ban cho anh em một điều răn mới, là hãy yêu thương nhau như Thầy yêu thương anh em.</a:t>
            </a:r>
            <a:endParaRPr lang="en-US" sz="6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4230158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9D17F-CF2E-339F-EC54-FBAE1DED1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44D9BF-8FAF-06D2-C497-C7325FD962E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800" b="1" i="1" dirty="0">
                <a:effectLst/>
                <a:latin typeface="Times New Roman (Headings)"/>
                <a:cs typeface="Arial" panose="020B0604020202020204" pitchFamily="34" charset="0"/>
              </a:rPr>
              <a:t>(Chính dấu hiệu này) </a:t>
            </a:r>
            <a:r>
              <a:rPr lang="vi-VN" sz="6800" b="1" dirty="0">
                <a:effectLst/>
                <a:latin typeface="Times New Roman (Headings)"/>
                <a:cs typeface="Arial" panose="020B0604020202020204" pitchFamily="34" charset="0"/>
              </a:rPr>
              <a:t>Chính dấu hiệu này mọi người nhận biết anh em là môn đệ Thầy, là anh em mến thương nhau.</a:t>
            </a:r>
            <a:endParaRPr lang="en-US" sz="6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2476683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AD283-E5B9-82A5-DF6A-D489254DB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285C4-B75F-8349-94FC-FEBA83FF2CA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600" b="1" dirty="0">
                <a:effectLst/>
                <a:latin typeface="Times New Roman (Headings)"/>
                <a:cs typeface="Arial" panose="020B0604020202020204" pitchFamily="34" charset="0"/>
              </a:rPr>
              <a:t>1. Chúa đã hy sinh chính thân mình minh chứng tình yêu. Chúa đã hy sinh cho con được niềm vui sự sống.</a:t>
            </a:r>
            <a:endParaRPr lang="en-US" sz="6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87072061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AB774-A7BD-8985-618D-028109CC2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552E1-8441-8AA0-CFF9-790C1DE7AD2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600" b="1" dirty="0">
                <a:effectLst/>
                <a:latin typeface="Times New Roman (Headings)"/>
                <a:cs typeface="Arial" panose="020B0604020202020204" pitchFamily="34" charset="0"/>
              </a:rPr>
              <a:t>Tình Ngài bừng sáng trong con thoát miền tối tăm, diệt hết hận thù oán căm để yêu thương thắm nồng muôn năm.</a:t>
            </a:r>
            <a:endParaRPr lang="en-US" sz="6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36259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BBC68-88FB-8A08-E847-1C2492C6BB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4E33CD-22B2-CC2E-EBAA-AD779CBAFCD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200" b="1" dirty="0" err="1">
                <a:effectLst/>
                <a:latin typeface="Times New Roman (Headings)"/>
                <a:cs typeface="Arial" panose="020B0604020202020204" pitchFamily="34" charset="0"/>
              </a:rPr>
              <a:t>ĐK</a:t>
            </a:r>
            <a:r>
              <a:rPr lang="vi-VN" sz="6200" b="1" dirty="0">
                <a:effectLst/>
                <a:latin typeface="Times New Roman (Headings)"/>
                <a:cs typeface="Arial" panose="020B0604020202020204" pitchFamily="34" charset="0"/>
              </a:rPr>
              <a:t>. </a:t>
            </a:r>
            <a:r>
              <a:rPr lang="vi-VN" sz="6200" b="1" i="1" dirty="0">
                <a:effectLst/>
                <a:latin typeface="Times New Roman (Headings)"/>
                <a:cs typeface="Arial" panose="020B0604020202020204" pitchFamily="34" charset="0"/>
              </a:rPr>
              <a:t>(Thầy ban cho anh em)</a:t>
            </a:r>
            <a:r>
              <a:rPr lang="vi-VN" sz="6200" b="1" dirty="0">
                <a:effectLst/>
                <a:latin typeface="Times New Roman (Headings)"/>
                <a:cs typeface="Arial" panose="020B0604020202020204" pitchFamily="34" charset="0"/>
              </a:rPr>
              <a:t> Thầy ban cho anh em một điều răn mới, là hãy yêu thương nhau như Thầy yêu thương anh em.</a:t>
            </a:r>
            <a:endParaRPr lang="en-US" sz="6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5056317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7C12C-37B4-58A4-CFD6-8C88202D65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D3D348-C933-BDAB-9885-EB3BF5227C5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800" b="1" i="1" dirty="0">
                <a:effectLst/>
                <a:latin typeface="Times New Roman (Headings)"/>
                <a:cs typeface="Arial" panose="020B0604020202020204" pitchFamily="34" charset="0"/>
              </a:rPr>
              <a:t>(Chính dấu hiệu này) </a:t>
            </a:r>
            <a:r>
              <a:rPr lang="vi-VN" sz="6800" b="1" dirty="0">
                <a:effectLst/>
                <a:latin typeface="Times New Roman (Headings)"/>
                <a:cs typeface="Arial" panose="020B0604020202020204" pitchFamily="34" charset="0"/>
              </a:rPr>
              <a:t>Chính dấu hiệu này mọi người nhận biết anh em là môn đệ Thầy, là anh em mến thương nhau.</a:t>
            </a:r>
            <a:endParaRPr lang="en-US" sz="6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2258399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B8967-8F8C-D691-63FF-0426D222C7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A894D1-CCC9-044C-6D52-173AC6AC849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600" b="1" dirty="0">
                <a:effectLst/>
                <a:latin typeface="Times New Roman (Headings)"/>
                <a:cs typeface="Arial" panose="020B0604020202020204" pitchFamily="34" charset="0"/>
              </a:rPr>
              <a:t>2. Hãy đến với nhau với tấm lòng yêu mến sạch trong. Hãy đến với nhau không nghi kỵ và không thành kiến.</a:t>
            </a:r>
            <a:endParaRPr lang="en-US" sz="6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4628908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B6234-B306-C16A-61BD-373D8A435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FA53AD-AB8C-D8D2-52FA-CDA4B658655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600" b="1" dirty="0">
                <a:effectLst/>
                <a:latin typeface="Times New Roman (Headings)"/>
                <a:cs typeface="Arial" panose="020B0604020202020204" pitchFamily="34" charset="0"/>
              </a:rPr>
              <a:t>Đừng vì tự ái bon chen sống đời nhỏ nhen, cần </a:t>
            </a:r>
            <a:r>
              <a:rPr lang="vi-VN" sz="6600" b="1" dirty="0" err="1">
                <a:effectLst/>
                <a:latin typeface="Times New Roman (Headings)"/>
                <a:cs typeface="Arial" panose="020B0604020202020204" pitchFamily="34" charset="0"/>
              </a:rPr>
              <a:t>xoá</a:t>
            </a:r>
            <a:r>
              <a:rPr lang="vi-VN" sz="6600" b="1" dirty="0">
                <a:effectLst/>
                <a:latin typeface="Times New Roman (Headings)"/>
                <a:cs typeface="Arial" panose="020B0604020202020204" pitchFamily="34" charset="0"/>
              </a:rPr>
              <a:t> đi mọi ghét ghen để yêu thương sáng ngời muôn nơi.</a:t>
            </a:r>
            <a:endParaRPr lang="en-US" sz="6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5965098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6F280-6979-5776-3E1B-3E4C8FD047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0A1B5C-D67B-2931-CD3F-BE0B6F8BD82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200" b="1" dirty="0" err="1">
                <a:effectLst/>
                <a:latin typeface="Times New Roman (Headings)"/>
                <a:cs typeface="Arial" panose="020B0604020202020204" pitchFamily="34" charset="0"/>
              </a:rPr>
              <a:t>ĐK</a:t>
            </a:r>
            <a:r>
              <a:rPr lang="vi-VN" sz="6200" b="1" dirty="0">
                <a:effectLst/>
                <a:latin typeface="Times New Roman (Headings)"/>
                <a:cs typeface="Arial" panose="020B0604020202020204" pitchFamily="34" charset="0"/>
              </a:rPr>
              <a:t>. </a:t>
            </a:r>
            <a:r>
              <a:rPr lang="vi-VN" sz="6200" b="1" i="1" dirty="0">
                <a:effectLst/>
                <a:latin typeface="Times New Roman (Headings)"/>
                <a:cs typeface="Arial" panose="020B0604020202020204" pitchFamily="34" charset="0"/>
              </a:rPr>
              <a:t>(Thầy ban cho anh em)</a:t>
            </a:r>
            <a:r>
              <a:rPr lang="vi-VN" sz="6200" b="1" dirty="0">
                <a:effectLst/>
                <a:latin typeface="Times New Roman (Headings)"/>
                <a:cs typeface="Arial" panose="020B0604020202020204" pitchFamily="34" charset="0"/>
              </a:rPr>
              <a:t> Thầy ban cho anh em một điều răn mới, là hãy yêu thương nhau như Thầy yêu thương anh em.</a:t>
            </a:r>
            <a:endParaRPr lang="en-US" sz="6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631375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27DDB-4D1E-AAAD-8180-55DFF73C7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29D45-11E8-1A6C-A6D4-C6923947FD1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800" b="1" i="1" dirty="0">
                <a:effectLst/>
                <a:latin typeface="Times New Roman (Headings)"/>
                <a:cs typeface="Arial" panose="020B0604020202020204" pitchFamily="34" charset="0"/>
              </a:rPr>
              <a:t>(Chính dấu hiệu này) </a:t>
            </a:r>
            <a:r>
              <a:rPr lang="vi-VN" sz="6800" b="1" dirty="0">
                <a:effectLst/>
                <a:latin typeface="Times New Roman (Headings)"/>
                <a:cs typeface="Arial" panose="020B0604020202020204" pitchFamily="34" charset="0"/>
              </a:rPr>
              <a:t>Chính dấu hiệu này mọi người nhận biết anh em là môn đệ Thầy, là anh em mến thương nhau.</a:t>
            </a:r>
            <a:endParaRPr lang="en-US" sz="6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1625172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8205A-2341-F17A-00B5-C22B2C821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15066-5E90-4FB7-2878-E763D87740C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600" b="1" dirty="0">
                <a:effectLst/>
                <a:latin typeface="Times New Roman (Headings)"/>
                <a:cs typeface="Arial" panose="020B0604020202020204" pitchFamily="34" charset="0"/>
              </a:rPr>
              <a:t>3. Thế giới hôm nay như sa mạc khô vắng tình yêu. Thế giới hôm nay đang mong chờ tình yêu đổi mới.</a:t>
            </a:r>
            <a:endParaRPr lang="en-US" sz="6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7113275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A5DB1-5EA8-F461-630B-2E1AFCC3B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91F3F-50A9-8250-1C6C-81130F25EB4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600" b="1" dirty="0">
                <a:effectLst/>
                <a:latin typeface="Times New Roman (Headings)"/>
                <a:cs typeface="Arial" panose="020B0604020202020204" pitchFamily="34" charset="0"/>
              </a:rPr>
              <a:t>Cuộc đời đầy những ly tan oán hờn bất công, đầy những bẽ bàng trái ngang cần yêu thương </a:t>
            </a:r>
            <a:r>
              <a:rPr lang="vi-VN" sz="6600" b="1" dirty="0" err="1">
                <a:effectLst/>
                <a:latin typeface="Times New Roman (Headings)"/>
                <a:cs typeface="Arial" panose="020B0604020202020204" pitchFamily="34" charset="0"/>
              </a:rPr>
              <a:t>xoá</a:t>
            </a:r>
            <a:r>
              <a:rPr lang="vi-VN" sz="6600" b="1" dirty="0">
                <a:effectLst/>
                <a:latin typeface="Times New Roman (Headings)"/>
                <a:cs typeface="Arial" panose="020B0604020202020204" pitchFamily="34" charset="0"/>
              </a:rPr>
              <a:t> mọi đau thương.</a:t>
            </a:r>
            <a:endParaRPr lang="en-US" sz="6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5693009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FC9D6-61BE-9681-857D-DAD773DBD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EA14AD-5392-AF88-BCBA-E4441747B17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200" b="1" dirty="0" err="1">
                <a:effectLst/>
                <a:latin typeface="Times New Roman (Headings)"/>
                <a:cs typeface="Arial" panose="020B0604020202020204" pitchFamily="34" charset="0"/>
              </a:rPr>
              <a:t>ĐK</a:t>
            </a:r>
            <a:r>
              <a:rPr lang="vi-VN" sz="6200" b="1" dirty="0">
                <a:effectLst/>
                <a:latin typeface="Times New Roman (Headings)"/>
                <a:cs typeface="Arial" panose="020B0604020202020204" pitchFamily="34" charset="0"/>
              </a:rPr>
              <a:t>. </a:t>
            </a:r>
            <a:r>
              <a:rPr lang="vi-VN" sz="6200" b="1" i="1" dirty="0">
                <a:effectLst/>
                <a:latin typeface="Times New Roman (Headings)"/>
                <a:cs typeface="Arial" panose="020B0604020202020204" pitchFamily="34" charset="0"/>
              </a:rPr>
              <a:t>(Thầy ban cho anh em)</a:t>
            </a:r>
            <a:r>
              <a:rPr lang="vi-VN" sz="6200" b="1" dirty="0">
                <a:effectLst/>
                <a:latin typeface="Times New Roman (Headings)"/>
                <a:cs typeface="Arial" panose="020B0604020202020204" pitchFamily="34" charset="0"/>
              </a:rPr>
              <a:t> Thầy ban cho anh em một điều răn mới, là hãy yêu thương nhau như Thầy yêu thương anh em.</a:t>
            </a:r>
            <a:endParaRPr lang="en-US" sz="6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9764252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A6060-D767-228C-96B7-4F9643906E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7DBBD7-6488-B78B-6100-F2CD0BAC085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800" b="1" i="1" dirty="0">
                <a:effectLst/>
                <a:latin typeface="Times New Roman (Headings)"/>
                <a:cs typeface="Arial" panose="020B0604020202020204" pitchFamily="34" charset="0"/>
              </a:rPr>
              <a:t>(Chính dấu hiệu này) </a:t>
            </a:r>
            <a:r>
              <a:rPr lang="vi-VN" sz="6800" b="1" dirty="0">
                <a:effectLst/>
                <a:latin typeface="Times New Roman (Headings)"/>
                <a:cs typeface="Arial" panose="020B0604020202020204" pitchFamily="34" charset="0"/>
              </a:rPr>
              <a:t>Chính dấu hiệu này mọi người nhận biết anh em là môn đệ Thầy, là anh em mến thương nhau.</a:t>
            </a:r>
            <a:endParaRPr lang="en-US" sz="6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8358945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F7968-DAAF-79B9-8506-EE653881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84C655-90FD-8D43-D091-30E94757F522}"/>
              </a:ext>
            </a:extLst>
          </p:cNvPr>
          <p:cNvSpPr>
            <a:spLocks noGrp="1"/>
          </p:cNvSpPr>
          <p:nvPr>
            <p:ph type="ctrTitle"/>
          </p:nvPr>
        </p:nvSpPr>
        <p:spPr>
          <a:xfrm>
            <a:off x="609600" y="756744"/>
            <a:ext cx="7848600" cy="3110406"/>
          </a:xfrm>
        </p:spPr>
        <p:txBody>
          <a:bodyPr lIns="91440" tIns="0" rIns="91440" bIns="0" anchor="b">
            <a:normAutofit fontScale="90000"/>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KIỆU</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MÌNH</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THÁNH CHÚA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LÒNG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CHÚA </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ÁI</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TUẤT</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(Nguyễn Ban Hanh)</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77928710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02AFA-B55D-EA5D-76A4-121699CDE8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DB7A7C-C6BF-BBBA-3631-B0614733E95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ea typeface="Sans Serif Collection"/>
                <a:cs typeface="Arial"/>
              </a:rPr>
              <a:t>1.</a:t>
            </a:r>
            <a:r>
              <a:rPr lang="en-US" sz="7500" b="1" dirty="0">
                <a:effectLst/>
                <a:latin typeface="Times New Roman (Headings)"/>
                <a:ea typeface="Sans Serif Collection"/>
                <a:cs typeface="Arial"/>
              </a:rPr>
              <a:t> </a:t>
            </a:r>
            <a:r>
              <a:rPr lang="vi-VN" sz="7500" b="1" dirty="0">
                <a:effectLst/>
                <a:latin typeface="Times New Roman (Headings)"/>
                <a:ea typeface="Sans Serif Collection"/>
                <a:cs typeface="Arial"/>
              </a:rPr>
              <a:t>Đây lòng Chúa ái tuất không bến bờ, Thương loài nhân thế đang vướng tội nhơ.</a:t>
            </a:r>
            <a:endParaRPr lang="en-US" sz="7500" b="1" dirty="0">
              <a:effectLst/>
              <a:latin typeface="Times New Roman (Headings)"/>
              <a:ea typeface="Sans Serif Collection"/>
              <a:cs typeface="Arial"/>
            </a:endParaRPr>
          </a:p>
        </p:txBody>
      </p:sp>
    </p:spTree>
    <p:extLst>
      <p:ext uri="{BB962C8B-B14F-4D97-AF65-F5344CB8AC3E}">
        <p14:creationId xmlns:p14="http://schemas.microsoft.com/office/powerpoint/2010/main" val="295880655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8ACFB-1017-E285-0806-BDB72EE163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9F052F-BCA6-166F-AEC4-767EBEF53B1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ea typeface="Sans Serif Collection"/>
                <a:cs typeface="Arial"/>
              </a:rPr>
              <a:t>Đem trót Máu Thịt nuôi dưỡng xác hồn. Ngày đêm ban xuống cho muôn ngàn dân.</a:t>
            </a:r>
            <a:endParaRPr lang="en-US" sz="7200" b="1" dirty="0">
              <a:effectLst/>
              <a:latin typeface="Times New Roman (Headings)"/>
              <a:ea typeface="Sans Serif Collection"/>
              <a:cs typeface="Arial"/>
            </a:endParaRPr>
          </a:p>
        </p:txBody>
      </p:sp>
    </p:spTree>
    <p:extLst>
      <p:ext uri="{BB962C8B-B14F-4D97-AF65-F5344CB8AC3E}">
        <p14:creationId xmlns:p14="http://schemas.microsoft.com/office/powerpoint/2010/main" val="128483936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51F7E-983C-7D84-FF94-E302B01E4D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D82AA7-F1D0-AEA4-1FAD-4748502A37C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err="1">
                <a:effectLst/>
                <a:latin typeface="Times New Roman (Headings)"/>
                <a:ea typeface="Sans Serif Collection"/>
                <a:cs typeface="Arial"/>
              </a:rPr>
              <a:t>ĐK</a:t>
            </a:r>
            <a:r>
              <a:rPr lang="vi-VN" sz="7200" b="1" dirty="0">
                <a:effectLst/>
                <a:latin typeface="Times New Roman (Headings)"/>
                <a:ea typeface="Sans Serif Collection"/>
                <a:cs typeface="Arial"/>
              </a:rPr>
              <a:t>: Con xin kính tin sắp mình thờ lạy Chúa và dâng tiến lên niềm yêu mến trung thành. </a:t>
            </a:r>
            <a:endParaRPr lang="en-US" sz="7200" b="1" dirty="0">
              <a:effectLst/>
              <a:latin typeface="Times New Roman (Headings)"/>
              <a:ea typeface="Sans Serif Collection"/>
              <a:cs typeface="Arial"/>
            </a:endParaRPr>
          </a:p>
        </p:txBody>
      </p:sp>
    </p:spTree>
    <p:extLst>
      <p:ext uri="{BB962C8B-B14F-4D97-AF65-F5344CB8AC3E}">
        <p14:creationId xmlns:p14="http://schemas.microsoft.com/office/powerpoint/2010/main" val="16548628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DE2AF-F997-3802-256B-01DAB1E25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80B61F-5F7A-1892-A99C-045C6383F15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ea typeface="Sans Serif Collection"/>
                <a:cs typeface="Arial"/>
              </a:rPr>
              <a:t>Từ nay con quyết sống tình yêu Chúa. Ở nơi thế gian và trên chốn thiên đình.</a:t>
            </a:r>
            <a:endParaRPr lang="en-US" sz="7200" b="1" dirty="0">
              <a:effectLst/>
              <a:latin typeface="Times New Roman (Headings)"/>
              <a:ea typeface="Sans Serif Collection"/>
              <a:cs typeface="Arial"/>
            </a:endParaRPr>
          </a:p>
        </p:txBody>
      </p:sp>
    </p:spTree>
    <p:extLst>
      <p:ext uri="{BB962C8B-B14F-4D97-AF65-F5344CB8AC3E}">
        <p14:creationId xmlns:p14="http://schemas.microsoft.com/office/powerpoint/2010/main" val="358793416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CB202-FC4F-C76C-EDD7-7BB113F63D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678D2-8A4F-7F97-AC62-51DBBD5800D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ea typeface="Sans Serif Collection"/>
                <a:cs typeface="Arial"/>
              </a:rPr>
              <a:t>2.</a:t>
            </a:r>
            <a:r>
              <a:rPr lang="en-US" sz="7200" b="1" dirty="0">
                <a:effectLst/>
                <a:latin typeface="Times New Roman (Headings)"/>
                <a:ea typeface="Sans Serif Collection"/>
                <a:cs typeface="Arial"/>
              </a:rPr>
              <a:t> </a:t>
            </a:r>
            <a:r>
              <a:rPr lang="vi-VN" sz="7200" b="1" dirty="0">
                <a:effectLst/>
                <a:latin typeface="Times New Roman (Headings)"/>
                <a:ea typeface="Sans Serif Collection"/>
                <a:cs typeface="Arial"/>
              </a:rPr>
              <a:t>Trong hình bánh Chúa náu thân khó hèn.</a:t>
            </a:r>
            <a:r>
              <a:rPr lang="en-US" sz="7200" b="1" dirty="0">
                <a:effectLst/>
                <a:latin typeface="Times New Roman (Headings)"/>
                <a:ea typeface="Sans Serif Collection"/>
                <a:cs typeface="Arial"/>
              </a:rPr>
              <a:t> </a:t>
            </a:r>
            <a:r>
              <a:rPr lang="vi-VN" sz="7200" b="1" dirty="0">
                <a:effectLst/>
                <a:latin typeface="Times New Roman (Headings)"/>
                <a:ea typeface="Sans Serif Collection"/>
                <a:cs typeface="Arial"/>
              </a:rPr>
              <a:t>Con dù không thấy luôn vững niềm tin.</a:t>
            </a:r>
            <a:endParaRPr lang="en-US" sz="7200" b="1" dirty="0">
              <a:effectLst/>
              <a:latin typeface="Times New Roman (Headings)"/>
              <a:ea typeface="Sans Serif Collection"/>
              <a:cs typeface="Arial"/>
            </a:endParaRPr>
          </a:p>
        </p:txBody>
      </p:sp>
    </p:spTree>
    <p:extLst>
      <p:ext uri="{BB962C8B-B14F-4D97-AF65-F5344CB8AC3E}">
        <p14:creationId xmlns:p14="http://schemas.microsoft.com/office/powerpoint/2010/main" val="35102624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C2C91-9E2B-EB98-1FCB-19619C6F9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EA8B99-717C-D6F3-EFA8-E71315E1CD1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ea typeface="Sans Serif Collection"/>
                <a:cs typeface="Arial"/>
              </a:rPr>
              <a:t>Đây chính Máu Thịt con Đức Chúa Trời. Là Vua trên hết các Vua trần ai.</a:t>
            </a:r>
            <a:endParaRPr lang="en-US" sz="7200" b="1" dirty="0">
              <a:effectLst/>
              <a:latin typeface="Times New Roman (Headings)"/>
              <a:ea typeface="Sans Serif Collection"/>
              <a:cs typeface="Arial"/>
            </a:endParaRPr>
          </a:p>
        </p:txBody>
      </p:sp>
    </p:spTree>
    <p:extLst>
      <p:ext uri="{BB962C8B-B14F-4D97-AF65-F5344CB8AC3E}">
        <p14:creationId xmlns:p14="http://schemas.microsoft.com/office/powerpoint/2010/main" val="208627022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CCBCF-2B45-00C0-23F2-2447D49A31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7939C9-F6AB-30CF-9E4E-567E3C57567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err="1">
                <a:effectLst/>
                <a:latin typeface="Times New Roman (Headings)"/>
                <a:ea typeface="Sans Serif Collection"/>
                <a:cs typeface="Arial"/>
              </a:rPr>
              <a:t>ĐK</a:t>
            </a:r>
            <a:r>
              <a:rPr lang="vi-VN" sz="7200" b="1" dirty="0">
                <a:effectLst/>
                <a:latin typeface="Times New Roman (Headings)"/>
                <a:ea typeface="Sans Serif Collection"/>
                <a:cs typeface="Arial"/>
              </a:rPr>
              <a:t>: Con xin kính tin sắp mình thờ lạy Chúa và dâng tiến lên niềm yêu mến trung thành. </a:t>
            </a:r>
            <a:endParaRPr lang="en-US" sz="7200" b="1" dirty="0">
              <a:effectLst/>
              <a:latin typeface="Times New Roman (Headings)"/>
              <a:ea typeface="Sans Serif Collection"/>
              <a:cs typeface="Arial"/>
            </a:endParaRPr>
          </a:p>
        </p:txBody>
      </p:sp>
    </p:spTree>
    <p:extLst>
      <p:ext uri="{BB962C8B-B14F-4D97-AF65-F5344CB8AC3E}">
        <p14:creationId xmlns:p14="http://schemas.microsoft.com/office/powerpoint/2010/main" val="316306333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E6EF6-E579-6175-A99A-1A120F868D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A68FAC-22FC-B057-D84E-FFBA6679E47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ea typeface="Sans Serif Collection"/>
                <a:cs typeface="Arial"/>
              </a:rPr>
              <a:t>Từ nay con quyết sống tình yêu Chúa. Ở nơi thế gian và trên chốn thiên đình.</a:t>
            </a:r>
            <a:endParaRPr lang="en-US" sz="7200" b="1" dirty="0">
              <a:effectLst/>
              <a:latin typeface="Times New Roman (Headings)"/>
              <a:ea typeface="Sans Serif Collection"/>
              <a:cs typeface="Arial"/>
            </a:endParaRPr>
          </a:p>
        </p:txBody>
      </p:sp>
    </p:spTree>
    <p:extLst>
      <p:ext uri="{BB962C8B-B14F-4D97-AF65-F5344CB8AC3E}">
        <p14:creationId xmlns:p14="http://schemas.microsoft.com/office/powerpoint/2010/main" val="386134105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0456C-E77D-38C8-B7F0-D89CC1987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5AF11-84E8-054B-A105-B3F48CC0D75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ea typeface="Sans Serif Collection"/>
                <a:cs typeface="Arial"/>
              </a:rPr>
              <a:t>3.</a:t>
            </a:r>
            <a:r>
              <a:rPr lang="en-US" sz="7200" b="1" dirty="0">
                <a:effectLst/>
                <a:latin typeface="Times New Roman (Headings)"/>
                <a:ea typeface="Sans Serif Collection"/>
                <a:cs typeface="Arial"/>
              </a:rPr>
              <a:t> </a:t>
            </a:r>
            <a:r>
              <a:rPr lang="vi-VN" sz="7200" b="1" dirty="0">
                <a:effectLst/>
                <a:latin typeface="Times New Roman (Headings)"/>
                <a:ea typeface="Sans Serif Collection"/>
                <a:cs typeface="Arial"/>
              </a:rPr>
              <a:t>Con thờ kính Máu Thánh trong chén này. Rữa sạch hồn con mọi vết bợn nhơ.</a:t>
            </a:r>
            <a:endParaRPr lang="en-US" sz="7200" b="1" dirty="0">
              <a:effectLst/>
              <a:latin typeface="Times New Roman (Headings)"/>
              <a:ea typeface="Sans Serif Collection"/>
              <a:cs typeface="Arial"/>
            </a:endParaRPr>
          </a:p>
        </p:txBody>
      </p:sp>
    </p:spTree>
    <p:extLst>
      <p:ext uri="{BB962C8B-B14F-4D97-AF65-F5344CB8AC3E}">
        <p14:creationId xmlns:p14="http://schemas.microsoft.com/office/powerpoint/2010/main" val="31548808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B59AD-0845-2488-2FFB-EADE53F9B7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86D059-8A96-1EF2-1450-4E9F648EFD6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ea typeface="Sans Serif Collection"/>
                <a:cs typeface="Arial"/>
              </a:rPr>
              <a:t>Ủ ấp con tựa bên Trái Tim Người. Phù hộ con thoát khỏi tay quỷ ma.</a:t>
            </a:r>
            <a:endParaRPr lang="en-US" sz="7200" b="1" dirty="0">
              <a:effectLst/>
              <a:latin typeface="Times New Roman (Headings)"/>
              <a:ea typeface="Sans Serif Collection"/>
              <a:cs typeface="Arial"/>
            </a:endParaRPr>
          </a:p>
        </p:txBody>
      </p:sp>
    </p:spTree>
    <p:extLst>
      <p:ext uri="{BB962C8B-B14F-4D97-AF65-F5344CB8AC3E}">
        <p14:creationId xmlns:p14="http://schemas.microsoft.com/office/powerpoint/2010/main" val="366453008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54740-38E3-42BE-09F4-84A5864A3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23848E-3203-FC53-B377-0A06147C8FD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err="1">
                <a:effectLst/>
                <a:latin typeface="Times New Roman (Headings)"/>
                <a:ea typeface="Sans Serif Collection"/>
                <a:cs typeface="Arial"/>
              </a:rPr>
              <a:t>ĐK</a:t>
            </a:r>
            <a:r>
              <a:rPr lang="vi-VN" sz="7200" b="1" dirty="0">
                <a:effectLst/>
                <a:latin typeface="Times New Roman (Headings)"/>
                <a:ea typeface="Sans Serif Collection"/>
                <a:cs typeface="Arial"/>
              </a:rPr>
              <a:t>: Con xin kính tin sắp mình thờ lạy Chúa và dâng tiến lên niềm yêu mến trung thành. </a:t>
            </a:r>
            <a:endParaRPr lang="en-US" sz="7200" b="1" dirty="0">
              <a:effectLst/>
              <a:latin typeface="Times New Roman (Headings)"/>
              <a:ea typeface="Sans Serif Collection"/>
              <a:cs typeface="Arial"/>
            </a:endParaRPr>
          </a:p>
        </p:txBody>
      </p:sp>
    </p:spTree>
    <p:extLst>
      <p:ext uri="{BB962C8B-B14F-4D97-AF65-F5344CB8AC3E}">
        <p14:creationId xmlns:p14="http://schemas.microsoft.com/office/powerpoint/2010/main" val="84796808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53010-887E-4754-C3E4-1F65110DE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5071F-B47B-4B1D-F820-907173B4AB2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ea typeface="Sans Serif Collection"/>
                <a:cs typeface="Arial"/>
              </a:rPr>
              <a:t>Từ nay con quyết sống tình yêu Chúa. Ở nơi thế gian và trên chốn thiên đình.</a:t>
            </a:r>
            <a:endParaRPr lang="en-US" sz="7200" b="1" dirty="0">
              <a:effectLst/>
              <a:latin typeface="Times New Roman (Headings)"/>
              <a:ea typeface="Sans Serif Collection"/>
              <a:cs typeface="Arial"/>
            </a:endParaRPr>
          </a:p>
        </p:txBody>
      </p:sp>
    </p:spTree>
    <p:extLst>
      <p:ext uri="{BB962C8B-B14F-4D97-AF65-F5344CB8AC3E}">
        <p14:creationId xmlns:p14="http://schemas.microsoft.com/office/powerpoint/2010/main" val="412269770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B94761-D6C9-7EB9-E0CC-A6F2653E7F2A}"/>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4E762BB8-2504-970B-7A2C-0B5AE1A28C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E0034D4-86A5-40BC-304A-F45A283D4D89}"/>
              </a:ext>
            </a:extLst>
          </p:cNvPr>
          <p:cNvPicPr>
            <a:picLocks noChangeAspect="1"/>
          </p:cNvPicPr>
          <p:nvPr/>
        </p:nvPicPr>
        <p:blipFill>
          <a:blip r:embed="rId3"/>
          <a:srcRect t="7656" b="7656"/>
          <a:stretch/>
        </p:blipFill>
        <p:spPr>
          <a:xfrm>
            <a:off x="-2285" y="-19050"/>
            <a:ext cx="9143999" cy="5162550"/>
          </a:xfrm>
          <a:prstGeom prst="rect">
            <a:avLst/>
          </a:prstGeom>
        </p:spPr>
      </p:pic>
      <p:sp>
        <p:nvSpPr>
          <p:cNvPr id="41" name="Rectangle 40">
            <a:extLst>
              <a:ext uri="{FF2B5EF4-FFF2-40B4-BE49-F238E27FC236}">
                <a16:creationId xmlns:a16="http://schemas.microsoft.com/office/drawing/2014/main" id="{D28B0AD4-6AF7-CBB4-10C3-DBCBE2D775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55701"/>
            <a:ext cx="9143999" cy="2371610"/>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574A092-7645-FD06-0609-6E203F5981CC}"/>
              </a:ext>
            </a:extLst>
          </p:cNvPr>
          <p:cNvSpPr txBox="1"/>
          <p:nvPr/>
        </p:nvSpPr>
        <p:spPr>
          <a:xfrm>
            <a:off x="2286" y="817791"/>
            <a:ext cx="9141714" cy="2154009"/>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en-US" sz="6000" b="1" dirty="0">
                <a:ln w="12700" cmpd="sng">
                  <a:solidFill>
                    <a:srgbClr val="C00000"/>
                  </a:solidFill>
                  <a:prstDash val="solid"/>
                </a:ln>
                <a:solidFill>
                  <a:srgbClr val="FFFFFF"/>
                </a:solidFill>
                <a:latin typeface="+mj-lt"/>
                <a:ea typeface="+mj-ea"/>
                <a:cs typeface="+mj-cs"/>
              </a:rPr>
              <a:t>CHÚA </a:t>
            </a:r>
            <a:r>
              <a:rPr lang="en-US" sz="6000" b="1" dirty="0" err="1">
                <a:ln w="12700" cmpd="sng">
                  <a:solidFill>
                    <a:srgbClr val="C00000"/>
                  </a:solidFill>
                  <a:prstDash val="solid"/>
                </a:ln>
                <a:solidFill>
                  <a:srgbClr val="FFFFFF"/>
                </a:solidFill>
                <a:latin typeface="+mj-lt"/>
                <a:ea typeface="+mj-ea"/>
                <a:cs typeface="+mj-cs"/>
              </a:rPr>
              <a:t>GIÊSU</a:t>
            </a:r>
            <a:r>
              <a:rPr lang="en-US" sz="6000" b="1" dirty="0">
                <a:ln w="12700" cmpd="sng">
                  <a:solidFill>
                    <a:srgbClr val="C00000"/>
                  </a:solidFill>
                  <a:prstDash val="solid"/>
                </a:ln>
                <a:solidFill>
                  <a:srgbClr val="FFFFFF"/>
                </a:solidFill>
                <a:latin typeface="+mj-lt"/>
                <a:ea typeface="+mj-ea"/>
                <a:cs typeface="+mj-cs"/>
              </a:rPr>
              <a:t> </a:t>
            </a:r>
          </a:p>
          <a:p>
            <a:pPr algn="ctr">
              <a:lnSpc>
                <a:spcPct val="90000"/>
              </a:lnSpc>
              <a:spcBef>
                <a:spcPct val="0"/>
              </a:spcBef>
              <a:spcAft>
                <a:spcPts val="600"/>
              </a:spcAft>
            </a:pPr>
            <a:r>
              <a:rPr lang="en-US" sz="6000" b="1" dirty="0" err="1">
                <a:ln w="12700" cmpd="sng">
                  <a:solidFill>
                    <a:srgbClr val="C00000"/>
                  </a:solidFill>
                  <a:prstDash val="solid"/>
                </a:ln>
                <a:solidFill>
                  <a:srgbClr val="FFFFFF"/>
                </a:solidFill>
                <a:latin typeface="+mj-lt"/>
                <a:ea typeface="+mj-ea"/>
                <a:cs typeface="+mj-cs"/>
              </a:rPr>
              <a:t>RỬA</a:t>
            </a:r>
            <a:r>
              <a:rPr lang="en-US" sz="6000" b="1" dirty="0">
                <a:ln w="12700" cmpd="sng">
                  <a:solidFill>
                    <a:srgbClr val="C00000"/>
                  </a:solidFill>
                  <a:prstDash val="solid"/>
                </a:ln>
                <a:solidFill>
                  <a:srgbClr val="FFFFFF"/>
                </a:solidFill>
                <a:latin typeface="+mj-lt"/>
                <a:ea typeface="+mj-ea"/>
                <a:cs typeface="+mj-cs"/>
              </a:rPr>
              <a:t> </a:t>
            </a:r>
            <a:r>
              <a:rPr lang="en-US" sz="6000" b="1" dirty="0" err="1">
                <a:ln w="12700" cmpd="sng">
                  <a:solidFill>
                    <a:srgbClr val="C00000"/>
                  </a:solidFill>
                  <a:prstDash val="solid"/>
                </a:ln>
                <a:solidFill>
                  <a:srgbClr val="FFFFFF"/>
                </a:solidFill>
                <a:latin typeface="+mj-lt"/>
                <a:ea typeface="+mj-ea"/>
                <a:cs typeface="+mj-cs"/>
              </a:rPr>
              <a:t>CHÂN</a:t>
            </a:r>
            <a:r>
              <a:rPr lang="en-US" sz="6000" b="1" dirty="0">
                <a:ln w="12700" cmpd="sng">
                  <a:solidFill>
                    <a:srgbClr val="C00000"/>
                  </a:solidFill>
                  <a:prstDash val="solid"/>
                </a:ln>
                <a:solidFill>
                  <a:srgbClr val="FFFFFF"/>
                </a:solidFill>
                <a:latin typeface="+mj-lt"/>
                <a:ea typeface="+mj-ea"/>
                <a:cs typeface="+mj-cs"/>
              </a:rPr>
              <a:t> CHO MÔN </a:t>
            </a:r>
            <a:r>
              <a:rPr lang="en-US" sz="6000" b="1" dirty="0" err="1">
                <a:ln w="12700" cmpd="sng">
                  <a:solidFill>
                    <a:srgbClr val="C00000"/>
                  </a:solidFill>
                  <a:prstDash val="solid"/>
                </a:ln>
                <a:solidFill>
                  <a:srgbClr val="FFFFFF"/>
                </a:solidFill>
                <a:latin typeface="+mj-lt"/>
                <a:ea typeface="+mj-ea"/>
                <a:cs typeface="+mj-cs"/>
              </a:rPr>
              <a:t>ĐỆ</a:t>
            </a:r>
            <a:endParaRPr lang="en-US" sz="6000" b="1" dirty="0">
              <a:ln w="12700" cmpd="sng">
                <a:solidFill>
                  <a:srgbClr val="C00000"/>
                </a:solidFill>
                <a:prstDash val="solid"/>
              </a:ln>
              <a:solidFill>
                <a:srgbClr val="FFFFFF"/>
              </a:solidFill>
              <a:latin typeface="+mj-lt"/>
              <a:ea typeface="+mj-ea"/>
              <a:cs typeface="+mj-cs"/>
            </a:endParaRPr>
          </a:p>
        </p:txBody>
      </p:sp>
      <p:sp>
        <p:nvSpPr>
          <p:cNvPr id="14" name="TextBox 13">
            <a:extLst>
              <a:ext uri="{FF2B5EF4-FFF2-40B4-BE49-F238E27FC236}">
                <a16:creationId xmlns:a16="http://schemas.microsoft.com/office/drawing/2014/main" id="{64765963-A1B0-E47C-8A2C-16A7D51042EB}"/>
              </a:ext>
            </a:extLst>
          </p:cNvPr>
          <p:cNvSpPr txBox="1"/>
          <p:nvPr/>
        </p:nvSpPr>
        <p:spPr>
          <a:xfrm>
            <a:off x="2288" y="2896957"/>
            <a:ext cx="9141712" cy="1741601"/>
          </a:xfrm>
          <a:prstGeom prst="rect">
            <a:avLst/>
          </a:prstGeom>
          <a:effectLst>
            <a:outerShdw blurRad="50800" dist="38100" dir="2700000" algn="tl" rotWithShape="0">
              <a:prstClr val="black">
                <a:alpha val="40000"/>
              </a:prstClr>
            </a:outerShdw>
          </a:effectLst>
        </p:spPr>
        <p:txBody>
          <a:bodyPr vert="horz" lIns="91440" tIns="45720" rIns="91440" bIns="45720" rtlCol="0">
            <a:normAutofit/>
          </a:bodyPr>
          <a:lstStyle/>
          <a:p>
            <a:pPr algn="ctr">
              <a:lnSpc>
                <a:spcPct val="90000"/>
              </a:lnSpc>
              <a:spcBef>
                <a:spcPts val="1000"/>
              </a:spcBef>
              <a:spcAft>
                <a:spcPts val="600"/>
              </a:spcAft>
            </a:pPr>
            <a:r>
              <a:rPr lang="en-US" sz="4000" b="1" i="1" dirty="0">
                <a:ln>
                  <a:solidFill>
                    <a:schemeClr val="accent5">
                      <a:lumMod val="50000"/>
                    </a:schemeClr>
                  </a:solidFill>
                </a:ln>
                <a:solidFill>
                  <a:srgbClr val="FFFFFF"/>
                </a:solidFill>
              </a:rPr>
              <a:t>“</a:t>
            </a:r>
            <a:r>
              <a:rPr lang="vi-VN" sz="4000" b="1" i="1" dirty="0">
                <a:ln>
                  <a:solidFill>
                    <a:schemeClr val="accent5">
                      <a:lumMod val="50000"/>
                    </a:schemeClr>
                  </a:solidFill>
                </a:ln>
                <a:solidFill>
                  <a:srgbClr val="FFFFFF"/>
                </a:solidFill>
              </a:rPr>
              <a:t>Vậy, nếu Thầy là Chúa, là Thầy, </a:t>
            </a:r>
            <a:br>
              <a:rPr lang="en-US" sz="4000" b="1" i="1" dirty="0">
                <a:ln>
                  <a:solidFill>
                    <a:schemeClr val="accent5">
                      <a:lumMod val="50000"/>
                    </a:schemeClr>
                  </a:solidFill>
                </a:ln>
                <a:solidFill>
                  <a:srgbClr val="FFFFFF"/>
                </a:solidFill>
              </a:rPr>
            </a:br>
            <a:r>
              <a:rPr lang="vi-VN" sz="4000" b="1" i="1" dirty="0">
                <a:ln>
                  <a:solidFill>
                    <a:schemeClr val="accent5">
                      <a:lumMod val="50000"/>
                    </a:schemeClr>
                  </a:solidFill>
                </a:ln>
                <a:solidFill>
                  <a:srgbClr val="FFFFFF"/>
                </a:solidFill>
              </a:rPr>
              <a:t>mà còn rửa chân cho anh em, </a:t>
            </a:r>
            <a:br>
              <a:rPr lang="en-US" sz="4000" b="1" i="1" dirty="0">
                <a:ln>
                  <a:solidFill>
                    <a:schemeClr val="accent5">
                      <a:lumMod val="50000"/>
                    </a:schemeClr>
                  </a:solidFill>
                </a:ln>
                <a:solidFill>
                  <a:srgbClr val="FFFFFF"/>
                </a:solidFill>
              </a:rPr>
            </a:br>
            <a:r>
              <a:rPr lang="vi-VN" sz="4000" b="1" i="1" dirty="0">
                <a:ln>
                  <a:solidFill>
                    <a:schemeClr val="accent5">
                      <a:lumMod val="50000"/>
                    </a:schemeClr>
                  </a:solidFill>
                </a:ln>
                <a:solidFill>
                  <a:srgbClr val="FFFFFF"/>
                </a:solidFill>
              </a:rPr>
              <a:t>thì anh em cũng phải rửa chân cho nhau.</a:t>
            </a:r>
            <a:r>
              <a:rPr lang="en-US" sz="4000" b="1" i="1" dirty="0">
                <a:ln>
                  <a:solidFill>
                    <a:schemeClr val="accent5">
                      <a:lumMod val="50000"/>
                    </a:schemeClr>
                  </a:solidFill>
                </a:ln>
                <a:solidFill>
                  <a:srgbClr val="FFFFFF"/>
                </a:solidFill>
              </a:rPr>
              <a:t>”</a:t>
            </a:r>
          </a:p>
        </p:txBody>
      </p:sp>
      <p:sp>
        <p:nvSpPr>
          <p:cNvPr id="2" name="TextBox 1">
            <a:extLst>
              <a:ext uri="{FF2B5EF4-FFF2-40B4-BE49-F238E27FC236}">
                <a16:creationId xmlns:a16="http://schemas.microsoft.com/office/drawing/2014/main" id="{27ADB33D-8031-0857-B9ED-096F42B57625}"/>
              </a:ext>
            </a:extLst>
          </p:cNvPr>
          <p:cNvSpPr txBox="1"/>
          <p:nvPr/>
        </p:nvSpPr>
        <p:spPr>
          <a:xfrm>
            <a:off x="5334000" y="4572000"/>
            <a:ext cx="3715738" cy="685800"/>
          </a:xfrm>
          <a:prstGeom prst="rect">
            <a:avLst/>
          </a:prstGeom>
        </p:spPr>
        <p:txBody>
          <a:bodyPr vert="horz" lIns="91440" tIns="45720" rIns="91440" bIns="45720" rtlCol="0">
            <a:normAutofit/>
          </a:bodyPr>
          <a:lstStyle/>
          <a:p>
            <a:pPr algn="r">
              <a:lnSpc>
                <a:spcPct val="90000"/>
              </a:lnSpc>
              <a:spcAft>
                <a:spcPts val="600"/>
              </a:spcAft>
            </a:pPr>
            <a:r>
              <a:rPr lang="en-US" sz="1400" b="1" dirty="0">
                <a:solidFill>
                  <a:schemeClr val="bg1"/>
                </a:solidFill>
                <a:latin typeface="Arial" panose="020B0604020202020204" pitchFamily="34" charset="0"/>
                <a:cs typeface="Arial" panose="020B0604020202020204" pitchFamily="34" charset="0"/>
              </a:rPr>
              <a:t>(Ga 13, 1-15)</a:t>
            </a:r>
          </a:p>
        </p:txBody>
      </p:sp>
      <p:sp>
        <p:nvSpPr>
          <p:cNvPr id="3" name="TextBox 2">
            <a:extLst>
              <a:ext uri="{FF2B5EF4-FFF2-40B4-BE49-F238E27FC236}">
                <a16:creationId xmlns:a16="http://schemas.microsoft.com/office/drawing/2014/main" id="{926A7303-1203-44AB-AFE3-EF2CB1F8259A}"/>
              </a:ext>
            </a:extLst>
          </p:cNvPr>
          <p:cNvSpPr txBox="1"/>
          <p:nvPr/>
        </p:nvSpPr>
        <p:spPr>
          <a:xfrm>
            <a:off x="2286" y="268058"/>
            <a:ext cx="9141714" cy="939851"/>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en-US" sz="6000" b="1" dirty="0" err="1">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THỨ</a:t>
            </a:r>
            <a:r>
              <a:rPr lang="en-US" sz="6000" b="1" dirty="0">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 </a:t>
            </a:r>
            <a:r>
              <a:rPr lang="en-US" sz="6000" b="1" dirty="0" err="1">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NĂM</a:t>
            </a:r>
            <a:r>
              <a:rPr lang="en-US" sz="6000" b="1" dirty="0">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 </a:t>
            </a:r>
            <a:r>
              <a:rPr lang="en-US" sz="6000" b="1" dirty="0" err="1">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TUẦN</a:t>
            </a:r>
            <a:r>
              <a:rPr lang="en-US" sz="6000" b="1" dirty="0">
                <a:ln w="12700" cmpd="sng">
                  <a:solidFill>
                    <a:srgbClr val="FFC000"/>
                  </a:solidFill>
                  <a:prstDash val="solid"/>
                </a:ln>
                <a:solidFill>
                  <a:srgbClr val="FF0000"/>
                </a:solidFill>
                <a:effectLst>
                  <a:innerShdw blurRad="63500" dist="50800" dir="18900000">
                    <a:prstClr val="black">
                      <a:alpha val="50000"/>
                    </a:prstClr>
                  </a:innerShdw>
                </a:effectLst>
                <a:latin typeface="+mj-lt"/>
                <a:ea typeface="+mj-ea"/>
                <a:cs typeface="+mj-cs"/>
              </a:rPr>
              <a:t> THÁNH</a:t>
            </a:r>
          </a:p>
        </p:txBody>
      </p:sp>
    </p:spTree>
    <p:extLst>
      <p:ext uri="{BB962C8B-B14F-4D97-AF65-F5344CB8AC3E}">
        <p14:creationId xmlns:p14="http://schemas.microsoft.com/office/powerpoint/2010/main" val="1033027638"/>
      </p:ext>
    </p:extLst>
  </p:cSld>
  <p:clrMapOvr>
    <a:masterClrMapping/>
  </p:clrMapOvr>
  <mc:AlternateContent xmlns:mc="http://schemas.openxmlformats.org/markup-compatibility/2006" xmlns:p14="http://schemas.microsoft.com/office/powerpoint/2010/main">
    <mc:Choice Requires="p14">
      <p:transition spd="slow" p14:dur="800" advTm="120000">
        <p:circle/>
      </p:transition>
    </mc:Choice>
    <mc:Fallback xmlns="">
      <p:transition spd="slow" advTm="120000">
        <p:circl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0B9DB35-1341-A4C7-CCAF-AA7E00E4A798}"/>
            </a:ext>
          </a:extLst>
        </p:cNvPr>
        <p:cNvGrpSpPr/>
        <p:nvPr/>
      </p:nvGrpSpPr>
      <p:grpSpPr>
        <a:xfrm>
          <a:off x="0" y="0"/>
          <a:ext cx="0" cy="0"/>
          <a:chOff x="0" y="0"/>
          <a:chExt cx="0" cy="0"/>
        </a:xfrm>
      </p:grpSpPr>
    </p:spTree>
    <p:extLst>
      <p:ext uri="{BB962C8B-B14F-4D97-AF65-F5344CB8AC3E}">
        <p14:creationId xmlns:p14="http://schemas.microsoft.com/office/powerpoint/2010/main" val="2725346602"/>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1903</TotalTime>
  <Words>6402</Words>
  <Application>Microsoft Office PowerPoint</Application>
  <PresentationFormat>On-screen Show (16:9)</PresentationFormat>
  <Paragraphs>327</Paragraphs>
  <Slides>159</Slides>
  <Notes>60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159</vt:i4>
      </vt:variant>
    </vt:vector>
  </HeadingPairs>
  <TitlesOfParts>
    <vt:vector size="166"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 NHẬP LỄ VINH DỰ CỦA CHÚNG TA (Lm. Kim Long)</vt:lpstr>
      <vt:lpstr>ÐK. Vinh dự của chúng ta là Thập Giá Ðức Ki-tô, </vt:lpstr>
      <vt:lpstr>nơi Người ơn cứu độ ta, sức sống của ta và sự phục sinh của ta.</vt:lpstr>
      <vt:lpstr>1. Ai thuộc về Chúa Ki-tô thì đóng đinh thân mình cùng mọi tính hư vào thập giá.</vt:lpstr>
      <vt:lpstr>ÐK. Vinh dự của chúng ta là Thập Giá Ðức Ki-tô, </vt:lpstr>
      <vt:lpstr>nơi Người ơn cứu độ ta, sức sống của ta và sự phục sinh của ta.</vt:lpstr>
      <vt:lpstr>2. Ai nguyện theo Chúa Ki-tô thì hãy quên thân mình và nhận vác thập tự theo Chúa.</vt:lpstr>
      <vt:lpstr>ÐK. Vinh dự của chúng ta là Thập Giá Ðức Ki-tô, </vt:lpstr>
      <vt:lpstr>nơi Người ơn cứu độ ta, sức sống của ta và sự phục sinh của ta.</vt:lpstr>
      <vt:lpstr>3. Tôi chịu nơi xác thân tôi mọi đớn đau khổ hình vì nhiệm thể Người là Hội Thánh.</vt:lpstr>
      <vt:lpstr>ÐK. Vinh dự của chúng ta là Thập Giá Ðức Ki-tô, </vt:lpstr>
      <vt:lpstr>nơi Người ơn cứu độ ta, sức sống của ta và sự phục sinh của ta.</vt:lpstr>
      <vt:lpstr>PowerPoint Presentation</vt:lpstr>
      <vt:lpstr>PowerPoint Presentation</vt:lpstr>
      <vt:lpstr>ĐÁP CA THÁNH VỊNH 115 (Lm. Thái Nguyên)</vt:lpstr>
      <vt:lpstr>1. Này đây con lấy gì dâng Chúa, mà đền đáp những ơn lành cao cả trong đời.</vt:lpstr>
      <vt:lpstr>Con sẽ nhận chén nhận chén cứu độ, và con sẽ khẩn cầu, khẩn cầu danh Chúa. </vt:lpstr>
      <vt:lpstr>ĐK: Chén chúc tụng là sự hiệp thông, là sự hiệp thông máu Chúa Ki-tô.</vt:lpstr>
      <vt:lpstr>2. Vì đây trước Chúa thật cao quý, thật cao quý những ai mà đã chết cho Ngài.</vt:lpstr>
      <vt:lpstr>Con là đầy tớ, đầy tớ của Ngài, Ngài đã bẻ xích xiềng, cứu độ cho con.</vt:lpstr>
      <vt:lpstr>ĐK: Chén chúc tụng là sự hiệp thông, là sự hiệp thông máu Chúa Ki-tô.</vt:lpstr>
      <vt:lpstr>3. Thành tâm dâng Chúa lời ngợi ca, như của lễ với lòng thành kêu khấn Danh Ngài.</vt:lpstr>
      <vt:lpstr>Con thề nguyền luôn, nguyện luôn giữ trọn lời khấn ước cùng Ngài trước mặt muôn dân.</vt:lpstr>
      <vt:lpstr>ĐK: Chén chúc tụng là sự hiệp thông, là sự hiệp thông máu Chúa Ki-tô.</vt:lpstr>
      <vt:lpstr>PowerPoint Presentation</vt:lpstr>
      <vt:lpstr>Chúa phán rằng: "Thầy ban cho các con một điều răn mới:</vt:lpstr>
      <vt:lpstr>Là hãy yêu thương nhau như Thầy yêu thương các con".</vt:lpstr>
      <vt:lpstr>PowerPoint Presentation</vt:lpstr>
      <vt:lpstr>NGHI THỨC RỬA CHÂN KHIÊM NHU  PHỤC VỤ (Lm. Thái Nguyên)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DÂNG LỄ DÂNG LỄ (Trường Cửu)</vt:lpstr>
      <vt:lpstr>ĐK. Đây là Thánh lễ hy sinh trên núi sọ. Chúa cả hiến mình để cứu chuộc trần gian.</vt:lpstr>
      <vt:lpstr>Trên bàn thờ nay trong bánh thơm rượu nho. Chúng con kết hợp dâng lễ cha nhân lành.</vt:lpstr>
      <vt:lpstr>1. Đây con tin yêu với cả lòng con. Hợp cùng Mẹ Thánh đứng gần Thánh giá.</vt:lpstr>
      <vt:lpstr>Dâng cha khoan nhân Thánh lễ tạ ơn lễ dâng đền tạ phúc ân hải hà.</vt:lpstr>
      <vt:lpstr>ĐK. Đây là Thánh lễ hy sinh trên núi sọ. Chúa cả hiến mình để cứu chuộc trần gian.</vt:lpstr>
      <vt:lpstr>Trên bàn thờ nay trong bánh thơm rượu nho. Chúng con kết hợp dâng lễ cha nhân lành.</vt:lpstr>
      <vt:lpstr>1. Con xin dâng lên trót cả cuộc đời. Hợp cùng Hội Thánh đang làm của lễ.</vt:lpstr>
      <vt:lpstr>Con xin dâng lên Thánh lễ mọi nơi Chúa ưng mọi bề xuống ơn tràn trề.</vt:lpstr>
      <vt:lpstr>PowerPoint Presentation</vt:lpstr>
      <vt:lpstr>Chúa nói: “Đây chính là Mình Thầy hiến tế vì anh em.</vt:lpstr>
      <vt:lpstr>Đây là chén Máu Thầy, máu của giao ước mới. Mỗi khi ăn và uống,</vt:lpstr>
      <vt:lpstr>Anh em hãy làm việc này để tưởng nhớ đến Thầy.</vt:lpstr>
      <vt:lpstr>HIỆP LỄ ĐIỀU RĂN MỚI (Lm. Thái Nguyên)</vt:lpstr>
      <vt:lpstr>ĐK. (Thầy ban cho anh em) Thầy ban cho anh em một điều răn mới, là hãy yêu thương nhau như Thầy yêu thương anh em.</vt:lpstr>
      <vt:lpstr>(Chính dấu hiệu này) Chính dấu hiệu này mọi người nhận biết anh em là môn đệ Thầy, là anh em mến thương nhau.</vt:lpstr>
      <vt:lpstr>1. Chúa đã hy sinh chính thân mình minh chứng tình yêu. Chúa đã hy sinh cho con được niềm vui sự sống.</vt:lpstr>
      <vt:lpstr>Tình Ngài bừng sáng trong con thoát miền tối tăm, diệt hết hận thù oán căm để yêu thương thắm nồng muôn năm.</vt:lpstr>
      <vt:lpstr>ĐK. (Thầy ban cho anh em) Thầy ban cho anh em một điều răn mới, là hãy yêu thương nhau như Thầy yêu thương anh em.</vt:lpstr>
      <vt:lpstr>(Chính dấu hiệu này) Chính dấu hiệu này mọi người nhận biết anh em là môn đệ Thầy, là anh em mến thương nhau.</vt:lpstr>
      <vt:lpstr>2. Hãy đến với nhau với tấm lòng yêu mến sạch trong. Hãy đến với nhau không nghi kỵ và không thành kiến.</vt:lpstr>
      <vt:lpstr>Đừng vì tự ái bon chen sống đời nhỏ nhen, cần xoá đi mọi ghét ghen để yêu thương sáng ngời muôn nơi.</vt:lpstr>
      <vt:lpstr>ĐK. (Thầy ban cho anh em) Thầy ban cho anh em một điều răn mới, là hãy yêu thương nhau như Thầy yêu thương anh em.</vt:lpstr>
      <vt:lpstr>(Chính dấu hiệu này) Chính dấu hiệu này mọi người nhận biết anh em là môn đệ Thầy, là anh em mến thương nhau.</vt:lpstr>
      <vt:lpstr>3. Thế giới hôm nay như sa mạc khô vắng tình yêu. Thế giới hôm nay đang mong chờ tình yêu đổi mới.</vt:lpstr>
      <vt:lpstr>Cuộc đời đầy những ly tan oán hờn bất công, đầy những bẽ bàng trái ngang cần yêu thương xoá mọi đau thương.</vt:lpstr>
      <vt:lpstr>ĐK. (Thầy ban cho anh em) Thầy ban cho anh em một điều răn mới, là hãy yêu thương nhau như Thầy yêu thương anh em.</vt:lpstr>
      <vt:lpstr>(Chính dấu hiệu này) Chính dấu hiệu này mọi người nhận biết anh em là môn đệ Thầy, là anh em mến thương nhau.</vt:lpstr>
      <vt:lpstr>KIỆU MÌNH THÁNH CHÚA LÒNG CHÚA  ÁI TUẤT (Nguyễn Ban Hanh)</vt:lpstr>
      <vt:lpstr>1. Đây lòng Chúa ái tuất không bến bờ, Thương loài nhân thế đang vướng tội nhơ.</vt:lpstr>
      <vt:lpstr>Đem trót Máu Thịt nuôi dưỡng xác hồn. Ngày đêm ban xuống cho muôn ngàn dân.</vt:lpstr>
      <vt:lpstr>ĐK: Con xin kính tin sắp mình thờ lạy Chúa và dâng tiến lên niềm yêu mến trung thành. </vt:lpstr>
      <vt:lpstr>Từ nay con quyết sống tình yêu Chúa. Ở nơi thế gian và trên chốn thiên đình.</vt:lpstr>
      <vt:lpstr>2. Trong hình bánh Chúa náu thân khó hèn. Con dù không thấy luôn vững niềm tin.</vt:lpstr>
      <vt:lpstr>Đây chính Máu Thịt con Đức Chúa Trời. Là Vua trên hết các Vua trần ai.</vt:lpstr>
      <vt:lpstr>ĐK: Con xin kính tin sắp mình thờ lạy Chúa và dâng tiến lên niềm yêu mến trung thành. </vt:lpstr>
      <vt:lpstr>Từ nay con quyết sống tình yêu Chúa. Ở nơi thế gian và trên chốn thiên đình.</vt:lpstr>
      <vt:lpstr>3. Con thờ kính Máu Thánh trong chén này. Rữa sạch hồn con mọi vết bợn nhơ.</vt:lpstr>
      <vt:lpstr>Ủ ấp con tựa bên Trái Tim Người. Phù hộ con thoát khỏi tay quỷ ma.</vt:lpstr>
      <vt:lpstr>ĐK: Con xin kính tin sắp mình thờ lạy Chúa và dâng tiến lên niềm yêu mến trung thành. </vt:lpstr>
      <vt:lpstr>Từ nay con quyết sống tình yêu Chúa. Ở nơi thế gian và trên chốn thiên đình.</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246</cp:revision>
  <cp:lastPrinted>2025-03-29T15:09:16Z</cp:lastPrinted>
  <dcterms:created xsi:type="dcterms:W3CDTF">2023-01-29T22:00:16Z</dcterms:created>
  <dcterms:modified xsi:type="dcterms:W3CDTF">2025-04-16T15:03:00Z</dcterms:modified>
</cp:coreProperties>
</file>