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14" roundtripDataSignature="AMtx7mghlXovtiZhuLn6NHyF8gEZsfJbj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214" Type="http://customschemas.google.com/relationships/presentationmetadata" Target="metadata"/><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aa6357486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aa6357486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573131aa0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d573131aa0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d573131aa0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g3d573131aa0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b5c728cec8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b5c728cec8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bbbf7d17f7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bbbf7d17f7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bbbf7d17f7_0_1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g3bbbf7d17f7_0_1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be9254b0cc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g3be9254b0cc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be9254b0cc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g3be9254b0cc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de4329e4d7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g3de4329e4d7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d573131aa0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g3d573131aa0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d48ab63a6f_0_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g3d48ab63a6f_0_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d48ab63a6f_0_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g3d48ab63a6f_0_1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d48ab63a6f_0_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g3d48ab63a6f_0_1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d48ab63a6f_0_1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g3d48ab63a6f_0_1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d48ab63a6f_0_1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g3d48ab63a6f_0_1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d48ab63a6f_0_1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g3d48ab63a6f_0_1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d573131aa0_0_1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g3d573131aa0_0_1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ab13fdb44f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g3ab13fdb44f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7" name="Google Shape;597;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8" name="Google Shape;598;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3" name="Google Shape;603;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604" name="Google Shape;604;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9" name="Google Shape;609;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0" name="Google Shape;610;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5" name="Google Shape;615;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6" name="Google Shape;616;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1" name="Google Shape;621;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2" name="Google Shape;622;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8" name="Google Shape;628;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3" name="Google Shape;633;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4" name="Google Shape;634;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9" name="Google Shape;639;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40" name="Google Shape;640;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5" name="Google Shape;645;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46" name="Google Shape;646;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1" name="Google Shape;651;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52" name="Google Shape;652;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7" name="Google Shape;657;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58" name="Google Shape;658;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3" name="Google Shape;663;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64" name="Google Shape;664;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9" name="Google Shape;669;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70" name="Google Shape;670;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d573131aa0_0_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5" name="Google Shape;675;g3d573131aa0_0_1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0" name="Google Shape;680;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a42a8b53c1_2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a42a8b53c1_2_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dd33158570_0_5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dd33158570_0_5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dd33158570_0_5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dd33158570_0_5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de4329e4d7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de4329e4d7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dd33158570_0_5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dd33158570_0_5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dd33158570_0_5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dd33158570_0_5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dd33158570_0_5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dd33158570_0_5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de4329e4d7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1" name="Google Shape;721;g3de4329e4d7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de4329e4d7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g3de4329e4d7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dd33158570_0_5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1" name="Google Shape;731;g3dd33158570_0_53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dd33158570_0_5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6" name="Google Shape;736;g3dd33158570_0_5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3de4329e4d7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1" name="Google Shape;741;g3de4329e4d7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3d48ab63a6f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6" name="Google Shape;746;g3d48ab63a6f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p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1" name="Google Shape;751;p1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7" name="Google Shape;757;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8" name="Google Shape;758;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4" name="Google Shape;764;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9" name="Google Shape;769;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d573131aa0_0_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4" name="Google Shape;774;g3d573131aa0_0_1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9" name="Google Shape;779;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0" name="Google Shape;800;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5" name="Google Shape;805;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5" name="Google Shape;835;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0" name="Google Shape;840;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0" name="Google Shape;850;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5" name="Google Shape;855;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5" name="Google Shape;865;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0" name="Google Shape;870;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d573131aa0_0_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g3d573131aa0_0_1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dd33158570_0_3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g3dd33158570_0_3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3dd33158570_0_3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g3dd33158570_0_3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dd33158570_0_3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g3dd33158570_0_3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de4329e4d7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g3de4329e4d7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de4329e4d7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g3de4329e4d7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de4329e4d7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g3de4329e4d7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de4329e4d7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g3de4329e4d7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de4329e4d7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g3de4329e4d7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de4329e4d7_0_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g3de4329e4d7_0_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3de4329e4d7_0_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g3de4329e4d7_0_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de4329e4d7_0_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g3de4329e4d7_0_10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3de4329e4d7_0_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g3de4329e4d7_0_1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3de4329e4d7_0_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g3de4329e4d7_0_1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3de4329e4d7_0_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g3de4329e4d7_0_1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3de4329e4d7_0_1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g3de4329e4d7_0_1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3de4329e4d7_0_1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g3de4329e4d7_0_1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3de4329e4d7_0_1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g3de4329e4d7_0_1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3de4329e4d7_0_1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g3de4329e4d7_0_1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3de4329e4d7_0_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g3de4329e4d7_0_1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3de4329e4d7_0_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g3de4329e4d7_0_1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3de4329e4d7_0_1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g3de4329e4d7_0_1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3de4329e4d7_0_1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g3de4329e4d7_0_1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d48ab63a6f_0_2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g3d48ab63a6f_0_2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d48ab63a6f_0_2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g3d48ab63a6f_0_2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a42a8b53c1_2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g3a42a8b53c1_2_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bc6b650b34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6" name="Google Shape;1046;g3bc6b650b34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3d48ab63a6f_0_2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1" name="Google Shape;1051;g3d48ab63a6f_0_2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3dd33158570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6" name="Google Shape;1056;g3dd33158570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3dd33158570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1" name="Google Shape;1061;g3dd33158570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3dd33158570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6" name="Google Shape;1066;g3dd33158570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3dd33158570_0_1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1" name="Google Shape;1071;g3dd33158570_0_1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3dd33158570_0_1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6" name="Google Shape;1076;g3dd33158570_0_1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3d573131aa0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1" name="Google Shape;1081;g3d573131aa0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3d573131aa0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6" name="Google Shape;1086;g3d573131aa0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3d573131aa0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1" name="Google Shape;1091;g3d573131aa0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d573131aa0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6" name="Google Shape;1096;g3d573131aa0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3d573131aa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1" name="Google Shape;1101;g3d573131aa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d573131aa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6" name="Google Shape;1106;g3d573131aa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3d573131aa0_0_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1" name="Google Shape;1111;g3d573131aa0_0_1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d573131aa0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6" name="Google Shape;1116;g3d573131aa0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g3d573131aa0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1" name="Google Shape;1121;g3d573131aa0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3d573131aa0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6" name="Google Shape;1126;g3d573131aa0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3d573131aa0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1" name="Google Shape;1131;g3d573131aa0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d573131aa0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6" name="Google Shape;1136;g3d573131aa0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3d573131aa0_0_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1" name="Google Shape;1141;g3d573131aa0_0_1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3" Type="http://schemas.openxmlformats.org/officeDocument/2006/relationships/image" Target="../media/image4.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4.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 Id="rId3" Type="http://schemas.openxmlformats.org/officeDocument/2006/relationships/image" Target="../media/image4.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 Id="rId3" Type="http://schemas.openxmlformats.org/officeDocument/2006/relationships/image" Target="../media/image4.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 Id="rId3" Type="http://schemas.openxmlformats.org/officeDocument/2006/relationships/image" Target="../media/image3.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 Id="rId3" Type="http://schemas.openxmlformats.org/officeDocument/2006/relationships/image" Target="../media/image1.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 Id="rId3" Type="http://schemas.openxmlformats.org/officeDocument/2006/relationships/image" Target="../media/image5.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 Id="rId3" Type="http://schemas.openxmlformats.org/officeDocument/2006/relationships/image" Target="../media/image4.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 Id="rId3" Type="http://schemas.openxmlformats.org/officeDocument/2006/relationships/image" Target="../media/image4.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2.jp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2.jp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2.jp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2.jp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4.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aa6357486_0_118"/>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17600"/>
              <a:buNone/>
            </a:pPr>
            <a:r>
              <a:rPr b="1" lang="en-US" sz="10000">
                <a:solidFill>
                  <a:schemeClr val="accent4"/>
                </a:solidFill>
                <a:latin typeface="Times New Roman"/>
                <a:ea typeface="Times New Roman"/>
                <a:cs typeface="Times New Roman"/>
                <a:sym typeface="Times New Roman"/>
              </a:rPr>
              <a:t>XIN </a:t>
            </a:r>
            <a:br>
              <a:rPr b="1" lang="en-US" sz="10000">
                <a:solidFill>
                  <a:schemeClr val="accent4"/>
                </a:solidFill>
                <a:latin typeface="Times New Roman"/>
                <a:ea typeface="Times New Roman"/>
                <a:cs typeface="Times New Roman"/>
                <a:sym typeface="Times New Roman"/>
              </a:rPr>
            </a:br>
            <a:r>
              <a:rPr b="1" lang="en-US" sz="10000">
                <a:solidFill>
                  <a:schemeClr val="accent4"/>
                </a:solidFill>
                <a:latin typeface="Times New Roman"/>
                <a:ea typeface="Times New Roman"/>
                <a:cs typeface="Times New Roman"/>
                <a:sym typeface="Times New Roman"/>
              </a:rPr>
              <a:t>MỜI </a:t>
            </a:r>
            <a:br>
              <a:rPr b="1" lang="en-US" sz="10000">
                <a:solidFill>
                  <a:schemeClr val="accent4"/>
                </a:solidFill>
                <a:latin typeface="Times New Roman"/>
                <a:ea typeface="Times New Roman"/>
                <a:cs typeface="Times New Roman"/>
                <a:sym typeface="Times New Roman"/>
              </a:rPr>
            </a:br>
            <a:r>
              <a:rPr b="1" lang="en-US" sz="10000">
                <a:solidFill>
                  <a:schemeClr val="accent4"/>
                </a:solidFill>
                <a:latin typeface="Times New Roman"/>
                <a:ea typeface="Times New Roman"/>
                <a:cs typeface="Times New Roman"/>
                <a:sym typeface="Times New Roman"/>
              </a:rPr>
              <a:t>ĐỨNG</a:t>
            </a:r>
            <a:endParaRPr sz="10000"/>
          </a:p>
          <a:p>
            <a:pPr indent="0" lvl="0" marL="0" rtl="0" algn="ctr">
              <a:lnSpc>
                <a:spcPct val="120000"/>
              </a:lnSpc>
              <a:spcBef>
                <a:spcPts val="64"/>
              </a:spcBef>
              <a:spcAft>
                <a:spcPts val="0"/>
              </a:spcAft>
              <a:buClr>
                <a:srgbClr val="888888"/>
              </a:buClr>
              <a:buSzPts val="1275"/>
              <a:buNone/>
            </a:pPr>
            <a:r>
              <a:t/>
            </a:r>
            <a:endParaRPr sz="10000">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d573131aa0_0_1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LẠY NỮ VƯƠNG THIÊN ĐÀNG</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Lạy Nữ Vương Thiên Đàng hãy vui mừng – Alleluia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Vì đấng Mẹ đã đáng cưu mang trong lòng – Alleluia.</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Người đã sống lại thật như lời đã phán hứa – Alleluia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Xin cầu cùng Chúa cho chúng con – Alleluia</a:t>
            </a: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Lạy Nữ Đồng Trinh Maria hãy hỉ hoan khoái lạc – Alleluia.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Vì Chúa đã sống lại thật – Alleluia</a:t>
            </a: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chemeClr val="accent4"/>
              </a:buClr>
              <a:buSzPts val="48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ts val="8500"/>
              <a:buNone/>
            </a:pPr>
            <a:r>
              <a:rPr b="1" lang="en-US" sz="7500">
                <a:solidFill>
                  <a:schemeClr val="lt1"/>
                </a:solidFill>
                <a:latin typeface="Times New Roman"/>
                <a:ea typeface="Times New Roman"/>
                <a:cs typeface="Times New Roman"/>
                <a:sym typeface="Times New Roman"/>
              </a:rPr>
              <a:t>Lạy Chúa, là đấng đã làm cho thiên hạ vui mừng quá bội</a:t>
            </a:r>
            <a:endParaRPr sz="2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500">
                <a:solidFill>
                  <a:schemeClr val="lt1"/>
                </a:solidFill>
                <a:latin typeface="Times New Roman"/>
                <a:ea typeface="Times New Roman"/>
                <a:cs typeface="Times New Roman"/>
                <a:sym typeface="Times New Roman"/>
              </a:rPr>
              <a:t>bởi Đức Chúa Giêsu Kitô là Con Chúa cùng là Chúa chúng con đã sống lại;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400">
                <a:solidFill>
                  <a:schemeClr val="lt1"/>
                </a:solidFill>
                <a:latin typeface="Times New Roman"/>
                <a:ea typeface="Times New Roman"/>
                <a:cs typeface="Times New Roman"/>
                <a:sym typeface="Times New Roman"/>
              </a:rPr>
              <a:t>xin vì Đức Nữ Đồng Trinh Maria là Thánh Mẫu Người nguyện cầu </a:t>
            </a:r>
            <a:endParaRPr sz="74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500">
                <a:solidFill>
                  <a:schemeClr val="lt1"/>
                </a:solidFill>
                <a:latin typeface="Times New Roman"/>
                <a:ea typeface="Times New Roman"/>
                <a:cs typeface="Times New Roman"/>
                <a:sym typeface="Times New Roman"/>
              </a:rPr>
              <a:t>cho chúng con được hưởng phúc vui vẻ hằng sống đời đời.</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500">
                <a:solidFill>
                  <a:schemeClr val="lt1"/>
                </a:solidFill>
                <a:latin typeface="Times New Roman"/>
                <a:ea typeface="Times New Roman"/>
                <a:cs typeface="Times New Roman"/>
                <a:sym typeface="Times New Roman"/>
              </a:rPr>
              <a:t>Vì công nghiệp Chúa Kitô là Chúa chúng con. Amen.</a:t>
            </a:r>
            <a:endParaRPr sz="75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pic>
        <p:nvPicPr>
          <p:cNvPr id="508" name="Google Shape;508;g3d573131aa0_0_144"/>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VUI CA</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lang="en-US" sz="6700">
                <a:solidFill>
                  <a:srgbClr val="FFFF00"/>
                </a:solidFill>
                <a:latin typeface="Times New Roman"/>
                <a:ea typeface="Times New Roman"/>
                <a:cs typeface="Times New Roman"/>
                <a:sym typeface="Times New Roman"/>
              </a:rPr>
              <a:t>PHỤC SINH</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(Hoài Bắc)</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Này giờ Vượt Qua, sự sống chiến thắng tử thần.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b5c728cec8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Qua bao tháng ngày đợi trông ơn Ngài cứu độ.</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bbbf7d17f7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Tội lụy nhân thế khiến thân Cha thảm hình.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bbbf7d17f7_0_13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Thánh giá vinh quang Ngài nâng đỡ cho tội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be9254b0cc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đã sống lại rồi người ơi vui ca reo mừng. Chúa chiến thắng tử thần,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3be9254b0cc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hy vọng cứu thoát đã đến. Al-le-lu-ia!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Hiển vinh chiếu sáng muôn dân.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3de4329e4d7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Al-le-lu-ia!</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Ðem nguồn hạnh phúc khắp nơi.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pic>
        <p:nvPicPr>
          <p:cNvPr id="553" name="Google Shape;553;g3d573131aa0_0_148"/>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3d48ab63a6f_0_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RẢY NƯỚC THÁNH</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RẢY NƯỚC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(2)</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(Nguyễn Văn Hoà)</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g3d48ab63a6f_0_1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Tôi đã thấy nước từ bên phải đền thờ chảy ra. Al-le-lu-ia!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g3d48ab63a6f_0_1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Và nước ấy chảy đến những ai thì tất cả đều được cứu rỗi và reo lên. Al-le-lu-ia! Al-le-lu-ia.</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g3d48ab63a6f_0_1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Lạy Chúa xin thương xót con theo lượng từ bi của Chúa.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g3d48ab63a6f_0_1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Sáng danh Đức Chúa Cha và Đức Chúa Con và Đức Chúa Thánh Thần.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g3d48ab63a6f_0_1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như đã có trước vô cùng và bây giờ và hằng có và đời đời chẳng cùng. A-men.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pic>
        <p:nvPicPr>
          <p:cNvPr id="588" name="Google Shape;588;g3d573131aa0_0_152"/>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g3ab13fdb44f_0_29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94" name="Google Shape;594;g3ab13fdb44f_0_29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5" name="Shape 605"/>
        <p:cNvGrpSpPr/>
        <p:nvPr/>
      </p:nvGrpSpPr>
      <p:grpSpPr>
        <a:xfrm>
          <a:off x="0" y="0"/>
          <a:ext cx="0" cy="0"/>
          <a:chOff x="0" y="0"/>
          <a:chExt cx="0" cy="0"/>
        </a:xfrm>
      </p:grpSpPr>
      <p:sp>
        <p:nvSpPr>
          <p:cNvPr id="606" name="Google Shape;606;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pic>
        <p:nvPicPr>
          <p:cNvPr id="677" name="Google Shape;677;g3d573131aa0_0_156"/>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1" name="Shape 681"/>
        <p:cNvGrpSpPr/>
        <p:nvPr/>
      </p:nvGrpSpPr>
      <p:grpSpPr>
        <a:xfrm>
          <a:off x="0" y="0"/>
          <a:ext cx="0" cy="0"/>
          <a:chOff x="0" y="0"/>
          <a:chExt cx="0" cy="0"/>
        </a:xfrm>
      </p:grpSpPr>
      <p:sp>
        <p:nvSpPr>
          <p:cNvPr id="682" name="Google Shape;682;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83" name="Google Shape;683;g3d48ab63a6f_0_9"/>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a42a8b53c1_2_7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117</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dd33158570_0_5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Nhà Israel hãy xướng lên: ngàn đời Chúa vẫn trọn tình thương.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dd33158570_0_5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Nhà Aaron hãy xướng lên: ngàn đời Chúa vẫn trọn tình thương.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de4329e4d7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Người tôn sợ Chúa hãy nói lên: ngàn đời Chúa vẫn trọn tình thương.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dd33158570_0_5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Hãy tạ ơn Chúa vì Chúa nhân từ, ngàn đời Chúa vẫn trọn tình thương.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dd33158570_0_5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Ngài vẫn chở che phù giúp tôi, dù đời giăng mắc đầy hiểm nguy.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g3dd33158570_0_5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Ngài trở nên Đấng giải thoát tôi vì Ngài là dũng lực đời tôi.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de4329e4d7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Mừng vui chiến thắng lời hát vang: kìa này tay Chúa kì diệu thay.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g3de4329e4d7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Hãy tạ ơn Chúa vì Chúa nhân từ, ngàn đời Chúa vẫn trọn tình thương.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g3dd33158570_0_5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 </a:t>
            </a:r>
            <a:r>
              <a:rPr b="1" lang="en-US" sz="7500">
                <a:solidFill>
                  <a:schemeClr val="lt1"/>
                </a:solidFill>
                <a:latin typeface="Times New Roman"/>
                <a:ea typeface="Times New Roman"/>
                <a:cs typeface="Times New Roman"/>
                <a:sym typeface="Times New Roman"/>
              </a:rPr>
              <a:t>Là đá thợ nề loại bỏ ra, đã trở nên đá nền tường xây.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g3dd33158570_0_5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Việc do tay Chúa làm lớn lao, thật là cao quý kì diệu thay!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g3de4329e4d7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Và đây ngày Chúa đã tác nên, mọi người ca hát và mừng vui.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g3d48ab63a6f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Hãy tạ ơn Chúa vì Chúa nhân từ, ngàn đời Chúa vẫn trọn tình thương.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2" name="Shape 752"/>
        <p:cNvGrpSpPr/>
        <p:nvPr/>
      </p:nvGrpSpPr>
      <p:grpSpPr>
        <a:xfrm>
          <a:off x="0" y="0"/>
          <a:ext cx="0" cy="0"/>
          <a:chOff x="0" y="0"/>
          <a:chExt cx="0" cy="0"/>
        </a:xfrm>
      </p:grpSpPr>
      <p:sp>
        <p:nvSpPr>
          <p:cNvPr id="753" name="Google Shape;753;p155"/>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54" name="Google Shape;754;p155"/>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a:ea typeface="Times"/>
                <a:cs typeface="Times"/>
                <a:sym typeface="Times"/>
              </a:rPr>
              <a:t>All… All…</a:t>
            </a:r>
            <a:r>
              <a:rPr b="1" i="1" lang="en-US" sz="7000">
                <a:solidFill>
                  <a:srgbClr val="EE0000"/>
                </a:solidFill>
                <a:latin typeface="Times"/>
                <a:ea typeface="Times"/>
                <a:cs typeface="Times"/>
                <a:sym typeface="Times"/>
              </a:rPr>
              <a:t> </a:t>
            </a:r>
            <a:br>
              <a:rPr b="1" i="1" lang="en-US" sz="7200">
                <a:solidFill>
                  <a:srgbClr val="EE0000"/>
                </a:solidFill>
                <a:latin typeface="Times"/>
                <a:ea typeface="Times"/>
                <a:cs typeface="Times"/>
                <a:sym typeface="Times"/>
              </a:rPr>
            </a:br>
            <a:r>
              <a:rPr b="1" lang="en-US" sz="8000">
                <a:solidFill>
                  <a:schemeClr val="lt1"/>
                </a:solidFill>
                <a:latin typeface="Times"/>
                <a:ea typeface="Times"/>
                <a:cs typeface="Times"/>
                <a:sym typeface="Times"/>
              </a:rPr>
              <a:t>Tô-ma vì con thấy Thầy nên con đã tin.</a:t>
            </a:r>
            <a:endParaRPr b="1" sz="8000">
              <a:solidFill>
                <a:schemeClr val="lt1"/>
              </a:solidFill>
              <a:latin typeface="Times"/>
              <a:ea typeface="Times"/>
              <a:cs typeface="Times"/>
              <a:sym typeface="Times"/>
            </a:endParaRPr>
          </a:p>
        </p:txBody>
      </p:sp>
      <p:sp>
        <p:nvSpPr>
          <p:cNvPr id="761" name="Google Shape;761;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8000">
                <a:solidFill>
                  <a:schemeClr val="lt1"/>
                </a:solidFill>
                <a:latin typeface="Times"/>
                <a:ea typeface="Times"/>
                <a:cs typeface="Times"/>
                <a:sym typeface="Times"/>
              </a:rPr>
              <a:t>Phúc cho những người đã không thấy mà tin.</a:t>
            </a:r>
            <a:br>
              <a:rPr b="1" i="1" lang="en-US" sz="8000">
                <a:latin typeface="Times"/>
                <a:ea typeface="Times"/>
                <a:cs typeface="Times"/>
                <a:sym typeface="Times"/>
              </a:rPr>
            </a:br>
            <a:r>
              <a:rPr b="1" i="1" lang="en-US" sz="7000">
                <a:solidFill>
                  <a:srgbClr val="FFFF00"/>
                </a:solidFill>
                <a:latin typeface="Times"/>
                <a:ea typeface="Times"/>
                <a:cs typeface="Times"/>
                <a:sym typeface="Times"/>
              </a:rPr>
              <a:t>All..</a:t>
            </a:r>
            <a:endParaRPr b="1" sz="7000">
              <a:solidFill>
                <a:srgbClr val="FFFF00"/>
              </a:solidFill>
              <a:latin typeface="Times"/>
              <a:ea typeface="Times"/>
              <a:cs typeface="Times"/>
              <a:sym typeface="Time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pic>
        <p:nvPicPr>
          <p:cNvPr id="771" name="Google Shape;771;g3baa6357486_0_13"/>
          <p:cNvPicPr preferRelativeResize="0"/>
          <p:nvPr/>
        </p:nvPicPr>
        <p:blipFill rotWithShape="1">
          <a:blip r:embed="rId3">
            <a:alphaModFix/>
          </a:blip>
          <a:srcRect b="0" l="0" r="0" t="0"/>
          <a:stretch/>
        </p:blipFill>
        <p:spPr>
          <a:xfrm>
            <a:off x="0" y="0"/>
            <a:ext cx="9144000" cy="5143505"/>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pic>
        <p:nvPicPr>
          <p:cNvPr id="776" name="Google Shape;776;g3d573131aa0_0_160"/>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82" name="Google Shape;782;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Đấng tạo thành trời đất muôn vật hữu hình và vô hình.</a:t>
            </a:r>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kính một Chúa Giê-su Ki-tô Con Một Thiên Chúa,</a:t>
            </a:r>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sinh bởi Đức Chúa Cha từ trước muôn đời.</a:t>
            </a:r>
            <a:endParaRPr b="1" sz="7200">
              <a:solidFill>
                <a:schemeClr val="lt1"/>
              </a:solidFill>
              <a:latin typeface="Times"/>
              <a:ea typeface="Times"/>
              <a:cs typeface="Times"/>
              <a:sym typeface="Times"/>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là Thiên Chúa bởi Thiên Chúa, Ánh Sáng bởi Ánh Sáng,</a:t>
            </a:r>
            <a:endParaRPr b="1" sz="7200">
              <a:solidFill>
                <a:schemeClr val="lt1"/>
              </a:solidFill>
              <a:latin typeface="Times"/>
              <a:ea typeface="Times"/>
              <a:cs typeface="Times"/>
              <a:sym typeface="Times"/>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Thiên Chúa thật bởi Thiên Chúa Thật Được sinh ra mà không phải được tạo thành, </a:t>
            </a:r>
            <a:endParaRPr b="1" sz="7200">
              <a:solidFill>
                <a:schemeClr val="lt1"/>
              </a:solidFill>
              <a:latin typeface="Times"/>
              <a:ea typeface="Times"/>
              <a:cs typeface="Times"/>
              <a:sym typeface="Times"/>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đồng bản thể với Đức Chúa Cha:nhờ Người mà muôn vật được tạo thành.</a:t>
            </a:r>
            <a:endParaRPr b="1" sz="7200">
              <a:solidFill>
                <a:schemeClr val="lt1"/>
              </a:solidFill>
              <a:latin typeface="Times"/>
              <a:ea typeface="Times"/>
              <a:cs typeface="Times"/>
              <a:sym typeface="Times"/>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Vì loài người chúng ta và để cứu độ chúng ta, Người đã từ trời xuống thế.</a:t>
            </a:r>
            <a:endParaRPr b="1" sz="7200">
              <a:solidFill>
                <a:schemeClr val="lt1"/>
              </a:solidFill>
              <a:latin typeface="Times"/>
              <a:ea typeface="Times"/>
              <a:cs typeface="Times"/>
              <a:sym typeface="Times"/>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a:ea typeface="Times"/>
                <a:cs typeface="Times"/>
                <a:sym typeface="Times"/>
              </a:rPr>
              <a:t>Bởi phép Đức Chúa Thánh Thần Người đã nhập thể trong lòng Trinh Nữ Maria, và đã làm người.</a:t>
            </a:r>
            <a:endParaRPr b="1" sz="6800">
              <a:solidFill>
                <a:schemeClr val="lt1"/>
              </a:solidFill>
              <a:latin typeface="Times"/>
              <a:ea typeface="Times"/>
              <a:cs typeface="Times"/>
              <a:sym typeface="Times"/>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đóng đinh vào thập giá vì chúng ta, Thời quan Phong-xi-ô Phi-la-tô; </a:t>
            </a:r>
            <a:endParaRPr b="1" sz="7200">
              <a:solidFill>
                <a:schemeClr val="lt1"/>
              </a:solidFill>
              <a:latin typeface="Times"/>
              <a:ea typeface="Times"/>
              <a:cs typeface="Times"/>
              <a:sym typeface="Times"/>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khổ hình và mai táng, ngày thứ ba Người sống lại như lời Thánh Kinh.</a:t>
            </a:r>
            <a:endParaRPr b="1" sz="7200">
              <a:solidFill>
                <a:schemeClr val="lt1"/>
              </a:solidFill>
              <a:latin typeface="Times"/>
              <a:ea typeface="Times"/>
              <a:cs typeface="Times"/>
              <a:sym typeface="Times"/>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Người lên trời, ngự bên hữu Đức Chúa Cha, và Người sẽ lại đến trong vinh quang</a:t>
            </a:r>
            <a:endParaRPr b="1" sz="7000">
              <a:solidFill>
                <a:schemeClr val="lt1"/>
              </a:solidFill>
              <a:latin typeface="Times"/>
              <a:ea typeface="Times"/>
              <a:cs typeface="Times"/>
              <a:sym typeface="Times"/>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để phán xét kẻ sống và kẻ chết, Nước Người sẽ không bao giờ cùng.</a:t>
            </a:r>
            <a:endParaRPr b="1" sz="7200">
              <a:solidFill>
                <a:schemeClr val="lt1"/>
              </a:solidFill>
              <a:latin typeface="Times"/>
              <a:ea typeface="Times"/>
              <a:cs typeface="Times"/>
              <a:sym typeface="Times"/>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tinh kính Đức Chúa Thánh Thần là Thiên Chúa, và là Đấng ban sự sống,</a:t>
            </a:r>
            <a:endParaRPr b="1" sz="7200">
              <a:solidFill>
                <a:schemeClr val="lt1"/>
              </a:solidFill>
              <a:latin typeface="Times"/>
              <a:ea typeface="Times"/>
              <a:cs typeface="Times"/>
              <a:sym typeface="Times"/>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bởi Đức Chúa Cha và Đức Chúa Con mà ra.</a:t>
            </a:r>
            <a:endParaRPr b="1" sz="7200">
              <a:solidFill>
                <a:schemeClr val="lt1"/>
              </a:solidFill>
              <a:latin typeface="Times"/>
              <a:ea typeface="Times"/>
              <a:cs typeface="Times"/>
              <a:sym typeface="Times"/>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được phụng thờ và tôn vinh cùng với Đức Chúa Cha và Đức Chúa Con.</a:t>
            </a:r>
            <a:endParaRPr b="1" sz="7200">
              <a:solidFill>
                <a:schemeClr val="lt1"/>
              </a:solidFill>
              <a:latin typeface="Times"/>
              <a:ea typeface="Times"/>
              <a:cs typeface="Times"/>
              <a:sym typeface="Times"/>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đã dùng các Tiên tri mà phán dạy.</a:t>
            </a:r>
            <a:endParaRPr b="1" sz="7200">
              <a:solidFill>
                <a:schemeClr val="lt1"/>
              </a:solidFill>
              <a:latin typeface="Times"/>
              <a:ea typeface="Times"/>
              <a:cs typeface="Times"/>
              <a:sym typeface="Times"/>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Hội Thánh duy nhất, thánh thiện, công giáo và tông truyền.</a:t>
            </a:r>
            <a:endParaRPr b="1" sz="7200">
              <a:solidFill>
                <a:schemeClr val="lt1"/>
              </a:solidFill>
              <a:latin typeface="Times"/>
              <a:ea typeface="Times"/>
              <a:cs typeface="Times"/>
              <a:sym typeface="Times"/>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tuyên xưng có một Phép Rửa để tha tội.</a:t>
            </a:r>
            <a:endParaRPr b="1" sz="7200">
              <a:solidFill>
                <a:schemeClr val="lt1"/>
              </a:solidFill>
              <a:latin typeface="Times"/>
              <a:ea typeface="Times"/>
              <a:cs typeface="Times"/>
              <a:sym typeface="Times"/>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trông đợi kẻ chết sống lại và sự sống đời sau. Amen.</a:t>
            </a:r>
            <a:endParaRPr b="1" sz="7200">
              <a:solidFill>
                <a:schemeClr val="lt1"/>
              </a:solidFill>
              <a:latin typeface="Times"/>
              <a:ea typeface="Times"/>
              <a:cs typeface="Times"/>
              <a:sym typeface="Times"/>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pic>
        <p:nvPicPr>
          <p:cNvPr id="882" name="Google Shape;882;g3d573131aa0_0_164"/>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g3dd33158570_0_356"/>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TỰA LÀN</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TRẦM HƯƠNG</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(Đỗ Vy Hạ)</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g3dd33158570_0_3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Tựa làn trầm hương thơm bay về Thiên Đường.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g3dd33158570_0_3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Nguyện tình yêu Chúa thánh hóa cho lễ dâng.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g3de4329e4d7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Đây bánh thơm nồng, đây chén rượu hồng.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g3de4329e4d7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Làm thành lễ vật dâng về Cha chí nhân.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g3de4329e4d7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Chúc tụng Ngài là Chúa tể càn khôn, đã rộng tình nuôi sống con từng ngày.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g3de4329e4d7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Chúc tụng Ngài là Chúa khắp mọi nơi,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g3de4329e4d7_0_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Chúc tụng Ngài mãi đến muôn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g3de4329e4d7_0_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Một niềm thành tâm, xin dâng trọn xác hồn.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g3de4329e4d7_0_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Nguyện tình yêu Chúa thánh hóa cho lễ dâng.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g3de4329e4d7_0_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Bao ước mơ hồng, đẹp lứa tuổi xuân.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g3de4329e4d7_0_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Làm thành lễ vật dâng về Cha chí nhân.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g3de4329e4d7_0_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Chúc tụng Ngài là Chúa tể càn khôn, đã rộng tình nuôi sống con từng ngày.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g3de4329e4d7_0_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Chúc tụng Ngài là Chúa khắp mọi nơi,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g3de4329e4d7_0_1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Chúc tụng Ngài mãi đến muôn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g3de4329e4d7_0_1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 </a:t>
            </a:r>
            <a:r>
              <a:rPr b="1" lang="en-US" sz="8000">
                <a:solidFill>
                  <a:schemeClr val="lt1"/>
                </a:solidFill>
                <a:latin typeface="Times New Roman"/>
                <a:ea typeface="Times New Roman"/>
                <a:cs typeface="Times New Roman"/>
                <a:sym typeface="Times New Roman"/>
              </a:rPr>
              <a:t>Hòa lời trầm ca, cao bay về chín tầng.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g3de4329e4d7_0_1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Nguyện tình yêu Chúa thánh hóa cho lễ dâng.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g3de4329e4d7_0_1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Muôn tiếng tơ đàn, giọng hát nhịp nhàng,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g3de4329e4d7_0_1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làm thành lễ vật dâng về Cha Chí Nhân.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g3de4329e4d7_0_1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Chúc tụng Ngài là Chúa tể càn khôn, đã rộng tình nuôi sống con từng ngày.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g3de4329e4d7_0_1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Chúc tụng Ngài là Chúa khắp mọi nơi,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g3de4329e4d7_0_1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Chúc tụng Ngài mãi đến muôn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pic>
        <p:nvPicPr>
          <p:cNvPr id="997" name="Google Shape;997;p201"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pic>
        <p:nvPicPr>
          <p:cNvPr id="1017" name="Google Shape;1017;g3d48ab63a6f_0_26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CHIÊN THIÊN CHÚA</a:t>
            </a:r>
            <a:endParaRPr b="1" sz="4000">
              <a:solidFill>
                <a:schemeClr val="accent4"/>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a:ea typeface="Times"/>
                <a:cs typeface="Times"/>
                <a:sym typeface="Times"/>
              </a:rPr>
              <a:t>Lạy Chiên Thiên Chúa, Đấng xóa tội trần gian, xin thương xót chúng con.</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thương xót chúng con.</a:t>
            </a:r>
            <a:endParaRPr b="1" sz="7000">
              <a:solidFill>
                <a:schemeClr val="lt1"/>
              </a:solidFill>
              <a:latin typeface="Times"/>
              <a:ea typeface="Times"/>
              <a:cs typeface="Times"/>
              <a:sym typeface="Times"/>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ban bình an cho chúng con.</a:t>
            </a:r>
            <a:endParaRPr b="1" sz="7000">
              <a:solidFill>
                <a:schemeClr val="lt1"/>
              </a:solidFill>
              <a:latin typeface="Times"/>
              <a:ea typeface="Times"/>
              <a:cs typeface="Times"/>
              <a:sym typeface="Times"/>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pic>
        <p:nvPicPr>
          <p:cNvPr id="1037" name="Google Shape;1037;g3d48ab63a6f_0_270"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g3a42a8b53c1_2_272"/>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300">
                <a:solidFill>
                  <a:schemeClr val="lt1"/>
                </a:solidFill>
                <a:latin typeface="Times"/>
                <a:ea typeface="Times"/>
                <a:cs typeface="Times"/>
                <a:sym typeface="Times"/>
              </a:rPr>
              <a:t>Con hãy xỏ ngón tay vào đây, hãy nhìn xem những vết đinh,</a:t>
            </a:r>
            <a:endParaRPr b="1" sz="7300">
              <a:solidFill>
                <a:schemeClr val="lt1"/>
              </a:solidFill>
              <a:latin typeface="Times"/>
              <a:ea typeface="Times"/>
              <a:cs typeface="Times"/>
              <a:sym typeface="Times"/>
            </a:endParaRPr>
          </a:p>
        </p:txBody>
      </p:sp>
      <p:sp>
        <p:nvSpPr>
          <p:cNvPr id="1043" name="Google Shape;1043;g3a42a8b53c1_2_272"/>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g3bc6b650b34_0_56"/>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800">
                <a:solidFill>
                  <a:schemeClr val="lt1"/>
                </a:solidFill>
                <a:latin typeface="Times"/>
                <a:ea typeface="Times"/>
                <a:cs typeface="Times"/>
                <a:sym typeface="Times"/>
              </a:rPr>
              <a:t>và đừng cứng lòng nữa, nhưng hãy tin. Al-lê-lu-ia.</a:t>
            </a:r>
            <a:endParaRPr b="1" sz="7800">
              <a:solidFill>
                <a:schemeClr val="lt1"/>
              </a:solidFill>
              <a:latin typeface="Times"/>
              <a:ea typeface="Times"/>
              <a:cs typeface="Times"/>
              <a:sym typeface="Times"/>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pic>
        <p:nvPicPr>
          <p:cNvPr id="1053" name="Google Shape;1053;g3d48ab63a6f_0_274"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g3dd33158570_0_1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CON XIN TIN</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(Hùng Lân)</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g3dd33158570_0_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Con hãy xỏ ngón tay con vào đây, hãy nhìn xem những vết đinh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g3dd33158570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và đừng cứng lòng nữa. Nhưng hãy tin, nhưng hãy tin. Al-le-lu-ia! ia!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g3dd33158570_0_1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Lạy Chúa! Con xin tin Chúa từ cõi chết đã sống lại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g3dd33158570_0_1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ban bình an cho chúng con, ban bình an cho chúng con.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g3d573131aa0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Con hãy xỏ ngón tay con vào đây, hãy nhìn xem những vết đinh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g3d573131aa0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và đừng cứng lòng nữa. Nhưng hãy tin, nhưng hãy tin. Al-le-lu-ia! ia!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g3d573131aa0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Lạy Chúa! Con xin tin Chúa từ cõi chết đã sống lại.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g3d573131aa0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Nhưng con đã thấy mà tin, phúc thay kẻ nào không thấy mà tin.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g3d573131aa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Con hãy xỏ ngón tay con vào đây, hãy nhìn xem những vết đinh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g3d573131aa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và đừng cứng lòng nữa. Nhưng hãy tin, nhưng hãy tin. Al-le-lu-ia! ia!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pic>
        <p:nvPicPr>
          <p:cNvPr id="1113" name="Google Shape;1113;g3d573131aa0_0_168"/>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g3d573131aa0_0_4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CHÚA PHỤC SINH</a:t>
            </a:r>
            <a:br>
              <a:rPr b="1" lang="en-US" sz="6700">
                <a:solidFill>
                  <a:srgbClr val="FFFF00"/>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Kim Long)</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g3d573131aa0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nay thực đã phục sinh. </a:t>
            </a:r>
            <a:r>
              <a:rPr b="1" lang="en-US" sz="7400">
                <a:solidFill>
                  <a:schemeClr val="lt1"/>
                </a:solidFill>
                <a:latin typeface="Times New Roman"/>
                <a:ea typeface="Times New Roman"/>
                <a:cs typeface="Times New Roman"/>
                <a:sym typeface="Times New Roman"/>
              </a:rPr>
              <a:t>Al-lê-lu-ia. </a:t>
            </a:r>
            <a:endParaRPr b="1" sz="7400">
              <a:solidFill>
                <a:schemeClr val="lt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None/>
            </a:pPr>
            <a:r>
              <a:rPr b="1" lang="en-US" sz="7400">
                <a:solidFill>
                  <a:schemeClr val="lt1"/>
                </a:solidFill>
                <a:latin typeface="Times New Roman"/>
                <a:ea typeface="Times New Roman"/>
                <a:cs typeface="Times New Roman"/>
                <a:sym typeface="Times New Roman"/>
              </a:rPr>
              <a:t>Al-lê-lu-ia.</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g3d573131aa0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Người từ trong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kẻ chết sống lại. Al-lê-lu-ia, Al-lê-lu-ia.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g3d573131aa0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Và niềm vui tràn lan nơi nơi.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g3d573131aa0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nay thực đã phục sinh. </a:t>
            </a:r>
            <a:r>
              <a:rPr b="1" lang="en-US" sz="7400">
                <a:solidFill>
                  <a:schemeClr val="lt1"/>
                </a:solidFill>
                <a:latin typeface="Times New Roman"/>
                <a:ea typeface="Times New Roman"/>
                <a:cs typeface="Times New Roman"/>
                <a:sym typeface="Times New Roman"/>
              </a:rPr>
              <a:t>Al-lê-lu-ia. </a:t>
            </a:r>
            <a:endParaRPr b="1" sz="7400">
              <a:solidFill>
                <a:schemeClr val="lt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None/>
            </a:pPr>
            <a:r>
              <a:rPr b="1" lang="en-US" sz="7400">
                <a:solidFill>
                  <a:schemeClr val="lt1"/>
                </a:solidFill>
                <a:latin typeface="Times New Roman"/>
                <a:ea typeface="Times New Roman"/>
                <a:cs typeface="Times New Roman"/>
                <a:sym typeface="Times New Roman"/>
              </a:rPr>
              <a:t>Al-lê-lu-ia.</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pic>
        <p:nvPicPr>
          <p:cNvPr id="1143" name="Google Shape;1143;g3d573131aa0_0_172"/>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