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 id="495" r:id="rId245"/>
    <p:sldId id="496" r:id="rId246"/>
    <p:sldId id="497" r:id="rId247"/>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48" roundtripDataSignature="AMtx7mht+RAbcY+QnZxVPJbu8VCA+Jta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248" Type="http://customschemas.google.com/relationships/presentationmetadata" Target="metadata"/><Relationship Id="rId126" Type="http://schemas.openxmlformats.org/officeDocument/2006/relationships/slide" Target="slides/slide121.xml"/><Relationship Id="rId247" Type="http://schemas.openxmlformats.org/officeDocument/2006/relationships/slide" Target="slides/slide242.xml"/><Relationship Id="rId121" Type="http://schemas.openxmlformats.org/officeDocument/2006/relationships/slide" Target="slides/slide116.xml"/><Relationship Id="rId242" Type="http://schemas.openxmlformats.org/officeDocument/2006/relationships/slide" Target="slides/slide237.xml"/><Relationship Id="rId120" Type="http://schemas.openxmlformats.org/officeDocument/2006/relationships/slide" Target="slides/slide115.xml"/><Relationship Id="rId241" Type="http://schemas.openxmlformats.org/officeDocument/2006/relationships/slide" Target="slides/slide236.xml"/><Relationship Id="rId240" Type="http://schemas.openxmlformats.org/officeDocument/2006/relationships/slide" Target="slides/slide235.xml"/><Relationship Id="rId125" Type="http://schemas.openxmlformats.org/officeDocument/2006/relationships/slide" Target="slides/slide120.xml"/><Relationship Id="rId246" Type="http://schemas.openxmlformats.org/officeDocument/2006/relationships/slide" Target="slides/slide241.xml"/><Relationship Id="rId124" Type="http://schemas.openxmlformats.org/officeDocument/2006/relationships/slide" Target="slides/slide119.xml"/><Relationship Id="rId245" Type="http://schemas.openxmlformats.org/officeDocument/2006/relationships/slide" Target="slides/slide240.xml"/><Relationship Id="rId123" Type="http://schemas.openxmlformats.org/officeDocument/2006/relationships/slide" Target="slides/slide118.xml"/><Relationship Id="rId244" Type="http://schemas.openxmlformats.org/officeDocument/2006/relationships/slide" Target="slides/slide239.xml"/><Relationship Id="rId122" Type="http://schemas.openxmlformats.org/officeDocument/2006/relationships/slide" Target="slides/slide117.xml"/><Relationship Id="rId243" Type="http://schemas.openxmlformats.org/officeDocument/2006/relationships/slide" Target="slides/slide238.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schemas.openxmlformats.org/officeDocument/2006/relationships/slide" Target="slides/slide234.xml"/><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b98287b44_0_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eb98287b44_0_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491e64396_0_2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f491e64396_0_2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b98287b4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b98287b4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0aa96aa8e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0aa96aa8e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0aa96aa8e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0aa96aa8e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491e64396_0_2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491e64396_0_2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03" name="Google Shape;70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09" name="Google Shape;70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15" name="Google Shape;71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0" name="Google Shape;72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1" name="Google Shape;72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27" name="Google Shape;72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3" name="Google Shape;73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9" name="Google Shape;73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45" name="Google Shape;74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1" name="Google Shape;75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7" name="Google Shape;75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3" name="Google Shape;76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9" name="Google Shape;76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5" name="Google Shape;77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f491e64396_0_2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g3f491e64396_0_2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1" name="Google Shape;79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6" name="Google Shape;79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6" name="Google Shape;80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3f491e64396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g3f491e64396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1" name="Google Shape;821;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f491e64396_0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f491e64396_0_1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f491e64396_0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f491e64396_0_1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f282feffb0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f282feffb0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f282feffb0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f282feffb0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f491e64396_0_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f491e64396_0_2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f491e64396_0_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f491e64396_0_2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f0aa96aa8e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f0aa96aa8e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f0aa96aa8e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f0aa96aa8e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f491e64396_0_2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f491e64396_0_2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f491e64396_0_2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f491e64396_0_2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2" name="Google Shape;88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3" name="Google Shape;88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4" name="Google Shape;89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3f491e64396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9" name="Google Shape;899;g3f491e64396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4" name="Google Shape;90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3f491e64396_0_2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g3f491e64396_0_2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f0aa96aa8e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g3f0aa96aa8e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f0aa96aa8e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f0aa96aa8e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f0aa96aa8e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f0aa96aa8e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f0aa96aa8e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f0aa96aa8e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f0aa96aa8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f0aa96aa8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f0aa96aa8e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f0aa96aa8e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f491e64396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f491e64396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f0aa96aa8e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f0aa96aa8e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f491e6439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f491e6439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f491e64396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f491e64396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f491e64396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g3f491e64396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f491e64396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f491e64396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f491e64396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f491e64396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f491e64396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g3f491e64396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f491e64396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g3f491e64396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f491e64396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3f491e64396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f491e64396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g3f491e64396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f491e64396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g3f491e64396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f491e64396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3f491e64396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5" name="Google Shape;112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0" name="Google Shape;113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5" name="Google Shape;113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0" name="Google Shape;114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5" name="Google Shape;114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0" name="Google Shape;115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f282feffb0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6" name="Google Shape;1156;g3f282feffb0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1" name="Google Shape;116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1" name="Google Shape;1171;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3f491e64396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6" name="Google Shape;1176;g3f491e64396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3f491e64396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1" name="Google Shape;1181;g3f491e64396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f491e64396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f491e64396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f491e64396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f491e64396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f491e64396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f491e64396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f491e64396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f491e64396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f491e64396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f491e64396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f491e64396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f491e64396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f491e64396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3f491e64396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f491e64396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g3f491e64396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3f491e64396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g3f491e64396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3f491e64396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g3f491e64396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3f491e64396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1" name="Google Shape;1241;g3f491e64396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f491e64396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6" name="Google Shape;1246;g3f491e64396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3f491e64396_0_2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1" name="Google Shape;1251;g3f491e64396_0_2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f0aa96aa8e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6" name="Google Shape;1256;g3f0aa96aa8e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f0aa96aa8e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1" name="Google Shape;1261;g3f0aa96aa8e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3f0aa96aa8e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6" name="Google Shape;1266;g3f0aa96aa8e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3f491e64396_0_2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1" name="Google Shape;1271;g3f491e64396_0_2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f491e64396_0_2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6" name="Google Shape;1276;g3f491e64396_0_2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g3f0aa96aa8e_0_1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1" name="Google Shape;1281;g3f0aa96aa8e_0_1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3f0aa96aa8e_0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6" name="Google Shape;1286;g3f0aa96aa8e_0_1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3f491e64396_0_2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1" name="Google Shape;1291;g3f491e64396_0_2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g3f491e64396_0_2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6" name="Google Shape;1296;g3f491e64396_0_2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3f491e64396_0_2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1" name="Google Shape;1301;g3f491e64396_0_2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3f491e64396_0_2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6" name="Google Shape;1306;g3f491e64396_0_2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g3f491e64396_0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1" name="Google Shape;1311;g3f491e64396_0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3.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5.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 Id="rId3" Type="http://schemas.openxmlformats.org/officeDocument/2006/relationships/image" Target="../media/image2.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4.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3.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3.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jp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jp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 Id="rId3" Type="http://schemas.openxmlformats.org/officeDocument/2006/relationships/image" Target="../media/image1.jp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 Id="rId3" Type="http://schemas.openxmlformats.org/officeDocument/2006/relationships/image" Target="../media/image1.jp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 Id="rId3" Type="http://schemas.openxmlformats.org/officeDocument/2006/relationships/image" Target="../media/image3.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eb98287b44_0_85"/>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pic>
        <p:nvPicPr>
          <p:cNvPr id="653" name="Google Shape;653;g3f491e64396_0_244"/>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NÀO VỀ ĐÂY</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a:t>
            </a:r>
            <a:r>
              <a:rPr b="1" i="1" lang="en-US" sz="3300">
                <a:solidFill>
                  <a:schemeClr val="accent4"/>
                </a:solidFill>
                <a:latin typeface="Times New Roman"/>
                <a:ea typeface="Times New Roman"/>
                <a:cs typeface="Times New Roman"/>
                <a:sym typeface="Times New Roman"/>
              </a:rPr>
              <a:t>Ngọc Khánh</a:t>
            </a:r>
            <a:r>
              <a:rPr b="1" i="1" lang="en-US" sz="3300">
                <a:solidFill>
                  <a:schemeClr val="accent4"/>
                </a:solidFill>
                <a:latin typeface="Times New Roman"/>
                <a:ea typeface="Times New Roman"/>
                <a:cs typeface="Times New Roman"/>
                <a:sym typeface="Times New Roman"/>
              </a:rPr>
              <a:t>)</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Nào về đây nơi Cha ta ngày đêm đứng trông chờ.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về đây nơi quê hương thân thương hằng nhung nhớ.</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Nào về đây nơi đồng xanh suối trong trôi lững lờ,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b98287b4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cùng nhau ca lên đi bài ca mến yêu vô bờ.</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0aa96aa8e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Ca lên muôn bài ca mới. Ngợi mừng Cứu Chúa không ngơi.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0aa96aa8e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Ca lên hỡi ngàn dân ơi. Chúc khen Danh Người khắp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f491e64396_0_248"/>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699" name="Google Shape;69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0" name="Shape 710"/>
        <p:cNvGrpSpPr/>
        <p:nvPr/>
      </p:nvGrpSpPr>
      <p:grpSpPr>
        <a:xfrm>
          <a:off x="0" y="0"/>
          <a:ext cx="0" cy="0"/>
          <a:chOff x="0" y="0"/>
          <a:chExt cx="0" cy="0"/>
        </a:xfrm>
      </p:grpSpPr>
      <p:sp>
        <p:nvSpPr>
          <p:cNvPr id="711" name="Google Shape;71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g3f491e64396_0_252"/>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6" name="Shape 786"/>
        <p:cNvGrpSpPr/>
        <p:nvPr/>
      </p:nvGrpSpPr>
      <p:grpSpPr>
        <a:xfrm>
          <a:off x="0" y="0"/>
          <a:ext cx="0" cy="0"/>
          <a:chOff x="0" y="0"/>
          <a:chExt cx="0" cy="0"/>
        </a:xfrm>
      </p:grpSpPr>
      <p:sp>
        <p:nvSpPr>
          <p:cNvPr id="787" name="Google Shape;78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88" name="Google Shape;78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64</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Chúa thăm đất cho mưa gội nhuần, cho ngập tràn phú túc giàu sang. </a:t>
            </a:r>
            <a:r>
              <a:rPr b="1" lang="en-US" sz="8000">
                <a:solidFill>
                  <a:schemeClr val="lt1"/>
                </a:solidFill>
                <a:latin typeface="Times New Roman"/>
                <a:ea typeface="Times New Roman"/>
                <a:cs typeface="Times New Roman"/>
                <a:sym typeface="Times New Roman"/>
              </a:rPr>
              <a:t>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cho nước mênh mông tràn bờ, đợi đến giờ cây lúa trổ bông.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Hạt giống rơi rơi vào đất tốt, và cây xanh sinh hoa kết trái.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g3f491e64396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Hoa thơm trái ngọt biết bao.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Ah ah ah ah.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Đất đai Chúa lo thu dọn sạch, cho đường cày ứ nước bậm sâu.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san những mô cao làm bằng, hạt nẩy mầm tăng sức bội thu.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f491e64396_0_1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Hạt giống rơi rơi vào đất tốt, và cây xanh sinh hoa kết trái.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f491e64396_0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Hoa thơm trái ngọt biết bao.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Ah ah ah ah.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f282feffb0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Phúc ân Chúa quanh năm tràn đầy, hoa mầu này ngập lối người đi.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f282feffb0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Nước tràn tới những hoang địa buồn, và núi đồi sức sống bừng lên.</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f491e64396_0_2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Hạt giống rơi rơi vào đất tốt, và cây xanh sinh hoa kết trái.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f491e64396_0_2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Hoa thơm trái ngọt biết bao.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Ah ah ah ah.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f0aa96aa8e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4. </a:t>
            </a:r>
            <a:r>
              <a:rPr b="1" lang="en-US" sz="8000">
                <a:solidFill>
                  <a:schemeClr val="lt1"/>
                </a:solidFill>
                <a:latin typeface="Times New Roman"/>
                <a:ea typeface="Times New Roman"/>
                <a:cs typeface="Times New Roman"/>
                <a:sym typeface="Times New Roman"/>
              </a:rPr>
              <a:t>Lúa tươi tốt rung rinh dạt dào, chiên cừu đầy phủ trắng đồng xanh.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f0aa96aa8e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600">
                <a:solidFill>
                  <a:schemeClr val="lt1"/>
                </a:solidFill>
                <a:latin typeface="Times New Roman"/>
                <a:ea typeface="Times New Roman"/>
                <a:cs typeface="Times New Roman"/>
                <a:sym typeface="Times New Roman"/>
              </a:rPr>
              <a:t>Khắp nơi tiếng hoan ca tràn trề, lời hát hò đượm thắm tình quê.</a:t>
            </a:r>
            <a:endParaRPr b="1" sz="76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f491e64396_0_2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Hạt giống rơi rơi vào đất tốt, và cây xanh sinh hoa kết trái.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3f491e64396_0_2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Hoa thơm trái ngọt biết bao. </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Ah ah ah ah.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7" name="Shape 877"/>
        <p:cNvGrpSpPr/>
        <p:nvPr/>
      </p:nvGrpSpPr>
      <p:grpSpPr>
        <a:xfrm>
          <a:off x="0" y="0"/>
          <a:ext cx="0" cy="0"/>
          <a:chOff x="0" y="0"/>
          <a:chExt cx="0" cy="0"/>
        </a:xfrm>
      </p:grpSpPr>
      <p:sp>
        <p:nvSpPr>
          <p:cNvPr id="878" name="Google Shape;87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79" name="Google Shape;879;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Chúa phán rằng: “Lời Cha là chân lý, Lời ban niềm vui sống,</a:t>
            </a:r>
            <a:endParaRPr b="1" sz="6000">
              <a:solidFill>
                <a:schemeClr val="lt1"/>
              </a:solidFill>
              <a:latin typeface="Times New Roman"/>
              <a:ea typeface="Times New Roman"/>
              <a:cs typeface="Times New Roman"/>
              <a:sym typeface="Times New Roman"/>
            </a:endParaRPr>
          </a:p>
        </p:txBody>
      </p:sp>
      <p:sp>
        <p:nvSpPr>
          <p:cNvPr id="886" name="Google Shape;88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600">
                <a:solidFill>
                  <a:schemeClr val="lt1"/>
                </a:solidFill>
                <a:latin typeface="Times New Roman"/>
                <a:ea typeface="Times New Roman"/>
                <a:cs typeface="Times New Roman"/>
                <a:sym typeface="Times New Roman"/>
              </a:rPr>
              <a:t>xin Ngài thánh hoá chúng trong sự thật”.</a:t>
            </a:r>
            <a:br>
              <a:rPr b="1" lang="en-US" sz="6500">
                <a:solidFill>
                  <a:schemeClr val="lt1"/>
                </a:solidFill>
                <a:latin typeface="Times New Roman"/>
                <a:ea typeface="Times New Roman"/>
                <a:cs typeface="Times New Roman"/>
                <a:sym typeface="Times New Roman"/>
              </a:rPr>
            </a:b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pic>
        <p:nvPicPr>
          <p:cNvPr id="896" name="Google Shape;896;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pic>
        <p:nvPicPr>
          <p:cNvPr id="901" name="Google Shape;901;g3f491e64396_0_256"/>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07" name="Google Shape;90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pic>
        <p:nvPicPr>
          <p:cNvPr id="1007" name="Google Shape;1007;g3f491e64396_0_260"/>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g3f0aa96aa8e_0_2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TIẾN DÂNG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(Đào Trung)</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f0aa96aa8e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Dâng lên tòa Chúa từ nhân, đây bánh thơm, ly rượu nồng.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g3f0aa96aa8e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lên tình yêu son sắt, xin Ngài thương đoái lễ vật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f0aa96aa8e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Dâng lên ngai tòa cao sáng, ngàn gian khổ, hy sinh, lắng lo.</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f0aa96aa8e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Xin dâng vui buồn cuộc sống, mọi nguyện ước chân thành con dâng.</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f0aa96aa8e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Nguyện Ngài thương ban tràn xuống hồng ân.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f491e64396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Ngài thương tha thứ mọi lỗi lầm.</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f0aa96aa8e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Để đời con được sống trong tình yêu.</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Để đời con liên kết trong bàn tay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f491e64396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lên tòa Chúa từ nhân, đây bánh thơm, ly rượu nồng.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3f491e64396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lên tình yêu son sắt, xin Ngài thương đoái lễ vật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g3f491e64396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lên ngai tòa cao sáng, ngàn gian khổ, hy sinh, lắng lo.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g3f491e64396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vui buồn cuộc sống, mọi nguyện ước chân thành con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f491e64396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Vì tình yêu Chúa đã chết khổ đau.</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tình yêu nên bánh nuôi nhân trần.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g3f491e64396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Lời nguyện xin tỏa bay như trầm 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g3f491e64396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Nguyện đời con vui sống trong tình yêu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g3f491e64396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lên tòa Chúa từ nhân, đây bánh thơm, ly rượu nồng.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g3f491e64396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lên tình yêu son sắt, xin Ngài thương đoái lễ vật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g3f491e64396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lên ngai tòa cao sáng, ngàn gian khổ, hy sinh, lắng lo.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3f491e64396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vui buồn cuộc sống, mọi nguyện ước chân thành con dâng.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pic>
        <p:nvPicPr>
          <p:cNvPr id="1107" name="Google Shape;110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pic>
        <p:nvPicPr>
          <p:cNvPr id="1127" name="Google Shape;112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pic>
        <p:nvPicPr>
          <p:cNvPr id="1147" name="Google Shape;114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Chúa phán: “Ai ăn thịt Ta và uống máu Ta, thì ở trong Ta, </a:t>
            </a:r>
            <a:endParaRPr b="1" sz="8000">
              <a:solidFill>
                <a:schemeClr val="lt1"/>
              </a:solidFill>
              <a:latin typeface="Times New Roman"/>
              <a:ea typeface="Times New Roman"/>
              <a:cs typeface="Times New Roman"/>
              <a:sym typeface="Times New Roman"/>
            </a:endParaRPr>
          </a:p>
        </p:txBody>
      </p:sp>
      <p:sp>
        <p:nvSpPr>
          <p:cNvPr id="1153" name="Google Shape;115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g3f282feffb0_0_13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và Ta ở trong kẻ ấy”.</a:t>
            </a:r>
            <a:endParaRPr b="1" sz="7900">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pic>
        <p:nvPicPr>
          <p:cNvPr id="1163" name="Google Shape;116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BAO LA</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TÌNH CHÚA</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(Giang Ân)</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Bao la tình Chúa yêu con, mênh mông như biển Thái Bình,</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g3f491e64396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dạt dào như ngàn con sóng, vỗ về năm tháng đời con.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g3f491e64396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Tình Ngài như mưa đỉnh núi, suốt đời tuôn đổ dạt dào.</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f491e64396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Một tình yêu vô biên, một tình yêu vô biên.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Hồng ân Chúa như mưa như mưa, rơi xuống đời con miên man miên man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3f491e64396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nâng đỡ tình con trong tay trong tay, vòng tay </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thương mến.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f491e64396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Đời có Chúa êm trôi êm trôi, Chúa dắt dìu con luôn luôn không thôi,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f491e64396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có Chúa cùng đi con không đơn côi, ôi tình tuyệt vời.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f491e64396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2. </a:t>
            </a:r>
            <a:r>
              <a:rPr b="1" lang="en-US" sz="6800">
                <a:solidFill>
                  <a:schemeClr val="lt1"/>
                </a:solidFill>
                <a:latin typeface="Times New Roman"/>
                <a:ea typeface="Times New Roman"/>
                <a:cs typeface="Times New Roman"/>
                <a:sym typeface="Times New Roman"/>
              </a:rPr>
              <a:t>Xa xôi ngày tháng êm trôi, yêu thương như nước xuôi dòng,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g3f491e64396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mặn nồng như từng hơi ấm, đổ đầy mưa nắng đời con.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g3f491e64396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Còn gì như ân tình Chúa, dắt dìu con bước trong đời.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g3f491e64396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Từng nhịp chân yêu thương, từng nhịp chân yêu thương.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g3f491e64396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Hồng ân Chúa như mưa như mưa, rơi xuống đời con miên man miên man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g3f491e64396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nâng đỡ tình con trong tay trong tay, vòng tay </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thương mến.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g3f491e64396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Đời có Chúa êm trôi êm trôi, Chúa dắt dìu con luôn luôn không thôi,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g3f491e64396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có Chúa cùng đi con không đơn côi, ôi tình tuyệt vời.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pic>
        <p:nvPicPr>
          <p:cNvPr id="1253" name="Google Shape;1253;g3f491e64396_0_264"/>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g3f0aa96aa8e_0_17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VUI BƯỚC</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TRÊN ĐƯỜNG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rgbClr val="FFD966"/>
                </a:solidFill>
                <a:latin typeface="Times New Roman"/>
                <a:ea typeface="Times New Roman"/>
                <a:cs typeface="Times New Roman"/>
                <a:sym typeface="Times New Roman"/>
              </a:rPr>
              <a:t>(Duy Thiên)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g3f0aa96aa8e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a:t>
            </a:r>
            <a:r>
              <a:rPr b="1" lang="en-US" sz="8000">
                <a:solidFill>
                  <a:srgbClr val="FFFFFF"/>
                </a:solidFill>
                <a:latin typeface="Times New Roman"/>
                <a:ea typeface="Times New Roman"/>
                <a:cs typeface="Times New Roman"/>
                <a:sym typeface="Times New Roman"/>
              </a:rPr>
              <a:t>Hãy vui bước trên đường đi, Chúa đưa lối con ngại chi, </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g3f0aa96aa8e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đường xa dù bao khó nguy, đi cùng Chú</a:t>
            </a:r>
            <a:r>
              <a:rPr b="1" lang="en-US" sz="8000">
                <a:solidFill>
                  <a:schemeClr val="lt1"/>
                </a:solidFill>
                <a:latin typeface="Times New Roman"/>
                <a:ea typeface="Times New Roman"/>
                <a:cs typeface="Times New Roman"/>
                <a:sym typeface="Times New Roman"/>
              </a:rPr>
              <a:t>a</a:t>
            </a:r>
            <a:r>
              <a:rPr b="1" lang="en-US" sz="8000">
                <a:solidFill>
                  <a:schemeClr val="lt1"/>
                </a:solidFill>
                <a:latin typeface="Times New Roman"/>
                <a:ea typeface="Times New Roman"/>
                <a:cs typeface="Times New Roman"/>
                <a:sym typeface="Times New Roman"/>
              </a:rPr>
              <a:t> con sợ chi.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g3f491e64396_0_2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Trên con đường trần gian, cho dẫu còn gian nan,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g3f491e64396_0_2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luôn ở cùng con, xót chia nỗi buồn của con, Chúa vui nối vui đời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g3f0aa96aa8e_0_1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1.</a:t>
            </a:r>
            <a:r>
              <a:rPr b="1" lang="en-US" sz="8000">
                <a:solidFill>
                  <a:schemeClr val="lt1"/>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Nhìn đường xa mà lòng xao xuyến,</a:t>
            </a:r>
            <a:endParaRPr b="1" sz="8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xin cho đời con một niềm trung kiên.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g3f0aa96aa8e_0_1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6900">
                <a:solidFill>
                  <a:schemeClr val="lt1"/>
                </a:solidFill>
                <a:latin typeface="Times New Roman"/>
                <a:ea typeface="Times New Roman"/>
                <a:cs typeface="Times New Roman"/>
                <a:sym typeface="Times New Roman"/>
              </a:rPr>
              <a:t>Chúa ơi hãy thương chở che, tháng năm sống trên trần gian, cho đời con sống yên lành.</a:t>
            </a:r>
            <a:endParaRPr b="1" sz="6900">
              <a:solidFill>
                <a:schemeClr val="lt1"/>
              </a:solidFill>
              <a:latin typeface="Times New Roman"/>
              <a:ea typeface="Times New Roman"/>
              <a:cs typeface="Times New Roman"/>
              <a:sym typeface="Times New Roman"/>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g3f491e64396_0_2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Hãy vui bước trên đường đi, Chúa đưa lối con ngại chi, </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g3f491e64396_0_2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đường xa dù bao khó nguy, đi cùng Chúa con sợ chi.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g3f491e64396_0_2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Trên con đường trần gian, cho dẫu còn gian nan,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g3f491e64396_0_2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Chúa luôn ở cùng con, xót chia nỗi buồn của con, Chúa vui nối vui đời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pic>
        <p:nvPicPr>
          <p:cNvPr id="1313" name="Google Shape;1313;g3f491e64396_0_268"/>
          <p:cNvPicPr preferRelativeResize="0"/>
          <p:nvPr/>
        </p:nvPicPr>
        <p:blipFill>
          <a:blip r:embed="rId3">
            <a:alphaModFix/>
          </a:blip>
          <a:stretch>
            <a:fillRect/>
          </a:stretch>
        </p:blipFill>
        <p:spPr>
          <a:xfrm>
            <a:off x="0" y="0"/>
            <a:ext cx="9143997"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