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98"/>
  </p:notesMasterIdLst>
  <p:sldIdLst>
    <p:sldId id="341" r:id="rId2"/>
    <p:sldId id="345" r:id="rId3"/>
    <p:sldId id="344" r:id="rId4"/>
    <p:sldId id="346" r:id="rId5"/>
    <p:sldId id="347" r:id="rId6"/>
    <p:sldId id="348" r:id="rId7"/>
    <p:sldId id="452" r:id="rId8"/>
    <p:sldId id="453" r:id="rId9"/>
    <p:sldId id="349" r:id="rId10"/>
    <p:sldId id="350" r:id="rId11"/>
    <p:sldId id="351" r:id="rId12"/>
    <p:sldId id="352" r:id="rId13"/>
    <p:sldId id="353" r:id="rId14"/>
    <p:sldId id="354" r:id="rId15"/>
    <p:sldId id="355" r:id="rId16"/>
    <p:sldId id="356" r:id="rId17"/>
    <p:sldId id="357" r:id="rId18"/>
    <p:sldId id="358" r:id="rId19"/>
    <p:sldId id="359" r:id="rId20"/>
    <p:sldId id="360" r:id="rId21"/>
    <p:sldId id="361" r:id="rId22"/>
    <p:sldId id="362" r:id="rId23"/>
    <p:sldId id="363" r:id="rId24"/>
    <p:sldId id="364" r:id="rId25"/>
    <p:sldId id="365" r:id="rId26"/>
    <p:sldId id="367" r:id="rId27"/>
    <p:sldId id="376" r:id="rId28"/>
    <p:sldId id="377" r:id="rId29"/>
    <p:sldId id="378" r:id="rId30"/>
    <p:sldId id="380" r:id="rId31"/>
    <p:sldId id="466" r:id="rId32"/>
    <p:sldId id="381" r:id="rId33"/>
    <p:sldId id="382" r:id="rId34"/>
    <p:sldId id="383" r:id="rId35"/>
    <p:sldId id="384" r:id="rId36"/>
    <p:sldId id="385" r:id="rId37"/>
    <p:sldId id="386" r:id="rId38"/>
    <p:sldId id="387" r:id="rId39"/>
    <p:sldId id="388" r:id="rId40"/>
    <p:sldId id="389" r:id="rId41"/>
    <p:sldId id="390" r:id="rId42"/>
    <p:sldId id="391" r:id="rId43"/>
    <p:sldId id="392" r:id="rId44"/>
    <p:sldId id="393" r:id="rId45"/>
    <p:sldId id="394" r:id="rId46"/>
    <p:sldId id="395" r:id="rId47"/>
    <p:sldId id="396" r:id="rId48"/>
    <p:sldId id="397" r:id="rId49"/>
    <p:sldId id="398" r:id="rId50"/>
    <p:sldId id="399" r:id="rId51"/>
    <p:sldId id="400" r:id="rId52"/>
    <p:sldId id="401" r:id="rId53"/>
    <p:sldId id="403" r:id="rId54"/>
    <p:sldId id="404" r:id="rId55"/>
    <p:sldId id="406" r:id="rId56"/>
    <p:sldId id="405" r:id="rId57"/>
    <p:sldId id="407" r:id="rId58"/>
    <p:sldId id="408" r:id="rId59"/>
    <p:sldId id="442" r:id="rId60"/>
    <p:sldId id="454" r:id="rId61"/>
    <p:sldId id="455" r:id="rId62"/>
    <p:sldId id="443" r:id="rId63"/>
    <p:sldId id="410" r:id="rId64"/>
    <p:sldId id="411" r:id="rId65"/>
    <p:sldId id="456" r:id="rId66"/>
    <p:sldId id="457" r:id="rId67"/>
    <p:sldId id="412" r:id="rId68"/>
    <p:sldId id="413" r:id="rId69"/>
    <p:sldId id="414" r:id="rId70"/>
    <p:sldId id="415" r:id="rId71"/>
    <p:sldId id="458" r:id="rId72"/>
    <p:sldId id="417" r:id="rId73"/>
    <p:sldId id="418" r:id="rId74"/>
    <p:sldId id="419" r:id="rId75"/>
    <p:sldId id="459" r:id="rId76"/>
    <p:sldId id="421" r:id="rId77"/>
    <p:sldId id="460" r:id="rId78"/>
    <p:sldId id="461" r:id="rId79"/>
    <p:sldId id="424" r:id="rId80"/>
    <p:sldId id="425" r:id="rId81"/>
    <p:sldId id="426" r:id="rId82"/>
    <p:sldId id="427" r:id="rId83"/>
    <p:sldId id="428" r:id="rId84"/>
    <p:sldId id="448" r:id="rId85"/>
    <p:sldId id="429" r:id="rId86"/>
    <p:sldId id="462" r:id="rId87"/>
    <p:sldId id="463" r:id="rId88"/>
    <p:sldId id="433" r:id="rId89"/>
    <p:sldId id="434" r:id="rId90"/>
    <p:sldId id="464" r:id="rId91"/>
    <p:sldId id="465" r:id="rId92"/>
    <p:sldId id="435" r:id="rId93"/>
    <p:sldId id="437" r:id="rId94"/>
    <p:sldId id="438" r:id="rId95"/>
    <p:sldId id="439" r:id="rId96"/>
    <p:sldId id="441" r:id="rId97"/>
  </p:sldIdLst>
  <p:sldSz cx="9144000" cy="5143500" type="screen16x9"/>
  <p:notesSz cx="9144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2" roundtripDataSignature="AMtx7mjcfwyw3J0gRCkNu1k+TOeZEvoqd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186" autoAdjust="0"/>
  </p:normalViewPr>
  <p:slideViewPr>
    <p:cSldViewPr snapToGrid="0">
      <p:cViewPr varScale="1">
        <p:scale>
          <a:sx n="89" d="100"/>
          <a:sy n="89" d="100"/>
        </p:scale>
        <p:origin x="84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96"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92" Type="http://customschemas.google.com/relationships/presentationmetadata" Target="metadata"/><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9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4" Type="http://schemas.openxmlformats.org/officeDocument/2006/relationships/slide" Target="slides/slide3.xml"/><Relationship Id="rId9" Type="http://schemas.openxmlformats.org/officeDocument/2006/relationships/slide" Target="slides/slide8.xml"/><Relationship Id="rId193"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4"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910"/>
            <a:ext cx="3962400" cy="3429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3f16ddd2213_0_8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1" name="Google Shape;511;g3f16ddd2213_0_8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3e27e67361b_1_2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1" name="Google Shape;531;g3e27e67361b_1_2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3e27e67361b_1_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6" name="Google Shape;526;g3e27e67361b_1_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3eb98287b44_0_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6" name="Google Shape;536;g3eb98287b44_0_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3f16ddd2213_0_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1" name="Google Shape;541;g3f16ddd2213_0_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g3f16ddd2213_0_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6" name="Google Shape;546;g3f16ddd2213_0_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a:extLst>
            <a:ext uri="{FF2B5EF4-FFF2-40B4-BE49-F238E27FC236}">
              <a16:creationId xmlns:a16="http://schemas.microsoft.com/office/drawing/2014/main" id="{8548614A-ED5E-BFC8-9E5A-822A7844C5F2}"/>
            </a:ext>
          </a:extLst>
        </p:cNvPr>
        <p:cNvGrpSpPr/>
        <p:nvPr/>
      </p:nvGrpSpPr>
      <p:grpSpPr>
        <a:xfrm>
          <a:off x="0" y="0"/>
          <a:ext cx="0" cy="0"/>
          <a:chOff x="0" y="0"/>
          <a:chExt cx="0" cy="0"/>
        </a:xfrm>
      </p:grpSpPr>
      <p:sp>
        <p:nvSpPr>
          <p:cNvPr id="545" name="Google Shape;545;g3f16ddd2213_0_4:notes">
            <a:extLst>
              <a:ext uri="{FF2B5EF4-FFF2-40B4-BE49-F238E27FC236}">
                <a16:creationId xmlns:a16="http://schemas.microsoft.com/office/drawing/2014/main" id="{F5C2E601-8D5D-0BB5-6EF6-6CF6F00FB457}"/>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6" name="Google Shape;546;g3f16ddd2213_0_4:notes">
            <a:extLst>
              <a:ext uri="{FF2B5EF4-FFF2-40B4-BE49-F238E27FC236}">
                <a16:creationId xmlns:a16="http://schemas.microsoft.com/office/drawing/2014/main" id="{299E93B0-FD83-A1EB-D499-6585D530F0EF}"/>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418363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a:extLst>
            <a:ext uri="{FF2B5EF4-FFF2-40B4-BE49-F238E27FC236}">
              <a16:creationId xmlns:a16="http://schemas.microsoft.com/office/drawing/2014/main" id="{23306C94-2474-AD26-CF66-8076E1FC5C57}"/>
            </a:ext>
          </a:extLst>
        </p:cNvPr>
        <p:cNvGrpSpPr/>
        <p:nvPr/>
      </p:nvGrpSpPr>
      <p:grpSpPr>
        <a:xfrm>
          <a:off x="0" y="0"/>
          <a:ext cx="0" cy="0"/>
          <a:chOff x="0" y="0"/>
          <a:chExt cx="0" cy="0"/>
        </a:xfrm>
      </p:grpSpPr>
      <p:sp>
        <p:nvSpPr>
          <p:cNvPr id="545" name="Google Shape;545;g3f16ddd2213_0_4:notes">
            <a:extLst>
              <a:ext uri="{FF2B5EF4-FFF2-40B4-BE49-F238E27FC236}">
                <a16:creationId xmlns:a16="http://schemas.microsoft.com/office/drawing/2014/main" id="{B0DBDC96-27E6-B6B7-93EF-2A316C9C0773}"/>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6" name="Google Shape;546;g3f16ddd2213_0_4:notes">
            <a:extLst>
              <a:ext uri="{FF2B5EF4-FFF2-40B4-BE49-F238E27FC236}">
                <a16:creationId xmlns:a16="http://schemas.microsoft.com/office/drawing/2014/main" id="{1C31C9E5-A38D-97B3-FAA2-DBEE5BC12673}"/>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210101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3f16ddd2213_0_8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1" name="Google Shape;551;g3f16ddd2213_0_8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3d90891dc36_0_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6" name="Google Shape;556;g3d90891dc36_0_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g3ab13fdb44f_0_29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2" name="Google Shape;562;g3ab13fdb44f_0_29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563" name="Google Shape;563;g3ab13fdb44f_0_29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g3ab13fdb44f_0_30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8" name="Google Shape;568;g3ab13fdb44f_0_30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228600" algn="l" rtl="0">
              <a:lnSpc>
                <a:spcPct val="100000"/>
              </a:lnSpc>
              <a:spcBef>
                <a:spcPts val="0"/>
              </a:spcBef>
              <a:spcAft>
                <a:spcPts val="0"/>
              </a:spcAft>
              <a:buClr>
                <a:srgbClr val="FF0000"/>
              </a:buClr>
              <a:buSzPts val="1200"/>
              <a:buFont typeface="Arial"/>
              <a:buAutoNum type="arabicPeriod"/>
            </a:pPr>
            <a:r>
              <a:rPr lang="en-US" b="0" i="0">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marL="0" lvl="0" indent="0" algn="l" rtl="0">
              <a:lnSpc>
                <a:spcPct val="100000"/>
              </a:lnSpc>
              <a:spcBef>
                <a:spcPts val="0"/>
              </a:spcBef>
              <a:spcAft>
                <a:spcPts val="0"/>
              </a:spcAft>
              <a:buClr>
                <a:srgbClr val="FF0000"/>
              </a:buClr>
              <a:buSzPts val="1200"/>
              <a:buFont typeface="Arial"/>
              <a:buNone/>
            </a:pPr>
            <a:r>
              <a:rPr lang="en-US" b="0" i="0">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marL="0" lvl="0" indent="0" algn="l" rtl="0">
              <a:lnSpc>
                <a:spcPct val="100000"/>
              </a:lnSpc>
              <a:spcBef>
                <a:spcPts val="0"/>
              </a:spcBef>
              <a:spcAft>
                <a:spcPts val="0"/>
              </a:spcAft>
              <a:buClr>
                <a:srgbClr val="FF0000"/>
              </a:buClr>
              <a:buSzPts val="1200"/>
              <a:buFont typeface="Arial"/>
              <a:buNone/>
            </a:pPr>
            <a:r>
              <a:rPr lang="en-US" b="0" i="0">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marL="0" lvl="0" indent="0" algn="l" rtl="0">
              <a:lnSpc>
                <a:spcPct val="100000"/>
              </a:lnSpc>
              <a:spcBef>
                <a:spcPts val="0"/>
              </a:spcBef>
              <a:spcAft>
                <a:spcPts val="0"/>
              </a:spcAft>
              <a:buClr>
                <a:srgbClr val="FF0000"/>
              </a:buClr>
              <a:buSzPts val="1200"/>
              <a:buFont typeface="Arial"/>
              <a:buNone/>
            </a:pPr>
            <a:r>
              <a:rPr lang="en-US" b="0" i="0">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569" name="Google Shape;569;g3ab13fdb44f_0_30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3ab13fdb44f_0_30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4" name="Google Shape;574;g3ab13fdb44f_0_30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575" name="Google Shape;575;g3ab13fdb44f_0_30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3ab13fdb44f_0_31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0" name="Google Shape;580;g3ab13fdb44f_0_31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581" name="Google Shape;581;g3ab13fdb44f_0_31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g3ab13fdb44f_0_31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6" name="Google Shape;586;g3ab13fdb44f_0_31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587" name="Google Shape;587;g3ab13fdb44f_0_31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g3ab13fdb44f_0_32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2" name="Google Shape;592;g3ab13fdb44f_0_32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593" name="Google Shape;593;g3ab13fdb44f_0_32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3ab13fdb44f_0_32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8" name="Google Shape;598;g3ab13fdb44f_0_32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599" name="Google Shape;599;g3ab13fdb44f_0_32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3ab13fdb44f_0_33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4" name="Google Shape;604;g3ab13fdb44f_0_33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605" name="Google Shape;605;g3ab13fdb44f_0_33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g3ab13fdb44f_0_33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0" name="Google Shape;610;g3ab13fdb44f_0_33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611" name="Google Shape;611;g3ab13fdb44f_0_33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3ab13fdb44f_0_34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6" name="Google Shape;616;g3ab13fdb44f_0_34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617" name="Google Shape;617;g3ab13fdb44f_0_34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g3ab13fdb44f_0_34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2" name="Google Shape;622;g3ab13fdb44f_0_34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623" name="Google Shape;623;g3ab13fdb44f_0_34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6"/>
        <p:cNvGrpSpPr/>
        <p:nvPr/>
      </p:nvGrpSpPr>
      <p:grpSpPr>
        <a:xfrm>
          <a:off x="0" y="0"/>
          <a:ext cx="0" cy="0"/>
          <a:chOff x="0" y="0"/>
          <a:chExt cx="0" cy="0"/>
        </a:xfrm>
      </p:grpSpPr>
      <p:sp>
        <p:nvSpPr>
          <p:cNvPr id="627" name="Google Shape;627;g3ab13fdb44f_0_350: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8" name="Google Shape;628;g3ab13fdb44f_0_35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629" name="Google Shape;629;g3ab13fdb44f_0_35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g3ab13fdb44f_0_355: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4" name="Google Shape;634;g3ab13fdb44f_0_35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228600" lvl="0" indent="-152400" algn="l" rtl="0">
              <a:lnSpc>
                <a:spcPct val="100000"/>
              </a:lnSpc>
              <a:spcBef>
                <a:spcPts val="0"/>
              </a:spcBef>
              <a:spcAft>
                <a:spcPts val="0"/>
              </a:spcAft>
              <a:buClr>
                <a:schemeClr val="dk1"/>
              </a:buClr>
              <a:buSzPts val="1200"/>
              <a:buFont typeface="Calibri"/>
              <a:buNone/>
            </a:pPr>
            <a:endParaRPr/>
          </a:p>
        </p:txBody>
      </p:sp>
      <p:sp>
        <p:nvSpPr>
          <p:cNvPr id="635" name="Google Shape;635;g3ab13fdb44f_0_35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g3f16ddd2213_0_8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0" name="Google Shape;640;g3f16ddd2213_0_8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g3d48ab63a6f_0_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5" name="Google Shape;645;g3d48ab63a6f_0_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3e6e2da66e2_0_7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6" name="Google Shape;656;g3e6e2da66e2_0_7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g3d89366497e_0_4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1" name="Google Shape;701;g3d89366497e_0_4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15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p15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p156: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g3b224b7d20a_0_9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4" name="Google Shape;714;g3b224b7d20a_0_9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3f16ddd2213_0_9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4" name="Google Shape;724;g3f16ddd2213_0_9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a:extLst>
            <a:ext uri="{FF2B5EF4-FFF2-40B4-BE49-F238E27FC236}">
              <a16:creationId xmlns:a16="http://schemas.microsoft.com/office/drawing/2014/main" id="{33CF61DC-F75D-3AF3-B11E-2F87F348FA48}"/>
            </a:ext>
          </a:extLst>
        </p:cNvPr>
        <p:cNvGrpSpPr/>
        <p:nvPr/>
      </p:nvGrpSpPr>
      <p:grpSpPr>
        <a:xfrm>
          <a:off x="0" y="0"/>
          <a:ext cx="0" cy="0"/>
          <a:chOff x="0" y="0"/>
          <a:chExt cx="0" cy="0"/>
        </a:xfrm>
      </p:grpSpPr>
      <p:sp>
        <p:nvSpPr>
          <p:cNvPr id="723" name="Google Shape;723;g3f16ddd2213_0_93:notes">
            <a:extLst>
              <a:ext uri="{FF2B5EF4-FFF2-40B4-BE49-F238E27FC236}">
                <a16:creationId xmlns:a16="http://schemas.microsoft.com/office/drawing/2014/main" id="{9ED6FB53-E212-631B-1180-AC869CA8859F}"/>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4" name="Google Shape;724;g3f16ddd2213_0_93:notes">
            <a:extLst>
              <a:ext uri="{FF2B5EF4-FFF2-40B4-BE49-F238E27FC236}">
                <a16:creationId xmlns:a16="http://schemas.microsoft.com/office/drawing/2014/main" id="{010F24E1-E543-C7FF-E81F-EA7FD2A3EB60}"/>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795982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p15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9" name="Google Shape;729;p15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p16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5" name="Google Shape;735;p16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p16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0" name="Google Shape;740;p16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p16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5" name="Google Shape;745;p16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p16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0" name="Google Shape;750;p16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p16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5" name="Google Shape;755;p16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p16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0" name="Google Shape;760;p16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16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5" name="Google Shape;765;p16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p16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0" name="Google Shape;770;p16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p16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5" name="Google Shape;775;p16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16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0" name="Google Shape;780;p16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p17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5" name="Google Shape;785;p17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p17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0" name="Google Shape;790;p17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p17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5" name="Google Shape;795;p17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p17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0" name="Google Shape;800;p17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p17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5" name="Google Shape;805;p17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p17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0" name="Google Shape;810;p17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p17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5" name="Google Shape;815;p17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p17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0" name="Google Shape;820;p17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p17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5" name="Google Shape;825;p17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3f16ddd2213_0_9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0" name="Google Shape;830;g3f16ddd2213_0_9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g3e5a0c7ab5b_0_25: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0" name="Google Shape;840;g3e5a0c7ab5b_0_2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g3e5a0c7ab5b_0_29: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5" name="Google Shape;845;g3e5a0c7ab5b_0_2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3e5a0c7ab5b_0_3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5" name="Google Shape;855;g3e5a0c7ab5b_0_3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g3e5a0c7ab5b_0_3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0" name="Google Shape;850;g3e5a0c7ab5b_0_3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g3f16ddd2213_0_1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3f16ddd2213_0_1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3f16ddd2213_0_2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5" name="Google Shape;865;g3f16ddd2213_0_2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a:extLst>
            <a:ext uri="{FF2B5EF4-FFF2-40B4-BE49-F238E27FC236}">
              <a16:creationId xmlns:a16="http://schemas.microsoft.com/office/drawing/2014/main" id="{D207247B-23DF-0E30-6BEB-F119D6DECA51}"/>
            </a:ext>
          </a:extLst>
        </p:cNvPr>
        <p:cNvGrpSpPr/>
        <p:nvPr/>
      </p:nvGrpSpPr>
      <p:grpSpPr>
        <a:xfrm>
          <a:off x="0" y="0"/>
          <a:ext cx="0" cy="0"/>
          <a:chOff x="0" y="0"/>
          <a:chExt cx="0" cy="0"/>
        </a:xfrm>
      </p:grpSpPr>
      <p:sp>
        <p:nvSpPr>
          <p:cNvPr id="849" name="Google Shape;849;g3e5a0c7ab5b_0_33:notes">
            <a:extLst>
              <a:ext uri="{FF2B5EF4-FFF2-40B4-BE49-F238E27FC236}">
                <a16:creationId xmlns:a16="http://schemas.microsoft.com/office/drawing/2014/main" id="{651D8DB9-2E1F-9043-3F1E-D24656D4EE1C}"/>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0" name="Google Shape;850;g3e5a0c7ab5b_0_33:notes">
            <a:extLst>
              <a:ext uri="{FF2B5EF4-FFF2-40B4-BE49-F238E27FC236}">
                <a16:creationId xmlns:a16="http://schemas.microsoft.com/office/drawing/2014/main" id="{7625307E-CF7D-AA47-B3FA-47E7CC5CF07A}"/>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7685122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a:extLst>
            <a:ext uri="{FF2B5EF4-FFF2-40B4-BE49-F238E27FC236}">
              <a16:creationId xmlns:a16="http://schemas.microsoft.com/office/drawing/2014/main" id="{34F9E006-6E50-D2A4-AE8B-CF5D25ABC12B}"/>
            </a:ext>
          </a:extLst>
        </p:cNvPr>
        <p:cNvGrpSpPr/>
        <p:nvPr/>
      </p:nvGrpSpPr>
      <p:grpSpPr>
        <a:xfrm>
          <a:off x="0" y="0"/>
          <a:ext cx="0" cy="0"/>
          <a:chOff x="0" y="0"/>
          <a:chExt cx="0" cy="0"/>
        </a:xfrm>
      </p:grpSpPr>
      <p:sp>
        <p:nvSpPr>
          <p:cNvPr id="849" name="Google Shape;849;g3e5a0c7ab5b_0_33:notes">
            <a:extLst>
              <a:ext uri="{FF2B5EF4-FFF2-40B4-BE49-F238E27FC236}">
                <a16:creationId xmlns:a16="http://schemas.microsoft.com/office/drawing/2014/main" id="{F09A4A00-648D-5D66-F599-608E0700C68F}"/>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0" name="Google Shape;850;g3e5a0c7ab5b_0_33:notes">
            <a:extLst>
              <a:ext uri="{FF2B5EF4-FFF2-40B4-BE49-F238E27FC236}">
                <a16:creationId xmlns:a16="http://schemas.microsoft.com/office/drawing/2014/main" id="{B10BD000-42C5-BC5E-A7D3-AD40DADEAA57}"/>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0319972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a:extLst>
            <a:ext uri="{FF2B5EF4-FFF2-40B4-BE49-F238E27FC236}">
              <a16:creationId xmlns:a16="http://schemas.microsoft.com/office/drawing/2014/main" id="{04378334-6E90-D5EC-4E7B-A74FB6F55E07}"/>
            </a:ext>
          </a:extLst>
        </p:cNvPr>
        <p:cNvGrpSpPr/>
        <p:nvPr/>
      </p:nvGrpSpPr>
      <p:grpSpPr>
        <a:xfrm>
          <a:off x="0" y="0"/>
          <a:ext cx="0" cy="0"/>
          <a:chOff x="0" y="0"/>
          <a:chExt cx="0" cy="0"/>
        </a:xfrm>
      </p:grpSpPr>
      <p:sp>
        <p:nvSpPr>
          <p:cNvPr id="859" name="Google Shape;859;g3f16ddd2213_0_16:notes">
            <a:extLst>
              <a:ext uri="{FF2B5EF4-FFF2-40B4-BE49-F238E27FC236}">
                <a16:creationId xmlns:a16="http://schemas.microsoft.com/office/drawing/2014/main" id="{6F479DB9-2463-D07A-7FF0-520D047399E1}"/>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3f16ddd2213_0_16:notes">
            <a:extLst>
              <a:ext uri="{FF2B5EF4-FFF2-40B4-BE49-F238E27FC236}">
                <a16:creationId xmlns:a16="http://schemas.microsoft.com/office/drawing/2014/main" id="{F216783A-02C8-CBD0-1F29-50F4034726FA}"/>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8148184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a:extLst>
            <a:ext uri="{FF2B5EF4-FFF2-40B4-BE49-F238E27FC236}">
              <a16:creationId xmlns:a16="http://schemas.microsoft.com/office/drawing/2014/main" id="{6E786B80-3B82-0193-FEED-642E1C92ECE2}"/>
            </a:ext>
          </a:extLst>
        </p:cNvPr>
        <p:cNvGrpSpPr/>
        <p:nvPr/>
      </p:nvGrpSpPr>
      <p:grpSpPr>
        <a:xfrm>
          <a:off x="0" y="0"/>
          <a:ext cx="0" cy="0"/>
          <a:chOff x="0" y="0"/>
          <a:chExt cx="0" cy="0"/>
        </a:xfrm>
      </p:grpSpPr>
      <p:sp>
        <p:nvSpPr>
          <p:cNvPr id="854" name="Google Shape;854;g3e5a0c7ab5b_0_37:notes">
            <a:extLst>
              <a:ext uri="{FF2B5EF4-FFF2-40B4-BE49-F238E27FC236}">
                <a16:creationId xmlns:a16="http://schemas.microsoft.com/office/drawing/2014/main" id="{3C1392D2-80AA-A57C-9717-13599FA78502}"/>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5" name="Google Shape;855;g3e5a0c7ab5b_0_37:notes">
            <a:extLst>
              <a:ext uri="{FF2B5EF4-FFF2-40B4-BE49-F238E27FC236}">
                <a16:creationId xmlns:a16="http://schemas.microsoft.com/office/drawing/2014/main" id="{D6ED9DAD-7768-3C64-C662-33305FED6665}"/>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694013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3f16ddd2213_0_2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5" name="Google Shape;875;g3f16ddd2213_0_2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3f16ddd2213_0_2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0" name="Google Shape;880;g3f16ddd2213_0_2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a:extLst>
            <a:ext uri="{FF2B5EF4-FFF2-40B4-BE49-F238E27FC236}">
              <a16:creationId xmlns:a16="http://schemas.microsoft.com/office/drawing/2014/main" id="{AA3618B7-2476-5ECB-E4B7-B9D38F31DB37}"/>
            </a:ext>
          </a:extLst>
        </p:cNvPr>
        <p:cNvGrpSpPr/>
        <p:nvPr/>
      </p:nvGrpSpPr>
      <p:grpSpPr>
        <a:xfrm>
          <a:off x="0" y="0"/>
          <a:ext cx="0" cy="0"/>
          <a:chOff x="0" y="0"/>
          <a:chExt cx="0" cy="0"/>
        </a:xfrm>
      </p:grpSpPr>
      <p:sp>
        <p:nvSpPr>
          <p:cNvPr id="849" name="Google Shape;849;g3e5a0c7ab5b_0_33:notes">
            <a:extLst>
              <a:ext uri="{FF2B5EF4-FFF2-40B4-BE49-F238E27FC236}">
                <a16:creationId xmlns:a16="http://schemas.microsoft.com/office/drawing/2014/main" id="{DB531A39-4742-79CC-5559-36C67B1D9B30}"/>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0" name="Google Shape;850;g3e5a0c7ab5b_0_33:notes">
            <a:extLst>
              <a:ext uri="{FF2B5EF4-FFF2-40B4-BE49-F238E27FC236}">
                <a16:creationId xmlns:a16="http://schemas.microsoft.com/office/drawing/2014/main" id="{D54272D6-3A32-21CB-1CCD-22B3D5E86E22}"/>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13984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a:extLst>
            <a:ext uri="{FF2B5EF4-FFF2-40B4-BE49-F238E27FC236}">
              <a16:creationId xmlns:a16="http://schemas.microsoft.com/office/drawing/2014/main" id="{07BD2E04-A82B-54BC-C878-1B98D7ABA1A9}"/>
            </a:ext>
          </a:extLst>
        </p:cNvPr>
        <p:cNvGrpSpPr/>
        <p:nvPr/>
      </p:nvGrpSpPr>
      <p:grpSpPr>
        <a:xfrm>
          <a:off x="0" y="0"/>
          <a:ext cx="0" cy="0"/>
          <a:chOff x="0" y="0"/>
          <a:chExt cx="0" cy="0"/>
        </a:xfrm>
      </p:grpSpPr>
      <p:sp>
        <p:nvSpPr>
          <p:cNvPr id="859" name="Google Shape;859;g3f16ddd2213_0_16:notes">
            <a:extLst>
              <a:ext uri="{FF2B5EF4-FFF2-40B4-BE49-F238E27FC236}">
                <a16:creationId xmlns:a16="http://schemas.microsoft.com/office/drawing/2014/main" id="{B1746F1F-9931-5301-6C45-DF71324D9FF4}"/>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g3f16ddd2213_0_16:notes">
            <a:extLst>
              <a:ext uri="{FF2B5EF4-FFF2-40B4-BE49-F238E27FC236}">
                <a16:creationId xmlns:a16="http://schemas.microsoft.com/office/drawing/2014/main" id="{6F409B0E-038C-3AAA-66E3-6BB32E23E6FB}"/>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2974861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g3e5a0c7ab5b_0_25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3e5a0c7ab5b_0_25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p20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0" name="Google Shape;890;p20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p20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5" name="Google Shape;895;p20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p20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0" name="Google Shape;900;p20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a:extLst>
            <a:ext uri="{FF2B5EF4-FFF2-40B4-BE49-F238E27FC236}">
              <a16:creationId xmlns:a16="http://schemas.microsoft.com/office/drawing/2014/main" id="{1AF28361-4DF1-050E-606A-3663D7BE7828}"/>
            </a:ext>
          </a:extLst>
        </p:cNvPr>
        <p:cNvGrpSpPr/>
        <p:nvPr/>
      </p:nvGrpSpPr>
      <p:grpSpPr>
        <a:xfrm>
          <a:off x="0" y="0"/>
          <a:ext cx="0" cy="0"/>
          <a:chOff x="0" y="0"/>
          <a:chExt cx="0" cy="0"/>
        </a:xfrm>
      </p:grpSpPr>
      <p:sp>
        <p:nvSpPr>
          <p:cNvPr id="884" name="Google Shape;884;g3e5a0c7ab5b_0_256:notes">
            <a:extLst>
              <a:ext uri="{FF2B5EF4-FFF2-40B4-BE49-F238E27FC236}">
                <a16:creationId xmlns:a16="http://schemas.microsoft.com/office/drawing/2014/main" id="{7711F47E-EF38-99D1-3B69-CDC82FE9E6E0}"/>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3e5a0c7ab5b_0_256:notes">
            <a:extLst>
              <a:ext uri="{FF2B5EF4-FFF2-40B4-BE49-F238E27FC236}">
                <a16:creationId xmlns:a16="http://schemas.microsoft.com/office/drawing/2014/main" id="{8436B271-01A9-CEC3-41C5-E54EF9D56D30}"/>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4769881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3a42a8b53c1_2_26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0" name="Google Shape;910;g3a42a8b53c1_2_26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p20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5" name="Google Shape;915;p20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p20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0" name="Google Shape;920;p208:notes"/>
          <p:cNvSpPr>
            <a:spLocks noGrp="1" noRot="1" noChangeAspect="1"/>
          </p:cNvSpPr>
          <p:nvPr>
            <p:ph type="sldImg" idx="2"/>
          </p:nvPr>
        </p:nvSpPr>
        <p:spPr>
          <a:xfrm>
            <a:off x="2286000" y="514350"/>
            <a:ext cx="4572000" cy="2571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a:extLst>
            <a:ext uri="{FF2B5EF4-FFF2-40B4-BE49-F238E27FC236}">
              <a16:creationId xmlns:a16="http://schemas.microsoft.com/office/drawing/2014/main" id="{959510FE-A52B-110B-9CFE-0A2C7BC30A7A}"/>
            </a:ext>
          </a:extLst>
        </p:cNvPr>
        <p:cNvGrpSpPr/>
        <p:nvPr/>
      </p:nvGrpSpPr>
      <p:grpSpPr>
        <a:xfrm>
          <a:off x="0" y="0"/>
          <a:ext cx="0" cy="0"/>
          <a:chOff x="0" y="0"/>
          <a:chExt cx="0" cy="0"/>
        </a:xfrm>
      </p:grpSpPr>
      <p:sp>
        <p:nvSpPr>
          <p:cNvPr id="884" name="Google Shape;884;g3e5a0c7ab5b_0_256:notes">
            <a:extLst>
              <a:ext uri="{FF2B5EF4-FFF2-40B4-BE49-F238E27FC236}">
                <a16:creationId xmlns:a16="http://schemas.microsoft.com/office/drawing/2014/main" id="{0CBE6083-89CB-29C3-B9AC-68A056B1AE2A}"/>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3e5a0c7ab5b_0_256:notes">
            <a:extLst>
              <a:ext uri="{FF2B5EF4-FFF2-40B4-BE49-F238E27FC236}">
                <a16:creationId xmlns:a16="http://schemas.microsoft.com/office/drawing/2014/main" id="{4DD2FDFC-A25D-66C3-6D60-B8AADCA4810A}"/>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9280972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g3e9ce9eb37a_0_183: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0" name="Google Shape;930;g3e9ce9eb37a_0_18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a:extLst>
            <a:ext uri="{FF2B5EF4-FFF2-40B4-BE49-F238E27FC236}">
              <a16:creationId xmlns:a16="http://schemas.microsoft.com/office/drawing/2014/main" id="{BE539A24-77A6-BCF6-9536-C1FAC7C8F860}"/>
            </a:ext>
          </a:extLst>
        </p:cNvPr>
        <p:cNvGrpSpPr/>
        <p:nvPr/>
      </p:nvGrpSpPr>
      <p:grpSpPr>
        <a:xfrm>
          <a:off x="0" y="0"/>
          <a:ext cx="0" cy="0"/>
          <a:chOff x="0" y="0"/>
          <a:chExt cx="0" cy="0"/>
        </a:xfrm>
      </p:grpSpPr>
      <p:sp>
        <p:nvSpPr>
          <p:cNvPr id="919" name="Google Shape;919;p208:notes">
            <a:extLst>
              <a:ext uri="{FF2B5EF4-FFF2-40B4-BE49-F238E27FC236}">
                <a16:creationId xmlns:a16="http://schemas.microsoft.com/office/drawing/2014/main" id="{294044A9-EFD3-390B-5C0D-0A97AB1C7325}"/>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0" name="Google Shape;920;p208:notes">
            <a:extLst>
              <a:ext uri="{FF2B5EF4-FFF2-40B4-BE49-F238E27FC236}">
                <a16:creationId xmlns:a16="http://schemas.microsoft.com/office/drawing/2014/main" id="{86534573-4EE8-04F4-6F2C-FF2895F26D58}"/>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0165061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a:extLst>
            <a:ext uri="{FF2B5EF4-FFF2-40B4-BE49-F238E27FC236}">
              <a16:creationId xmlns:a16="http://schemas.microsoft.com/office/drawing/2014/main" id="{1D470AEA-B80B-5B05-8913-D31AA16CBDED}"/>
            </a:ext>
          </a:extLst>
        </p:cNvPr>
        <p:cNvGrpSpPr/>
        <p:nvPr/>
      </p:nvGrpSpPr>
      <p:grpSpPr>
        <a:xfrm>
          <a:off x="0" y="0"/>
          <a:ext cx="0" cy="0"/>
          <a:chOff x="0" y="0"/>
          <a:chExt cx="0" cy="0"/>
        </a:xfrm>
      </p:grpSpPr>
      <p:sp>
        <p:nvSpPr>
          <p:cNvPr id="884" name="Google Shape;884;g3e5a0c7ab5b_0_256:notes">
            <a:extLst>
              <a:ext uri="{FF2B5EF4-FFF2-40B4-BE49-F238E27FC236}">
                <a16:creationId xmlns:a16="http://schemas.microsoft.com/office/drawing/2014/main" id="{FDD48732-D4D6-555A-BD12-B658EAE2113F}"/>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3e5a0c7ab5b_0_256:notes">
            <a:extLst>
              <a:ext uri="{FF2B5EF4-FFF2-40B4-BE49-F238E27FC236}">
                <a16:creationId xmlns:a16="http://schemas.microsoft.com/office/drawing/2014/main" id="{1FF8B9B6-28DC-BE09-8659-9FF029BB236E}"/>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4335464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g3dd33158570_0_12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g3dd33158570_0_12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3f16ddd2213_0_3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1" name="Google Shape;951;g3f16ddd2213_0_3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4"/>
        <p:cNvGrpSpPr/>
        <p:nvPr/>
      </p:nvGrpSpPr>
      <p:grpSpPr>
        <a:xfrm>
          <a:off x="0" y="0"/>
          <a:ext cx="0" cy="0"/>
          <a:chOff x="0" y="0"/>
          <a:chExt cx="0" cy="0"/>
        </a:xfrm>
      </p:grpSpPr>
      <p:sp>
        <p:nvSpPr>
          <p:cNvPr id="955" name="Google Shape;955;g3d89366497e_0_9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6" name="Google Shape;956;g3d89366497e_0_9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3f16ddd2213_0_4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1" name="Google Shape;961;g3f16ddd2213_0_4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p:cNvGrpSpPr/>
        <p:nvPr/>
      </p:nvGrpSpPr>
      <p:grpSpPr>
        <a:xfrm>
          <a:off x="0" y="0"/>
          <a:ext cx="0" cy="0"/>
          <a:chOff x="0" y="0"/>
          <a:chExt cx="0" cy="0"/>
        </a:xfrm>
      </p:grpSpPr>
      <p:sp>
        <p:nvSpPr>
          <p:cNvPr id="965" name="Google Shape;965;g3f16ddd2213_0_4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6" name="Google Shape;966;g3f16ddd2213_0_4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a:extLst>
            <a:ext uri="{FF2B5EF4-FFF2-40B4-BE49-F238E27FC236}">
              <a16:creationId xmlns:a16="http://schemas.microsoft.com/office/drawing/2014/main" id="{0D47EBF9-B2C9-4BD1-8709-A235C353EB73}"/>
            </a:ext>
          </a:extLst>
        </p:cNvPr>
        <p:cNvGrpSpPr/>
        <p:nvPr/>
      </p:nvGrpSpPr>
      <p:grpSpPr>
        <a:xfrm>
          <a:off x="0" y="0"/>
          <a:ext cx="0" cy="0"/>
          <a:chOff x="0" y="0"/>
          <a:chExt cx="0" cy="0"/>
        </a:xfrm>
      </p:grpSpPr>
      <p:sp>
        <p:nvSpPr>
          <p:cNvPr id="945" name="Google Shape;945;g3dd33158570_0_122:notes">
            <a:extLst>
              <a:ext uri="{FF2B5EF4-FFF2-40B4-BE49-F238E27FC236}">
                <a16:creationId xmlns:a16="http://schemas.microsoft.com/office/drawing/2014/main" id="{AFCBF977-072B-FB61-4333-7D4668B5A10A}"/>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6" name="Google Shape;946;g3dd33158570_0_122:notes">
            <a:extLst>
              <a:ext uri="{FF2B5EF4-FFF2-40B4-BE49-F238E27FC236}">
                <a16:creationId xmlns:a16="http://schemas.microsoft.com/office/drawing/2014/main" id="{91CD4B8B-CA72-60CF-3949-F1FE70D28814}"/>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8072582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3f16ddd2213_0_4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1" name="Google Shape;971;g3f16ddd2213_0_4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a:extLst>
            <a:ext uri="{FF2B5EF4-FFF2-40B4-BE49-F238E27FC236}">
              <a16:creationId xmlns:a16="http://schemas.microsoft.com/office/drawing/2014/main" id="{337FCAB9-C2E0-4573-BEAC-09E404C4C7E4}"/>
            </a:ext>
          </a:extLst>
        </p:cNvPr>
        <p:cNvGrpSpPr/>
        <p:nvPr/>
      </p:nvGrpSpPr>
      <p:grpSpPr>
        <a:xfrm>
          <a:off x="0" y="0"/>
          <a:ext cx="0" cy="0"/>
          <a:chOff x="0" y="0"/>
          <a:chExt cx="0" cy="0"/>
        </a:xfrm>
      </p:grpSpPr>
      <p:sp>
        <p:nvSpPr>
          <p:cNvPr id="960" name="Google Shape;960;g3f16ddd2213_0_40:notes">
            <a:extLst>
              <a:ext uri="{FF2B5EF4-FFF2-40B4-BE49-F238E27FC236}">
                <a16:creationId xmlns:a16="http://schemas.microsoft.com/office/drawing/2014/main" id="{EF53C754-6BC9-B2DD-5F61-1C963445988C}"/>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1" name="Google Shape;961;g3f16ddd2213_0_40:notes">
            <a:extLst>
              <a:ext uri="{FF2B5EF4-FFF2-40B4-BE49-F238E27FC236}">
                <a16:creationId xmlns:a16="http://schemas.microsoft.com/office/drawing/2014/main" id="{5A9E36CB-224A-F352-E233-AD7751FE58FA}"/>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1802310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a:extLst>
            <a:ext uri="{FF2B5EF4-FFF2-40B4-BE49-F238E27FC236}">
              <a16:creationId xmlns:a16="http://schemas.microsoft.com/office/drawing/2014/main" id="{35EB0DDA-179D-9C82-7F49-435EE6F36BA0}"/>
            </a:ext>
          </a:extLst>
        </p:cNvPr>
        <p:cNvGrpSpPr/>
        <p:nvPr/>
      </p:nvGrpSpPr>
      <p:grpSpPr>
        <a:xfrm>
          <a:off x="0" y="0"/>
          <a:ext cx="0" cy="0"/>
          <a:chOff x="0" y="0"/>
          <a:chExt cx="0" cy="0"/>
        </a:xfrm>
      </p:grpSpPr>
      <p:sp>
        <p:nvSpPr>
          <p:cNvPr id="965" name="Google Shape;965;g3f16ddd2213_0_44:notes">
            <a:extLst>
              <a:ext uri="{FF2B5EF4-FFF2-40B4-BE49-F238E27FC236}">
                <a16:creationId xmlns:a16="http://schemas.microsoft.com/office/drawing/2014/main" id="{CF488DD1-58ED-F4C1-2816-F6102533DBFC}"/>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6" name="Google Shape;966;g3f16ddd2213_0_44:notes">
            <a:extLst>
              <a:ext uri="{FF2B5EF4-FFF2-40B4-BE49-F238E27FC236}">
                <a16:creationId xmlns:a16="http://schemas.microsoft.com/office/drawing/2014/main" id="{18728D46-7C3F-E1CA-F0EC-68E214059815}"/>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7815523"/>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g3f16ddd2213_0_64: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1" name="Google Shape;991;g3f16ddd2213_0_6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g3f16ddd2213_0_68: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6" name="Google Shape;996;g3f16ddd2213_0_6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a:extLst>
            <a:ext uri="{FF2B5EF4-FFF2-40B4-BE49-F238E27FC236}">
              <a16:creationId xmlns:a16="http://schemas.microsoft.com/office/drawing/2014/main" id="{ED590C2A-9BB0-EDF7-BFE1-7851014EAE3A}"/>
            </a:ext>
          </a:extLst>
        </p:cNvPr>
        <p:cNvGrpSpPr/>
        <p:nvPr/>
      </p:nvGrpSpPr>
      <p:grpSpPr>
        <a:xfrm>
          <a:off x="0" y="0"/>
          <a:ext cx="0" cy="0"/>
          <a:chOff x="0" y="0"/>
          <a:chExt cx="0" cy="0"/>
        </a:xfrm>
      </p:grpSpPr>
      <p:sp>
        <p:nvSpPr>
          <p:cNvPr id="960" name="Google Shape;960;g3f16ddd2213_0_40:notes">
            <a:extLst>
              <a:ext uri="{FF2B5EF4-FFF2-40B4-BE49-F238E27FC236}">
                <a16:creationId xmlns:a16="http://schemas.microsoft.com/office/drawing/2014/main" id="{E0C5869F-C06A-2767-D8DF-DB319774FFF9}"/>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1" name="Google Shape;961;g3f16ddd2213_0_40:notes">
            <a:extLst>
              <a:ext uri="{FF2B5EF4-FFF2-40B4-BE49-F238E27FC236}">
                <a16:creationId xmlns:a16="http://schemas.microsoft.com/office/drawing/2014/main" id="{126FBED2-DE3E-616D-4FD6-F982015EEA40}"/>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3770095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4">
          <a:extLst>
            <a:ext uri="{FF2B5EF4-FFF2-40B4-BE49-F238E27FC236}">
              <a16:creationId xmlns:a16="http://schemas.microsoft.com/office/drawing/2014/main" id="{F4BEABA1-A1A1-5A02-8365-1EBF6003839B}"/>
            </a:ext>
          </a:extLst>
        </p:cNvPr>
        <p:cNvGrpSpPr/>
        <p:nvPr/>
      </p:nvGrpSpPr>
      <p:grpSpPr>
        <a:xfrm>
          <a:off x="0" y="0"/>
          <a:ext cx="0" cy="0"/>
          <a:chOff x="0" y="0"/>
          <a:chExt cx="0" cy="0"/>
        </a:xfrm>
      </p:grpSpPr>
      <p:sp>
        <p:nvSpPr>
          <p:cNvPr id="965" name="Google Shape;965;g3f16ddd2213_0_44:notes">
            <a:extLst>
              <a:ext uri="{FF2B5EF4-FFF2-40B4-BE49-F238E27FC236}">
                <a16:creationId xmlns:a16="http://schemas.microsoft.com/office/drawing/2014/main" id="{10B5E085-8016-5C95-F6DD-08B768B7FC94}"/>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6" name="Google Shape;966;g3f16ddd2213_0_44:notes">
            <a:extLst>
              <a:ext uri="{FF2B5EF4-FFF2-40B4-BE49-F238E27FC236}">
                <a16:creationId xmlns:a16="http://schemas.microsoft.com/office/drawing/2014/main" id="{E39153A5-94FD-B6A9-E4E0-3BAF064B0B8F}"/>
              </a:ext>
            </a:extLst>
          </p:cNvPr>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9094958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g3f16ddd2213_0_101: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1" name="Google Shape;1001;g3f16ddd2213_0_10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9"/>
        <p:cNvGrpSpPr/>
        <p:nvPr/>
      </p:nvGrpSpPr>
      <p:grpSpPr>
        <a:xfrm>
          <a:off x="0" y="0"/>
          <a:ext cx="0" cy="0"/>
          <a:chOff x="0" y="0"/>
          <a:chExt cx="0" cy="0"/>
        </a:xfrm>
      </p:grpSpPr>
      <p:sp>
        <p:nvSpPr>
          <p:cNvPr id="1010" name="Google Shape;1010;g3eb98287b44_0_76: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1" name="Google Shape;1011;g3eb98287b44_0_7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g3f16ddd2213_0_72: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6" name="Google Shape;1016;g3f16ddd2213_0_7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9"/>
        <p:cNvGrpSpPr/>
        <p:nvPr/>
      </p:nvGrpSpPr>
      <p:grpSpPr>
        <a:xfrm>
          <a:off x="0" y="0"/>
          <a:ext cx="0" cy="0"/>
          <a:chOff x="0" y="0"/>
          <a:chExt cx="0" cy="0"/>
        </a:xfrm>
      </p:grpSpPr>
      <p:sp>
        <p:nvSpPr>
          <p:cNvPr id="1020" name="Google Shape;1020;g3eb98287b44_0_80: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1" name="Google Shape;1021;g3eb98287b44_0_8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g3e8a8273fd3_0_157:notes"/>
          <p:cNvSpPr txBox="1">
            <a:spLocks noGrp="1"/>
          </p:cNvSpPr>
          <p:nvPr>
            <p:ph type="body" idx="1"/>
          </p:nvPr>
        </p:nvSpPr>
        <p:spPr>
          <a:xfrm>
            <a:off x="914400" y="3257550"/>
            <a:ext cx="73152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1" name="Google Shape;1031;g3e8a8273fd3_0_15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46"/>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46"/>
          <p:cNvSpPr txBox="1">
            <a:spLocks noGrp="1"/>
          </p:cNvSpPr>
          <p:nvPr>
            <p:ph type="body" idx="1"/>
          </p:nvPr>
        </p:nvSpPr>
        <p:spPr>
          <a:xfrm>
            <a:off x="457200" y="1200150"/>
            <a:ext cx="8229600" cy="339447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8" name="Google Shape;18;p246"/>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46"/>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46"/>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247"/>
          <p:cNvSpPr txBox="1">
            <a:spLocks noGrp="1"/>
          </p:cNvSpPr>
          <p:nvPr>
            <p:ph type="ctrTitle"/>
          </p:nvPr>
        </p:nvSpPr>
        <p:spPr>
          <a:xfrm>
            <a:off x="685800" y="1597822"/>
            <a:ext cx="7772400" cy="110251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47"/>
          <p:cNvSpPr txBox="1">
            <a:spLocks noGrp="1"/>
          </p:cNvSpPr>
          <p:nvPr>
            <p:ph type="subTitle" idx="1"/>
          </p:nvPr>
        </p:nvSpPr>
        <p:spPr>
          <a:xfrm>
            <a:off x="1371600" y="2914650"/>
            <a:ext cx="6400800" cy="131445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4" name="Google Shape;24;p247"/>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47"/>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47"/>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48"/>
          <p:cNvSpPr txBox="1">
            <a:spLocks noGrp="1"/>
          </p:cNvSpPr>
          <p:nvPr>
            <p:ph type="title"/>
          </p:nvPr>
        </p:nvSpPr>
        <p:spPr>
          <a:xfrm>
            <a:off x="722313" y="3305178"/>
            <a:ext cx="7772400" cy="1021557"/>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Arial"/>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48"/>
          <p:cNvSpPr txBox="1">
            <a:spLocks noGrp="1"/>
          </p:cNvSpPr>
          <p:nvPr>
            <p:ph type="body" idx="1"/>
          </p:nvPr>
        </p:nvSpPr>
        <p:spPr>
          <a:xfrm>
            <a:off x="722313" y="2180035"/>
            <a:ext cx="7772400" cy="112514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248"/>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248"/>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48"/>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49"/>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49"/>
          <p:cNvSpPr txBox="1">
            <a:spLocks noGrp="1"/>
          </p:cNvSpPr>
          <p:nvPr>
            <p:ph type="body" idx="1"/>
          </p:nvPr>
        </p:nvSpPr>
        <p:spPr>
          <a:xfrm>
            <a:off x="457200" y="1200150"/>
            <a:ext cx="4038600" cy="339447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249"/>
          <p:cNvSpPr txBox="1">
            <a:spLocks noGrp="1"/>
          </p:cNvSpPr>
          <p:nvPr>
            <p:ph type="body" idx="2"/>
          </p:nvPr>
        </p:nvSpPr>
        <p:spPr>
          <a:xfrm>
            <a:off x="4648200" y="1200150"/>
            <a:ext cx="4038600" cy="339447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249"/>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49"/>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49"/>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50"/>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50"/>
          <p:cNvSpPr txBox="1">
            <a:spLocks noGrp="1"/>
          </p:cNvSpPr>
          <p:nvPr>
            <p:ph type="body" idx="1"/>
          </p:nvPr>
        </p:nvSpPr>
        <p:spPr>
          <a:xfrm>
            <a:off x="457200" y="1151335"/>
            <a:ext cx="4040188" cy="47982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250"/>
          <p:cNvSpPr txBox="1">
            <a:spLocks noGrp="1"/>
          </p:cNvSpPr>
          <p:nvPr>
            <p:ph type="body" idx="2"/>
          </p:nvPr>
        </p:nvSpPr>
        <p:spPr>
          <a:xfrm>
            <a:off x="457200" y="1631156"/>
            <a:ext cx="4040188" cy="2963466"/>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250"/>
          <p:cNvSpPr txBox="1">
            <a:spLocks noGrp="1"/>
          </p:cNvSpPr>
          <p:nvPr>
            <p:ph type="body" idx="3"/>
          </p:nvPr>
        </p:nvSpPr>
        <p:spPr>
          <a:xfrm>
            <a:off x="4645031" y="1151335"/>
            <a:ext cx="4041775" cy="47982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250"/>
          <p:cNvSpPr txBox="1">
            <a:spLocks noGrp="1"/>
          </p:cNvSpPr>
          <p:nvPr>
            <p:ph type="body" idx="4"/>
          </p:nvPr>
        </p:nvSpPr>
        <p:spPr>
          <a:xfrm>
            <a:off x="4645031" y="1631156"/>
            <a:ext cx="4041775" cy="2963466"/>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250"/>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50"/>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50"/>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51"/>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51"/>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51"/>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51"/>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52"/>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52"/>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52"/>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53"/>
          <p:cNvSpPr txBox="1">
            <a:spLocks noGrp="1"/>
          </p:cNvSpPr>
          <p:nvPr>
            <p:ph type="title"/>
          </p:nvPr>
        </p:nvSpPr>
        <p:spPr>
          <a:xfrm>
            <a:off x="457206" y="204788"/>
            <a:ext cx="3008313" cy="8715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Arial"/>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53"/>
          <p:cNvSpPr txBox="1">
            <a:spLocks noGrp="1"/>
          </p:cNvSpPr>
          <p:nvPr>
            <p:ph type="body" idx="1"/>
          </p:nvPr>
        </p:nvSpPr>
        <p:spPr>
          <a:xfrm>
            <a:off x="3575050" y="204789"/>
            <a:ext cx="5111750" cy="4389835"/>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253"/>
          <p:cNvSpPr txBox="1">
            <a:spLocks noGrp="1"/>
          </p:cNvSpPr>
          <p:nvPr>
            <p:ph type="body" idx="2"/>
          </p:nvPr>
        </p:nvSpPr>
        <p:spPr>
          <a:xfrm>
            <a:off x="457206" y="1076328"/>
            <a:ext cx="3008313" cy="351829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253"/>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53"/>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53"/>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54"/>
          <p:cNvSpPr txBox="1">
            <a:spLocks noGrp="1"/>
          </p:cNvSpPr>
          <p:nvPr>
            <p:ph type="title"/>
          </p:nvPr>
        </p:nvSpPr>
        <p:spPr>
          <a:xfrm>
            <a:off x="1792288" y="3600450"/>
            <a:ext cx="5486400" cy="42505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Arial"/>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54"/>
          <p:cNvSpPr>
            <a:spLocks noGrp="1"/>
          </p:cNvSpPr>
          <p:nvPr>
            <p:ph type="pic" idx="2"/>
          </p:nvPr>
        </p:nvSpPr>
        <p:spPr>
          <a:xfrm>
            <a:off x="1792288" y="459581"/>
            <a:ext cx="5486400" cy="3086100"/>
          </a:xfrm>
          <a:prstGeom prst="rect">
            <a:avLst/>
          </a:prstGeom>
          <a:noFill/>
          <a:ln>
            <a:noFill/>
          </a:ln>
        </p:spPr>
      </p:sp>
      <p:sp>
        <p:nvSpPr>
          <p:cNvPr id="68" name="Google Shape;68;p254"/>
          <p:cNvSpPr txBox="1">
            <a:spLocks noGrp="1"/>
          </p:cNvSpPr>
          <p:nvPr>
            <p:ph type="body" idx="1"/>
          </p:nvPr>
        </p:nvSpPr>
        <p:spPr>
          <a:xfrm>
            <a:off x="1792288" y="4025504"/>
            <a:ext cx="5486400" cy="60364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254"/>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54"/>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54"/>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5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5"/>
          <p:cNvSpPr txBox="1">
            <a:spLocks noGrp="1"/>
          </p:cNvSpPr>
          <p:nvPr>
            <p:ph type="body" idx="1"/>
          </p:nvPr>
        </p:nvSpPr>
        <p:spPr>
          <a:xfrm rot="5400000">
            <a:off x="2874764" y="-1217414"/>
            <a:ext cx="3394472"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255"/>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5"/>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5"/>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56"/>
          <p:cNvSpPr txBox="1">
            <a:spLocks noGrp="1"/>
          </p:cNvSpPr>
          <p:nvPr>
            <p:ph type="title"/>
          </p:nvPr>
        </p:nvSpPr>
        <p:spPr>
          <a:xfrm rot="5400000">
            <a:off x="5463778" y="1371603"/>
            <a:ext cx="4388644"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56"/>
          <p:cNvSpPr txBox="1">
            <a:spLocks noGrp="1"/>
          </p:cNvSpPr>
          <p:nvPr>
            <p:ph type="body" idx="1"/>
          </p:nvPr>
        </p:nvSpPr>
        <p:spPr>
          <a:xfrm rot="5400000">
            <a:off x="1272778" y="-609597"/>
            <a:ext cx="4388644"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256"/>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56"/>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56"/>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4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45"/>
          <p:cNvSpPr txBox="1">
            <a:spLocks noGrp="1"/>
          </p:cNvSpPr>
          <p:nvPr>
            <p:ph type="body" idx="1"/>
          </p:nvPr>
        </p:nvSpPr>
        <p:spPr>
          <a:xfrm>
            <a:off x="457200" y="1200150"/>
            <a:ext cx="8229600" cy="3394472"/>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 name="Google Shape;12;p245"/>
          <p:cNvSpPr txBox="1">
            <a:spLocks noGrp="1"/>
          </p:cNvSpPr>
          <p:nvPr>
            <p:ph type="dt" idx="10"/>
          </p:nvPr>
        </p:nvSpPr>
        <p:spPr>
          <a:xfrm>
            <a:off x="457200" y="4767264"/>
            <a:ext cx="21336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245"/>
          <p:cNvSpPr txBox="1">
            <a:spLocks noGrp="1"/>
          </p:cNvSpPr>
          <p:nvPr>
            <p:ph type="ftr" idx="11"/>
          </p:nvPr>
        </p:nvSpPr>
        <p:spPr>
          <a:xfrm>
            <a:off x="3124200" y="4767264"/>
            <a:ext cx="28956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245"/>
          <p:cNvSpPr txBox="1">
            <a:spLocks noGrp="1"/>
          </p:cNvSpPr>
          <p:nvPr>
            <p:ph type="sldNum" idx="12"/>
          </p:nvPr>
        </p:nvSpPr>
        <p:spPr>
          <a:xfrm>
            <a:off x="6553200" y="4767264"/>
            <a:ext cx="21336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pic>
        <p:nvPicPr>
          <p:cNvPr id="4" name="Picture 3">
            <a:extLst>
              <a:ext uri="{FF2B5EF4-FFF2-40B4-BE49-F238E27FC236}">
                <a16:creationId xmlns:a16="http://schemas.microsoft.com/office/drawing/2014/main" id="{17094ECF-C385-B7EB-9955-31DA518D5819}"/>
              </a:ext>
            </a:extLst>
          </p:cNvPr>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g3e27e67361b_1_24"/>
          <p:cNvSpPr txBox="1">
            <a:spLocks noGrp="1"/>
          </p:cNvSpPr>
          <p:nvPr>
            <p:ph type="subTitle" idx="1"/>
          </p:nvPr>
        </p:nvSpPr>
        <p:spPr>
          <a:xfrm>
            <a:off x="0" y="467833"/>
            <a:ext cx="9144000" cy="5656519"/>
          </a:xfrm>
          <a:prstGeom prst="rect">
            <a:avLst/>
          </a:prstGeom>
          <a:solidFill>
            <a:srgbClr val="002060"/>
          </a:solidFill>
          <a:ln>
            <a:noFill/>
          </a:ln>
        </p:spPr>
        <p:txBody>
          <a:bodyPr spcFirstLastPara="1" wrap="square" lIns="91425" tIns="45700" rIns="91425" bIns="45700" anchor="t" anchorCtr="0">
            <a:noAutofit/>
          </a:bodyPr>
          <a:lstStyle/>
          <a:p>
            <a:pPr marL="0" lvl="0" indent="0">
              <a:spcBef>
                <a:spcPts val="0"/>
              </a:spcBef>
              <a:buClr>
                <a:schemeClr val="dk1"/>
              </a:buClr>
              <a:buSzPts val="1100"/>
            </a:pPr>
            <a:r>
              <a:rPr lang="en-US" sz="4800" b="1" dirty="0">
                <a:solidFill>
                  <a:srgbClr val="FF0000"/>
                </a:solidFill>
                <a:latin typeface="Times" panose="02020603050405020304" pitchFamily="18" charset="0"/>
                <a:cs typeface="Times" panose="02020603050405020304" pitchFamily="18" charset="0"/>
              </a:rPr>
              <a:t>ĐK</a:t>
            </a:r>
            <a:r>
              <a:rPr lang="en-US" b="1" dirty="0">
                <a:solidFill>
                  <a:srgbClr val="FF0000"/>
                </a:solidFill>
                <a:latin typeface="Times" panose="02020603050405020304" pitchFamily="18" charset="0"/>
                <a:cs typeface="Times" panose="02020603050405020304" pitchFamily="18" charset="0"/>
              </a:rPr>
              <a:t>. </a:t>
            </a:r>
            <a:r>
              <a:rPr lang="en-US" sz="8800" b="1" dirty="0">
                <a:solidFill>
                  <a:schemeClr val="bg1"/>
                </a:solidFill>
                <a:latin typeface="Times" panose="02020603050405020304" pitchFamily="18" charset="0"/>
                <a:cs typeface="Times" panose="02020603050405020304" pitchFamily="18" charset="0"/>
              </a:rPr>
              <a:t>Hai </a:t>
            </a:r>
            <a:r>
              <a:rPr lang="en-US" sz="8800" b="1" dirty="0" err="1">
                <a:solidFill>
                  <a:schemeClr val="bg1"/>
                </a:solidFill>
                <a:latin typeface="Times" panose="02020603050405020304" pitchFamily="18" charset="0"/>
                <a:cs typeface="Times" panose="02020603050405020304" pitchFamily="18" charset="0"/>
              </a:rPr>
              <a:t>vì</a:t>
            </a:r>
            <a:r>
              <a:rPr lang="en-US" sz="8800" b="1" dirty="0">
                <a:solidFill>
                  <a:schemeClr val="bg1"/>
                </a:solidFill>
                <a:latin typeface="Times" panose="02020603050405020304" pitchFamily="18" charset="0"/>
                <a:cs typeface="Times" panose="02020603050405020304" pitchFamily="18" charset="0"/>
              </a:rPr>
              <a:t> </a:t>
            </a:r>
            <a:r>
              <a:rPr lang="en-US" sz="8800" b="1" dirty="0" err="1">
                <a:solidFill>
                  <a:schemeClr val="bg1"/>
                </a:solidFill>
                <a:latin typeface="Times" panose="02020603050405020304" pitchFamily="18" charset="0"/>
                <a:cs typeface="Times" panose="02020603050405020304" pitchFamily="18" charset="0"/>
              </a:rPr>
              <a:t>sao</a:t>
            </a:r>
            <a:r>
              <a:rPr lang="en-US" sz="8800" b="1" dirty="0">
                <a:solidFill>
                  <a:schemeClr val="bg1"/>
                </a:solidFill>
                <a:latin typeface="Times" panose="02020603050405020304" pitchFamily="18" charset="0"/>
                <a:cs typeface="Times" panose="02020603050405020304" pitchFamily="18" charset="0"/>
              </a:rPr>
              <a:t> </a:t>
            </a:r>
            <a:r>
              <a:rPr lang="en-US" sz="8800" b="1" dirty="0" err="1">
                <a:solidFill>
                  <a:schemeClr val="bg1"/>
                </a:solidFill>
                <a:latin typeface="Times" panose="02020603050405020304" pitchFamily="18" charset="0"/>
                <a:cs typeface="Times" panose="02020603050405020304" pitchFamily="18" charset="0"/>
              </a:rPr>
              <a:t>sáng</a:t>
            </a:r>
            <a:r>
              <a:rPr lang="en-US" sz="8800" b="1" dirty="0">
                <a:solidFill>
                  <a:schemeClr val="bg1"/>
                </a:solidFill>
                <a:latin typeface="Times" panose="02020603050405020304" pitchFamily="18" charset="0"/>
                <a:cs typeface="Times" panose="02020603050405020304" pitchFamily="18" charset="0"/>
              </a:rPr>
              <a:t> </a:t>
            </a:r>
            <a:r>
              <a:rPr lang="en-US" sz="8800" b="1" dirty="0" err="1">
                <a:solidFill>
                  <a:schemeClr val="bg1"/>
                </a:solidFill>
                <a:latin typeface="Times" panose="02020603050405020304" pitchFamily="18" charset="0"/>
                <a:cs typeface="Times" panose="02020603050405020304" pitchFamily="18" charset="0"/>
              </a:rPr>
              <a:t>chói</a:t>
            </a:r>
            <a:r>
              <a:rPr lang="en-US" sz="8800" b="1" dirty="0">
                <a:solidFill>
                  <a:schemeClr val="bg1"/>
                </a:solidFill>
                <a:latin typeface="Times" panose="02020603050405020304" pitchFamily="18" charset="0"/>
                <a:cs typeface="Times" panose="02020603050405020304" pitchFamily="18" charset="0"/>
              </a:rPr>
              <a:t> </a:t>
            </a:r>
            <a:r>
              <a:rPr lang="en-US" sz="8800" b="1" dirty="0" err="1">
                <a:solidFill>
                  <a:schemeClr val="bg1"/>
                </a:solidFill>
                <a:latin typeface="Times" panose="02020603050405020304" pitchFamily="18" charset="0"/>
                <a:cs typeface="Times" panose="02020603050405020304" pitchFamily="18" charset="0"/>
              </a:rPr>
              <a:t>lấp</a:t>
            </a:r>
            <a:r>
              <a:rPr lang="en-US" sz="8800" b="1" dirty="0">
                <a:solidFill>
                  <a:schemeClr val="bg1"/>
                </a:solidFill>
                <a:latin typeface="Times" panose="02020603050405020304" pitchFamily="18" charset="0"/>
                <a:cs typeface="Times" panose="02020603050405020304" pitchFamily="18" charset="0"/>
              </a:rPr>
              <a:t> </a:t>
            </a:r>
            <a:r>
              <a:rPr lang="en-US" sz="8800" b="1" dirty="0" err="1">
                <a:solidFill>
                  <a:schemeClr val="bg1"/>
                </a:solidFill>
                <a:latin typeface="Times" panose="02020603050405020304" pitchFamily="18" charset="0"/>
                <a:cs typeface="Times" panose="02020603050405020304" pitchFamily="18" charset="0"/>
              </a:rPr>
              <a:t>lánh</a:t>
            </a:r>
            <a:r>
              <a:rPr lang="en-US" sz="8800" b="1" dirty="0">
                <a:solidFill>
                  <a:schemeClr val="bg1"/>
                </a:solidFill>
                <a:latin typeface="Times" panose="02020603050405020304" pitchFamily="18" charset="0"/>
                <a:cs typeface="Times" panose="02020603050405020304" pitchFamily="18" charset="0"/>
              </a:rPr>
              <a:t> </a:t>
            </a:r>
            <a:r>
              <a:rPr lang="en-US" sz="8800" b="1" dirty="0" err="1">
                <a:solidFill>
                  <a:schemeClr val="bg1"/>
                </a:solidFill>
                <a:latin typeface="Times" panose="02020603050405020304" pitchFamily="18" charset="0"/>
                <a:cs typeface="Times" panose="02020603050405020304" pitchFamily="18" charset="0"/>
              </a:rPr>
              <a:t>trên</a:t>
            </a:r>
            <a:r>
              <a:rPr lang="en-US" sz="8800" b="1" dirty="0">
                <a:solidFill>
                  <a:schemeClr val="bg1"/>
                </a:solidFill>
                <a:latin typeface="Times" panose="02020603050405020304" pitchFamily="18" charset="0"/>
                <a:cs typeface="Times" panose="02020603050405020304" pitchFamily="18" charset="0"/>
              </a:rPr>
              <a:t> </a:t>
            </a:r>
            <a:r>
              <a:rPr lang="en-US" sz="8800" b="1" dirty="0" err="1">
                <a:solidFill>
                  <a:schemeClr val="bg1"/>
                </a:solidFill>
                <a:latin typeface="Times" panose="02020603050405020304" pitchFamily="18" charset="0"/>
                <a:cs typeface="Times" panose="02020603050405020304" pitchFamily="18" charset="0"/>
              </a:rPr>
              <a:t>bầu</a:t>
            </a:r>
            <a:r>
              <a:rPr lang="en-US" sz="8800" b="1" dirty="0">
                <a:solidFill>
                  <a:schemeClr val="bg1"/>
                </a:solidFill>
                <a:latin typeface="Times" panose="02020603050405020304" pitchFamily="18" charset="0"/>
                <a:cs typeface="Times" panose="02020603050405020304" pitchFamily="18" charset="0"/>
              </a:rPr>
              <a:t> </a:t>
            </a:r>
            <a:r>
              <a:rPr lang="en-US" sz="8800" b="1" dirty="0" err="1">
                <a:solidFill>
                  <a:schemeClr val="bg1"/>
                </a:solidFill>
                <a:latin typeface="Times" panose="02020603050405020304" pitchFamily="18" charset="0"/>
                <a:cs typeface="Times" panose="02020603050405020304" pitchFamily="18" charset="0"/>
              </a:rPr>
              <a:t>trời</a:t>
            </a:r>
            <a:r>
              <a:rPr lang="en-US" sz="8800" b="1" dirty="0">
                <a:solidFill>
                  <a:schemeClr val="bg1"/>
                </a:solidFill>
                <a:latin typeface="Times" panose="02020603050405020304" pitchFamily="18" charset="0"/>
                <a:cs typeface="Times" panose="02020603050405020304" pitchFamily="18" charset="0"/>
              </a:rPr>
              <a:t>.</a:t>
            </a:r>
            <a:endParaRPr lang="vi-VN" sz="8800" b="1" dirty="0">
              <a:solidFill>
                <a:schemeClr val="bg1"/>
              </a:solidFill>
              <a:latin typeface="Times" panose="02020603050405020304" pitchFamily="18" charset="0"/>
              <a:ea typeface="Times New Roman"/>
              <a:cs typeface="Times" panose="02020603050405020304" pitchFamily="18" charset="0"/>
              <a:sym typeface="Times New Roman"/>
            </a:endParaRPr>
          </a:p>
        </p:txBody>
      </p:sp>
      <p:sp>
        <p:nvSpPr>
          <p:cNvPr id="2" name="Rectangle 1">
            <a:extLst>
              <a:ext uri="{FF2B5EF4-FFF2-40B4-BE49-F238E27FC236}">
                <a16:creationId xmlns:a16="http://schemas.microsoft.com/office/drawing/2014/main" id="{8E311C32-46F9-0C3D-841D-591FE062C541}"/>
              </a:ext>
            </a:extLst>
          </p:cNvPr>
          <p:cNvSpPr/>
          <p:nvPr/>
        </p:nvSpPr>
        <p:spPr>
          <a:xfrm>
            <a:off x="0" y="0"/>
            <a:ext cx="9144000" cy="46783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800" b="1" dirty="0">
                <a:solidFill>
                  <a:srgbClr val="00B050"/>
                </a:solidFill>
                <a:latin typeface="+mj-lt"/>
              </a:rPr>
              <a:t>Nhập Lễ: </a:t>
            </a:r>
            <a:r>
              <a:rPr lang="vi-VN" sz="1800" b="1" dirty="0">
                <a:solidFill>
                  <a:srgbClr val="FF0000"/>
                </a:solidFill>
                <a:latin typeface="+mj-lt"/>
              </a:rPr>
              <a:t>HAI VÌ SAO SÁNG</a:t>
            </a:r>
            <a:endParaRPr lang="en-US" sz="1800" b="1" dirty="0">
              <a:solidFill>
                <a:srgbClr val="FF0000"/>
              </a:solidFill>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g3e27e67361b_1_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spcBef>
                <a:spcPts val="0"/>
              </a:spcBef>
              <a:buClr>
                <a:schemeClr val="dk1"/>
              </a:buClr>
              <a:buSzPts val="1100"/>
            </a:pPr>
            <a:r>
              <a:rPr lang="vi-VN" sz="8000" b="1" dirty="0">
                <a:solidFill>
                  <a:schemeClr val="bg1"/>
                </a:solidFill>
                <a:latin typeface="+mj-lt"/>
              </a:rPr>
              <a:t>Ngời sáng đêm trường, rực rỡ soi đường, sưởi ấm yêu thương.</a:t>
            </a:r>
            <a:endParaRPr sz="8000" b="1" dirty="0">
              <a:solidFill>
                <a:schemeClr val="bg1"/>
              </a:solidFill>
              <a:latin typeface="+mj-lt"/>
              <a:ea typeface="Times New Roman"/>
              <a:cs typeface="Arial" panose="020B0604020202020204" pitchFamily="34" charset="0"/>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g3eb98287b44_0_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8800" b="1" dirty="0">
                <a:solidFill>
                  <a:schemeClr val="bg1"/>
                </a:solidFill>
                <a:latin typeface="Times" panose="02020603050405020304" pitchFamily="18" charset="0"/>
                <a:cs typeface="Times" panose="02020603050405020304" pitchFamily="18" charset="0"/>
              </a:rPr>
              <a:t>Hai </a:t>
            </a:r>
            <a:r>
              <a:rPr lang="en-US" sz="8800" b="1" dirty="0" err="1">
                <a:solidFill>
                  <a:schemeClr val="bg1"/>
                </a:solidFill>
                <a:latin typeface="Times" panose="02020603050405020304" pitchFamily="18" charset="0"/>
                <a:cs typeface="Times" panose="02020603050405020304" pitchFamily="18" charset="0"/>
              </a:rPr>
              <a:t>tình</a:t>
            </a:r>
            <a:r>
              <a:rPr lang="en-US" sz="8800" b="1" dirty="0">
                <a:solidFill>
                  <a:schemeClr val="bg1"/>
                </a:solidFill>
                <a:latin typeface="Times" panose="02020603050405020304" pitchFamily="18" charset="0"/>
                <a:cs typeface="Times" panose="02020603050405020304" pitchFamily="18" charset="0"/>
              </a:rPr>
              <a:t> </a:t>
            </a:r>
            <a:r>
              <a:rPr lang="en-US" sz="8800" b="1" dirty="0" err="1">
                <a:solidFill>
                  <a:schemeClr val="bg1"/>
                </a:solidFill>
                <a:latin typeface="Times" panose="02020603050405020304" pitchFamily="18" charset="0"/>
                <a:cs typeface="Times" panose="02020603050405020304" pitchFamily="18" charset="0"/>
              </a:rPr>
              <a:t>yêu</a:t>
            </a:r>
            <a:r>
              <a:rPr lang="en-US" sz="8800" b="1" dirty="0">
                <a:solidFill>
                  <a:schemeClr val="bg1"/>
                </a:solidFill>
                <a:latin typeface="Times" panose="02020603050405020304" pitchFamily="18" charset="0"/>
                <a:cs typeface="Times" panose="02020603050405020304" pitchFamily="18" charset="0"/>
              </a:rPr>
              <a:t> </a:t>
            </a:r>
            <a:r>
              <a:rPr lang="en-US" sz="8800" b="1" dirty="0" err="1">
                <a:solidFill>
                  <a:schemeClr val="bg1"/>
                </a:solidFill>
                <a:latin typeface="Times" panose="02020603050405020304" pitchFamily="18" charset="0"/>
                <a:cs typeface="Times" panose="02020603050405020304" pitchFamily="18" charset="0"/>
              </a:rPr>
              <a:t>chiến</a:t>
            </a:r>
            <a:r>
              <a:rPr lang="en-US" sz="8800" b="1" dirty="0">
                <a:solidFill>
                  <a:schemeClr val="bg1"/>
                </a:solidFill>
                <a:latin typeface="Times" panose="02020603050405020304" pitchFamily="18" charset="0"/>
                <a:cs typeface="Times" panose="02020603050405020304" pitchFamily="18" charset="0"/>
              </a:rPr>
              <a:t> </a:t>
            </a:r>
            <a:r>
              <a:rPr lang="en-US" sz="8800" b="1" dirty="0" err="1">
                <a:solidFill>
                  <a:schemeClr val="bg1"/>
                </a:solidFill>
                <a:latin typeface="Times" panose="02020603050405020304" pitchFamily="18" charset="0"/>
                <a:cs typeface="Times" panose="02020603050405020304" pitchFamily="18" charset="0"/>
              </a:rPr>
              <a:t>thắng</a:t>
            </a:r>
            <a:r>
              <a:rPr lang="en-US" sz="8800" b="1" dirty="0">
                <a:solidFill>
                  <a:schemeClr val="bg1"/>
                </a:solidFill>
                <a:latin typeface="Times" panose="02020603050405020304" pitchFamily="18" charset="0"/>
                <a:cs typeface="Times" panose="02020603050405020304" pitchFamily="18" charset="0"/>
              </a:rPr>
              <a:t> </a:t>
            </a:r>
            <a:r>
              <a:rPr lang="en-US" sz="8800" b="1" dirty="0" err="1">
                <a:solidFill>
                  <a:schemeClr val="bg1"/>
                </a:solidFill>
                <a:latin typeface="Times" panose="02020603050405020304" pitchFamily="18" charset="0"/>
                <a:cs typeface="Times" panose="02020603050405020304" pitchFamily="18" charset="0"/>
              </a:rPr>
              <a:t>ngất</a:t>
            </a:r>
            <a:r>
              <a:rPr lang="en-US" sz="8800" b="1" dirty="0">
                <a:solidFill>
                  <a:schemeClr val="bg1"/>
                </a:solidFill>
                <a:latin typeface="Times" panose="02020603050405020304" pitchFamily="18" charset="0"/>
                <a:cs typeface="Times" panose="02020603050405020304" pitchFamily="18" charset="0"/>
              </a:rPr>
              <a:t> </a:t>
            </a:r>
            <a:r>
              <a:rPr lang="en-US" sz="8800" b="1" dirty="0" err="1">
                <a:solidFill>
                  <a:schemeClr val="bg1"/>
                </a:solidFill>
                <a:latin typeface="Times" panose="02020603050405020304" pitchFamily="18" charset="0"/>
                <a:cs typeface="Times" panose="02020603050405020304" pitchFamily="18" charset="0"/>
              </a:rPr>
              <a:t>ngây</a:t>
            </a:r>
            <a:r>
              <a:rPr lang="en-US" sz="8800" b="1" dirty="0">
                <a:solidFill>
                  <a:schemeClr val="bg1"/>
                </a:solidFill>
                <a:latin typeface="Times" panose="02020603050405020304" pitchFamily="18" charset="0"/>
                <a:cs typeface="Times" panose="02020603050405020304" pitchFamily="18" charset="0"/>
              </a:rPr>
              <a:t> </a:t>
            </a:r>
            <a:r>
              <a:rPr lang="en-US" sz="8800" b="1" dirty="0" err="1">
                <a:solidFill>
                  <a:schemeClr val="bg1"/>
                </a:solidFill>
                <a:latin typeface="Times" panose="02020603050405020304" pitchFamily="18" charset="0"/>
                <a:cs typeface="Times" panose="02020603050405020304" pitchFamily="18" charset="0"/>
              </a:rPr>
              <a:t>trong</a:t>
            </a:r>
            <a:r>
              <a:rPr lang="en-US" sz="8800" b="1" dirty="0">
                <a:solidFill>
                  <a:schemeClr val="bg1"/>
                </a:solidFill>
                <a:latin typeface="Times" panose="02020603050405020304" pitchFamily="18" charset="0"/>
                <a:cs typeface="Times" panose="02020603050405020304" pitchFamily="18" charset="0"/>
              </a:rPr>
              <a:t> </a:t>
            </a:r>
            <a:r>
              <a:rPr lang="en-US" sz="8800" b="1" dirty="0" err="1">
                <a:solidFill>
                  <a:schemeClr val="bg1"/>
                </a:solidFill>
                <a:latin typeface="Times" panose="02020603050405020304" pitchFamily="18" charset="0"/>
                <a:cs typeface="Times" panose="02020603050405020304" pitchFamily="18" charset="0"/>
              </a:rPr>
              <a:t>cuộc</a:t>
            </a:r>
            <a:r>
              <a:rPr lang="en-US" sz="8800" b="1" dirty="0">
                <a:solidFill>
                  <a:schemeClr val="bg1"/>
                </a:solidFill>
                <a:latin typeface="Times" panose="02020603050405020304" pitchFamily="18" charset="0"/>
                <a:cs typeface="Times" panose="02020603050405020304" pitchFamily="18" charset="0"/>
              </a:rPr>
              <a:t> </a:t>
            </a:r>
            <a:r>
              <a:rPr lang="en-US" sz="8800" b="1" dirty="0" err="1">
                <a:solidFill>
                  <a:schemeClr val="bg1"/>
                </a:solidFill>
                <a:latin typeface="Times" panose="02020603050405020304" pitchFamily="18" charset="0"/>
                <a:cs typeface="Times" panose="02020603050405020304" pitchFamily="18" charset="0"/>
              </a:rPr>
              <a:t>đời</a:t>
            </a:r>
            <a:r>
              <a:rPr lang="en-US" sz="8800" b="1" dirty="0">
                <a:solidFill>
                  <a:schemeClr val="bg1"/>
                </a:solidFill>
                <a:latin typeface="Times" panose="02020603050405020304" pitchFamily="18" charset="0"/>
                <a:cs typeface="Times" panose="02020603050405020304" pitchFamily="18" charset="0"/>
              </a:rPr>
              <a:t>. </a:t>
            </a:r>
            <a:endParaRPr sz="8800" b="1" dirty="0">
              <a:solidFill>
                <a:schemeClr val="bg1"/>
              </a:solidFill>
              <a:latin typeface="Times" panose="02020603050405020304" pitchFamily="18" charset="0"/>
              <a:ea typeface="Times New Roman"/>
              <a:cs typeface="Times" panose="02020603050405020304" pitchFamily="18" charset="0"/>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g3f16ddd2213_0_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8000" b="1" dirty="0" err="1">
                <a:solidFill>
                  <a:schemeClr val="bg1"/>
                </a:solidFill>
                <a:latin typeface="Times" panose="02020603050405020304" pitchFamily="18" charset="0"/>
                <a:cs typeface="Times" panose="02020603050405020304" pitchFamily="18" charset="0"/>
              </a:rPr>
              <a:t>Từ</a:t>
            </a:r>
            <a:r>
              <a:rPr lang="en-US" sz="8000" b="1" dirty="0">
                <a:solidFill>
                  <a:schemeClr val="bg1"/>
                </a:solidFill>
                <a:latin typeface="Times" panose="02020603050405020304" pitchFamily="18" charset="0"/>
                <a:cs typeface="Times" panose="02020603050405020304" pitchFamily="18" charset="0"/>
              </a:rPr>
              <a:t> </a:t>
            </a:r>
            <a:r>
              <a:rPr lang="en-US" sz="8000" b="1" dirty="0" err="1">
                <a:solidFill>
                  <a:schemeClr val="bg1"/>
                </a:solidFill>
                <a:latin typeface="Times" panose="02020603050405020304" pitchFamily="18" charset="0"/>
                <a:cs typeface="Times" panose="02020603050405020304" pitchFamily="18" charset="0"/>
              </a:rPr>
              <a:t>trái</a:t>
            </a:r>
            <a:r>
              <a:rPr lang="en-US" sz="8000" b="1" dirty="0">
                <a:solidFill>
                  <a:schemeClr val="bg1"/>
                </a:solidFill>
                <a:latin typeface="Times" panose="02020603050405020304" pitchFamily="18" charset="0"/>
                <a:cs typeface="Times" panose="02020603050405020304" pitchFamily="18" charset="0"/>
              </a:rPr>
              <a:t> </a:t>
            </a:r>
            <a:r>
              <a:rPr lang="en-US" sz="8000" b="1" dirty="0" err="1">
                <a:solidFill>
                  <a:schemeClr val="bg1"/>
                </a:solidFill>
                <a:latin typeface="Times" panose="02020603050405020304" pitchFamily="18" charset="0"/>
                <a:cs typeface="Times" panose="02020603050405020304" pitchFamily="18" charset="0"/>
              </a:rPr>
              <a:t>tim</a:t>
            </a:r>
            <a:r>
              <a:rPr lang="en-US" sz="8000" b="1" dirty="0">
                <a:solidFill>
                  <a:schemeClr val="bg1"/>
                </a:solidFill>
                <a:latin typeface="Times" panose="02020603050405020304" pitchFamily="18" charset="0"/>
                <a:cs typeface="Times" panose="02020603050405020304" pitchFamily="18" charset="0"/>
              </a:rPr>
              <a:t> </a:t>
            </a:r>
            <a:r>
              <a:rPr lang="en-US" sz="8000" b="1" dirty="0" err="1">
                <a:solidFill>
                  <a:schemeClr val="bg1"/>
                </a:solidFill>
                <a:latin typeface="Times" panose="02020603050405020304" pitchFamily="18" charset="0"/>
                <a:cs typeface="Times" panose="02020603050405020304" pitchFamily="18" charset="0"/>
              </a:rPr>
              <a:t>nồng</a:t>
            </a:r>
            <a:r>
              <a:rPr lang="en-US" sz="8000" b="1" dirty="0">
                <a:solidFill>
                  <a:schemeClr val="bg1"/>
                </a:solidFill>
                <a:latin typeface="Times" panose="02020603050405020304" pitchFamily="18" charset="0"/>
                <a:cs typeface="Times" panose="02020603050405020304" pitchFamily="18" charset="0"/>
              </a:rPr>
              <a:t> </a:t>
            </a:r>
            <a:r>
              <a:rPr lang="en-US" sz="8000" b="1" dirty="0" err="1">
                <a:solidFill>
                  <a:schemeClr val="bg1"/>
                </a:solidFill>
                <a:latin typeface="Times" panose="02020603050405020304" pitchFamily="18" charset="0"/>
                <a:cs typeface="Times" panose="02020603050405020304" pitchFamily="18" charset="0"/>
              </a:rPr>
              <a:t>giòng</a:t>
            </a:r>
            <a:r>
              <a:rPr lang="en-US" sz="8000" b="1" dirty="0">
                <a:solidFill>
                  <a:schemeClr val="bg1"/>
                </a:solidFill>
                <a:latin typeface="Times" panose="02020603050405020304" pitchFamily="18" charset="0"/>
                <a:cs typeface="Times" panose="02020603050405020304" pitchFamily="18" charset="0"/>
              </a:rPr>
              <a:t> </a:t>
            </a:r>
            <a:r>
              <a:rPr lang="en-US" sz="8000" b="1" dirty="0" err="1">
                <a:solidFill>
                  <a:schemeClr val="bg1"/>
                </a:solidFill>
                <a:latin typeface="Times" panose="02020603050405020304" pitchFamily="18" charset="0"/>
                <a:cs typeface="Times" panose="02020603050405020304" pitchFamily="18" charset="0"/>
              </a:rPr>
              <a:t>máu</a:t>
            </a:r>
            <a:r>
              <a:rPr lang="en-US" sz="8000" b="1" dirty="0">
                <a:solidFill>
                  <a:schemeClr val="bg1"/>
                </a:solidFill>
                <a:latin typeface="Times" panose="02020603050405020304" pitchFamily="18" charset="0"/>
                <a:cs typeface="Times" panose="02020603050405020304" pitchFamily="18" charset="0"/>
              </a:rPr>
              <a:t> </a:t>
            </a:r>
            <a:r>
              <a:rPr lang="en-US" sz="8000" b="1" dirty="0" err="1">
                <a:solidFill>
                  <a:schemeClr val="bg1"/>
                </a:solidFill>
                <a:latin typeface="Times" panose="02020603050405020304" pitchFamily="18" charset="0"/>
                <a:cs typeface="Times" panose="02020603050405020304" pitchFamily="18" charset="0"/>
              </a:rPr>
              <a:t>anh</a:t>
            </a:r>
            <a:r>
              <a:rPr lang="en-US" sz="8000" b="1" dirty="0">
                <a:solidFill>
                  <a:schemeClr val="bg1"/>
                </a:solidFill>
                <a:latin typeface="Times" panose="02020603050405020304" pitchFamily="18" charset="0"/>
                <a:cs typeface="Times" panose="02020603050405020304" pitchFamily="18" charset="0"/>
              </a:rPr>
              <a:t> </a:t>
            </a:r>
            <a:r>
              <a:rPr lang="en-US" sz="8000" b="1" dirty="0" err="1">
                <a:solidFill>
                  <a:schemeClr val="bg1"/>
                </a:solidFill>
                <a:latin typeface="Times" panose="02020603050405020304" pitchFamily="18" charset="0"/>
                <a:cs typeface="Times" panose="02020603050405020304" pitchFamily="18" charset="0"/>
              </a:rPr>
              <a:t>hùng</a:t>
            </a:r>
            <a:r>
              <a:rPr lang="en-US" sz="8000" b="1" dirty="0">
                <a:solidFill>
                  <a:schemeClr val="bg1"/>
                </a:solidFill>
                <a:latin typeface="Times" panose="02020603050405020304" pitchFamily="18" charset="0"/>
                <a:cs typeface="Times" panose="02020603050405020304" pitchFamily="18" charset="0"/>
              </a:rPr>
              <a:t> </a:t>
            </a:r>
            <a:r>
              <a:rPr lang="en-US" sz="8000" b="1" dirty="0" err="1">
                <a:solidFill>
                  <a:schemeClr val="bg1"/>
                </a:solidFill>
                <a:latin typeface="Times" panose="02020603050405020304" pitchFamily="18" charset="0"/>
                <a:cs typeface="Times" panose="02020603050405020304" pitchFamily="18" charset="0"/>
              </a:rPr>
              <a:t>ngời</a:t>
            </a:r>
            <a:r>
              <a:rPr lang="en-US" sz="8000" b="1" dirty="0">
                <a:solidFill>
                  <a:schemeClr val="bg1"/>
                </a:solidFill>
                <a:latin typeface="Times" panose="02020603050405020304" pitchFamily="18" charset="0"/>
                <a:cs typeface="Times" panose="02020603050405020304" pitchFamily="18" charset="0"/>
              </a:rPr>
              <a:t> </a:t>
            </a:r>
            <a:r>
              <a:rPr lang="en-US" sz="8000" b="1" dirty="0" err="1">
                <a:solidFill>
                  <a:schemeClr val="bg1"/>
                </a:solidFill>
                <a:latin typeface="Times" panose="02020603050405020304" pitchFamily="18" charset="0"/>
                <a:cs typeface="Times" panose="02020603050405020304" pitchFamily="18" charset="0"/>
              </a:rPr>
              <a:t>sáng</a:t>
            </a:r>
            <a:r>
              <a:rPr lang="en-US" sz="8000" b="1" dirty="0">
                <a:solidFill>
                  <a:schemeClr val="bg1"/>
                </a:solidFill>
                <a:latin typeface="Times" panose="02020603050405020304" pitchFamily="18" charset="0"/>
                <a:cs typeface="Times" panose="02020603050405020304" pitchFamily="18" charset="0"/>
              </a:rPr>
              <a:t> </a:t>
            </a:r>
            <a:r>
              <a:rPr lang="en-US" sz="8000" b="1" dirty="0" err="1">
                <a:solidFill>
                  <a:schemeClr val="bg1"/>
                </a:solidFill>
                <a:latin typeface="Times" panose="02020603050405020304" pitchFamily="18" charset="0"/>
                <a:cs typeface="Times" panose="02020603050405020304" pitchFamily="18" charset="0"/>
              </a:rPr>
              <a:t>muôn</a:t>
            </a:r>
            <a:r>
              <a:rPr lang="en-US" sz="8000" b="1" dirty="0">
                <a:solidFill>
                  <a:schemeClr val="bg1"/>
                </a:solidFill>
                <a:latin typeface="Times" panose="02020603050405020304" pitchFamily="18" charset="0"/>
                <a:cs typeface="Times" panose="02020603050405020304" pitchFamily="18" charset="0"/>
              </a:rPr>
              <a:t> </a:t>
            </a:r>
            <a:r>
              <a:rPr lang="vi-VN" sz="8000" b="1" dirty="0">
                <a:solidFill>
                  <a:schemeClr val="bg1"/>
                </a:solidFill>
                <a:latin typeface="Times" panose="02020603050405020304" pitchFamily="18" charset="0"/>
                <a:cs typeface="Times" panose="02020603050405020304" pitchFamily="18" charset="0"/>
              </a:rPr>
              <a:t>trùng.</a:t>
            </a:r>
            <a:endParaRPr sz="8000" b="1" dirty="0">
              <a:solidFill>
                <a:schemeClr val="bg1"/>
              </a:solidFill>
              <a:latin typeface="Times" panose="02020603050405020304" pitchFamily="18" charset="0"/>
              <a:ea typeface="Times New Roman"/>
              <a:cs typeface="Times" panose="02020603050405020304" pitchFamily="18" charset="0"/>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g3f16ddd2213_0_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200" b="1" dirty="0">
                <a:solidFill>
                  <a:schemeClr val="bg1"/>
                </a:solidFill>
                <a:latin typeface="+mj-lt"/>
              </a:rPr>
              <a:t>		Phêrô – Phaolô. </a:t>
            </a:r>
          </a:p>
          <a:p>
            <a:pPr marL="0" lvl="0" indent="0" algn="just">
              <a:spcBef>
                <a:spcPts val="0"/>
              </a:spcBef>
              <a:buClr>
                <a:schemeClr val="dk1"/>
              </a:buClr>
              <a:buSzPts val="1100"/>
            </a:pPr>
            <a:r>
              <a:rPr lang="vi-VN" sz="5400" b="1" dirty="0">
                <a:solidFill>
                  <a:schemeClr val="bg1"/>
                </a:solidFill>
                <a:latin typeface="+mj-lt"/>
              </a:rPr>
              <a:t>	(Hai vì sao sáng ngời)</a:t>
            </a:r>
            <a:endParaRPr lang="vi-VN" sz="7200" b="1" dirty="0">
              <a:solidFill>
                <a:schemeClr val="bg1"/>
              </a:solidFill>
              <a:latin typeface="+mj-lt"/>
            </a:endParaRPr>
          </a:p>
          <a:p>
            <a:pPr marL="0" lvl="0" indent="0" algn="just">
              <a:spcBef>
                <a:spcPts val="0"/>
              </a:spcBef>
              <a:buClr>
                <a:schemeClr val="dk1"/>
              </a:buClr>
              <a:buSzPts val="1100"/>
            </a:pPr>
            <a:r>
              <a:rPr lang="vi-VN" sz="7200" b="1" dirty="0">
                <a:solidFill>
                  <a:schemeClr val="bg1"/>
                </a:solidFill>
                <a:latin typeface="+mj-lt"/>
              </a:rPr>
              <a:t> 		Phêrô – Phaolô.</a:t>
            </a:r>
          </a:p>
          <a:p>
            <a:pPr marL="0" lvl="0" indent="0" algn="just">
              <a:spcBef>
                <a:spcPts val="0"/>
              </a:spcBef>
              <a:buClr>
                <a:schemeClr val="dk1"/>
              </a:buClr>
              <a:buSzPts val="1100"/>
            </a:pPr>
            <a:r>
              <a:rPr lang="vi-VN" sz="7200" b="1" dirty="0">
                <a:solidFill>
                  <a:schemeClr val="bg1"/>
                </a:solidFill>
                <a:latin typeface="+mj-lt"/>
              </a:rPr>
              <a:t> 	</a:t>
            </a:r>
            <a:r>
              <a:rPr lang="vi-VN" sz="5400" b="1" dirty="0">
                <a:solidFill>
                  <a:schemeClr val="bg1"/>
                </a:solidFill>
                <a:latin typeface="+mj-lt"/>
              </a:rPr>
              <a:t>(Ánh Tin Mừng khắp nơi).</a:t>
            </a:r>
            <a:endParaRPr sz="7200" b="1" dirty="0">
              <a:solidFill>
                <a:schemeClr val="bg1"/>
              </a:solidFill>
              <a:latin typeface="+mj-lt"/>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47">
          <a:extLst>
            <a:ext uri="{FF2B5EF4-FFF2-40B4-BE49-F238E27FC236}">
              <a16:creationId xmlns:a16="http://schemas.microsoft.com/office/drawing/2014/main" id="{C4CD0BC4-344D-35A1-6682-BB2719941A76}"/>
            </a:ext>
          </a:extLst>
        </p:cNvPr>
        <p:cNvGrpSpPr/>
        <p:nvPr/>
      </p:nvGrpSpPr>
      <p:grpSpPr>
        <a:xfrm>
          <a:off x="0" y="0"/>
          <a:ext cx="0" cy="0"/>
          <a:chOff x="0" y="0"/>
          <a:chExt cx="0" cy="0"/>
        </a:xfrm>
      </p:grpSpPr>
      <p:sp>
        <p:nvSpPr>
          <p:cNvPr id="548" name="Google Shape;548;g3f16ddd2213_0_4">
            <a:extLst>
              <a:ext uri="{FF2B5EF4-FFF2-40B4-BE49-F238E27FC236}">
                <a16:creationId xmlns:a16="http://schemas.microsoft.com/office/drawing/2014/main" id="{E9B8B58E-8E96-31E4-ECA9-E12A5BD734B7}"/>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6600" b="1" dirty="0">
                <a:solidFill>
                  <a:schemeClr val="bg1"/>
                </a:solidFill>
                <a:latin typeface="+mj-lt"/>
              </a:rPr>
              <a:t>Người như cơn gió toả theo Tin Mừng khắp nơi. </a:t>
            </a:r>
            <a:r>
              <a:rPr lang="vi-VN" sz="5400" b="1" dirty="0">
                <a:solidFill>
                  <a:schemeClr val="bg1"/>
                </a:solidFill>
                <a:latin typeface="+mj-lt"/>
              </a:rPr>
              <a:t>(Phêrô – Phaolô)</a:t>
            </a:r>
            <a:r>
              <a:rPr lang="vi-VN" sz="6600" b="1" dirty="0">
                <a:solidFill>
                  <a:schemeClr val="bg1"/>
                </a:solidFill>
                <a:latin typeface="+mj-lt"/>
              </a:rPr>
              <a:t> </a:t>
            </a:r>
          </a:p>
          <a:p>
            <a:pPr marL="0" lvl="0" indent="0" algn="just">
              <a:spcBef>
                <a:spcPts val="0"/>
              </a:spcBef>
              <a:buClr>
                <a:schemeClr val="dk1"/>
              </a:buClr>
              <a:buSzPts val="1100"/>
            </a:pPr>
            <a:r>
              <a:rPr lang="vi-VN" sz="6600" b="1" dirty="0">
                <a:solidFill>
                  <a:schemeClr val="bg1"/>
                </a:solidFill>
                <a:latin typeface="+mj-lt"/>
              </a:rPr>
              <a:t>Như mùa xuân ngút ngàn. </a:t>
            </a:r>
            <a:r>
              <a:rPr lang="vi-VN" sz="5400" b="1" dirty="0">
                <a:solidFill>
                  <a:schemeClr val="bg1"/>
                </a:solidFill>
                <a:latin typeface="+mj-lt"/>
              </a:rPr>
              <a:t>(Phêrô – Phaolô)</a:t>
            </a:r>
            <a:endParaRPr sz="6600" b="1" dirty="0">
              <a:solidFill>
                <a:schemeClr val="bg1"/>
              </a:solidFill>
              <a:latin typeface="+mj-lt"/>
              <a:ea typeface="Times New Roman"/>
              <a:cs typeface="Times New Roman"/>
              <a:sym typeface="Times New Roman"/>
            </a:endParaRPr>
          </a:p>
        </p:txBody>
      </p:sp>
    </p:spTree>
    <p:extLst>
      <p:ext uri="{BB962C8B-B14F-4D97-AF65-F5344CB8AC3E}">
        <p14:creationId xmlns:p14="http://schemas.microsoft.com/office/powerpoint/2010/main" val="3398810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47">
          <a:extLst>
            <a:ext uri="{FF2B5EF4-FFF2-40B4-BE49-F238E27FC236}">
              <a16:creationId xmlns:a16="http://schemas.microsoft.com/office/drawing/2014/main" id="{950107DB-A179-C75D-D3A8-27F36A3AD377}"/>
            </a:ext>
          </a:extLst>
        </p:cNvPr>
        <p:cNvGrpSpPr/>
        <p:nvPr/>
      </p:nvGrpSpPr>
      <p:grpSpPr>
        <a:xfrm>
          <a:off x="0" y="0"/>
          <a:ext cx="0" cy="0"/>
          <a:chOff x="0" y="0"/>
          <a:chExt cx="0" cy="0"/>
        </a:xfrm>
      </p:grpSpPr>
      <p:sp>
        <p:nvSpPr>
          <p:cNvPr id="548" name="Google Shape;548;g3f16ddd2213_0_4">
            <a:extLst>
              <a:ext uri="{FF2B5EF4-FFF2-40B4-BE49-F238E27FC236}">
                <a16:creationId xmlns:a16="http://schemas.microsoft.com/office/drawing/2014/main" id="{6B143763-A8F3-BA1A-7CC5-B085BDD33113}"/>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7200" b="1" dirty="0" err="1">
                <a:solidFill>
                  <a:schemeClr val="bg1"/>
                </a:solidFill>
                <a:latin typeface="Times" panose="02020603050405020304" pitchFamily="18" charset="0"/>
                <a:cs typeface="Times" panose="02020603050405020304" pitchFamily="18" charset="0"/>
              </a:rPr>
              <a:t>Giáo</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Hội</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vinh</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quang</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Nhờ</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hai</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phiến</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đá</a:t>
            </a:r>
            <a:r>
              <a:rPr lang="en-US" sz="7200" b="1" dirty="0">
                <a:solidFill>
                  <a:schemeClr val="bg1"/>
                </a:solidFill>
                <a:latin typeface="Times" panose="02020603050405020304" pitchFamily="18" charset="0"/>
                <a:cs typeface="Times" panose="02020603050405020304" pitchFamily="18" charset="0"/>
              </a:rPr>
              <a:t> </a:t>
            </a:r>
            <a:endParaRPr lang="vi-VN" sz="7200" b="1" dirty="0">
              <a:solidFill>
                <a:schemeClr val="bg1"/>
              </a:solidFill>
              <a:latin typeface="Times" panose="02020603050405020304" pitchFamily="18" charset="0"/>
              <a:cs typeface="Times" panose="02020603050405020304" pitchFamily="18" charset="0"/>
            </a:endParaRPr>
          </a:p>
          <a:p>
            <a:pPr marL="0" lvl="0" indent="0" algn="just">
              <a:spcBef>
                <a:spcPts val="0"/>
              </a:spcBef>
              <a:buClr>
                <a:schemeClr val="dk1"/>
              </a:buClr>
              <a:buSzPts val="1100"/>
            </a:pPr>
            <a:r>
              <a:rPr lang="en-US" sz="7200" b="1" dirty="0" err="1">
                <a:solidFill>
                  <a:schemeClr val="bg1"/>
                </a:solidFill>
                <a:latin typeface="Times" panose="02020603050405020304" pitchFamily="18" charset="0"/>
                <a:cs typeface="Times" panose="02020603050405020304" pitchFamily="18" charset="0"/>
              </a:rPr>
              <a:t>ngàn</a:t>
            </a:r>
            <a:r>
              <a:rPr lang="vi-VN" sz="7200" b="1" dirty="0">
                <a:solidFill>
                  <a:schemeClr val="bg1"/>
                </a:solidFill>
                <a:latin typeface="Times" panose="02020603050405020304" pitchFamily="18" charset="0"/>
                <a:cs typeface="Times" panose="02020603050405020304" pitchFamily="18" charset="0"/>
              </a:rPr>
              <a:t> năm</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Giáo</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Hội</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vinh</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quang</a:t>
            </a:r>
            <a:r>
              <a:rPr lang="en-US" sz="7200" b="1" dirty="0">
                <a:solidFill>
                  <a:schemeClr val="bg1"/>
                </a:solidFill>
                <a:latin typeface="Times" panose="02020603050405020304" pitchFamily="18" charset="0"/>
                <a:cs typeface="Times" panose="02020603050405020304" pitchFamily="18" charset="0"/>
              </a:rPr>
              <a:t>.</a:t>
            </a:r>
            <a:endParaRPr sz="7200" b="1" dirty="0">
              <a:solidFill>
                <a:schemeClr val="bg1"/>
              </a:solidFill>
              <a:latin typeface="Times" panose="02020603050405020304" pitchFamily="18" charset="0"/>
              <a:ea typeface="Times New Roman"/>
              <a:cs typeface="Times" panose="02020603050405020304" pitchFamily="18" charset="0"/>
              <a:sym typeface="Times New Roman"/>
            </a:endParaRPr>
          </a:p>
        </p:txBody>
      </p:sp>
    </p:spTree>
    <p:extLst>
      <p:ext uri="{BB962C8B-B14F-4D97-AF65-F5344CB8AC3E}">
        <p14:creationId xmlns:p14="http://schemas.microsoft.com/office/powerpoint/2010/main" val="185445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pic>
        <p:nvPicPr>
          <p:cNvPr id="4" name="Picture 3">
            <a:extLst>
              <a:ext uri="{FF2B5EF4-FFF2-40B4-BE49-F238E27FC236}">
                <a16:creationId xmlns:a16="http://schemas.microsoft.com/office/drawing/2014/main" id="{EA272F11-310B-4870-474F-E662D3C040D5}"/>
              </a:ext>
            </a:extLst>
          </p:cNvPr>
          <p:cNvPicPr>
            <a:picLocks noChangeAspect="1"/>
          </p:cNvPicPr>
          <p:nvPr/>
        </p:nvPicPr>
        <p:blipFill>
          <a:blip r:embed="rId3"/>
          <a:stretch>
            <a:fillRect/>
          </a:stretch>
        </p:blipFill>
        <p:spPr>
          <a:xfrm>
            <a:off x="0" y="-1"/>
            <a:ext cx="9144000" cy="514543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g3d90891dc36_0_0"/>
          <p:cNvSpPr txBox="1">
            <a:spLocks noGrp="1"/>
          </p:cNvSpPr>
          <p:nvPr>
            <p:ph type="ctrTitle"/>
          </p:nvPr>
        </p:nvSpPr>
        <p:spPr>
          <a:xfrm>
            <a:off x="0" y="0"/>
            <a:ext cx="9144000" cy="514350"/>
          </a:xfrm>
          <a:prstGeom prst="rect">
            <a:avLst/>
          </a:prstGeom>
          <a:solidFill>
            <a:srgbClr val="FFFF00"/>
          </a:solidFill>
          <a:ln>
            <a:noFill/>
          </a:ln>
        </p:spPr>
        <p:txBody>
          <a:bodyPr spcFirstLastPara="1" wrap="square" lIns="91425" tIns="0" rIns="91425" bIns="0" anchor="b" anchorCtr="0">
            <a:noAutofit/>
          </a:bodyPr>
          <a:lstStyle/>
          <a:p>
            <a:pPr marL="0" lvl="0" indent="0" algn="ctr" rtl="0">
              <a:lnSpc>
                <a:spcPct val="100000"/>
              </a:lnSpc>
              <a:spcBef>
                <a:spcPts val="0"/>
              </a:spcBef>
              <a:spcAft>
                <a:spcPts val="0"/>
              </a:spcAft>
              <a:buClr>
                <a:schemeClr val="accent4"/>
              </a:buClr>
              <a:buSzPts val="15840"/>
              <a:buFont typeface="Arial"/>
              <a:buNone/>
            </a:pPr>
            <a:r>
              <a:rPr lang="en-US" sz="3200" b="1" dirty="0">
                <a:solidFill>
                  <a:srgbClr val="FF0000"/>
                </a:solidFill>
                <a:latin typeface="Times New Roman"/>
                <a:ea typeface="Times New Roman"/>
                <a:cs typeface="Times New Roman"/>
                <a:sym typeface="Times New Roman"/>
              </a:rPr>
              <a:t>KINH VINH DANH</a:t>
            </a:r>
            <a:endParaRPr sz="3200" b="1" dirty="0">
              <a:solidFill>
                <a:srgbClr val="FF0000"/>
              </a:solidFill>
              <a:latin typeface="Times New Roman"/>
              <a:ea typeface="Times New Roman"/>
              <a:cs typeface="Times New Roman"/>
              <a:sym typeface="Times New Roman"/>
            </a:endParaRPr>
          </a:p>
        </p:txBody>
      </p:sp>
      <p:sp>
        <p:nvSpPr>
          <p:cNvPr id="559" name="Google Shape;559;g3d90891dc36_0_0"/>
          <p:cNvSpPr txBox="1"/>
          <p:nvPr/>
        </p:nvSpPr>
        <p:spPr>
          <a:xfrm>
            <a:off x="0" y="514350"/>
            <a:ext cx="9144000" cy="4629000"/>
          </a:xfrm>
          <a:prstGeom prst="rect">
            <a:avLst/>
          </a:prstGeom>
          <a:solidFill>
            <a:srgbClr val="002060"/>
          </a:solidFill>
          <a:ln>
            <a:noFill/>
          </a:ln>
        </p:spPr>
        <p:txBody>
          <a:bodyPr spcFirstLastPara="1" wrap="square" lIns="91425" tIns="0" rIns="91425" bIns="0" anchor="ctr" anchorCtr="0">
            <a:noAutofit/>
          </a:bodyPr>
          <a:lstStyle/>
          <a:p>
            <a:pPr marL="0" marR="0" lvl="0" indent="0" algn="just" rtl="0">
              <a:lnSpc>
                <a:spcPct val="100000"/>
              </a:lnSpc>
              <a:spcBef>
                <a:spcPts val="0"/>
              </a:spcBef>
              <a:spcAft>
                <a:spcPts val="0"/>
              </a:spcAft>
              <a:buClr>
                <a:srgbClr val="EE0000"/>
              </a:buClr>
              <a:buSzPts val="9600"/>
              <a:buFont typeface="Times"/>
              <a:buNone/>
            </a:pPr>
            <a:r>
              <a:rPr lang="en-US" sz="7600" b="1" i="0" u="none" strike="noStrike" cap="none">
                <a:solidFill>
                  <a:srgbClr val="FFFF00"/>
                </a:solidFill>
                <a:latin typeface="Times"/>
                <a:ea typeface="Times"/>
                <a:cs typeface="Times"/>
                <a:sym typeface="Times"/>
              </a:rPr>
              <a:t>CT:</a:t>
            </a:r>
            <a:r>
              <a:rPr lang="en-US" sz="7600" b="1" i="1" u="none" strike="noStrike" cap="none">
                <a:solidFill>
                  <a:srgbClr val="C00000"/>
                </a:solidFill>
                <a:latin typeface="Times"/>
                <a:ea typeface="Times"/>
                <a:cs typeface="Times"/>
                <a:sym typeface="Times"/>
              </a:rPr>
              <a:t> </a:t>
            </a:r>
            <a:r>
              <a:rPr lang="en-US" sz="7600" b="1" i="0" u="none" strike="noStrike" cap="none">
                <a:solidFill>
                  <a:schemeClr val="lt1"/>
                </a:solidFill>
                <a:latin typeface="Times"/>
                <a:ea typeface="Times"/>
                <a:cs typeface="Times"/>
                <a:sym typeface="Times"/>
              </a:rPr>
              <a:t>Vinh danh Thiên Chúa trên các tầng trời</a:t>
            </a:r>
            <a:endParaRPr sz="7600" b="1" i="0" u="none" strike="noStrike" cap="none">
              <a:solidFill>
                <a:schemeClr val="lt1"/>
              </a:solidFill>
              <a:latin typeface="Times"/>
              <a:ea typeface="Times"/>
              <a:cs typeface="Times"/>
              <a:sym typeface="Time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g3ab13fdb44f_0_29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FF3399"/>
              </a:buClr>
              <a:buSzPts val="9600"/>
              <a:buFont typeface="Times"/>
              <a:buNone/>
            </a:pPr>
            <a:r>
              <a:rPr lang="en-US" sz="7600" b="1">
                <a:solidFill>
                  <a:srgbClr val="FF3399"/>
                </a:solidFill>
                <a:latin typeface="Times"/>
                <a:ea typeface="Times"/>
                <a:cs typeface="Times"/>
                <a:sym typeface="Times"/>
              </a:rPr>
              <a:t>A+B: </a:t>
            </a:r>
            <a:r>
              <a:rPr lang="en-US" sz="7600" b="1">
                <a:solidFill>
                  <a:schemeClr val="lt1"/>
                </a:solidFill>
                <a:latin typeface="Times"/>
                <a:ea typeface="Times"/>
                <a:cs typeface="Times"/>
                <a:sym typeface="Times"/>
              </a:rPr>
              <a:t>và bình an dưới thế cho người thiện tâm.</a:t>
            </a:r>
            <a:endParaRPr sz="7600" b="1">
              <a:solidFill>
                <a:schemeClr val="lt1"/>
              </a:solidFill>
              <a:latin typeface="Times"/>
              <a:ea typeface="Times"/>
              <a:cs typeface="Times"/>
              <a:sym typeface="Time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70"/>
        <p:cNvGrpSpPr/>
        <p:nvPr/>
      </p:nvGrpSpPr>
      <p:grpSpPr>
        <a:xfrm>
          <a:off x="0" y="0"/>
          <a:ext cx="0" cy="0"/>
          <a:chOff x="0" y="0"/>
          <a:chExt cx="0" cy="0"/>
        </a:xfrm>
      </p:grpSpPr>
      <p:sp>
        <p:nvSpPr>
          <p:cNvPr id="571" name="Google Shape;571;g3ab13fdb44f_0_30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800"/>
              <a:buFont typeface="Times"/>
              <a:buNone/>
            </a:pPr>
            <a:r>
              <a:rPr lang="en-US" sz="7600" b="1">
                <a:solidFill>
                  <a:srgbClr val="EE0000"/>
                </a:solidFill>
                <a:latin typeface="Times"/>
                <a:ea typeface="Times"/>
                <a:cs typeface="Times"/>
                <a:sym typeface="Times"/>
              </a:rPr>
              <a:t>A: </a:t>
            </a:r>
            <a:r>
              <a:rPr lang="en-US" sz="7600" b="1">
                <a:solidFill>
                  <a:schemeClr val="lt1"/>
                </a:solidFill>
                <a:latin typeface="Times"/>
                <a:ea typeface="Times"/>
                <a:cs typeface="Times"/>
                <a:sym typeface="Times"/>
              </a:rPr>
              <a:t>Chúng con ca ngợi Chúa,</a:t>
            </a:r>
            <a:br>
              <a:rPr lang="en-US" sz="7600" b="1">
                <a:latin typeface="Times"/>
                <a:ea typeface="Times"/>
                <a:cs typeface="Times"/>
                <a:sym typeface="Times"/>
              </a:rPr>
            </a:br>
            <a:r>
              <a:rPr lang="en-US" sz="7600" b="1">
                <a:solidFill>
                  <a:srgbClr val="FFFF00"/>
                </a:solidFill>
                <a:latin typeface="Times"/>
                <a:ea typeface="Times"/>
                <a:cs typeface="Times"/>
                <a:sym typeface="Times"/>
              </a:rPr>
              <a:t>B:</a:t>
            </a:r>
            <a:r>
              <a:rPr lang="en-US" sz="7600" b="1">
                <a:latin typeface="Times"/>
                <a:ea typeface="Times"/>
                <a:cs typeface="Times"/>
                <a:sym typeface="Times"/>
              </a:rPr>
              <a:t> </a:t>
            </a:r>
            <a:r>
              <a:rPr lang="en-US" sz="7600" b="1">
                <a:solidFill>
                  <a:schemeClr val="lt1"/>
                </a:solidFill>
                <a:latin typeface="Times"/>
                <a:ea typeface="Times"/>
                <a:cs typeface="Times"/>
                <a:sym typeface="Times"/>
              </a:rPr>
              <a:t>chúng con chúc tụng Chúa,</a:t>
            </a:r>
            <a:endParaRPr sz="7600" b="1">
              <a:solidFill>
                <a:schemeClr val="lt1"/>
              </a:solidFill>
              <a:latin typeface="Times"/>
              <a:ea typeface="Times"/>
              <a:cs typeface="Times"/>
              <a:sym typeface="Time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g3ab13fdb44f_0_30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800"/>
              <a:buFont typeface="Times"/>
              <a:buNone/>
            </a:pPr>
            <a:r>
              <a:rPr lang="en-US" sz="7600" b="1">
                <a:solidFill>
                  <a:srgbClr val="EE0000"/>
                </a:solidFill>
                <a:latin typeface="Times"/>
                <a:ea typeface="Times"/>
                <a:cs typeface="Times"/>
                <a:sym typeface="Times"/>
              </a:rPr>
              <a:t>A:</a:t>
            </a:r>
            <a:r>
              <a:rPr lang="en-US" sz="7600" b="1">
                <a:latin typeface="Times"/>
                <a:ea typeface="Times"/>
                <a:cs typeface="Times"/>
                <a:sym typeface="Times"/>
              </a:rPr>
              <a:t> </a:t>
            </a:r>
            <a:r>
              <a:rPr lang="en-US" sz="7600" b="1">
                <a:solidFill>
                  <a:schemeClr val="lt1"/>
                </a:solidFill>
                <a:latin typeface="Times"/>
                <a:ea typeface="Times"/>
                <a:cs typeface="Times"/>
                <a:sym typeface="Times"/>
              </a:rPr>
              <a:t>chúng   con thờ lạy Chúa,</a:t>
            </a:r>
            <a:br>
              <a:rPr lang="en-US" sz="7600" b="1">
                <a:latin typeface="Times"/>
                <a:ea typeface="Times"/>
                <a:cs typeface="Times"/>
                <a:sym typeface="Times"/>
              </a:rPr>
            </a:br>
            <a:r>
              <a:rPr lang="en-US" sz="7600" b="1">
                <a:solidFill>
                  <a:srgbClr val="FFFF00"/>
                </a:solidFill>
                <a:latin typeface="Times"/>
                <a:ea typeface="Times"/>
                <a:cs typeface="Times"/>
                <a:sym typeface="Times"/>
              </a:rPr>
              <a:t>B:</a:t>
            </a:r>
            <a:r>
              <a:rPr lang="en-US" sz="7600" b="1">
                <a:solidFill>
                  <a:schemeClr val="accent1"/>
                </a:solidFill>
                <a:latin typeface="Times"/>
                <a:ea typeface="Times"/>
                <a:cs typeface="Times"/>
                <a:sym typeface="Times"/>
              </a:rPr>
              <a:t> </a:t>
            </a:r>
            <a:r>
              <a:rPr lang="en-US" sz="7600" b="1">
                <a:solidFill>
                  <a:schemeClr val="lt1"/>
                </a:solidFill>
                <a:latin typeface="Times"/>
                <a:ea typeface="Times"/>
                <a:cs typeface="Times"/>
                <a:sym typeface="Times"/>
              </a:rPr>
              <a:t>chúng con tôn vinh Chúa,</a:t>
            </a:r>
            <a:endParaRPr sz="7600" b="1">
              <a:solidFill>
                <a:schemeClr val="lt1"/>
              </a:solidFill>
              <a:latin typeface="Times"/>
              <a:ea typeface="Times"/>
              <a:cs typeface="Times"/>
              <a:sym typeface="Time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g3ab13fdb44f_0_31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800"/>
              <a:buFont typeface="Times"/>
              <a:buNone/>
            </a:pPr>
            <a:r>
              <a:rPr lang="en-US" sz="7600" b="1">
                <a:solidFill>
                  <a:srgbClr val="EE0000"/>
                </a:solidFill>
                <a:latin typeface="Times"/>
                <a:ea typeface="Times"/>
                <a:cs typeface="Times"/>
                <a:sym typeface="Times"/>
              </a:rPr>
              <a:t>A:</a:t>
            </a:r>
            <a:r>
              <a:rPr lang="en-US" sz="7600" b="1">
                <a:latin typeface="Times"/>
                <a:ea typeface="Times"/>
                <a:cs typeface="Times"/>
                <a:sym typeface="Times"/>
              </a:rPr>
              <a:t> </a:t>
            </a:r>
            <a:r>
              <a:rPr lang="en-US" sz="7600" b="1">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g3ab13fdb44f_0_31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accent1"/>
              </a:buClr>
              <a:buSzPts val="8200"/>
              <a:buFont typeface="Times"/>
              <a:buNone/>
            </a:pPr>
            <a:r>
              <a:rPr lang="en-US" sz="7600" b="1">
                <a:solidFill>
                  <a:srgbClr val="FFFF00"/>
                </a:solidFill>
                <a:latin typeface="Times"/>
                <a:ea typeface="Times"/>
                <a:cs typeface="Times"/>
                <a:sym typeface="Times"/>
              </a:rPr>
              <a:t>B:</a:t>
            </a:r>
            <a:r>
              <a:rPr lang="en-US" sz="7600" b="1">
                <a:latin typeface="Times"/>
                <a:ea typeface="Times"/>
                <a:cs typeface="Times"/>
                <a:sym typeface="Times"/>
              </a:rPr>
              <a:t> </a:t>
            </a:r>
            <a:r>
              <a:rPr lang="en-US" sz="7600" b="1">
                <a:solidFill>
                  <a:schemeClr val="lt1"/>
                </a:solidFill>
                <a:latin typeface="Times"/>
                <a:ea typeface="Times"/>
                <a:cs typeface="Times"/>
                <a:sym typeface="Times"/>
              </a:rPr>
              <a:t>Lạy Chúa là Thiên Chúa, là Vua trên trời, là Chúa Cha toàn năng.</a:t>
            </a:r>
            <a:endParaRPr sz="7600" b="1">
              <a:solidFill>
                <a:schemeClr val="lt1"/>
              </a:solidFill>
              <a:latin typeface="Times"/>
              <a:ea typeface="Times"/>
              <a:cs typeface="Times"/>
              <a:sym typeface="Time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g3ab13fdb44f_0_32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000"/>
              <a:buFont typeface="Times"/>
              <a:buNone/>
            </a:pPr>
            <a:r>
              <a:rPr lang="en-US" sz="8000" b="1">
                <a:solidFill>
                  <a:srgbClr val="EE0000"/>
                </a:solidFill>
                <a:latin typeface="Times"/>
                <a:ea typeface="Times"/>
                <a:cs typeface="Times"/>
                <a:sym typeface="Times"/>
              </a:rPr>
              <a:t>A: </a:t>
            </a:r>
            <a:r>
              <a:rPr lang="en-US" sz="7600" b="1">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g3ab13fdb44f_0_32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accent1"/>
              </a:buClr>
              <a:buSzPts val="7200"/>
              <a:buFont typeface="Times"/>
              <a:buNone/>
            </a:pPr>
            <a:r>
              <a:rPr lang="en-US" sz="7600" b="1">
                <a:solidFill>
                  <a:srgbClr val="FFFF00"/>
                </a:solidFill>
                <a:latin typeface="Times"/>
                <a:ea typeface="Times"/>
                <a:cs typeface="Times"/>
                <a:sym typeface="Times"/>
              </a:rPr>
              <a:t>B:</a:t>
            </a:r>
            <a:r>
              <a:rPr lang="en-US" sz="7600" b="1">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g3ab13fdb44f_0_33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000"/>
              <a:buFont typeface="Times"/>
              <a:buNone/>
            </a:pPr>
            <a:r>
              <a:rPr lang="en-US" sz="7600" b="1">
                <a:solidFill>
                  <a:srgbClr val="EE0000"/>
                </a:solidFill>
                <a:latin typeface="Times"/>
                <a:ea typeface="Times"/>
                <a:cs typeface="Times"/>
                <a:sym typeface="Times"/>
              </a:rPr>
              <a:t>A: </a:t>
            </a:r>
            <a:r>
              <a:rPr lang="en-US" sz="7600" b="1">
                <a:solidFill>
                  <a:schemeClr val="lt1"/>
                </a:solidFill>
                <a:latin typeface="Times"/>
                <a:ea typeface="Times"/>
                <a:cs typeface="Times"/>
                <a:sym typeface="Times"/>
              </a:rPr>
              <a:t>Chúa xóa tội trần gian, xin thương xót chúng con,</a:t>
            </a:r>
            <a:endParaRPr sz="7600" b="1">
              <a:solidFill>
                <a:schemeClr val="lt1"/>
              </a:solidFill>
              <a:latin typeface="Times"/>
              <a:ea typeface="Times"/>
              <a:cs typeface="Times"/>
              <a:sym typeface="Time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g3ab13fdb44f_0_33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accent1"/>
              </a:buClr>
              <a:buSzPts val="8000"/>
              <a:buFont typeface="Times"/>
              <a:buNone/>
            </a:pPr>
            <a:r>
              <a:rPr lang="en-US" sz="7600" b="1">
                <a:solidFill>
                  <a:srgbClr val="FFFF00"/>
                </a:solidFill>
                <a:latin typeface="Times"/>
                <a:ea typeface="Times"/>
                <a:cs typeface="Times"/>
                <a:sym typeface="Times"/>
              </a:rPr>
              <a:t>B:</a:t>
            </a:r>
            <a:r>
              <a:rPr lang="en-US" sz="7600" b="1">
                <a:solidFill>
                  <a:schemeClr val="accent1"/>
                </a:solidFill>
                <a:latin typeface="Times"/>
                <a:ea typeface="Times"/>
                <a:cs typeface="Times"/>
                <a:sym typeface="Times"/>
              </a:rPr>
              <a:t> </a:t>
            </a:r>
            <a:r>
              <a:rPr lang="en-US" sz="7600" b="1">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g3ab13fdb44f_0_34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EE0000"/>
              </a:buClr>
              <a:buSzPts val="8000"/>
              <a:buFont typeface="Times"/>
              <a:buNone/>
            </a:pPr>
            <a:r>
              <a:rPr lang="en-US" sz="7600" b="1">
                <a:solidFill>
                  <a:srgbClr val="EE0000"/>
                </a:solidFill>
                <a:latin typeface="Times"/>
                <a:ea typeface="Times"/>
                <a:cs typeface="Times"/>
                <a:sym typeface="Times"/>
              </a:rPr>
              <a:t>A: </a:t>
            </a:r>
            <a:r>
              <a:rPr lang="en-US" sz="7600" b="1">
                <a:solidFill>
                  <a:schemeClr val="lt1"/>
                </a:solidFill>
                <a:latin typeface="Times"/>
                <a:ea typeface="Times"/>
                <a:cs typeface="Times"/>
                <a:sym typeface="Times"/>
              </a:rPr>
              <a:t>Chúa ngự bên hữu Ðức Chúa Cha, xin thương xót chúng con.</a:t>
            </a:r>
            <a:endParaRPr sz="7600" b="1">
              <a:solidFill>
                <a:schemeClr val="lt1"/>
              </a:solidFill>
              <a:latin typeface="Times"/>
              <a:ea typeface="Times"/>
              <a:cs typeface="Times"/>
              <a:sym typeface="Time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g3ab13fdb44f_0_34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accent1"/>
              </a:buClr>
              <a:buSzPts val="8800"/>
              <a:buFont typeface="Times"/>
              <a:buNone/>
            </a:pPr>
            <a:r>
              <a:rPr lang="en-US" sz="7600" b="1">
                <a:solidFill>
                  <a:srgbClr val="FFFF00"/>
                </a:solidFill>
                <a:latin typeface="Times"/>
                <a:ea typeface="Times"/>
                <a:cs typeface="Times"/>
                <a:sym typeface="Times"/>
              </a:rPr>
              <a:t>B:</a:t>
            </a:r>
            <a:r>
              <a:rPr lang="en-US" sz="7600" b="1">
                <a:solidFill>
                  <a:schemeClr val="accent1"/>
                </a:solidFill>
                <a:latin typeface="Times"/>
                <a:ea typeface="Times"/>
                <a:cs typeface="Times"/>
                <a:sym typeface="Times"/>
              </a:rPr>
              <a:t> </a:t>
            </a:r>
            <a:r>
              <a:rPr lang="en-US" sz="7600" b="1">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g3ab13fdb44f_0_350"/>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dk1"/>
              </a:buClr>
              <a:buSzPts val="8000"/>
              <a:buFont typeface="Times"/>
              <a:buNone/>
            </a:pPr>
            <a:r>
              <a:rPr lang="en-US" sz="7600" b="1">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g3ab13fdb44f_0_35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rgbClr val="FF3399"/>
              </a:buClr>
              <a:buSzPts val="7200"/>
              <a:buFont typeface="Times"/>
              <a:buNone/>
            </a:pPr>
            <a:r>
              <a:rPr lang="en-US" sz="7200" b="1">
                <a:solidFill>
                  <a:srgbClr val="FF3399"/>
                </a:solidFill>
                <a:latin typeface="Times"/>
                <a:ea typeface="Times"/>
                <a:cs typeface="Times"/>
                <a:sym typeface="Times"/>
              </a:rPr>
              <a:t>A+B: </a:t>
            </a:r>
            <a:r>
              <a:rPr lang="en-US" sz="7200" b="1">
                <a:solidFill>
                  <a:schemeClr val="lt1"/>
                </a:solidFill>
                <a:latin typeface="Times"/>
                <a:ea typeface="Times"/>
                <a:cs typeface="Times"/>
                <a:sym typeface="Times"/>
              </a:rPr>
              <a:t>Cùng Ðức Chúa Thánh Thần trong vinh quang Ðức Chúa Cha.</a:t>
            </a:r>
            <a:r>
              <a:rPr lang="en-US" sz="7200" b="1">
                <a:latin typeface="Times"/>
                <a:ea typeface="Times"/>
                <a:cs typeface="Times"/>
                <a:sym typeface="Times"/>
              </a:rPr>
              <a:t> </a:t>
            </a:r>
            <a:r>
              <a:rPr lang="en-US" sz="7200" b="1">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pic>
        <p:nvPicPr>
          <p:cNvPr id="4" name="Picture 3">
            <a:extLst>
              <a:ext uri="{FF2B5EF4-FFF2-40B4-BE49-F238E27FC236}">
                <a16:creationId xmlns:a16="http://schemas.microsoft.com/office/drawing/2014/main" id="{88DABAF6-4D1F-1C2D-A73F-BE02FC041A7E}"/>
              </a:ext>
            </a:extLst>
          </p:cNvPr>
          <p:cNvPicPr>
            <a:picLocks noChangeAspect="1"/>
          </p:cNvPicPr>
          <p:nvPr/>
        </p:nvPicPr>
        <p:blipFill>
          <a:blip r:embed="rId3"/>
          <a:stretch>
            <a:fillRect/>
          </a:stretch>
        </p:blipFill>
        <p:spPr>
          <a:xfrm>
            <a:off x="3965" y="0"/>
            <a:ext cx="9136069" cy="51435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46"/>
        <p:cNvGrpSpPr/>
        <p:nvPr/>
      </p:nvGrpSpPr>
      <p:grpSpPr>
        <a:xfrm>
          <a:off x="0" y="0"/>
          <a:ext cx="0" cy="0"/>
          <a:chOff x="0" y="0"/>
          <a:chExt cx="0" cy="0"/>
        </a:xfrm>
      </p:grpSpPr>
      <p:sp>
        <p:nvSpPr>
          <p:cNvPr id="647" name="Google Shape;647;g3d48ab63a6f_0_9"/>
          <p:cNvSpPr/>
          <p:nvPr/>
        </p:nvSpPr>
        <p:spPr>
          <a:xfrm>
            <a:off x="1143" y="0"/>
            <a:ext cx="9141600" cy="51435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4" name="Picture 3">
            <a:extLst>
              <a:ext uri="{FF2B5EF4-FFF2-40B4-BE49-F238E27FC236}">
                <a16:creationId xmlns:a16="http://schemas.microsoft.com/office/drawing/2014/main" id="{A296AF21-F787-F193-F6B7-EAF674CC889C}"/>
              </a:ext>
            </a:extLst>
          </p:cNvPr>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658" name="Google Shape;658;g3e6e2da66e2_0_76"/>
          <p:cNvSpPr txBox="1">
            <a:spLocks noGrp="1"/>
          </p:cNvSpPr>
          <p:nvPr>
            <p:ph type="subTitle" idx="1"/>
          </p:nvPr>
        </p:nvSpPr>
        <p:spPr>
          <a:xfrm>
            <a:off x="0" y="462579"/>
            <a:ext cx="9144000" cy="4680921"/>
          </a:xfrm>
          <a:prstGeom prst="rect">
            <a:avLst/>
          </a:prstGeom>
          <a:solidFill>
            <a:srgbClr val="002060"/>
          </a:solidFill>
          <a:ln>
            <a:noFill/>
          </a:ln>
        </p:spPr>
        <p:txBody>
          <a:bodyPr spcFirstLastPara="1" wrap="square" lIns="91425" tIns="45700" rIns="91425" bIns="45700" anchor="t" anchorCtr="0">
            <a:noAutofit/>
          </a:bodyPr>
          <a:lstStyle/>
          <a:p>
            <a:pPr marL="0" lvl="0" indent="0">
              <a:spcBef>
                <a:spcPts val="0"/>
              </a:spcBef>
              <a:buClr>
                <a:schemeClr val="dk1"/>
              </a:buClr>
              <a:buSzPts val="1100"/>
            </a:pPr>
            <a:r>
              <a:rPr lang="en-US" sz="8000" b="1" dirty="0">
                <a:solidFill>
                  <a:schemeClr val="bg1"/>
                </a:solidFill>
                <a:latin typeface="Times New Roman" panose="02020603050405020304" pitchFamily="18" charset="0"/>
                <a:cs typeface="Times New Roman" panose="02020603050405020304" pitchFamily="18" charset="0"/>
              </a:rPr>
              <a:t>Chúa </a:t>
            </a:r>
            <a:r>
              <a:rPr lang="en-US" sz="8000" b="1" dirty="0" err="1">
                <a:solidFill>
                  <a:schemeClr val="bg1"/>
                </a:solidFill>
                <a:latin typeface="Times New Roman" panose="02020603050405020304" pitchFamily="18" charset="0"/>
                <a:cs typeface="Times New Roman" panose="02020603050405020304" pitchFamily="18" charset="0"/>
              </a:rPr>
              <a:t>đã</a:t>
            </a:r>
            <a:r>
              <a:rPr lang="en-US" sz="8000" b="1" dirty="0">
                <a:solidFill>
                  <a:schemeClr val="bg1"/>
                </a:solidFill>
                <a:latin typeface="Times New Roman" panose="02020603050405020304" pitchFamily="18" charset="0"/>
                <a:cs typeface="Times New Roman" panose="02020603050405020304" pitchFamily="18" charset="0"/>
              </a:rPr>
              <a:t> </a:t>
            </a:r>
            <a:r>
              <a:rPr lang="en-US" sz="8000" b="1" dirty="0" err="1">
                <a:solidFill>
                  <a:schemeClr val="bg1"/>
                </a:solidFill>
                <a:latin typeface="Times New Roman" panose="02020603050405020304" pitchFamily="18" charset="0"/>
                <a:cs typeface="Times New Roman" panose="02020603050405020304" pitchFamily="18" charset="0"/>
              </a:rPr>
              <a:t>cứu</a:t>
            </a:r>
            <a:r>
              <a:rPr lang="en-US" sz="8000" b="1" dirty="0">
                <a:solidFill>
                  <a:schemeClr val="bg1"/>
                </a:solidFill>
                <a:latin typeface="Times New Roman" panose="02020603050405020304" pitchFamily="18" charset="0"/>
                <a:cs typeface="Times New Roman" panose="02020603050405020304" pitchFamily="18" charset="0"/>
              </a:rPr>
              <a:t> </a:t>
            </a:r>
            <a:endParaRPr lang="vi-VN" sz="8000" b="1" dirty="0">
              <a:solidFill>
                <a:schemeClr val="bg1"/>
              </a:solidFill>
              <a:latin typeface="Times New Roman" panose="02020603050405020304" pitchFamily="18" charset="0"/>
              <a:cs typeface="Times New Roman" panose="02020603050405020304" pitchFamily="18" charset="0"/>
            </a:endParaRPr>
          </a:p>
          <a:p>
            <a:pPr marL="0" lvl="0" indent="0">
              <a:spcBef>
                <a:spcPts val="0"/>
              </a:spcBef>
              <a:buClr>
                <a:schemeClr val="dk1"/>
              </a:buClr>
              <a:buSzPts val="1100"/>
            </a:pPr>
            <a:r>
              <a:rPr lang="en-US" sz="8000" b="1" dirty="0" err="1">
                <a:solidFill>
                  <a:schemeClr val="bg1"/>
                </a:solidFill>
                <a:latin typeface="Times New Roman" panose="02020603050405020304" pitchFamily="18" charset="0"/>
                <a:cs typeface="Times New Roman" panose="02020603050405020304" pitchFamily="18" charset="0"/>
              </a:rPr>
              <a:t>tôi</a:t>
            </a:r>
            <a:r>
              <a:rPr lang="en-US" sz="8000" b="1" dirty="0">
                <a:solidFill>
                  <a:schemeClr val="bg1"/>
                </a:solidFill>
                <a:latin typeface="Times New Roman" panose="02020603050405020304" pitchFamily="18" charset="0"/>
                <a:cs typeface="Times New Roman" panose="02020603050405020304" pitchFamily="18" charset="0"/>
              </a:rPr>
              <a:t> </a:t>
            </a:r>
            <a:r>
              <a:rPr lang="en-US" sz="8000" b="1" dirty="0" err="1">
                <a:solidFill>
                  <a:schemeClr val="bg1"/>
                </a:solidFill>
                <a:latin typeface="Times New Roman" panose="02020603050405020304" pitchFamily="18" charset="0"/>
                <a:cs typeface="Times New Roman" panose="02020603050405020304" pitchFamily="18" charset="0"/>
              </a:rPr>
              <a:t>khỏi</a:t>
            </a:r>
            <a:r>
              <a:rPr lang="vi-VN" sz="8000" b="1" dirty="0">
                <a:solidFill>
                  <a:schemeClr val="bg1"/>
                </a:solidFill>
                <a:latin typeface="Times New Roman" panose="02020603050405020304" pitchFamily="18" charset="0"/>
                <a:cs typeface="Times New Roman" panose="02020603050405020304" pitchFamily="18" charset="0"/>
              </a:rPr>
              <a:t> mọi</a:t>
            </a:r>
            <a:r>
              <a:rPr lang="en-US" sz="8000" b="1" dirty="0">
                <a:solidFill>
                  <a:schemeClr val="bg1"/>
                </a:solidFill>
                <a:latin typeface="Times New Roman" panose="02020603050405020304" pitchFamily="18" charset="0"/>
                <a:cs typeface="Times New Roman" panose="02020603050405020304" pitchFamily="18" charset="0"/>
              </a:rPr>
              <a:t> </a:t>
            </a:r>
            <a:endParaRPr lang="vi-VN" sz="8000" b="1" dirty="0">
              <a:solidFill>
                <a:schemeClr val="bg1"/>
              </a:solidFill>
              <a:latin typeface="Times New Roman" panose="02020603050405020304" pitchFamily="18" charset="0"/>
              <a:cs typeface="Times New Roman" panose="02020603050405020304" pitchFamily="18" charset="0"/>
            </a:endParaRPr>
          </a:p>
          <a:p>
            <a:pPr marL="0" lvl="0" indent="0">
              <a:spcBef>
                <a:spcPts val="0"/>
              </a:spcBef>
              <a:buClr>
                <a:schemeClr val="dk1"/>
              </a:buClr>
              <a:buSzPts val="1100"/>
            </a:pPr>
            <a:r>
              <a:rPr lang="vi-VN" sz="8000" b="1" dirty="0">
                <a:solidFill>
                  <a:schemeClr val="bg1"/>
                </a:solidFill>
                <a:latin typeface="Times New Roman" panose="02020603050405020304" pitchFamily="18" charset="0"/>
                <a:cs typeface="Times New Roman" panose="02020603050405020304" pitchFamily="18" charset="0"/>
              </a:rPr>
              <a:t>điều </a:t>
            </a:r>
            <a:r>
              <a:rPr lang="en-US" sz="8000" b="1" dirty="0">
                <a:solidFill>
                  <a:schemeClr val="bg1"/>
                </a:solidFill>
                <a:latin typeface="Times New Roman" panose="02020603050405020304" pitchFamily="18" charset="0"/>
                <a:cs typeface="Times New Roman" panose="02020603050405020304" pitchFamily="18" charset="0"/>
              </a:rPr>
              <a:t>lo </a:t>
            </a:r>
            <a:r>
              <a:rPr lang="vi-VN" sz="8000" b="1" dirty="0">
                <a:solidFill>
                  <a:schemeClr val="bg1"/>
                </a:solidFill>
                <a:latin typeface="Times New Roman" panose="02020603050405020304" pitchFamily="18" charset="0"/>
                <a:cs typeface="Times New Roman" panose="02020603050405020304" pitchFamily="18" charset="0"/>
              </a:rPr>
              <a:t>sợ.</a:t>
            </a:r>
            <a:r>
              <a:rPr lang="vi-VN" sz="7200" b="1" dirty="0">
                <a:solidFill>
                  <a:schemeClr val="bg1"/>
                </a:solidFill>
                <a:latin typeface="Times New Roman" panose="02020603050405020304" pitchFamily="18" charset="0"/>
                <a:cs typeface="Times New Roman" panose="02020603050405020304" pitchFamily="18" charset="0"/>
              </a:rPr>
              <a:t> </a:t>
            </a:r>
          </a:p>
          <a:p>
            <a:pPr marL="0" lvl="0" indent="0">
              <a:spcBef>
                <a:spcPts val="0"/>
              </a:spcBef>
              <a:buClr>
                <a:schemeClr val="dk1"/>
              </a:buClr>
              <a:buSzPts val="1100"/>
            </a:pPr>
            <a:r>
              <a:rPr lang="vi-VN" sz="4800" b="1" i="1" dirty="0">
                <a:solidFill>
                  <a:schemeClr val="bg1"/>
                </a:solidFill>
                <a:latin typeface="Times New Roman" panose="02020603050405020304" pitchFamily="18" charset="0"/>
                <a:cs typeface="Times New Roman" panose="02020603050405020304" pitchFamily="18" charset="0"/>
              </a:rPr>
              <a:t>(4 câu)</a:t>
            </a:r>
            <a:endParaRPr sz="5400" b="1" i="1" dirty="0">
              <a:solidFill>
                <a:schemeClr val="bg1"/>
              </a:solidFill>
              <a:latin typeface="Times New Roman" panose="02020603050405020304" pitchFamily="18" charset="0"/>
              <a:ea typeface="Times New Roman"/>
              <a:cs typeface="Times New Roman" panose="02020603050405020304" pitchFamily="18" charset="0"/>
              <a:sym typeface="Times New Roman"/>
            </a:endParaRPr>
          </a:p>
        </p:txBody>
      </p:sp>
      <p:sp>
        <p:nvSpPr>
          <p:cNvPr id="2" name="Rectangle 1">
            <a:extLst>
              <a:ext uri="{FF2B5EF4-FFF2-40B4-BE49-F238E27FC236}">
                <a16:creationId xmlns:a16="http://schemas.microsoft.com/office/drawing/2014/main" id="{B0B7DA19-77B8-CF58-0232-B596D6667869}"/>
              </a:ext>
            </a:extLst>
          </p:cNvPr>
          <p:cNvSpPr/>
          <p:nvPr/>
        </p:nvSpPr>
        <p:spPr>
          <a:xfrm>
            <a:off x="0" y="0"/>
            <a:ext cx="9144000" cy="462579"/>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2800" b="1" dirty="0">
                <a:solidFill>
                  <a:srgbClr val="FF0000"/>
                </a:solidFill>
                <a:latin typeface="+mj-lt"/>
              </a:rPr>
              <a:t>ĐÁP CA</a:t>
            </a:r>
            <a:endParaRPr lang="en-US" sz="2800" b="1" dirty="0">
              <a:solidFill>
                <a:srgbClr val="FF0000"/>
              </a:solidFill>
              <a:latin typeface="+mj-l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02"/>
        <p:cNvGrpSpPr/>
        <p:nvPr/>
      </p:nvGrpSpPr>
      <p:grpSpPr>
        <a:xfrm>
          <a:off x="0" y="0"/>
          <a:ext cx="0" cy="0"/>
          <a:chOff x="0" y="0"/>
          <a:chExt cx="0" cy="0"/>
        </a:xfrm>
      </p:grpSpPr>
      <p:sp>
        <p:nvSpPr>
          <p:cNvPr id="703" name="Google Shape;703;g3d89366497e_0_44"/>
          <p:cNvSpPr/>
          <p:nvPr/>
        </p:nvSpPr>
        <p:spPr>
          <a:xfrm>
            <a:off x="1143" y="0"/>
            <a:ext cx="9141600" cy="51435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3" name="Picture 2">
            <a:extLst>
              <a:ext uri="{FF2B5EF4-FFF2-40B4-BE49-F238E27FC236}">
                <a16:creationId xmlns:a16="http://schemas.microsoft.com/office/drawing/2014/main" id="{BDC0C3DB-3DA9-8B06-D6BA-59C69E9F6360}"/>
              </a:ext>
            </a:extLst>
          </p:cNvPr>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156"/>
          <p:cNvSpPr txBox="1">
            <a:spLocks noGrp="1"/>
          </p:cNvSpPr>
          <p:nvPr>
            <p:ph type="ctrTitle"/>
          </p:nvPr>
        </p:nvSpPr>
        <p:spPr>
          <a:xfrm>
            <a:off x="0" y="365761"/>
            <a:ext cx="9144000" cy="4777514"/>
          </a:xfrm>
          <a:prstGeom prst="rect">
            <a:avLst/>
          </a:prstGeom>
          <a:solidFill>
            <a:srgbClr val="002060"/>
          </a:solidFill>
          <a:ln>
            <a:noFill/>
          </a:ln>
        </p:spPr>
        <p:txBody>
          <a:bodyPr spcFirstLastPara="1" wrap="square" lIns="91425" tIns="0" rIns="91425" bIns="0" anchor="ctr" anchorCtr="0">
            <a:noAutofit/>
          </a:bodyPr>
          <a:lstStyle/>
          <a:p>
            <a:pPr lvl="0">
              <a:buClr>
                <a:srgbClr val="EE0000"/>
              </a:buClr>
              <a:buSzPts val="8000"/>
            </a:pPr>
            <a:r>
              <a:rPr lang="en-US" sz="6000" b="1" i="1" dirty="0">
                <a:solidFill>
                  <a:srgbClr val="FFFF00"/>
                </a:solidFill>
                <a:latin typeface="Times New Roman"/>
                <a:ea typeface="Times New Roman"/>
                <a:cs typeface="Times New Roman"/>
                <a:sym typeface="Times New Roman"/>
              </a:rPr>
              <a:t>All… All…</a:t>
            </a:r>
            <a:r>
              <a:rPr lang="en-US" sz="7500" b="1" i="1" dirty="0">
                <a:solidFill>
                  <a:srgbClr val="EE0000"/>
                </a:solidFill>
                <a:latin typeface="Times New Roman"/>
                <a:ea typeface="Times New Roman"/>
                <a:cs typeface="Times New Roman"/>
                <a:sym typeface="Times New Roman"/>
              </a:rPr>
              <a:t> </a:t>
            </a:r>
            <a:br>
              <a:rPr lang="en-US" sz="7700" b="1" i="1" dirty="0">
                <a:solidFill>
                  <a:srgbClr val="EE0000"/>
                </a:solidFill>
                <a:latin typeface="Times New Roman"/>
                <a:ea typeface="Times New Roman"/>
                <a:cs typeface="Times New Roman"/>
                <a:sym typeface="Times New Roman"/>
              </a:rPr>
            </a:br>
            <a:r>
              <a:rPr lang="vi-VN" sz="7200" b="1" dirty="0">
                <a:solidFill>
                  <a:schemeClr val="bg1"/>
                </a:solidFill>
                <a:latin typeface="+mj-lt"/>
              </a:rPr>
              <a:t>Con là Ðá, trên đá này Thầy sẽ xây Hội Thánh của Thầy</a:t>
            </a:r>
            <a:endParaRPr sz="7200" b="1" dirty="0">
              <a:solidFill>
                <a:schemeClr val="bg1"/>
              </a:solidFill>
              <a:latin typeface="+mj-lt"/>
              <a:ea typeface="Times New Roman"/>
              <a:cs typeface="Times New Roman"/>
              <a:sym typeface="Times New Roman"/>
            </a:endParaRPr>
          </a:p>
        </p:txBody>
      </p:sp>
      <p:sp>
        <p:nvSpPr>
          <p:cNvPr id="711" name="Google Shape;711;p156"/>
          <p:cNvSpPr txBox="1"/>
          <p:nvPr/>
        </p:nvSpPr>
        <p:spPr>
          <a:xfrm>
            <a:off x="0" y="-50799"/>
            <a:ext cx="9144000" cy="416560"/>
          </a:xfrm>
          <a:prstGeom prst="rect">
            <a:avLst/>
          </a:prstGeom>
          <a:solidFill>
            <a:srgbClr val="FFFF00"/>
          </a:solidFill>
          <a:ln>
            <a:noFill/>
          </a:ln>
        </p:spPr>
        <p:txBody>
          <a:bodyPr spcFirstLastPara="1" wrap="square" lIns="91425" tIns="45700" rIns="91425" bIns="45700" anchor="ctr" anchorCtr="0">
            <a:normAutofit fontScale="92500" lnSpcReduction="10000"/>
          </a:bodyPr>
          <a:lstStyle/>
          <a:p>
            <a:pPr marL="0" marR="0" lvl="0" indent="0" algn="ctr" rtl="0">
              <a:lnSpc>
                <a:spcPct val="100000"/>
              </a:lnSpc>
              <a:spcBef>
                <a:spcPts val="0"/>
              </a:spcBef>
              <a:spcAft>
                <a:spcPts val="0"/>
              </a:spcAft>
              <a:buClr>
                <a:srgbClr val="FF0000"/>
              </a:buClr>
              <a:buSzPts val="3200"/>
              <a:buFont typeface="Times New Roman"/>
              <a:buNone/>
            </a:pPr>
            <a:r>
              <a:rPr lang="en-US" sz="2400" b="1" i="0" u="none" strike="noStrike" cap="none" dirty="0">
                <a:solidFill>
                  <a:srgbClr val="FF0000"/>
                </a:solidFill>
                <a:latin typeface="Times New Roman"/>
                <a:ea typeface="Times New Roman"/>
                <a:cs typeface="Times New Roman"/>
                <a:sym typeface="Times New Roman"/>
              </a:rPr>
              <a:t>TUNG HÔ TIN MỪNG</a:t>
            </a:r>
            <a:endParaRPr sz="2400" b="1" i="0" u="none" strike="noStrike" cap="none" dirty="0">
              <a:solidFill>
                <a:srgbClr val="FF0000"/>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15"/>
        <p:cNvGrpSpPr/>
        <p:nvPr/>
      </p:nvGrpSpPr>
      <p:grpSpPr>
        <a:xfrm>
          <a:off x="0" y="0"/>
          <a:ext cx="0" cy="0"/>
          <a:chOff x="0" y="0"/>
          <a:chExt cx="0" cy="0"/>
        </a:xfrm>
      </p:grpSpPr>
      <p:sp>
        <p:nvSpPr>
          <p:cNvPr id="716" name="Google Shape;716;g3b224b7d20a_0_95"/>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Autofit/>
          </a:bodyPr>
          <a:lstStyle/>
          <a:p>
            <a:pPr lvl="0">
              <a:buSzPts val="8000"/>
            </a:pPr>
            <a:r>
              <a:rPr lang="vi-VN" sz="8000" dirty="0"/>
              <a:t> </a:t>
            </a:r>
            <a:r>
              <a:rPr lang="vi-VN" sz="8800" b="1" dirty="0">
                <a:solidFill>
                  <a:schemeClr val="bg1"/>
                </a:solidFill>
                <a:latin typeface="+mj-lt"/>
              </a:rPr>
              <a:t>và cửa địa ngục sẽ không thắng được.</a:t>
            </a:r>
            <a:br>
              <a:rPr lang="en-US" sz="6600" b="1" dirty="0">
                <a:solidFill>
                  <a:schemeClr val="lt1"/>
                </a:solidFill>
                <a:latin typeface="+mj-lt"/>
                <a:ea typeface="Times New Roman"/>
                <a:cs typeface="Times New Roman"/>
                <a:sym typeface="Times New Roman"/>
              </a:rPr>
            </a:br>
            <a:r>
              <a:rPr lang="en-US" sz="6500" b="1" i="1" dirty="0">
                <a:solidFill>
                  <a:srgbClr val="FFFF00"/>
                </a:solidFill>
                <a:latin typeface="Times New Roman"/>
                <a:ea typeface="Times New Roman"/>
                <a:cs typeface="Times New Roman"/>
                <a:sym typeface="Times New Roman"/>
              </a:rPr>
              <a:t>All.. All..</a:t>
            </a:r>
            <a:endParaRPr sz="6500" b="1" dirty="0">
              <a:solidFill>
                <a:srgbClr val="FFFF00"/>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pic>
        <p:nvPicPr>
          <p:cNvPr id="4" name="Picture 3">
            <a:extLst>
              <a:ext uri="{FF2B5EF4-FFF2-40B4-BE49-F238E27FC236}">
                <a16:creationId xmlns:a16="http://schemas.microsoft.com/office/drawing/2014/main" id="{10BB1FAD-6BA4-F62D-0785-8C77F57B217A}"/>
              </a:ext>
            </a:extLst>
          </p:cNvPr>
          <p:cNvPicPr>
            <a:picLocks noChangeAspect="1"/>
          </p:cNvPicPr>
          <p:nvPr/>
        </p:nvPicPr>
        <p:blipFill>
          <a:blip r:embed="rId3"/>
          <a:stretch>
            <a:fillRect/>
          </a:stretch>
        </p:blipFill>
        <p:spPr>
          <a:xfrm>
            <a:off x="0" y="0"/>
            <a:ext cx="9144000" cy="51435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25">
          <a:extLst>
            <a:ext uri="{FF2B5EF4-FFF2-40B4-BE49-F238E27FC236}">
              <a16:creationId xmlns:a16="http://schemas.microsoft.com/office/drawing/2014/main" id="{D173BBEF-DC88-5D7D-C552-5C1907EC883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A0F59F8-C24D-4E0F-DF74-34AFADE638DD}"/>
              </a:ext>
            </a:extLst>
          </p:cNvPr>
          <p:cNvPicPr>
            <a:picLocks noChangeAspect="1"/>
          </p:cNvPicPr>
          <p:nvPr/>
        </p:nvPicPr>
        <p:blipFill>
          <a:blip r:embed="rId3"/>
          <a:stretch>
            <a:fillRect/>
          </a:stretch>
        </p:blipFill>
        <p:spPr>
          <a:xfrm>
            <a:off x="0" y="0"/>
            <a:ext cx="9144000" cy="5143500"/>
          </a:xfrm>
          <a:prstGeom prst="rect">
            <a:avLst/>
          </a:prstGeom>
        </p:spPr>
      </p:pic>
    </p:spTree>
    <p:extLst>
      <p:ext uri="{BB962C8B-B14F-4D97-AF65-F5344CB8AC3E}">
        <p14:creationId xmlns:p14="http://schemas.microsoft.com/office/powerpoint/2010/main" val="15409876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159"/>
          <p:cNvSpPr txBox="1">
            <a:spLocks noGrp="1"/>
          </p:cNvSpPr>
          <p:nvPr>
            <p:ph type="ctrTitle"/>
          </p:nvPr>
        </p:nvSpPr>
        <p:spPr>
          <a:xfrm>
            <a:off x="0" y="398033"/>
            <a:ext cx="9144000" cy="4745466"/>
          </a:xfrm>
          <a:prstGeom prst="rect">
            <a:avLst/>
          </a:prstGeom>
          <a:solidFill>
            <a:srgbClr val="002060"/>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Clr>
                <a:schemeClr val="accent4"/>
              </a:buClr>
              <a:buSzPts val="7200"/>
              <a:buFont typeface="Times"/>
              <a:buNone/>
            </a:pPr>
            <a:r>
              <a:rPr lang="en-US" sz="7200" b="1">
                <a:solidFill>
                  <a:schemeClr val="accent4"/>
                </a:solidFill>
                <a:latin typeface="Times"/>
                <a:ea typeface="Times"/>
                <a:cs typeface="Times"/>
                <a:sym typeface="Times"/>
              </a:rPr>
              <a:t>CT: </a:t>
            </a:r>
            <a:r>
              <a:rPr lang="en-US" sz="7200" b="1">
                <a:solidFill>
                  <a:schemeClr val="lt1"/>
                </a:solidFill>
                <a:latin typeface="Times"/>
                <a:ea typeface="Times"/>
                <a:cs typeface="Times"/>
                <a:sym typeface="Times"/>
              </a:rPr>
              <a:t>Tôi tin kính một Thiên Chúa là Cha toàn năng.</a:t>
            </a:r>
            <a:endParaRPr/>
          </a:p>
        </p:txBody>
      </p:sp>
      <p:sp>
        <p:nvSpPr>
          <p:cNvPr id="732" name="Google Shape;732;p159"/>
          <p:cNvSpPr txBox="1"/>
          <p:nvPr/>
        </p:nvSpPr>
        <p:spPr>
          <a:xfrm>
            <a:off x="0" y="0"/>
            <a:ext cx="9144000" cy="398033"/>
          </a:xfrm>
          <a:prstGeom prst="rect">
            <a:avLst/>
          </a:prstGeom>
          <a:solidFill>
            <a:srgbClr val="FFFF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accent4"/>
              </a:buClr>
              <a:buSzPts val="3600"/>
              <a:buFont typeface="Times New Roman"/>
              <a:buNone/>
            </a:pPr>
            <a:r>
              <a:rPr lang="en-US" sz="2800" b="1" i="0" u="none" strike="noStrike" cap="none" dirty="0">
                <a:solidFill>
                  <a:srgbClr val="FF0000"/>
                </a:solidFill>
                <a:latin typeface="Times New Roman"/>
                <a:ea typeface="Times New Roman"/>
                <a:cs typeface="Times New Roman"/>
                <a:sym typeface="Times New Roman"/>
              </a:rPr>
              <a:t>KINH TIN KÍNH</a:t>
            </a:r>
            <a:endParaRPr sz="2800" b="1" i="0" u="none" strike="noStrike" cap="none" dirty="0">
              <a:solidFill>
                <a:srgbClr val="FF0000"/>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160"/>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Đấng tạo thành trời đất muôn vật hữu hình và vô hình.</a:t>
            </a:r>
            <a:endParaRPr>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p161"/>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Tôi tin kính một Chúa Giê-su Ki-tô Con Một Thiên Chúa,</a:t>
            </a:r>
            <a:endParaRPr>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p162"/>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sinh bởi Đức Chúa Cha từ trước muôn đời.</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p163"/>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Người là Thiên Chúa bởi Thiên Chúa, Ánh Sáng bởi Ánh Sáng,</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164"/>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ctr"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Thiên Chúa thật bởi Thiên Chúa Thật Được sinh ra mà không phải được tạo thành, </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p165"/>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đồng bản thể với Đức Chúa Cha: nhờ Người mà muôn vật được tạo thành.</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p166"/>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Vì loài người chúng ta và để cứu độ chúng ta, Người đã từ trời xuống thế.</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167"/>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000"/>
              <a:buFont typeface="Times"/>
              <a:buNone/>
            </a:pPr>
            <a:r>
              <a:rPr lang="en-US" sz="6800" b="1">
                <a:solidFill>
                  <a:schemeClr val="lt1"/>
                </a:solidFill>
                <a:latin typeface="Times New Roman"/>
                <a:ea typeface="Times New Roman"/>
                <a:cs typeface="Times New Roman"/>
                <a:sym typeface="Times New Roman"/>
              </a:rPr>
              <a:t>Bởi phép Đức Chúa Thánh Thần Người đã nhập thể trong lòng Trinh Nữ Maria, và đã làm người.</a:t>
            </a:r>
            <a:endParaRPr sz="6800" b="1">
              <a:solidFill>
                <a:schemeClr val="lt1"/>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168"/>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Người chịu đóng đinh vào thập giá vì chúng ta, Thời quan Phong-xi-ô Phi-la-tô; </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169"/>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Người chịu khổ hình và mai táng, ngày thứ ba Người sống lại như lời Thánh Kinh.</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86"/>
        <p:cNvGrpSpPr/>
        <p:nvPr/>
      </p:nvGrpSpPr>
      <p:grpSpPr>
        <a:xfrm>
          <a:off x="0" y="0"/>
          <a:ext cx="0" cy="0"/>
          <a:chOff x="0" y="0"/>
          <a:chExt cx="0" cy="0"/>
        </a:xfrm>
      </p:grpSpPr>
      <p:sp>
        <p:nvSpPr>
          <p:cNvPr id="787" name="Google Shape;787;p170"/>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000"/>
              <a:buFont typeface="Times"/>
              <a:buNone/>
            </a:pPr>
            <a:r>
              <a:rPr lang="en-US" sz="7000" b="1">
                <a:solidFill>
                  <a:schemeClr val="lt1"/>
                </a:solidFill>
                <a:latin typeface="Times New Roman"/>
                <a:ea typeface="Times New Roman"/>
                <a:cs typeface="Times New Roman"/>
                <a:sym typeface="Times New Roman"/>
              </a:rPr>
              <a:t>Người lên trời, ngự bên hữu Đức Chúa Cha, và Người sẽ lại đến trong vinh quang</a:t>
            </a:r>
            <a:endParaRPr sz="7000" b="1">
              <a:solidFill>
                <a:schemeClr val="lt1"/>
              </a:solidFill>
              <a:latin typeface="Times New Roman"/>
              <a:ea typeface="Times New Roman"/>
              <a:cs typeface="Times New Roman"/>
              <a:sym typeface="Times New Roman"/>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sp>
        <p:nvSpPr>
          <p:cNvPr id="792" name="Google Shape;792;p171"/>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để phán xét kẻ sống và kẻ chết, Nước Người sẽ không bao giờ cùng.</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p172"/>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Tôi tinh kính Đức Chúa Thánh Thần là Thiên Chúa, và là Đấng ban sự sống,</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173"/>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Người bởi Đức Chúa Cha và Đức Chúa Con mà ra.</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p174"/>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Người được phụng thờ và tôn vinh cùng với Đức Chúa Cha và Đức Chúa Con.</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p175"/>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Người đã dùng các Tiên tri mà phán dạy.</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16"/>
        <p:cNvGrpSpPr/>
        <p:nvPr/>
      </p:nvGrpSpPr>
      <p:grpSpPr>
        <a:xfrm>
          <a:off x="0" y="0"/>
          <a:ext cx="0" cy="0"/>
          <a:chOff x="0" y="0"/>
          <a:chExt cx="0" cy="0"/>
        </a:xfrm>
      </p:grpSpPr>
      <p:sp>
        <p:nvSpPr>
          <p:cNvPr id="817" name="Google Shape;817;p176"/>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Tôi tin Hội Thánh duy nhất, thánh thiện, công giáo và tông truyền.</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p177"/>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Tôi tuyên xưng có một Phép Rửa để tha tội.</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p178"/>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t"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New Roman"/>
                <a:ea typeface="Times New Roman"/>
                <a:cs typeface="Times New Roman"/>
                <a:sym typeface="Times New Roman"/>
              </a:rPr>
              <a:t>Tôi trông đợi kẻ chết sống lại và sự sống đời sau. Amen.</a:t>
            </a:r>
            <a:endParaRPr sz="7200" b="1">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pic>
        <p:nvPicPr>
          <p:cNvPr id="4" name="Picture 3">
            <a:extLst>
              <a:ext uri="{FF2B5EF4-FFF2-40B4-BE49-F238E27FC236}">
                <a16:creationId xmlns:a16="http://schemas.microsoft.com/office/drawing/2014/main" id="{5847A49D-E940-04AD-EF5A-7F231E851B2F}"/>
              </a:ext>
            </a:extLst>
          </p:cNvPr>
          <p:cNvPicPr>
            <a:picLocks noChangeAspect="1"/>
          </p:cNvPicPr>
          <p:nvPr/>
        </p:nvPicPr>
        <p:blipFill>
          <a:blip r:embed="rId3"/>
          <a:stretch>
            <a:fillRect/>
          </a:stretch>
        </p:blipFill>
        <p:spPr>
          <a:xfrm>
            <a:off x="0" y="2232"/>
            <a:ext cx="9144000" cy="513903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g3e5a0c7ab5b_0_25"/>
          <p:cNvSpPr txBox="1">
            <a:spLocks noGrp="1"/>
          </p:cNvSpPr>
          <p:nvPr>
            <p:ph type="subTitle" idx="1"/>
          </p:nvPr>
        </p:nvSpPr>
        <p:spPr>
          <a:xfrm>
            <a:off x="0" y="398032"/>
            <a:ext cx="9144000" cy="4745467"/>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6700" b="1" dirty="0">
                <a:solidFill>
                  <a:schemeClr val="bg1"/>
                </a:solidFill>
                <a:latin typeface="Times New Roman"/>
                <a:ea typeface="Times New Roman"/>
                <a:cs typeface="Times New Roman"/>
                <a:sym typeface="Times New Roman"/>
              </a:rPr>
              <a:t>1. </a:t>
            </a:r>
            <a:r>
              <a:rPr lang="vi-VN" sz="7200" b="1" dirty="0">
                <a:solidFill>
                  <a:schemeClr val="bg1"/>
                </a:solidFill>
                <a:latin typeface="+mj-lt"/>
              </a:rPr>
              <a:t>Xin dâng Người đôi bàn tay này, ngày mưa nắng kiếp nhân sinh. </a:t>
            </a:r>
            <a:endParaRPr sz="7200" b="1" dirty="0">
              <a:solidFill>
                <a:schemeClr val="bg1"/>
              </a:solidFill>
              <a:latin typeface="+mj-lt"/>
              <a:ea typeface="Times New Roman"/>
              <a:cs typeface="Times New Roman"/>
              <a:sym typeface="Times New Roman"/>
            </a:endParaRPr>
          </a:p>
        </p:txBody>
      </p:sp>
      <p:sp>
        <p:nvSpPr>
          <p:cNvPr id="2" name="Rectangle 1">
            <a:extLst>
              <a:ext uri="{FF2B5EF4-FFF2-40B4-BE49-F238E27FC236}">
                <a16:creationId xmlns:a16="http://schemas.microsoft.com/office/drawing/2014/main" id="{D0B60F6C-1397-8362-666D-372B4A3EFA88}"/>
              </a:ext>
            </a:extLst>
          </p:cNvPr>
          <p:cNvSpPr/>
          <p:nvPr/>
        </p:nvSpPr>
        <p:spPr>
          <a:xfrm>
            <a:off x="0" y="0"/>
            <a:ext cx="9144000" cy="467833"/>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800" b="1" dirty="0">
                <a:solidFill>
                  <a:srgbClr val="00B050"/>
                </a:solidFill>
                <a:latin typeface="+mj-lt"/>
              </a:rPr>
              <a:t>Dâng Lễ: </a:t>
            </a:r>
            <a:r>
              <a:rPr lang="vi-VN" sz="1800" b="1" dirty="0">
                <a:solidFill>
                  <a:srgbClr val="FF0000"/>
                </a:solidFill>
                <a:latin typeface="+mj-lt"/>
              </a:rPr>
              <a:t>TẤM LÒNG</a:t>
            </a:r>
            <a:endParaRPr lang="en-US" sz="1800" b="1" dirty="0">
              <a:solidFill>
                <a:srgbClr val="FF0000"/>
              </a:solidFill>
              <a:latin typeface="+mj-lt"/>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sp>
        <p:nvSpPr>
          <p:cNvPr id="847" name="Google Shape;847;g3e5a0c7ab5b_0_29"/>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8000" b="1" dirty="0">
                <a:solidFill>
                  <a:schemeClr val="bg1"/>
                </a:solidFill>
                <a:latin typeface="+mj-lt"/>
              </a:rPr>
              <a:t>Xin dâng Người nặng gánh đôi vai cho đàn em bé nhỏ môi cười.</a:t>
            </a:r>
            <a:endParaRPr sz="8000" b="1" dirty="0">
              <a:solidFill>
                <a:schemeClr val="bg1"/>
              </a:solidFill>
              <a:latin typeface="+mj-lt"/>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g3e5a0c7ab5b_0_37"/>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8000" b="1" dirty="0" err="1">
                <a:solidFill>
                  <a:schemeClr val="bg1"/>
                </a:solidFill>
                <a:latin typeface="Times" panose="02020603050405020304" pitchFamily="18" charset="0"/>
                <a:cs typeface="Times" panose="02020603050405020304" pitchFamily="18" charset="0"/>
              </a:rPr>
              <a:t>tìm</a:t>
            </a:r>
            <a:r>
              <a:rPr lang="en-US" sz="8000" b="1" dirty="0">
                <a:solidFill>
                  <a:schemeClr val="bg1"/>
                </a:solidFill>
                <a:latin typeface="Times" panose="02020603050405020304" pitchFamily="18" charset="0"/>
                <a:cs typeface="Times" panose="02020603050405020304" pitchFamily="18" charset="0"/>
              </a:rPr>
              <a:t> </a:t>
            </a:r>
            <a:r>
              <a:rPr lang="en-US" sz="8000" b="1" dirty="0" err="1">
                <a:solidFill>
                  <a:schemeClr val="bg1"/>
                </a:solidFill>
                <a:latin typeface="Times" panose="02020603050405020304" pitchFamily="18" charset="0"/>
                <a:cs typeface="Times" panose="02020603050405020304" pitchFamily="18" charset="0"/>
              </a:rPr>
              <a:t>thấy</a:t>
            </a:r>
            <a:r>
              <a:rPr lang="en-US" sz="8000" b="1" dirty="0">
                <a:solidFill>
                  <a:schemeClr val="bg1"/>
                </a:solidFill>
                <a:latin typeface="Times" panose="02020603050405020304" pitchFamily="18" charset="0"/>
                <a:cs typeface="Times" panose="02020603050405020304" pitchFamily="18" charset="0"/>
              </a:rPr>
              <a:t> </a:t>
            </a:r>
            <a:r>
              <a:rPr lang="en-US" sz="8000" b="1" dirty="0" err="1">
                <a:solidFill>
                  <a:schemeClr val="bg1"/>
                </a:solidFill>
                <a:latin typeface="Times" panose="02020603050405020304" pitchFamily="18" charset="0"/>
                <a:cs typeface="Times" panose="02020603050405020304" pitchFamily="18" charset="0"/>
              </a:rPr>
              <a:t>trong</a:t>
            </a:r>
            <a:r>
              <a:rPr lang="en-US" sz="8000" b="1" dirty="0">
                <a:solidFill>
                  <a:schemeClr val="bg1"/>
                </a:solidFill>
                <a:latin typeface="Times" panose="02020603050405020304" pitchFamily="18" charset="0"/>
                <a:cs typeface="Times" panose="02020603050405020304" pitchFamily="18" charset="0"/>
              </a:rPr>
              <a:t> </a:t>
            </a:r>
            <a:r>
              <a:rPr lang="en-US" sz="8000" b="1" dirty="0" err="1">
                <a:solidFill>
                  <a:schemeClr val="bg1"/>
                </a:solidFill>
                <a:latin typeface="Times" panose="02020603050405020304" pitchFamily="18" charset="0"/>
                <a:cs typeface="Times" panose="02020603050405020304" pitchFamily="18" charset="0"/>
              </a:rPr>
              <a:t>đời</a:t>
            </a:r>
            <a:r>
              <a:rPr lang="en-US" sz="8000" b="1" dirty="0">
                <a:solidFill>
                  <a:schemeClr val="bg1"/>
                </a:solidFill>
                <a:latin typeface="Times" panose="02020603050405020304" pitchFamily="18" charset="0"/>
                <a:cs typeface="Times" panose="02020603050405020304" pitchFamily="18" charset="0"/>
              </a:rPr>
              <a:t> </a:t>
            </a:r>
            <a:r>
              <a:rPr lang="en-US" sz="8000" b="1" dirty="0" err="1">
                <a:solidFill>
                  <a:schemeClr val="bg1"/>
                </a:solidFill>
                <a:latin typeface="Times" panose="02020603050405020304" pitchFamily="18" charset="0"/>
                <a:cs typeface="Times" panose="02020603050405020304" pitchFamily="18" charset="0"/>
              </a:rPr>
              <a:t>niềm</a:t>
            </a:r>
            <a:r>
              <a:rPr lang="en-US" sz="8000" b="1" dirty="0">
                <a:solidFill>
                  <a:schemeClr val="bg1"/>
                </a:solidFill>
                <a:latin typeface="Times" panose="02020603050405020304" pitchFamily="18" charset="0"/>
                <a:cs typeface="Times" panose="02020603050405020304" pitchFamily="18" charset="0"/>
              </a:rPr>
              <a:t> </a:t>
            </a:r>
            <a:r>
              <a:rPr lang="en-US" sz="8000" b="1" dirty="0" err="1">
                <a:solidFill>
                  <a:schemeClr val="bg1"/>
                </a:solidFill>
                <a:latin typeface="Times" panose="02020603050405020304" pitchFamily="18" charset="0"/>
                <a:cs typeface="Times" panose="02020603050405020304" pitchFamily="18" charset="0"/>
              </a:rPr>
              <a:t>hạnh</a:t>
            </a:r>
            <a:r>
              <a:rPr lang="en-US" sz="8000" b="1" dirty="0">
                <a:solidFill>
                  <a:schemeClr val="bg1"/>
                </a:solidFill>
                <a:latin typeface="Times" panose="02020603050405020304" pitchFamily="18" charset="0"/>
                <a:cs typeface="Times" panose="02020603050405020304" pitchFamily="18" charset="0"/>
              </a:rPr>
              <a:t> </a:t>
            </a:r>
            <a:r>
              <a:rPr lang="en-US" sz="8000" b="1" dirty="0" err="1">
                <a:solidFill>
                  <a:schemeClr val="bg1"/>
                </a:solidFill>
                <a:latin typeface="Times" panose="02020603050405020304" pitchFamily="18" charset="0"/>
                <a:cs typeface="Times" panose="02020603050405020304" pitchFamily="18" charset="0"/>
              </a:rPr>
              <a:t>phúc</a:t>
            </a:r>
            <a:r>
              <a:rPr lang="en-US" sz="8000" b="1" dirty="0">
                <a:solidFill>
                  <a:schemeClr val="bg1"/>
                </a:solidFill>
                <a:latin typeface="Times" panose="02020603050405020304" pitchFamily="18" charset="0"/>
                <a:cs typeface="Times" panose="02020603050405020304" pitchFamily="18" charset="0"/>
              </a:rPr>
              <a:t> </a:t>
            </a:r>
            <a:r>
              <a:rPr lang="en-US" sz="8000" b="1" dirty="0" err="1">
                <a:solidFill>
                  <a:schemeClr val="bg1"/>
                </a:solidFill>
                <a:latin typeface="Times" panose="02020603050405020304" pitchFamily="18" charset="0"/>
                <a:cs typeface="Times" panose="02020603050405020304" pitchFamily="18" charset="0"/>
              </a:rPr>
              <a:t>cho</a:t>
            </a:r>
            <a:r>
              <a:rPr lang="en-US" sz="8000" b="1" dirty="0">
                <a:solidFill>
                  <a:schemeClr val="bg1"/>
                </a:solidFill>
                <a:latin typeface="Times" panose="02020603050405020304" pitchFamily="18" charset="0"/>
                <a:cs typeface="Times" panose="02020603050405020304" pitchFamily="18" charset="0"/>
              </a:rPr>
              <a:t> </a:t>
            </a:r>
            <a:r>
              <a:rPr lang="en-US" sz="8000" b="1" dirty="0" err="1">
                <a:solidFill>
                  <a:schemeClr val="bg1"/>
                </a:solidFill>
                <a:latin typeface="Times" panose="02020603050405020304" pitchFamily="18" charset="0"/>
                <a:cs typeface="Times" panose="02020603050405020304" pitchFamily="18" charset="0"/>
              </a:rPr>
              <a:t>ngày</a:t>
            </a:r>
            <a:r>
              <a:rPr lang="en-US" sz="8000" b="1" dirty="0">
                <a:solidFill>
                  <a:schemeClr val="bg1"/>
                </a:solidFill>
                <a:latin typeface="Times" panose="02020603050405020304" pitchFamily="18" charset="0"/>
                <a:cs typeface="Times" panose="02020603050405020304" pitchFamily="18" charset="0"/>
              </a:rPr>
              <a:t> </a:t>
            </a:r>
            <a:r>
              <a:rPr lang="vi-VN" sz="8000" b="1" dirty="0">
                <a:solidFill>
                  <a:schemeClr val="bg1"/>
                </a:solidFill>
                <a:latin typeface="Times" panose="02020603050405020304" pitchFamily="18" charset="0"/>
                <a:cs typeface="Times" panose="02020603050405020304" pitchFamily="18" charset="0"/>
              </a:rPr>
              <a:t>mai.</a:t>
            </a:r>
            <a:endParaRPr sz="8000" b="1" dirty="0">
              <a:solidFill>
                <a:schemeClr val="bg1"/>
              </a:solidFill>
              <a:latin typeface="Times" panose="02020603050405020304" pitchFamily="18" charset="0"/>
              <a:ea typeface="Times New Roman"/>
              <a:cs typeface="Times" panose="02020603050405020304" pitchFamily="18" charset="0"/>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sp>
        <p:nvSpPr>
          <p:cNvPr id="852" name="Google Shape;852;g3e5a0c7ab5b_0_33"/>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5400" b="1" dirty="0">
                <a:solidFill>
                  <a:srgbClr val="FFFF00"/>
                </a:solidFill>
                <a:latin typeface="Times New Roman"/>
                <a:ea typeface="Times New Roman"/>
                <a:cs typeface="Times New Roman"/>
                <a:sym typeface="Times New Roman"/>
              </a:rPr>
              <a:t>ĐK: </a:t>
            </a:r>
            <a:r>
              <a:rPr lang="en-US" sz="7200" b="1" dirty="0" err="1">
                <a:solidFill>
                  <a:schemeClr val="bg1"/>
                </a:solidFill>
                <a:latin typeface="Times" panose="02020603050405020304" pitchFamily="18" charset="0"/>
                <a:cs typeface="Times" panose="02020603050405020304" pitchFamily="18" charset="0"/>
              </a:rPr>
              <a:t>Tấm</a:t>
            </a:r>
            <a:r>
              <a:rPr lang="en-US" sz="7200" b="1" dirty="0">
                <a:solidFill>
                  <a:schemeClr val="bg1"/>
                </a:solidFill>
                <a:latin typeface="Times" panose="02020603050405020304" pitchFamily="18" charset="0"/>
                <a:cs typeface="Times" panose="02020603050405020304" pitchFamily="18" charset="0"/>
              </a:rPr>
              <a:t> bánh </a:t>
            </a:r>
            <a:r>
              <a:rPr lang="en-US" sz="7200" b="1" dirty="0" err="1">
                <a:solidFill>
                  <a:schemeClr val="bg1"/>
                </a:solidFill>
                <a:latin typeface="Times" panose="02020603050405020304" pitchFamily="18" charset="0"/>
                <a:cs typeface="Times" panose="02020603050405020304" pitchFamily="18" charset="0"/>
              </a:rPr>
              <a:t>này</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chứa</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chan</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nỗi</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niềm</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là</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của</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lễ</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cuộc</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đời</a:t>
            </a:r>
            <a:r>
              <a:rPr lang="en-US" sz="7200" b="1" dirty="0">
                <a:solidFill>
                  <a:schemeClr val="bg1"/>
                </a:solidFill>
                <a:latin typeface="Times" panose="02020603050405020304" pitchFamily="18" charset="0"/>
                <a:cs typeface="Times" panose="02020603050405020304" pitchFamily="18" charset="0"/>
              </a:rPr>
              <a:t> con </a:t>
            </a:r>
            <a:r>
              <a:rPr lang="en-US" sz="7200" b="1" dirty="0" err="1">
                <a:solidFill>
                  <a:schemeClr val="bg1"/>
                </a:solidFill>
                <a:latin typeface="Times" panose="02020603050405020304" pitchFamily="18" charset="0"/>
                <a:cs typeface="Times" panose="02020603050405020304" pitchFamily="18" charset="0"/>
              </a:rPr>
              <a:t>dâng</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Ngài</a:t>
            </a:r>
            <a:r>
              <a:rPr lang="en-US" sz="7200" b="1" dirty="0">
                <a:solidFill>
                  <a:schemeClr val="bg1"/>
                </a:solidFill>
                <a:latin typeface="Times" panose="02020603050405020304" pitchFamily="18" charset="0"/>
                <a:cs typeface="Times" panose="02020603050405020304" pitchFamily="18" charset="0"/>
              </a:rPr>
              <a:t>.</a:t>
            </a:r>
            <a:endParaRPr sz="7200" b="1" dirty="0">
              <a:solidFill>
                <a:schemeClr val="bg1"/>
              </a:solidFill>
              <a:latin typeface="Times" panose="02020603050405020304" pitchFamily="18" charset="0"/>
              <a:ea typeface="Times New Roman"/>
              <a:cs typeface="Times" panose="02020603050405020304" pitchFamily="18" charset="0"/>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g3f16ddd2213_0_1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200" b="1" dirty="0">
                <a:solidFill>
                  <a:schemeClr val="bg1"/>
                </a:solidFill>
                <a:latin typeface="Times" panose="02020603050405020304" pitchFamily="18" charset="0"/>
                <a:cs typeface="Times" panose="02020603050405020304" pitchFamily="18" charset="0"/>
              </a:rPr>
              <a:t>Chén Thánh này chất cả tâm tư, tuy đơn nghèo nhưng mang trọn tình yêu.</a:t>
            </a:r>
            <a:endParaRPr sz="7200" b="1" dirty="0">
              <a:solidFill>
                <a:schemeClr val="bg1"/>
              </a:solidFill>
              <a:latin typeface="Times" panose="02020603050405020304" pitchFamily="18" charset="0"/>
              <a:ea typeface="Times New Roman"/>
              <a:cs typeface="Times" panose="02020603050405020304" pitchFamily="18" charset="0"/>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g3f16ddd2213_0_2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200" b="1" dirty="0">
                <a:solidFill>
                  <a:schemeClr val="bg1"/>
                </a:solidFill>
                <a:latin typeface="+mj-lt"/>
              </a:rPr>
              <a:t>2. Xin dâng Người những ngày qua rồi niềm vui lẫn với thương đau.</a:t>
            </a:r>
            <a:endParaRPr sz="7200" b="1" dirty="0">
              <a:solidFill>
                <a:schemeClr val="bg1"/>
              </a:solidFill>
              <a:latin typeface="+mj-lt"/>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851">
          <a:extLst>
            <a:ext uri="{FF2B5EF4-FFF2-40B4-BE49-F238E27FC236}">
              <a16:creationId xmlns:a16="http://schemas.microsoft.com/office/drawing/2014/main" id="{60166FC2-5B3E-E071-C13E-248646818589}"/>
            </a:ext>
          </a:extLst>
        </p:cNvPr>
        <p:cNvGrpSpPr/>
        <p:nvPr/>
      </p:nvGrpSpPr>
      <p:grpSpPr>
        <a:xfrm>
          <a:off x="0" y="0"/>
          <a:ext cx="0" cy="0"/>
          <a:chOff x="0" y="0"/>
          <a:chExt cx="0" cy="0"/>
        </a:xfrm>
      </p:grpSpPr>
      <p:sp>
        <p:nvSpPr>
          <p:cNvPr id="852" name="Google Shape;852;g3e5a0c7ab5b_0_33">
            <a:extLst>
              <a:ext uri="{FF2B5EF4-FFF2-40B4-BE49-F238E27FC236}">
                <a16:creationId xmlns:a16="http://schemas.microsoft.com/office/drawing/2014/main" id="{ADA17B6E-8A50-858C-F001-312CC3016034}"/>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200" b="1" dirty="0">
                <a:solidFill>
                  <a:schemeClr val="bg1"/>
                </a:solidFill>
                <a:latin typeface="+mj-lt"/>
              </a:rPr>
              <a:t>Xin dâng Người mộng ước tương lai, mong ngày mai sẽ thắm tươi màu.</a:t>
            </a:r>
            <a:endParaRPr sz="7200" b="1" dirty="0">
              <a:solidFill>
                <a:schemeClr val="bg1"/>
              </a:solidFill>
              <a:latin typeface="+mj-lt"/>
              <a:ea typeface="Times New Roman"/>
              <a:cs typeface="Times New Roman" panose="02020603050405020304" pitchFamily="18" charset="0"/>
              <a:sym typeface="Times New Roman"/>
            </a:endParaRPr>
          </a:p>
        </p:txBody>
      </p:sp>
    </p:spTree>
    <p:extLst>
      <p:ext uri="{BB962C8B-B14F-4D97-AF65-F5344CB8AC3E}">
        <p14:creationId xmlns:p14="http://schemas.microsoft.com/office/powerpoint/2010/main" val="123945050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851">
          <a:extLst>
            <a:ext uri="{FF2B5EF4-FFF2-40B4-BE49-F238E27FC236}">
              <a16:creationId xmlns:a16="http://schemas.microsoft.com/office/drawing/2014/main" id="{E2430D4E-1873-9B43-8A32-577B5A7D5AAF}"/>
            </a:ext>
          </a:extLst>
        </p:cNvPr>
        <p:cNvGrpSpPr/>
        <p:nvPr/>
      </p:nvGrpSpPr>
      <p:grpSpPr>
        <a:xfrm>
          <a:off x="0" y="0"/>
          <a:ext cx="0" cy="0"/>
          <a:chOff x="0" y="0"/>
          <a:chExt cx="0" cy="0"/>
        </a:xfrm>
      </p:grpSpPr>
      <p:sp>
        <p:nvSpPr>
          <p:cNvPr id="852" name="Google Shape;852;g3e5a0c7ab5b_0_33">
            <a:extLst>
              <a:ext uri="{FF2B5EF4-FFF2-40B4-BE49-F238E27FC236}">
                <a16:creationId xmlns:a16="http://schemas.microsoft.com/office/drawing/2014/main" id="{FEB5C811-5380-4D9F-523F-5B6F699099B9}"/>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5400" b="1" dirty="0">
                <a:solidFill>
                  <a:srgbClr val="FFFF00"/>
                </a:solidFill>
                <a:latin typeface="Times New Roman"/>
                <a:ea typeface="Times New Roman"/>
                <a:cs typeface="Times New Roman"/>
                <a:sym typeface="Times New Roman"/>
              </a:rPr>
              <a:t>ĐK: </a:t>
            </a:r>
            <a:r>
              <a:rPr lang="en-US" sz="7200" b="1" dirty="0" err="1">
                <a:solidFill>
                  <a:schemeClr val="bg1"/>
                </a:solidFill>
                <a:latin typeface="Times" panose="02020603050405020304" pitchFamily="18" charset="0"/>
                <a:cs typeface="Times" panose="02020603050405020304" pitchFamily="18" charset="0"/>
              </a:rPr>
              <a:t>Tấm</a:t>
            </a:r>
            <a:r>
              <a:rPr lang="en-US" sz="7200" b="1" dirty="0">
                <a:solidFill>
                  <a:schemeClr val="bg1"/>
                </a:solidFill>
                <a:latin typeface="Times" panose="02020603050405020304" pitchFamily="18" charset="0"/>
                <a:cs typeface="Times" panose="02020603050405020304" pitchFamily="18" charset="0"/>
              </a:rPr>
              <a:t> bánh </a:t>
            </a:r>
            <a:r>
              <a:rPr lang="en-US" sz="7200" b="1" dirty="0" err="1">
                <a:solidFill>
                  <a:schemeClr val="bg1"/>
                </a:solidFill>
                <a:latin typeface="Times" panose="02020603050405020304" pitchFamily="18" charset="0"/>
                <a:cs typeface="Times" panose="02020603050405020304" pitchFamily="18" charset="0"/>
              </a:rPr>
              <a:t>này</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chứa</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chan</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nỗi</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niềm</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là</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của</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lễ</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cuộc</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đời</a:t>
            </a:r>
            <a:r>
              <a:rPr lang="en-US" sz="7200" b="1" dirty="0">
                <a:solidFill>
                  <a:schemeClr val="bg1"/>
                </a:solidFill>
                <a:latin typeface="Times" panose="02020603050405020304" pitchFamily="18" charset="0"/>
                <a:cs typeface="Times" panose="02020603050405020304" pitchFamily="18" charset="0"/>
              </a:rPr>
              <a:t> con </a:t>
            </a:r>
            <a:r>
              <a:rPr lang="en-US" sz="7200" b="1" dirty="0" err="1">
                <a:solidFill>
                  <a:schemeClr val="bg1"/>
                </a:solidFill>
                <a:latin typeface="Times" panose="02020603050405020304" pitchFamily="18" charset="0"/>
                <a:cs typeface="Times" panose="02020603050405020304" pitchFamily="18" charset="0"/>
              </a:rPr>
              <a:t>dâng</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Ngài</a:t>
            </a:r>
            <a:r>
              <a:rPr lang="en-US" sz="7200" b="1" dirty="0">
                <a:solidFill>
                  <a:schemeClr val="bg1"/>
                </a:solidFill>
                <a:latin typeface="Times" panose="02020603050405020304" pitchFamily="18" charset="0"/>
                <a:cs typeface="Times" panose="02020603050405020304" pitchFamily="18" charset="0"/>
              </a:rPr>
              <a:t>.</a:t>
            </a:r>
            <a:endParaRPr sz="7200" b="1" dirty="0">
              <a:solidFill>
                <a:schemeClr val="bg1"/>
              </a:solidFill>
              <a:latin typeface="Times" panose="02020603050405020304" pitchFamily="18" charset="0"/>
              <a:ea typeface="Times New Roman"/>
              <a:cs typeface="Times" panose="02020603050405020304" pitchFamily="18" charset="0"/>
              <a:sym typeface="Times New Roman"/>
            </a:endParaRPr>
          </a:p>
        </p:txBody>
      </p:sp>
    </p:spTree>
    <p:extLst>
      <p:ext uri="{BB962C8B-B14F-4D97-AF65-F5344CB8AC3E}">
        <p14:creationId xmlns:p14="http://schemas.microsoft.com/office/powerpoint/2010/main" val="36554118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61">
          <a:extLst>
            <a:ext uri="{FF2B5EF4-FFF2-40B4-BE49-F238E27FC236}">
              <a16:creationId xmlns:a16="http://schemas.microsoft.com/office/drawing/2014/main" id="{02F7F290-1606-6559-44EA-AAB27D2533A1}"/>
            </a:ext>
          </a:extLst>
        </p:cNvPr>
        <p:cNvGrpSpPr/>
        <p:nvPr/>
      </p:nvGrpSpPr>
      <p:grpSpPr>
        <a:xfrm>
          <a:off x="0" y="0"/>
          <a:ext cx="0" cy="0"/>
          <a:chOff x="0" y="0"/>
          <a:chExt cx="0" cy="0"/>
        </a:xfrm>
      </p:grpSpPr>
      <p:sp>
        <p:nvSpPr>
          <p:cNvPr id="862" name="Google Shape;862;g3f16ddd2213_0_16">
            <a:extLst>
              <a:ext uri="{FF2B5EF4-FFF2-40B4-BE49-F238E27FC236}">
                <a16:creationId xmlns:a16="http://schemas.microsoft.com/office/drawing/2014/main" id="{9781F33E-4EE7-34DF-392C-FB87DE0FD302}"/>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200" b="1" dirty="0">
                <a:solidFill>
                  <a:schemeClr val="bg1"/>
                </a:solidFill>
                <a:latin typeface="Times" panose="02020603050405020304" pitchFamily="18" charset="0"/>
                <a:cs typeface="Times" panose="02020603050405020304" pitchFamily="18" charset="0"/>
              </a:rPr>
              <a:t>Chén Thánh này chất cả tâm tư, tuy đơn nghèo nhưng mang trọn tình yêu.</a:t>
            </a:r>
            <a:endParaRPr sz="7200" b="1" dirty="0">
              <a:solidFill>
                <a:schemeClr val="bg1"/>
              </a:solidFill>
              <a:latin typeface="Times" panose="02020603050405020304" pitchFamily="18" charset="0"/>
              <a:ea typeface="Times New Roman"/>
              <a:cs typeface="Times" panose="02020603050405020304" pitchFamily="18" charset="0"/>
              <a:sym typeface="Times New Roman"/>
            </a:endParaRPr>
          </a:p>
        </p:txBody>
      </p:sp>
    </p:spTree>
    <p:extLst>
      <p:ext uri="{BB962C8B-B14F-4D97-AF65-F5344CB8AC3E}">
        <p14:creationId xmlns:p14="http://schemas.microsoft.com/office/powerpoint/2010/main" val="39512036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56">
          <a:extLst>
            <a:ext uri="{FF2B5EF4-FFF2-40B4-BE49-F238E27FC236}">
              <a16:creationId xmlns:a16="http://schemas.microsoft.com/office/drawing/2014/main" id="{A8D96464-95D6-8BF8-DD59-7D7F25DB01BC}"/>
            </a:ext>
          </a:extLst>
        </p:cNvPr>
        <p:cNvGrpSpPr/>
        <p:nvPr/>
      </p:nvGrpSpPr>
      <p:grpSpPr>
        <a:xfrm>
          <a:off x="0" y="0"/>
          <a:ext cx="0" cy="0"/>
          <a:chOff x="0" y="0"/>
          <a:chExt cx="0" cy="0"/>
        </a:xfrm>
      </p:grpSpPr>
      <p:sp>
        <p:nvSpPr>
          <p:cNvPr id="857" name="Google Shape;857;g3e5a0c7ab5b_0_37">
            <a:extLst>
              <a:ext uri="{FF2B5EF4-FFF2-40B4-BE49-F238E27FC236}">
                <a16:creationId xmlns:a16="http://schemas.microsoft.com/office/drawing/2014/main" id="{95D115E1-4F75-74BD-F9CE-B9315D960E76}"/>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8000" b="1" dirty="0">
                <a:solidFill>
                  <a:schemeClr val="bg1"/>
                </a:solidFill>
                <a:latin typeface="+mj-lt"/>
              </a:rPr>
              <a:t>3. Xin dâng Người tâm hồn bé nhỏ hằng mơ ước cõi vô biên.</a:t>
            </a:r>
            <a:endParaRPr sz="8000" b="1" dirty="0">
              <a:solidFill>
                <a:schemeClr val="bg1"/>
              </a:solidFill>
              <a:latin typeface="+mj-lt"/>
              <a:ea typeface="Times New Roman"/>
              <a:cs typeface="Times New Roman"/>
              <a:sym typeface="Times New Roman"/>
            </a:endParaRPr>
          </a:p>
        </p:txBody>
      </p:sp>
    </p:spTree>
    <p:extLst>
      <p:ext uri="{BB962C8B-B14F-4D97-AF65-F5344CB8AC3E}">
        <p14:creationId xmlns:p14="http://schemas.microsoft.com/office/powerpoint/2010/main" val="25137051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g3f16ddd2213_0_2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200" b="1" dirty="0">
                <a:solidFill>
                  <a:schemeClr val="bg1"/>
                </a:solidFill>
                <a:latin typeface="+mj-lt"/>
              </a:rPr>
              <a:t>Xin dâng Người từng bước chân đi trong niềm tin thoáng bỗng nghi ngờ.</a:t>
            </a:r>
            <a:endParaRPr sz="7200" b="1" dirty="0">
              <a:solidFill>
                <a:schemeClr val="bg1"/>
              </a:solidFill>
              <a:latin typeface="+mj-lt"/>
              <a:ea typeface="Times New Roman"/>
              <a:cs typeface="Times New Roman" panose="02020603050405020304" pitchFamily="18" charset="0"/>
              <a:sym typeface="Times New Roman"/>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881"/>
        <p:cNvGrpSpPr/>
        <p:nvPr/>
      </p:nvGrpSpPr>
      <p:grpSpPr>
        <a:xfrm>
          <a:off x="0" y="0"/>
          <a:ext cx="0" cy="0"/>
          <a:chOff x="0" y="0"/>
          <a:chExt cx="0" cy="0"/>
        </a:xfrm>
      </p:grpSpPr>
      <p:sp>
        <p:nvSpPr>
          <p:cNvPr id="882" name="Google Shape;882;g3f16ddd2213_0_2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8000" b="1" dirty="0" err="1">
                <a:solidFill>
                  <a:schemeClr val="bg1"/>
                </a:solidFill>
                <a:latin typeface="Times" panose="02020603050405020304" pitchFamily="18" charset="0"/>
                <a:cs typeface="Times" panose="02020603050405020304" pitchFamily="18" charset="0"/>
              </a:rPr>
              <a:t>còn</a:t>
            </a:r>
            <a:r>
              <a:rPr lang="en-US" sz="8000" b="1" dirty="0">
                <a:solidFill>
                  <a:schemeClr val="bg1"/>
                </a:solidFill>
                <a:latin typeface="Times" panose="02020603050405020304" pitchFamily="18" charset="0"/>
                <a:cs typeface="Times" panose="02020603050405020304" pitchFamily="18" charset="0"/>
              </a:rPr>
              <a:t> </a:t>
            </a:r>
            <a:r>
              <a:rPr lang="en-US" sz="8000" b="1" dirty="0" err="1">
                <a:solidFill>
                  <a:schemeClr val="bg1"/>
                </a:solidFill>
                <a:latin typeface="Times" panose="02020603050405020304" pitchFamily="18" charset="0"/>
                <a:cs typeface="Times" panose="02020603050405020304" pitchFamily="18" charset="0"/>
              </a:rPr>
              <a:t>xin</a:t>
            </a:r>
            <a:r>
              <a:rPr lang="en-US" sz="8000" b="1" dirty="0">
                <a:solidFill>
                  <a:schemeClr val="bg1"/>
                </a:solidFill>
                <a:latin typeface="Times" panose="02020603050405020304" pitchFamily="18" charset="0"/>
                <a:cs typeface="Times" panose="02020603050405020304" pitchFamily="18" charset="0"/>
              </a:rPr>
              <a:t> </a:t>
            </a:r>
            <a:r>
              <a:rPr lang="en-US" sz="8000" b="1" dirty="0" err="1">
                <a:solidFill>
                  <a:schemeClr val="bg1"/>
                </a:solidFill>
                <a:latin typeface="Times" panose="02020603050405020304" pitchFamily="18" charset="0"/>
                <a:cs typeface="Times" panose="02020603050405020304" pitchFamily="18" charset="0"/>
              </a:rPr>
              <a:t>đi</a:t>
            </a:r>
            <a:r>
              <a:rPr lang="en-US" sz="8000" b="1" dirty="0">
                <a:solidFill>
                  <a:schemeClr val="bg1"/>
                </a:solidFill>
                <a:latin typeface="Times" panose="02020603050405020304" pitchFamily="18" charset="0"/>
                <a:cs typeface="Times" panose="02020603050405020304" pitchFamily="18" charset="0"/>
              </a:rPr>
              <a:t> </a:t>
            </a:r>
            <a:r>
              <a:rPr lang="en-US" sz="8000" b="1" dirty="0" err="1">
                <a:solidFill>
                  <a:schemeClr val="bg1"/>
                </a:solidFill>
                <a:latin typeface="Times" panose="02020603050405020304" pitchFamily="18" charset="0"/>
                <a:cs typeface="Times" panose="02020603050405020304" pitchFamily="18" charset="0"/>
              </a:rPr>
              <a:t>hoài</a:t>
            </a:r>
            <a:r>
              <a:rPr lang="en-US" sz="8000" b="1" dirty="0">
                <a:solidFill>
                  <a:schemeClr val="bg1"/>
                </a:solidFill>
                <a:latin typeface="Times" panose="02020603050405020304" pitchFamily="18" charset="0"/>
                <a:cs typeface="Times" panose="02020603050405020304" pitchFamily="18" charset="0"/>
              </a:rPr>
              <a:t> </a:t>
            </a:r>
            <a:r>
              <a:rPr lang="en-US" sz="8000" b="1" dirty="0" err="1">
                <a:solidFill>
                  <a:schemeClr val="bg1"/>
                </a:solidFill>
                <a:latin typeface="Times" panose="02020603050405020304" pitchFamily="18" charset="0"/>
                <a:cs typeface="Times" panose="02020603050405020304" pitchFamily="18" charset="0"/>
              </a:rPr>
              <a:t>và</a:t>
            </a:r>
            <a:r>
              <a:rPr lang="en-US" sz="8000" b="1" dirty="0">
                <a:solidFill>
                  <a:schemeClr val="bg1"/>
                </a:solidFill>
                <a:latin typeface="Times" panose="02020603050405020304" pitchFamily="18" charset="0"/>
                <a:cs typeface="Times" panose="02020603050405020304" pitchFamily="18" charset="0"/>
              </a:rPr>
              <a:t> </a:t>
            </a:r>
            <a:r>
              <a:rPr lang="en-US" sz="8000" b="1" dirty="0" err="1">
                <a:solidFill>
                  <a:schemeClr val="bg1"/>
                </a:solidFill>
                <a:latin typeface="Times" panose="02020603050405020304" pitchFamily="18" charset="0"/>
                <a:cs typeface="Times" panose="02020603050405020304" pitchFamily="18" charset="0"/>
              </a:rPr>
              <a:t>đi</a:t>
            </a:r>
            <a:r>
              <a:rPr lang="en-US" sz="8000" b="1" dirty="0">
                <a:solidFill>
                  <a:schemeClr val="bg1"/>
                </a:solidFill>
                <a:latin typeface="Times" panose="02020603050405020304" pitchFamily="18" charset="0"/>
                <a:cs typeface="Times" panose="02020603050405020304" pitchFamily="18" charset="0"/>
              </a:rPr>
              <a:t> </a:t>
            </a:r>
            <a:r>
              <a:rPr lang="en-US" sz="8000" b="1" dirty="0" err="1">
                <a:solidFill>
                  <a:schemeClr val="bg1"/>
                </a:solidFill>
                <a:latin typeface="Times" panose="02020603050405020304" pitchFamily="18" charset="0"/>
                <a:cs typeface="Times" panose="02020603050405020304" pitchFamily="18" charset="0"/>
              </a:rPr>
              <a:t>mãi</a:t>
            </a:r>
            <a:r>
              <a:rPr lang="en-US" sz="8000" b="1" dirty="0">
                <a:solidFill>
                  <a:schemeClr val="bg1"/>
                </a:solidFill>
                <a:latin typeface="Times" panose="02020603050405020304" pitchFamily="18" charset="0"/>
                <a:cs typeface="Times" panose="02020603050405020304" pitchFamily="18" charset="0"/>
              </a:rPr>
              <a:t>, </a:t>
            </a:r>
            <a:r>
              <a:rPr lang="en-US" sz="8000" b="1" dirty="0" err="1">
                <a:solidFill>
                  <a:schemeClr val="bg1"/>
                </a:solidFill>
                <a:latin typeface="Times" panose="02020603050405020304" pitchFamily="18" charset="0"/>
                <a:cs typeface="Times" panose="02020603050405020304" pitchFamily="18" charset="0"/>
              </a:rPr>
              <a:t>đi</a:t>
            </a:r>
            <a:r>
              <a:rPr lang="en-US" sz="8000" b="1" dirty="0">
                <a:solidFill>
                  <a:schemeClr val="bg1"/>
                </a:solidFill>
                <a:latin typeface="Times" panose="02020603050405020304" pitchFamily="18" charset="0"/>
                <a:cs typeface="Times" panose="02020603050405020304" pitchFamily="18" charset="0"/>
              </a:rPr>
              <a:t> </a:t>
            </a:r>
            <a:r>
              <a:rPr lang="en-US" sz="8000" b="1" dirty="0" err="1">
                <a:solidFill>
                  <a:schemeClr val="bg1"/>
                </a:solidFill>
                <a:latin typeface="Times" panose="02020603050405020304" pitchFamily="18" charset="0"/>
                <a:cs typeface="Times" panose="02020603050405020304" pitchFamily="18" charset="0"/>
              </a:rPr>
              <a:t>về</a:t>
            </a:r>
            <a:r>
              <a:rPr lang="en-US" sz="8000" b="1" dirty="0">
                <a:solidFill>
                  <a:schemeClr val="bg1"/>
                </a:solidFill>
                <a:latin typeface="Times" panose="02020603050405020304" pitchFamily="18" charset="0"/>
                <a:cs typeface="Times" panose="02020603050405020304" pitchFamily="18" charset="0"/>
              </a:rPr>
              <a:t> Cha.</a:t>
            </a:r>
            <a:endParaRPr lang="en-US" sz="8000" b="1" dirty="0">
              <a:solidFill>
                <a:schemeClr val="bg1"/>
              </a:solidFill>
              <a:latin typeface="Times" panose="02020603050405020304" pitchFamily="18" charset="0"/>
              <a:ea typeface="Times New Roman"/>
              <a:cs typeface="Times" panose="02020603050405020304" pitchFamily="18" charset="0"/>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851">
          <a:extLst>
            <a:ext uri="{FF2B5EF4-FFF2-40B4-BE49-F238E27FC236}">
              <a16:creationId xmlns:a16="http://schemas.microsoft.com/office/drawing/2014/main" id="{C47319BC-1619-A973-5DAB-13D0BF03E531}"/>
            </a:ext>
          </a:extLst>
        </p:cNvPr>
        <p:cNvGrpSpPr/>
        <p:nvPr/>
      </p:nvGrpSpPr>
      <p:grpSpPr>
        <a:xfrm>
          <a:off x="0" y="0"/>
          <a:ext cx="0" cy="0"/>
          <a:chOff x="0" y="0"/>
          <a:chExt cx="0" cy="0"/>
        </a:xfrm>
      </p:grpSpPr>
      <p:sp>
        <p:nvSpPr>
          <p:cNvPr id="852" name="Google Shape;852;g3e5a0c7ab5b_0_33">
            <a:extLst>
              <a:ext uri="{FF2B5EF4-FFF2-40B4-BE49-F238E27FC236}">
                <a16:creationId xmlns:a16="http://schemas.microsoft.com/office/drawing/2014/main" id="{D359E2AF-683A-E1D7-9C33-8E1DA71E119F}"/>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5400" b="1" dirty="0">
                <a:solidFill>
                  <a:srgbClr val="FFFF00"/>
                </a:solidFill>
                <a:latin typeface="Times New Roman"/>
                <a:ea typeface="Times New Roman"/>
                <a:cs typeface="Times New Roman"/>
                <a:sym typeface="Times New Roman"/>
              </a:rPr>
              <a:t>ĐK: </a:t>
            </a:r>
            <a:r>
              <a:rPr lang="en-US" sz="7200" b="1" dirty="0" err="1">
                <a:solidFill>
                  <a:schemeClr val="bg1"/>
                </a:solidFill>
                <a:latin typeface="Times" panose="02020603050405020304" pitchFamily="18" charset="0"/>
                <a:cs typeface="Times" panose="02020603050405020304" pitchFamily="18" charset="0"/>
              </a:rPr>
              <a:t>Tấm</a:t>
            </a:r>
            <a:r>
              <a:rPr lang="en-US" sz="7200" b="1" dirty="0">
                <a:solidFill>
                  <a:schemeClr val="bg1"/>
                </a:solidFill>
                <a:latin typeface="Times" panose="02020603050405020304" pitchFamily="18" charset="0"/>
                <a:cs typeface="Times" panose="02020603050405020304" pitchFamily="18" charset="0"/>
              </a:rPr>
              <a:t> bánh </a:t>
            </a:r>
            <a:r>
              <a:rPr lang="en-US" sz="7200" b="1" dirty="0" err="1">
                <a:solidFill>
                  <a:schemeClr val="bg1"/>
                </a:solidFill>
                <a:latin typeface="Times" panose="02020603050405020304" pitchFamily="18" charset="0"/>
                <a:cs typeface="Times" panose="02020603050405020304" pitchFamily="18" charset="0"/>
              </a:rPr>
              <a:t>này</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chứa</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chan</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nỗi</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niềm</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là</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của</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lễ</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cuộc</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đời</a:t>
            </a:r>
            <a:r>
              <a:rPr lang="en-US" sz="7200" b="1" dirty="0">
                <a:solidFill>
                  <a:schemeClr val="bg1"/>
                </a:solidFill>
                <a:latin typeface="Times" panose="02020603050405020304" pitchFamily="18" charset="0"/>
                <a:cs typeface="Times" panose="02020603050405020304" pitchFamily="18" charset="0"/>
              </a:rPr>
              <a:t> con </a:t>
            </a:r>
            <a:r>
              <a:rPr lang="en-US" sz="7200" b="1" dirty="0" err="1">
                <a:solidFill>
                  <a:schemeClr val="bg1"/>
                </a:solidFill>
                <a:latin typeface="Times" panose="02020603050405020304" pitchFamily="18" charset="0"/>
                <a:cs typeface="Times" panose="02020603050405020304" pitchFamily="18" charset="0"/>
              </a:rPr>
              <a:t>dâng</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Ngài</a:t>
            </a:r>
            <a:r>
              <a:rPr lang="en-US" sz="7200" b="1" dirty="0">
                <a:solidFill>
                  <a:schemeClr val="bg1"/>
                </a:solidFill>
                <a:latin typeface="Times" panose="02020603050405020304" pitchFamily="18" charset="0"/>
                <a:cs typeface="Times" panose="02020603050405020304" pitchFamily="18" charset="0"/>
              </a:rPr>
              <a:t>.</a:t>
            </a:r>
            <a:endParaRPr sz="7200" b="1" dirty="0">
              <a:solidFill>
                <a:schemeClr val="bg1"/>
              </a:solidFill>
              <a:latin typeface="Times" panose="02020603050405020304" pitchFamily="18" charset="0"/>
              <a:ea typeface="Times New Roman"/>
              <a:cs typeface="Times" panose="02020603050405020304" pitchFamily="18" charset="0"/>
              <a:sym typeface="Times New Roman"/>
            </a:endParaRPr>
          </a:p>
        </p:txBody>
      </p:sp>
    </p:spTree>
    <p:extLst>
      <p:ext uri="{BB962C8B-B14F-4D97-AF65-F5344CB8AC3E}">
        <p14:creationId xmlns:p14="http://schemas.microsoft.com/office/powerpoint/2010/main" val="17560112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861">
          <a:extLst>
            <a:ext uri="{FF2B5EF4-FFF2-40B4-BE49-F238E27FC236}">
              <a16:creationId xmlns:a16="http://schemas.microsoft.com/office/drawing/2014/main" id="{8F5F7C9D-989D-4B49-CEA1-BC587B141542}"/>
            </a:ext>
          </a:extLst>
        </p:cNvPr>
        <p:cNvGrpSpPr/>
        <p:nvPr/>
      </p:nvGrpSpPr>
      <p:grpSpPr>
        <a:xfrm>
          <a:off x="0" y="0"/>
          <a:ext cx="0" cy="0"/>
          <a:chOff x="0" y="0"/>
          <a:chExt cx="0" cy="0"/>
        </a:xfrm>
      </p:grpSpPr>
      <p:sp>
        <p:nvSpPr>
          <p:cNvPr id="862" name="Google Shape;862;g3f16ddd2213_0_16">
            <a:extLst>
              <a:ext uri="{FF2B5EF4-FFF2-40B4-BE49-F238E27FC236}">
                <a16:creationId xmlns:a16="http://schemas.microsoft.com/office/drawing/2014/main" id="{B44E055C-799A-6730-CA84-16E3DCAEDEF0}"/>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200" b="1" dirty="0">
                <a:solidFill>
                  <a:schemeClr val="bg1"/>
                </a:solidFill>
                <a:latin typeface="Times" panose="02020603050405020304" pitchFamily="18" charset="0"/>
                <a:cs typeface="Times" panose="02020603050405020304" pitchFamily="18" charset="0"/>
              </a:rPr>
              <a:t>Chén Thánh này chất cả tâm tư, tuy đơn nghèo nhưng mang trọn tình yêu.</a:t>
            </a:r>
            <a:endParaRPr sz="7200" b="1" dirty="0">
              <a:solidFill>
                <a:schemeClr val="bg1"/>
              </a:solidFill>
              <a:latin typeface="Times" panose="02020603050405020304" pitchFamily="18" charset="0"/>
              <a:ea typeface="Times New Roman"/>
              <a:cs typeface="Times" panose="02020603050405020304" pitchFamily="18" charset="0"/>
              <a:sym typeface="Times New Roman"/>
            </a:endParaRPr>
          </a:p>
        </p:txBody>
      </p:sp>
    </p:spTree>
    <p:extLst>
      <p:ext uri="{BB962C8B-B14F-4D97-AF65-F5344CB8AC3E}">
        <p14:creationId xmlns:p14="http://schemas.microsoft.com/office/powerpoint/2010/main" val="1914613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pic>
        <p:nvPicPr>
          <p:cNvPr id="4" name="Picture 3">
            <a:extLst>
              <a:ext uri="{FF2B5EF4-FFF2-40B4-BE49-F238E27FC236}">
                <a16:creationId xmlns:a16="http://schemas.microsoft.com/office/drawing/2014/main" id="{D7C89D62-9423-F747-6061-3F73B2AC5AF6}"/>
              </a:ext>
            </a:extLst>
          </p:cNvPr>
          <p:cNvPicPr>
            <a:picLocks noChangeAspect="1"/>
          </p:cNvPicPr>
          <p:nvPr/>
        </p:nvPicPr>
        <p:blipFill>
          <a:blip r:embed="rId3"/>
          <a:stretch>
            <a:fillRect/>
          </a:stretch>
        </p:blipFill>
        <p:spPr>
          <a:xfrm>
            <a:off x="0" y="0"/>
            <a:ext cx="9144000" cy="5141626"/>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p202"/>
          <p:cNvSpPr txBox="1">
            <a:spLocks noGrp="1"/>
          </p:cNvSpPr>
          <p:nvPr>
            <p:ph type="ctrTitle"/>
          </p:nvPr>
        </p:nvSpPr>
        <p:spPr>
          <a:xfrm>
            <a:off x="0" y="408791"/>
            <a:ext cx="9144000" cy="4734709"/>
          </a:xfrm>
          <a:prstGeom prst="rect">
            <a:avLst/>
          </a:prstGeom>
          <a:solidFill>
            <a:srgbClr val="002060"/>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Clr>
                <a:schemeClr val="accent4"/>
              </a:buClr>
              <a:buSzPts val="4000"/>
              <a:buFont typeface="Times"/>
              <a:buNone/>
            </a:pPr>
            <a:br>
              <a:rPr lang="en-US" sz="4000" b="1" dirty="0">
                <a:solidFill>
                  <a:schemeClr val="accent4"/>
                </a:solidFill>
                <a:latin typeface="Times"/>
                <a:ea typeface="Times"/>
                <a:cs typeface="Times"/>
                <a:sym typeface="Times"/>
              </a:rPr>
            </a:br>
            <a:r>
              <a:rPr lang="en-US" sz="7200" b="1" dirty="0">
                <a:solidFill>
                  <a:schemeClr val="lt1"/>
                </a:solidFill>
                <a:latin typeface="Times"/>
                <a:ea typeface="Times"/>
                <a:cs typeface="Times"/>
                <a:sym typeface="Times"/>
              </a:rPr>
              <a:t>Thánh, Thánh, Thánh. Chúa </a:t>
            </a:r>
            <a:r>
              <a:rPr lang="en-US" sz="7200" b="1" dirty="0" err="1">
                <a:solidFill>
                  <a:schemeClr val="lt1"/>
                </a:solidFill>
                <a:latin typeface="Times"/>
                <a:ea typeface="Times"/>
                <a:cs typeface="Times"/>
                <a:sym typeface="Times"/>
              </a:rPr>
              <a:t>là</a:t>
            </a:r>
            <a:r>
              <a:rPr lang="en-US" sz="7200" b="1" dirty="0">
                <a:solidFill>
                  <a:schemeClr val="lt1"/>
                </a:solidFill>
                <a:latin typeface="Times"/>
                <a:ea typeface="Times"/>
                <a:cs typeface="Times"/>
                <a:sym typeface="Times"/>
              </a:rPr>
              <a:t> Thiên Chúa </a:t>
            </a:r>
            <a:r>
              <a:rPr lang="en-US" sz="7200" b="1" dirty="0" err="1">
                <a:solidFill>
                  <a:schemeClr val="lt1"/>
                </a:solidFill>
                <a:latin typeface="Times"/>
                <a:ea typeface="Times"/>
                <a:cs typeface="Times"/>
                <a:sym typeface="Times"/>
              </a:rPr>
              <a:t>các</a:t>
            </a:r>
            <a:r>
              <a:rPr lang="en-US" sz="7200" b="1" dirty="0">
                <a:solidFill>
                  <a:schemeClr val="lt1"/>
                </a:solidFill>
                <a:latin typeface="Times"/>
                <a:ea typeface="Times"/>
                <a:cs typeface="Times"/>
                <a:sym typeface="Times"/>
              </a:rPr>
              <a:t> </a:t>
            </a:r>
            <a:r>
              <a:rPr lang="en-US" sz="7200" b="1" dirty="0" err="1">
                <a:solidFill>
                  <a:schemeClr val="lt1"/>
                </a:solidFill>
                <a:latin typeface="Times"/>
                <a:ea typeface="Times"/>
                <a:cs typeface="Times"/>
                <a:sym typeface="Times"/>
              </a:rPr>
              <a:t>đạo</a:t>
            </a:r>
            <a:r>
              <a:rPr lang="en-US" sz="7200" b="1" dirty="0">
                <a:solidFill>
                  <a:schemeClr val="lt1"/>
                </a:solidFill>
                <a:latin typeface="Times"/>
                <a:ea typeface="Times"/>
                <a:cs typeface="Times"/>
                <a:sym typeface="Times"/>
              </a:rPr>
              <a:t> </a:t>
            </a:r>
            <a:r>
              <a:rPr lang="en-US" sz="7200" b="1" dirty="0" err="1">
                <a:solidFill>
                  <a:schemeClr val="lt1"/>
                </a:solidFill>
                <a:latin typeface="Times"/>
                <a:ea typeface="Times"/>
                <a:cs typeface="Times"/>
                <a:sym typeface="Times"/>
              </a:rPr>
              <a:t>binh</a:t>
            </a:r>
            <a:br>
              <a:rPr lang="en-US" sz="7200" b="1" dirty="0">
                <a:solidFill>
                  <a:schemeClr val="lt1"/>
                </a:solidFill>
                <a:latin typeface="Times"/>
                <a:ea typeface="Times"/>
                <a:cs typeface="Times"/>
                <a:sym typeface="Times"/>
              </a:rPr>
            </a:br>
            <a:endParaRPr sz="7200" b="1" dirty="0">
              <a:solidFill>
                <a:schemeClr val="lt1"/>
              </a:solidFill>
              <a:latin typeface="Times"/>
              <a:ea typeface="Times"/>
              <a:cs typeface="Times"/>
              <a:sym typeface="Times"/>
            </a:endParaRPr>
          </a:p>
        </p:txBody>
      </p:sp>
      <p:sp>
        <p:nvSpPr>
          <p:cNvPr id="2" name="Rectangle 1">
            <a:extLst>
              <a:ext uri="{FF2B5EF4-FFF2-40B4-BE49-F238E27FC236}">
                <a16:creationId xmlns:a16="http://schemas.microsoft.com/office/drawing/2014/main" id="{C1076C88-94D6-5323-943A-5F8F5D7FE4CF}"/>
              </a:ext>
            </a:extLst>
          </p:cNvPr>
          <p:cNvSpPr/>
          <p:nvPr/>
        </p:nvSpPr>
        <p:spPr>
          <a:xfrm>
            <a:off x="0" y="0"/>
            <a:ext cx="9144000" cy="408791"/>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rgbClr val="FF0000"/>
                </a:solidFill>
                <a:latin typeface="Times"/>
                <a:ea typeface="Times"/>
                <a:cs typeface="Times"/>
                <a:sym typeface="Times"/>
              </a:rPr>
              <a:t>KINH THÁNH, THÁNH</a:t>
            </a:r>
            <a:endParaRPr lang="en-US" sz="1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p203"/>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ctr"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a:ea typeface="Times"/>
                <a:cs typeface="Times"/>
                <a:sym typeface="Times"/>
              </a:rPr>
              <a:t>Trời đất đầy vinh quang Chúa. Hoan hô Chúa trên các tầng trời.</a:t>
            </a:r>
            <a:endParaRPr sz="7200" b="1">
              <a:solidFill>
                <a:schemeClr val="lt1"/>
              </a:solidFill>
              <a:latin typeface="Times"/>
              <a:ea typeface="Times"/>
              <a:cs typeface="Times"/>
              <a:sym typeface="Time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204"/>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ctr" anchorCtr="0">
            <a:noAutofit/>
          </a:bodyPr>
          <a:lstStyle/>
          <a:p>
            <a:pPr marL="0" lvl="0" indent="0" algn="just" rtl="0">
              <a:lnSpc>
                <a:spcPct val="100000"/>
              </a:lnSpc>
              <a:spcBef>
                <a:spcPts val="0"/>
              </a:spcBef>
              <a:spcAft>
                <a:spcPts val="0"/>
              </a:spcAft>
              <a:buClr>
                <a:schemeClr val="lt1"/>
              </a:buClr>
              <a:buSzPts val="7200"/>
              <a:buFont typeface="Times"/>
              <a:buNone/>
            </a:pPr>
            <a:r>
              <a:rPr lang="en-US" sz="7200" b="1">
                <a:solidFill>
                  <a:schemeClr val="lt1"/>
                </a:solidFill>
                <a:latin typeface="Times"/>
                <a:ea typeface="Times"/>
                <a:cs typeface="Times"/>
                <a:sym typeface="Times"/>
              </a:rPr>
              <a:t>Chúc tụng Đấng ngự đến nhân danh Chúa. Hoan hô Chúa trên các tầng trời.</a:t>
            </a:r>
            <a:endParaRPr sz="7200" b="1">
              <a:solidFill>
                <a:schemeClr val="lt1"/>
              </a:solidFill>
              <a:latin typeface="Times"/>
              <a:ea typeface="Times"/>
              <a:cs typeface="Times"/>
              <a:sym typeface="Times"/>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886">
          <a:extLst>
            <a:ext uri="{FF2B5EF4-FFF2-40B4-BE49-F238E27FC236}">
              <a16:creationId xmlns:a16="http://schemas.microsoft.com/office/drawing/2014/main" id="{4B7C51A9-C566-612A-8E7A-98957060232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A1E0885-44A5-598F-4015-E6B9FC499CAC}"/>
              </a:ext>
            </a:extLst>
          </p:cNvPr>
          <p:cNvPicPr>
            <a:picLocks noChangeAspect="1"/>
          </p:cNvPicPr>
          <p:nvPr/>
        </p:nvPicPr>
        <p:blipFill>
          <a:blip r:embed="rId3"/>
          <a:stretch>
            <a:fillRect/>
          </a:stretch>
        </p:blipFill>
        <p:spPr>
          <a:xfrm>
            <a:off x="0" y="0"/>
            <a:ext cx="9144000" cy="5141626"/>
          </a:xfrm>
          <a:prstGeom prst="rect">
            <a:avLst/>
          </a:prstGeom>
        </p:spPr>
      </p:pic>
    </p:spTree>
    <p:extLst>
      <p:ext uri="{BB962C8B-B14F-4D97-AF65-F5344CB8AC3E}">
        <p14:creationId xmlns:p14="http://schemas.microsoft.com/office/powerpoint/2010/main" val="40486974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g3a42a8b53c1_2_268"/>
          <p:cNvSpPr txBox="1">
            <a:spLocks noGrp="1"/>
          </p:cNvSpPr>
          <p:nvPr>
            <p:ph type="ctrTitle"/>
          </p:nvPr>
        </p:nvSpPr>
        <p:spPr>
          <a:xfrm>
            <a:off x="0" y="462578"/>
            <a:ext cx="9144000" cy="4680922"/>
          </a:xfrm>
          <a:prstGeom prst="rect">
            <a:avLst/>
          </a:prstGeom>
          <a:solidFill>
            <a:srgbClr val="002060"/>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Clr>
                <a:schemeClr val="accent4"/>
              </a:buClr>
              <a:buSzPts val="4000"/>
              <a:buFont typeface="Times"/>
              <a:buNone/>
            </a:pPr>
            <a:br>
              <a:rPr lang="en-US" sz="4000" b="1" dirty="0">
                <a:solidFill>
                  <a:schemeClr val="accent4"/>
                </a:solidFill>
                <a:latin typeface="Times New Roman"/>
                <a:ea typeface="Times New Roman"/>
                <a:cs typeface="Times New Roman"/>
                <a:sym typeface="Times New Roman"/>
              </a:rPr>
            </a:br>
            <a:endParaRPr sz="4000" b="1" dirty="0">
              <a:solidFill>
                <a:schemeClr val="accent4"/>
              </a:solidFill>
              <a:latin typeface="Times New Roman"/>
              <a:ea typeface="Times New Roman"/>
              <a:cs typeface="Times New Roman"/>
              <a:sym typeface="Times New Roman"/>
            </a:endParaRPr>
          </a:p>
          <a:p>
            <a:pPr marL="0" lvl="0" indent="0" algn="just" rtl="0">
              <a:lnSpc>
                <a:spcPct val="100000"/>
              </a:lnSpc>
              <a:spcBef>
                <a:spcPts val="0"/>
              </a:spcBef>
              <a:spcAft>
                <a:spcPts val="0"/>
              </a:spcAft>
              <a:buClr>
                <a:schemeClr val="accent4"/>
              </a:buClr>
              <a:buSzPts val="4000"/>
              <a:buFont typeface="Times"/>
              <a:buNone/>
            </a:pPr>
            <a:r>
              <a:rPr lang="en-US" sz="6600" b="1" dirty="0" err="1">
                <a:solidFill>
                  <a:schemeClr val="lt1"/>
                </a:solidFill>
                <a:latin typeface="Times New Roman"/>
                <a:ea typeface="Times New Roman"/>
                <a:cs typeface="Times New Roman"/>
                <a:sym typeface="Times New Roman"/>
              </a:rPr>
              <a:t>Lạy</a:t>
            </a:r>
            <a:r>
              <a:rPr lang="en-US" sz="6600" b="1" dirty="0">
                <a:solidFill>
                  <a:schemeClr val="lt1"/>
                </a:solidFill>
                <a:latin typeface="Times New Roman"/>
                <a:ea typeface="Times New Roman"/>
                <a:cs typeface="Times New Roman"/>
                <a:sym typeface="Times New Roman"/>
              </a:rPr>
              <a:t> </a:t>
            </a:r>
            <a:r>
              <a:rPr lang="en-US" sz="6600" b="1" dirty="0" err="1">
                <a:solidFill>
                  <a:schemeClr val="lt1"/>
                </a:solidFill>
                <a:latin typeface="Times New Roman"/>
                <a:ea typeface="Times New Roman"/>
                <a:cs typeface="Times New Roman"/>
                <a:sym typeface="Times New Roman"/>
              </a:rPr>
              <a:t>Chiên</a:t>
            </a:r>
            <a:r>
              <a:rPr lang="en-US" sz="6600" b="1" dirty="0">
                <a:solidFill>
                  <a:schemeClr val="lt1"/>
                </a:solidFill>
                <a:latin typeface="Times New Roman"/>
                <a:ea typeface="Times New Roman"/>
                <a:cs typeface="Times New Roman"/>
                <a:sym typeface="Times New Roman"/>
              </a:rPr>
              <a:t> Thiên Chúa, </a:t>
            </a:r>
            <a:r>
              <a:rPr lang="en-US" sz="6600" b="1" dirty="0" err="1">
                <a:solidFill>
                  <a:schemeClr val="lt1"/>
                </a:solidFill>
                <a:latin typeface="Times New Roman"/>
                <a:ea typeface="Times New Roman"/>
                <a:cs typeface="Times New Roman"/>
                <a:sym typeface="Times New Roman"/>
              </a:rPr>
              <a:t>Đấng</a:t>
            </a:r>
            <a:r>
              <a:rPr lang="en-US" sz="6600" b="1" dirty="0">
                <a:solidFill>
                  <a:schemeClr val="lt1"/>
                </a:solidFill>
                <a:latin typeface="Times New Roman"/>
                <a:ea typeface="Times New Roman"/>
                <a:cs typeface="Times New Roman"/>
                <a:sym typeface="Times New Roman"/>
              </a:rPr>
              <a:t> </a:t>
            </a:r>
            <a:r>
              <a:rPr lang="en-US" sz="6600" b="1" dirty="0" err="1">
                <a:solidFill>
                  <a:schemeClr val="lt1"/>
                </a:solidFill>
                <a:latin typeface="Times New Roman"/>
                <a:ea typeface="Times New Roman"/>
                <a:cs typeface="Times New Roman"/>
                <a:sym typeface="Times New Roman"/>
              </a:rPr>
              <a:t>xóa</a:t>
            </a:r>
            <a:r>
              <a:rPr lang="en-US" sz="6600" b="1" dirty="0">
                <a:solidFill>
                  <a:schemeClr val="lt1"/>
                </a:solidFill>
                <a:latin typeface="Times New Roman"/>
                <a:ea typeface="Times New Roman"/>
                <a:cs typeface="Times New Roman"/>
                <a:sym typeface="Times New Roman"/>
              </a:rPr>
              <a:t> </a:t>
            </a:r>
            <a:r>
              <a:rPr lang="en-US" sz="6600" b="1" dirty="0" err="1">
                <a:solidFill>
                  <a:schemeClr val="lt1"/>
                </a:solidFill>
                <a:latin typeface="Times New Roman"/>
                <a:ea typeface="Times New Roman"/>
                <a:cs typeface="Times New Roman"/>
                <a:sym typeface="Times New Roman"/>
              </a:rPr>
              <a:t>tội</a:t>
            </a:r>
            <a:r>
              <a:rPr lang="en-US" sz="6600" b="1" dirty="0">
                <a:solidFill>
                  <a:schemeClr val="lt1"/>
                </a:solidFill>
                <a:latin typeface="Times New Roman"/>
                <a:ea typeface="Times New Roman"/>
                <a:cs typeface="Times New Roman"/>
                <a:sym typeface="Times New Roman"/>
              </a:rPr>
              <a:t> </a:t>
            </a:r>
            <a:r>
              <a:rPr lang="en-US" sz="6600" b="1" dirty="0" err="1">
                <a:solidFill>
                  <a:schemeClr val="lt1"/>
                </a:solidFill>
                <a:latin typeface="Times New Roman"/>
                <a:ea typeface="Times New Roman"/>
                <a:cs typeface="Times New Roman"/>
                <a:sym typeface="Times New Roman"/>
              </a:rPr>
              <a:t>trần</a:t>
            </a:r>
            <a:r>
              <a:rPr lang="en-US" sz="6600" b="1" dirty="0">
                <a:solidFill>
                  <a:schemeClr val="lt1"/>
                </a:solidFill>
                <a:latin typeface="Times New Roman"/>
                <a:ea typeface="Times New Roman"/>
                <a:cs typeface="Times New Roman"/>
                <a:sym typeface="Times New Roman"/>
              </a:rPr>
              <a:t> </a:t>
            </a:r>
            <a:r>
              <a:rPr lang="en-US" sz="6600" b="1" dirty="0" err="1">
                <a:solidFill>
                  <a:schemeClr val="lt1"/>
                </a:solidFill>
                <a:latin typeface="Times New Roman"/>
                <a:ea typeface="Times New Roman"/>
                <a:cs typeface="Times New Roman"/>
                <a:sym typeface="Times New Roman"/>
              </a:rPr>
              <a:t>gian</a:t>
            </a:r>
            <a:r>
              <a:rPr lang="en-US" sz="6600" b="1" dirty="0">
                <a:solidFill>
                  <a:schemeClr val="lt1"/>
                </a:solidFill>
                <a:latin typeface="Times New Roman"/>
                <a:ea typeface="Times New Roman"/>
                <a:cs typeface="Times New Roman"/>
                <a:sym typeface="Times New Roman"/>
              </a:rPr>
              <a:t>, </a:t>
            </a:r>
            <a:r>
              <a:rPr lang="en-US" sz="6600" b="1" dirty="0" err="1">
                <a:solidFill>
                  <a:schemeClr val="lt1"/>
                </a:solidFill>
                <a:latin typeface="Times New Roman"/>
                <a:ea typeface="Times New Roman"/>
                <a:cs typeface="Times New Roman"/>
                <a:sym typeface="Times New Roman"/>
              </a:rPr>
              <a:t>xin</a:t>
            </a:r>
            <a:r>
              <a:rPr lang="en-US" sz="6600" b="1" dirty="0">
                <a:solidFill>
                  <a:schemeClr val="lt1"/>
                </a:solidFill>
                <a:latin typeface="Times New Roman"/>
                <a:ea typeface="Times New Roman"/>
                <a:cs typeface="Times New Roman"/>
                <a:sym typeface="Times New Roman"/>
              </a:rPr>
              <a:t> </a:t>
            </a:r>
            <a:r>
              <a:rPr lang="en-US" sz="6600" b="1" dirty="0" err="1">
                <a:solidFill>
                  <a:schemeClr val="lt1"/>
                </a:solidFill>
                <a:latin typeface="Times New Roman"/>
                <a:ea typeface="Times New Roman"/>
                <a:cs typeface="Times New Roman"/>
                <a:sym typeface="Times New Roman"/>
              </a:rPr>
              <a:t>thương</a:t>
            </a:r>
            <a:r>
              <a:rPr lang="en-US" sz="6600" b="1" dirty="0">
                <a:solidFill>
                  <a:schemeClr val="lt1"/>
                </a:solidFill>
                <a:latin typeface="Times New Roman"/>
                <a:ea typeface="Times New Roman"/>
                <a:cs typeface="Times New Roman"/>
                <a:sym typeface="Times New Roman"/>
              </a:rPr>
              <a:t> </a:t>
            </a:r>
            <a:r>
              <a:rPr lang="en-US" sz="6600" b="1" dirty="0" err="1">
                <a:solidFill>
                  <a:schemeClr val="lt1"/>
                </a:solidFill>
                <a:latin typeface="Times New Roman"/>
                <a:ea typeface="Times New Roman"/>
                <a:cs typeface="Times New Roman"/>
                <a:sym typeface="Times New Roman"/>
              </a:rPr>
              <a:t>xót</a:t>
            </a:r>
            <a:r>
              <a:rPr lang="en-US" sz="6600" b="1" dirty="0">
                <a:solidFill>
                  <a:schemeClr val="lt1"/>
                </a:solidFill>
                <a:latin typeface="Times New Roman"/>
                <a:ea typeface="Times New Roman"/>
                <a:cs typeface="Times New Roman"/>
                <a:sym typeface="Times New Roman"/>
              </a:rPr>
              <a:t> </a:t>
            </a:r>
            <a:r>
              <a:rPr lang="en-US" sz="6600" b="1" dirty="0" err="1">
                <a:solidFill>
                  <a:schemeClr val="lt1"/>
                </a:solidFill>
                <a:latin typeface="Times New Roman"/>
                <a:ea typeface="Times New Roman"/>
                <a:cs typeface="Times New Roman"/>
                <a:sym typeface="Times New Roman"/>
              </a:rPr>
              <a:t>chúng</a:t>
            </a:r>
            <a:r>
              <a:rPr lang="en-US" sz="6600" b="1" dirty="0">
                <a:solidFill>
                  <a:schemeClr val="lt1"/>
                </a:solidFill>
                <a:latin typeface="Times New Roman"/>
                <a:ea typeface="Times New Roman"/>
                <a:cs typeface="Times New Roman"/>
                <a:sym typeface="Times New Roman"/>
              </a:rPr>
              <a:t> con.</a:t>
            </a:r>
            <a:br>
              <a:rPr lang="en-US" sz="7200" b="1" dirty="0">
                <a:solidFill>
                  <a:schemeClr val="lt1"/>
                </a:solidFill>
                <a:latin typeface="Times New Roman"/>
                <a:ea typeface="Times New Roman"/>
                <a:cs typeface="Times New Roman"/>
                <a:sym typeface="Times New Roman"/>
              </a:rPr>
            </a:br>
            <a:endParaRPr sz="7200" b="1" dirty="0">
              <a:solidFill>
                <a:schemeClr val="lt1"/>
              </a:solidFill>
              <a:latin typeface="Times New Roman"/>
              <a:ea typeface="Times New Roman"/>
              <a:cs typeface="Times New Roman"/>
              <a:sym typeface="Times New Roman"/>
            </a:endParaRPr>
          </a:p>
        </p:txBody>
      </p:sp>
      <p:sp>
        <p:nvSpPr>
          <p:cNvPr id="2" name="Rectangle 1">
            <a:extLst>
              <a:ext uri="{FF2B5EF4-FFF2-40B4-BE49-F238E27FC236}">
                <a16:creationId xmlns:a16="http://schemas.microsoft.com/office/drawing/2014/main" id="{B32C80E2-8089-85E8-BFC5-E4CA6C9D85EB}"/>
              </a:ext>
            </a:extLst>
          </p:cNvPr>
          <p:cNvSpPr/>
          <p:nvPr/>
        </p:nvSpPr>
        <p:spPr>
          <a:xfrm>
            <a:off x="0" y="-1"/>
            <a:ext cx="9144000" cy="462579"/>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rgbClr val="FF0000"/>
                </a:solidFill>
                <a:latin typeface="Times New Roman"/>
                <a:ea typeface="Times New Roman"/>
                <a:cs typeface="Times New Roman"/>
                <a:sym typeface="Times New Roman"/>
              </a:rPr>
              <a:t>CHIÊN</a:t>
            </a:r>
            <a:r>
              <a:rPr lang="en-US" sz="1600" b="1" dirty="0">
                <a:solidFill>
                  <a:srgbClr val="FF0000"/>
                </a:solidFill>
                <a:latin typeface="Times New Roman"/>
                <a:ea typeface="Times New Roman"/>
                <a:cs typeface="Times New Roman"/>
                <a:sym typeface="Times New Roman"/>
              </a:rPr>
              <a:t> THIÊN CHÚA</a:t>
            </a:r>
            <a:endParaRPr lang="en-US" sz="1600" dirty="0">
              <a:solidFill>
                <a:srgbClr val="FF0000"/>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p207"/>
          <p:cNvSpPr txBox="1">
            <a:spLocks noGrp="1"/>
          </p:cNvSpPr>
          <p:nvPr>
            <p:ph type="ctrTitle"/>
          </p:nvPr>
        </p:nvSpPr>
        <p:spPr>
          <a:xfrm>
            <a:off x="0" y="0"/>
            <a:ext cx="9144000" cy="5143499"/>
          </a:xfrm>
          <a:prstGeom prst="rect">
            <a:avLst/>
          </a:prstGeom>
          <a:solidFill>
            <a:srgbClr val="002060"/>
          </a:solidFill>
          <a:ln>
            <a:noFill/>
          </a:ln>
        </p:spPr>
        <p:txBody>
          <a:bodyPr spcFirstLastPara="1" wrap="square" lIns="91425" tIns="0" rIns="91425" bIns="0" anchor="ctr" anchorCtr="0">
            <a:noAutofit/>
          </a:bodyPr>
          <a:lstStyle/>
          <a:p>
            <a:pPr marL="0" lvl="0" indent="0" algn="just" rtl="0">
              <a:lnSpc>
                <a:spcPct val="100000"/>
              </a:lnSpc>
              <a:spcBef>
                <a:spcPts val="0"/>
              </a:spcBef>
              <a:spcAft>
                <a:spcPts val="0"/>
              </a:spcAft>
              <a:buClr>
                <a:schemeClr val="lt1"/>
              </a:buClr>
              <a:buSzPts val="7000"/>
              <a:buFont typeface="Times"/>
              <a:buNone/>
            </a:pPr>
            <a:r>
              <a:rPr lang="en-US" sz="7000" b="1">
                <a:solidFill>
                  <a:schemeClr val="lt1"/>
                </a:solidFill>
                <a:latin typeface="Times New Roman"/>
                <a:ea typeface="Times New Roman"/>
                <a:cs typeface="Times New Roman"/>
                <a:sym typeface="Times New Roman"/>
              </a:rPr>
              <a:t>Lạy Chiên Thiên Chúa, Đấng xóa tội trần gian: xin thương xót chúng con.</a:t>
            </a:r>
            <a:endParaRPr sz="7000" b="1">
              <a:solidFill>
                <a:schemeClr val="lt1"/>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p208"/>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Autofit/>
          </a:bodyPr>
          <a:lstStyle/>
          <a:p>
            <a:pPr marL="0" lvl="0" indent="0" algn="just" rtl="0">
              <a:lnSpc>
                <a:spcPct val="100000"/>
              </a:lnSpc>
              <a:spcBef>
                <a:spcPts val="0"/>
              </a:spcBef>
              <a:spcAft>
                <a:spcPts val="0"/>
              </a:spcAft>
              <a:buClr>
                <a:schemeClr val="lt1"/>
              </a:buClr>
              <a:buSzPts val="7000"/>
              <a:buFont typeface="Times"/>
              <a:buNone/>
            </a:pPr>
            <a:r>
              <a:rPr lang="en-US" sz="7000" b="1">
                <a:solidFill>
                  <a:schemeClr val="lt1"/>
                </a:solidFill>
                <a:latin typeface="Times New Roman"/>
                <a:ea typeface="Times New Roman"/>
                <a:cs typeface="Times New Roman"/>
                <a:sym typeface="Times New Roman"/>
              </a:rPr>
              <a:t>Lạy Chiên Thiên Chúa, Đấng xóa tội trần gian: xin ban bình an cho chúng con.</a:t>
            </a:r>
            <a:endParaRPr sz="7000" b="1">
              <a:solidFill>
                <a:schemeClr val="lt1"/>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886">
          <a:extLst>
            <a:ext uri="{FF2B5EF4-FFF2-40B4-BE49-F238E27FC236}">
              <a16:creationId xmlns:a16="http://schemas.microsoft.com/office/drawing/2014/main" id="{39A0A694-5A86-B8DC-2974-C026E481654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65C16BB-0679-35B3-FA1E-5A2BD79A7635}"/>
              </a:ext>
            </a:extLst>
          </p:cNvPr>
          <p:cNvPicPr>
            <a:picLocks noChangeAspect="1"/>
          </p:cNvPicPr>
          <p:nvPr/>
        </p:nvPicPr>
        <p:blipFill>
          <a:blip r:embed="rId3"/>
          <a:stretch>
            <a:fillRect/>
          </a:stretch>
        </p:blipFill>
        <p:spPr>
          <a:xfrm>
            <a:off x="0" y="0"/>
            <a:ext cx="9144000" cy="5141626"/>
          </a:xfrm>
          <a:prstGeom prst="rect">
            <a:avLst/>
          </a:prstGeom>
        </p:spPr>
      </p:pic>
    </p:spTree>
    <p:extLst>
      <p:ext uri="{BB962C8B-B14F-4D97-AF65-F5344CB8AC3E}">
        <p14:creationId xmlns:p14="http://schemas.microsoft.com/office/powerpoint/2010/main" val="27920083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Google Shape;932;g3e9ce9eb37a_0_183"/>
          <p:cNvSpPr txBox="1">
            <a:spLocks noGrp="1"/>
          </p:cNvSpPr>
          <p:nvPr>
            <p:ph type="ctrTitle"/>
          </p:nvPr>
        </p:nvSpPr>
        <p:spPr>
          <a:xfrm>
            <a:off x="0" y="464957"/>
            <a:ext cx="9144000" cy="4678543"/>
          </a:xfrm>
          <a:prstGeom prst="rect">
            <a:avLst/>
          </a:prstGeom>
          <a:solidFill>
            <a:srgbClr val="002060"/>
          </a:solidFill>
          <a:ln>
            <a:noFill/>
          </a:ln>
        </p:spPr>
        <p:txBody>
          <a:bodyPr spcFirstLastPara="1" wrap="square" lIns="91425" tIns="0" rIns="91425" bIns="0" anchor="ctr" anchorCtr="0">
            <a:noAutofit/>
          </a:bodyPr>
          <a:lstStyle/>
          <a:p>
            <a:pPr lvl="0" algn="just">
              <a:buClr>
                <a:schemeClr val="accent4"/>
              </a:buClr>
              <a:buSzPts val="4000"/>
            </a:pPr>
            <a:r>
              <a:rPr lang="vi-VN" sz="7200" b="1" dirty="0">
                <a:solidFill>
                  <a:schemeClr val="bg1"/>
                </a:solidFill>
                <a:latin typeface="+mj-lt"/>
              </a:rPr>
              <a:t>Phêrô thưa cùng Chúa Giêsu rằng: “Thầy là Đức Kitô, Con Thiên Chúa hằng sống  </a:t>
            </a:r>
            <a:r>
              <a:rPr lang="vi-VN" sz="6000" b="1" dirty="0">
                <a:solidFill>
                  <a:schemeClr val="bg1"/>
                </a:solidFill>
                <a:latin typeface="+mj-lt"/>
              </a:rPr>
              <a:t>...</a:t>
            </a:r>
            <a:endParaRPr sz="11500" b="1" dirty="0">
              <a:solidFill>
                <a:schemeClr val="bg1"/>
              </a:solidFill>
              <a:latin typeface="+mj-lt"/>
              <a:ea typeface="Times New Roman"/>
              <a:cs typeface="Times New Roman" panose="02020603050405020304" pitchFamily="18" charset="0"/>
              <a:sym typeface="Times New Roman"/>
            </a:endParaRPr>
          </a:p>
        </p:txBody>
      </p:sp>
      <p:sp>
        <p:nvSpPr>
          <p:cNvPr id="933" name="Google Shape;933;g3e9ce9eb37a_0_183"/>
          <p:cNvSpPr txBox="1"/>
          <p:nvPr/>
        </p:nvSpPr>
        <p:spPr>
          <a:xfrm>
            <a:off x="0" y="3322"/>
            <a:ext cx="9144000" cy="461635"/>
          </a:xfrm>
          <a:prstGeom prst="rect">
            <a:avLst/>
          </a:prstGeom>
          <a:solidFill>
            <a:srgbClr val="FFFF00"/>
          </a:solid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US" sz="1800" b="1" i="0" u="none" strike="noStrike" cap="none" dirty="0">
                <a:solidFill>
                  <a:srgbClr val="FF0000"/>
                </a:solidFill>
                <a:latin typeface="Times"/>
                <a:ea typeface="Times"/>
                <a:cs typeface="Times"/>
                <a:sym typeface="Times"/>
              </a:rPr>
              <a:t>CA HIỆP LỄ</a:t>
            </a:r>
            <a:endParaRPr sz="800" b="0" i="0" u="none" strike="noStrike" cap="none" dirty="0">
              <a:solidFill>
                <a:srgbClr val="FF0000"/>
              </a:solidFill>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921">
          <a:extLst>
            <a:ext uri="{FF2B5EF4-FFF2-40B4-BE49-F238E27FC236}">
              <a16:creationId xmlns:a16="http://schemas.microsoft.com/office/drawing/2014/main" id="{81F6E64F-6B73-C415-3CE2-EF935B96139A}"/>
            </a:ext>
          </a:extLst>
        </p:cNvPr>
        <p:cNvGrpSpPr/>
        <p:nvPr/>
      </p:nvGrpSpPr>
      <p:grpSpPr>
        <a:xfrm>
          <a:off x="0" y="0"/>
          <a:ext cx="0" cy="0"/>
          <a:chOff x="0" y="0"/>
          <a:chExt cx="0" cy="0"/>
        </a:xfrm>
      </p:grpSpPr>
      <p:sp>
        <p:nvSpPr>
          <p:cNvPr id="922" name="Google Shape;922;p208">
            <a:extLst>
              <a:ext uri="{FF2B5EF4-FFF2-40B4-BE49-F238E27FC236}">
                <a16:creationId xmlns:a16="http://schemas.microsoft.com/office/drawing/2014/main" id="{F73F6878-9733-F6AF-C0EC-756A17921E00}"/>
              </a:ext>
            </a:extLst>
          </p:cNvPr>
          <p:cNvSpPr txBox="1">
            <a:spLocks noGrp="1"/>
          </p:cNvSpPr>
          <p:nvPr>
            <p:ph type="ctrTitle"/>
          </p:nvPr>
        </p:nvSpPr>
        <p:spPr>
          <a:xfrm>
            <a:off x="0" y="0"/>
            <a:ext cx="9144000" cy="5143500"/>
          </a:xfrm>
          <a:prstGeom prst="rect">
            <a:avLst/>
          </a:prstGeom>
          <a:solidFill>
            <a:srgbClr val="002060"/>
          </a:solidFill>
          <a:ln>
            <a:noFill/>
          </a:ln>
        </p:spPr>
        <p:txBody>
          <a:bodyPr spcFirstLastPara="1" wrap="square" lIns="91425" tIns="0" rIns="91425" bIns="0" anchor="ctr" anchorCtr="0">
            <a:noAutofit/>
          </a:bodyPr>
          <a:lstStyle/>
          <a:p>
            <a:pPr lvl="0" algn="just">
              <a:buClr>
                <a:schemeClr val="lt1"/>
              </a:buClr>
              <a:buSzPts val="7000"/>
            </a:pPr>
            <a:r>
              <a:rPr lang="en-US" sz="7200" b="1" dirty="0">
                <a:solidFill>
                  <a:schemeClr val="bg1"/>
                </a:solidFill>
                <a:latin typeface="Times" panose="02020603050405020304" pitchFamily="18" charset="0"/>
                <a:cs typeface="Times" panose="02020603050405020304" pitchFamily="18" charset="0"/>
              </a:rPr>
              <a:t>Chúa </a:t>
            </a:r>
            <a:r>
              <a:rPr lang="en-US" sz="7200" b="1" dirty="0" err="1">
                <a:solidFill>
                  <a:schemeClr val="bg1"/>
                </a:solidFill>
                <a:latin typeface="Times" panose="02020603050405020304" pitchFamily="18" charset="0"/>
                <a:cs typeface="Times" panose="02020603050405020304" pitchFamily="18" charset="0"/>
              </a:rPr>
              <a:t>Giêsu</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đáp</a:t>
            </a:r>
            <a:r>
              <a:rPr lang="en-US" sz="7200" b="1" dirty="0">
                <a:solidFill>
                  <a:schemeClr val="bg1"/>
                </a:solidFill>
                <a:latin typeface="Times" panose="02020603050405020304" pitchFamily="18" charset="0"/>
                <a:cs typeface="Times" panose="02020603050405020304" pitchFamily="18" charset="0"/>
              </a:rPr>
              <a:t>: Con </a:t>
            </a:r>
            <a:r>
              <a:rPr lang="en-US" sz="7200" b="1" dirty="0" err="1">
                <a:solidFill>
                  <a:schemeClr val="bg1"/>
                </a:solidFill>
                <a:latin typeface="Times" panose="02020603050405020304" pitchFamily="18" charset="0"/>
                <a:cs typeface="Times" panose="02020603050405020304" pitchFamily="18" charset="0"/>
              </a:rPr>
              <a:t>là</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Đá</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trên</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Đá</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này</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Thầy</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sẽ</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xây</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Hội</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thánh</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của</a:t>
            </a:r>
            <a:r>
              <a:rPr lang="en-US" sz="7200" b="1" dirty="0">
                <a:solidFill>
                  <a:schemeClr val="bg1"/>
                </a:solidFill>
                <a:latin typeface="Times" panose="02020603050405020304" pitchFamily="18" charset="0"/>
                <a:cs typeface="Times" panose="02020603050405020304" pitchFamily="18" charset="0"/>
              </a:rPr>
              <a:t> </a:t>
            </a:r>
            <a:r>
              <a:rPr lang="vi-VN" sz="7200" b="1" dirty="0">
                <a:solidFill>
                  <a:schemeClr val="bg1"/>
                </a:solidFill>
                <a:latin typeface="Times" panose="02020603050405020304" pitchFamily="18" charset="0"/>
                <a:cs typeface="Times" panose="02020603050405020304" pitchFamily="18" charset="0"/>
              </a:rPr>
              <a:t>Thầy”</a:t>
            </a:r>
            <a:r>
              <a:rPr lang="en-US" sz="7200" b="1" dirty="0">
                <a:solidFill>
                  <a:schemeClr val="bg1"/>
                </a:solidFill>
                <a:latin typeface="Times" panose="02020603050405020304" pitchFamily="18" charset="0"/>
                <a:cs typeface="Times" panose="02020603050405020304" pitchFamily="18" charset="0"/>
              </a:rPr>
              <a:t>.</a:t>
            </a:r>
            <a:endParaRPr sz="7200" b="1" dirty="0">
              <a:solidFill>
                <a:schemeClr val="bg1"/>
              </a:solidFill>
              <a:latin typeface="Times" panose="02020603050405020304" pitchFamily="18" charset="0"/>
              <a:ea typeface="Times New Roman"/>
              <a:cs typeface="Times" panose="02020603050405020304" pitchFamily="18" charset="0"/>
              <a:sym typeface="Times New Roman"/>
            </a:endParaRPr>
          </a:p>
        </p:txBody>
      </p:sp>
    </p:spTree>
    <p:extLst>
      <p:ext uri="{BB962C8B-B14F-4D97-AF65-F5344CB8AC3E}">
        <p14:creationId xmlns:p14="http://schemas.microsoft.com/office/powerpoint/2010/main" val="33822181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886">
          <a:extLst>
            <a:ext uri="{FF2B5EF4-FFF2-40B4-BE49-F238E27FC236}">
              <a16:creationId xmlns:a16="http://schemas.microsoft.com/office/drawing/2014/main" id="{47E1C91E-1BE7-4CDA-B434-4247EA5CB62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C12E020-9B6C-C4C4-D512-41855F45F653}"/>
              </a:ext>
            </a:extLst>
          </p:cNvPr>
          <p:cNvPicPr>
            <a:picLocks noChangeAspect="1"/>
          </p:cNvPicPr>
          <p:nvPr/>
        </p:nvPicPr>
        <p:blipFill>
          <a:blip r:embed="rId3"/>
          <a:stretch>
            <a:fillRect/>
          </a:stretch>
        </p:blipFill>
        <p:spPr>
          <a:xfrm>
            <a:off x="0" y="0"/>
            <a:ext cx="9144000" cy="5141626"/>
          </a:xfrm>
          <a:prstGeom prst="rect">
            <a:avLst/>
          </a:prstGeom>
        </p:spPr>
      </p:pic>
    </p:spTree>
    <p:extLst>
      <p:ext uri="{BB962C8B-B14F-4D97-AF65-F5344CB8AC3E}">
        <p14:creationId xmlns:p14="http://schemas.microsoft.com/office/powerpoint/2010/main" val="106654358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947"/>
        <p:cNvGrpSpPr/>
        <p:nvPr/>
      </p:nvGrpSpPr>
      <p:grpSpPr>
        <a:xfrm>
          <a:off x="0" y="0"/>
          <a:ext cx="0" cy="0"/>
          <a:chOff x="0" y="0"/>
          <a:chExt cx="0" cy="0"/>
        </a:xfrm>
      </p:grpSpPr>
      <p:sp>
        <p:nvSpPr>
          <p:cNvPr id="948" name="Google Shape;948;g3dd33158570_0_122"/>
          <p:cNvSpPr txBox="1">
            <a:spLocks noGrp="1"/>
          </p:cNvSpPr>
          <p:nvPr>
            <p:ph type="subTitle" idx="1"/>
          </p:nvPr>
        </p:nvSpPr>
        <p:spPr>
          <a:xfrm>
            <a:off x="0" y="355002"/>
            <a:ext cx="9144000" cy="4788498"/>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5400" b="1" dirty="0">
                <a:solidFill>
                  <a:srgbClr val="FFFF00"/>
                </a:solidFill>
                <a:latin typeface="Times New Roman"/>
                <a:ea typeface="Times New Roman"/>
                <a:cs typeface="Times New Roman"/>
                <a:sym typeface="Times New Roman"/>
              </a:rPr>
              <a:t>ĐK: </a:t>
            </a:r>
            <a:r>
              <a:rPr lang="vi-VN" sz="7200" b="1" dirty="0">
                <a:solidFill>
                  <a:schemeClr val="bg1"/>
                </a:solidFill>
                <a:latin typeface="+mj-lt"/>
                <a:ea typeface="Times New Roman"/>
                <a:cs typeface="Times New Roman"/>
                <a:sym typeface="Times New Roman"/>
              </a:rPr>
              <a:t>L</a:t>
            </a:r>
            <a:r>
              <a:rPr lang="vi-VN" sz="7200" b="1" dirty="0">
                <a:solidFill>
                  <a:schemeClr val="bg1"/>
                </a:solidFill>
                <a:latin typeface="+mj-lt"/>
              </a:rPr>
              <a:t>ời tạ ơn con dâng lên Chúa khi nắng hồng vừa mới lên.</a:t>
            </a:r>
            <a:endParaRPr sz="7200" b="1" dirty="0">
              <a:solidFill>
                <a:schemeClr val="bg1"/>
              </a:solidFill>
              <a:latin typeface="+mj-lt"/>
              <a:ea typeface="Times New Roman"/>
              <a:cs typeface="Times New Roman"/>
              <a:sym typeface="Times New Roman"/>
            </a:endParaRPr>
          </a:p>
        </p:txBody>
      </p:sp>
      <p:sp>
        <p:nvSpPr>
          <p:cNvPr id="2" name="Rectangle 1">
            <a:extLst>
              <a:ext uri="{FF2B5EF4-FFF2-40B4-BE49-F238E27FC236}">
                <a16:creationId xmlns:a16="http://schemas.microsoft.com/office/drawing/2014/main" id="{514F7C15-8996-B0F3-39A5-A1CE21BD17BC}"/>
              </a:ext>
            </a:extLst>
          </p:cNvPr>
          <p:cNvSpPr/>
          <p:nvPr/>
        </p:nvSpPr>
        <p:spPr>
          <a:xfrm>
            <a:off x="0" y="0"/>
            <a:ext cx="9144000" cy="34424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0F93F2F-31D9-CED1-9175-3D6F75C1366B}"/>
              </a:ext>
            </a:extLst>
          </p:cNvPr>
          <p:cNvSpPr/>
          <p:nvPr/>
        </p:nvSpPr>
        <p:spPr>
          <a:xfrm>
            <a:off x="0" y="1"/>
            <a:ext cx="9144000" cy="355002"/>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800" b="1" dirty="0">
                <a:solidFill>
                  <a:srgbClr val="00B050"/>
                </a:solidFill>
                <a:latin typeface="+mj-lt"/>
              </a:rPr>
              <a:t> Ca Nguyện: </a:t>
            </a:r>
            <a:r>
              <a:rPr lang="vi-VN" sz="1800" b="1" dirty="0">
                <a:solidFill>
                  <a:srgbClr val="FF0000"/>
                </a:solidFill>
                <a:latin typeface="+mj-lt"/>
              </a:rPr>
              <a:t>Lời Tạ Ơn</a:t>
            </a:r>
            <a:endParaRPr lang="en-US" sz="1800" b="1" dirty="0">
              <a:solidFill>
                <a:srgbClr val="FF0000"/>
              </a:solidFill>
              <a:latin typeface="+mj-lt"/>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g3f16ddd2213_0_36"/>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200" b="1" dirty="0">
                <a:solidFill>
                  <a:schemeClr val="bg1"/>
                </a:solidFill>
                <a:latin typeface="+mj-lt"/>
              </a:rPr>
              <a:t>hi hoàng hôn đang xuống dần, xuống dần. Vì ngàn hồng ân như muôn lớp sóng.</a:t>
            </a:r>
            <a:endParaRPr sz="7200" b="1" dirty="0">
              <a:solidFill>
                <a:schemeClr val="bg1"/>
              </a:solidFill>
              <a:latin typeface="+mj-lt"/>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sp>
        <p:nvSpPr>
          <p:cNvPr id="958" name="Google Shape;958;g3d89366497e_0_9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200" b="1" dirty="0">
                <a:solidFill>
                  <a:schemeClr val="bg1"/>
                </a:solidFill>
                <a:latin typeface="+mj-lt"/>
              </a:rPr>
              <a:t>Chúa thương đổ xuống trên con tháng năm hoài vẫn miên man.</a:t>
            </a:r>
            <a:endParaRPr sz="7200" b="1" dirty="0">
              <a:solidFill>
                <a:schemeClr val="bg1"/>
              </a:solidFill>
              <a:latin typeface="+mj-lt"/>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g3f16ddd2213_0_4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5400" b="1" dirty="0">
                <a:solidFill>
                  <a:srgbClr val="FFFF00"/>
                </a:solidFill>
                <a:latin typeface="Times" panose="02020603050405020304" pitchFamily="18" charset="0"/>
                <a:cs typeface="Times" panose="02020603050405020304" pitchFamily="18" charset="0"/>
              </a:rPr>
              <a:t>ĐK: </a:t>
            </a:r>
            <a:r>
              <a:rPr lang="en-US" sz="7200" b="1" dirty="0">
                <a:solidFill>
                  <a:schemeClr val="bg1"/>
                </a:solidFill>
                <a:latin typeface="Times" panose="02020603050405020304" pitchFamily="18" charset="0"/>
                <a:cs typeface="Times" panose="02020603050405020304" pitchFamily="18" charset="0"/>
              </a:rPr>
              <a:t>Xin tri </a:t>
            </a:r>
            <a:r>
              <a:rPr lang="en-US" sz="7200" b="1" dirty="0" err="1">
                <a:solidFill>
                  <a:schemeClr val="bg1"/>
                </a:solidFill>
                <a:latin typeface="Times" panose="02020603050405020304" pitchFamily="18" charset="0"/>
                <a:cs typeface="Times" panose="02020603050405020304" pitchFamily="18" charset="0"/>
              </a:rPr>
              <a:t>ân</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Ngài</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bằng</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khúc</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hoan</a:t>
            </a:r>
            <a:r>
              <a:rPr lang="en-US" sz="7200" b="1" dirty="0">
                <a:solidFill>
                  <a:schemeClr val="bg1"/>
                </a:solidFill>
                <a:latin typeface="Times" panose="02020603050405020304" pitchFamily="18" charset="0"/>
                <a:cs typeface="Times" panose="02020603050405020304" pitchFamily="18" charset="0"/>
              </a:rPr>
              <a:t> ca, </a:t>
            </a:r>
            <a:r>
              <a:rPr lang="en-US" sz="7200" b="1" dirty="0" err="1">
                <a:solidFill>
                  <a:schemeClr val="bg1"/>
                </a:solidFill>
                <a:latin typeface="Times" panose="02020603050405020304" pitchFamily="18" charset="0"/>
                <a:cs typeface="Times" panose="02020603050405020304" pitchFamily="18" charset="0"/>
              </a:rPr>
              <a:t>trong</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không</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gian</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theo</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thời</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gian</a:t>
            </a:r>
            <a:r>
              <a:rPr lang="en-US" sz="7200" b="1" dirty="0">
                <a:solidFill>
                  <a:schemeClr val="bg1"/>
                </a:solidFill>
                <a:latin typeface="Times" panose="02020603050405020304" pitchFamily="18" charset="0"/>
                <a:cs typeface="Times" panose="02020603050405020304" pitchFamily="18" charset="0"/>
              </a:rPr>
              <a:t> vang </a:t>
            </a:r>
            <a:r>
              <a:rPr lang="en-US" sz="7200" b="1" dirty="0" err="1">
                <a:solidFill>
                  <a:schemeClr val="bg1"/>
                </a:solidFill>
                <a:latin typeface="Times" panose="02020603050405020304" pitchFamily="18" charset="0"/>
                <a:cs typeface="Times" panose="02020603050405020304" pitchFamily="18" charset="0"/>
              </a:rPr>
              <a:t>mãi</a:t>
            </a:r>
            <a:r>
              <a:rPr lang="en-US" sz="7200" b="1" dirty="0">
                <a:solidFill>
                  <a:schemeClr val="bg1"/>
                </a:solidFill>
                <a:latin typeface="Times" panose="02020603050405020304" pitchFamily="18" charset="0"/>
                <a:cs typeface="Times" panose="02020603050405020304" pitchFamily="18" charset="0"/>
              </a:rPr>
              <a:t>.</a:t>
            </a:r>
            <a:endParaRPr sz="7200" b="1" dirty="0">
              <a:solidFill>
                <a:schemeClr val="bg1"/>
              </a:solidFill>
              <a:latin typeface="Times" panose="02020603050405020304" pitchFamily="18" charset="0"/>
              <a:ea typeface="Times New Roman"/>
              <a:cs typeface="Times" panose="02020603050405020304" pitchFamily="18" charset="0"/>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967"/>
        <p:cNvGrpSpPr/>
        <p:nvPr/>
      </p:nvGrpSpPr>
      <p:grpSpPr>
        <a:xfrm>
          <a:off x="0" y="0"/>
          <a:ext cx="0" cy="0"/>
          <a:chOff x="0" y="0"/>
          <a:chExt cx="0" cy="0"/>
        </a:xfrm>
      </p:grpSpPr>
      <p:sp>
        <p:nvSpPr>
          <p:cNvPr id="968" name="Google Shape;968;g3f16ddd2213_0_4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7200" b="1" dirty="0">
                <a:solidFill>
                  <a:schemeClr val="bg1"/>
                </a:solidFill>
                <a:latin typeface="Times" panose="02020603050405020304" pitchFamily="18" charset="0"/>
                <a:cs typeface="Times" panose="02020603050405020304" pitchFamily="18" charset="0"/>
              </a:rPr>
              <a:t>Bao </a:t>
            </a:r>
            <a:r>
              <a:rPr lang="en-US" sz="7200" b="1" dirty="0" err="1">
                <a:solidFill>
                  <a:schemeClr val="bg1"/>
                </a:solidFill>
                <a:latin typeface="Times" panose="02020603050405020304" pitchFamily="18" charset="0"/>
                <a:cs typeface="Times" panose="02020603050405020304" pitchFamily="18" charset="0"/>
              </a:rPr>
              <a:t>nhiêu</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tâm</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tình</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dệt</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khúc</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hoan</a:t>
            </a:r>
            <a:r>
              <a:rPr lang="en-US" sz="7200" b="1" dirty="0">
                <a:solidFill>
                  <a:schemeClr val="bg1"/>
                </a:solidFill>
                <a:latin typeface="Times" panose="02020603050405020304" pitchFamily="18" charset="0"/>
                <a:cs typeface="Times" panose="02020603050405020304" pitchFamily="18" charset="0"/>
              </a:rPr>
              <a:t> ca. </a:t>
            </a:r>
            <a:endParaRPr lang="vi-VN" sz="7200" b="1" dirty="0">
              <a:solidFill>
                <a:schemeClr val="bg1"/>
              </a:solidFill>
              <a:latin typeface="Times" panose="02020603050405020304" pitchFamily="18" charset="0"/>
              <a:cs typeface="Times" panose="02020603050405020304" pitchFamily="18" charset="0"/>
            </a:endParaRPr>
          </a:p>
          <a:p>
            <a:pPr marL="0" lvl="0" indent="0" algn="just">
              <a:spcBef>
                <a:spcPts val="0"/>
              </a:spcBef>
              <a:buClr>
                <a:schemeClr val="dk1"/>
              </a:buClr>
              <a:buSzPts val="1100"/>
            </a:pPr>
            <a:r>
              <a:rPr lang="en-US" sz="7200" b="1" dirty="0">
                <a:solidFill>
                  <a:schemeClr val="bg1"/>
                </a:solidFill>
                <a:latin typeface="Times" panose="02020603050405020304" pitchFamily="18" charset="0"/>
                <a:cs typeface="Times" panose="02020603050405020304" pitchFamily="18" charset="0"/>
              </a:rPr>
              <a:t>Xin </a:t>
            </a:r>
            <a:r>
              <a:rPr lang="en-US" sz="7200" b="1" dirty="0" err="1">
                <a:solidFill>
                  <a:schemeClr val="bg1"/>
                </a:solidFill>
                <a:latin typeface="Times" panose="02020603050405020304" pitchFamily="18" charset="0"/>
                <a:cs typeface="Times" panose="02020603050405020304" pitchFamily="18" charset="0"/>
              </a:rPr>
              <a:t>dâng</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lên</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Ngài</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xin</a:t>
            </a:r>
            <a:r>
              <a:rPr lang="en-US" sz="7200" b="1" dirty="0">
                <a:solidFill>
                  <a:schemeClr val="bg1"/>
                </a:solidFill>
                <a:latin typeface="Times" panose="02020603050405020304" pitchFamily="18" charset="0"/>
                <a:cs typeface="Times" panose="02020603050405020304" pitchFamily="18" charset="0"/>
              </a:rPr>
              <a:t> tri </a:t>
            </a:r>
            <a:r>
              <a:rPr lang="en-US" sz="7200" b="1" dirty="0" err="1">
                <a:solidFill>
                  <a:schemeClr val="bg1"/>
                </a:solidFill>
                <a:latin typeface="Times" panose="02020603050405020304" pitchFamily="18" charset="0"/>
                <a:cs typeface="Times" panose="02020603050405020304" pitchFamily="18" charset="0"/>
              </a:rPr>
              <a:t>ân</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Ngài</a:t>
            </a:r>
            <a:r>
              <a:rPr lang="en-US" sz="7200" b="1" dirty="0">
                <a:solidFill>
                  <a:schemeClr val="bg1"/>
                </a:solidFill>
                <a:latin typeface="Times" panose="02020603050405020304" pitchFamily="18" charset="0"/>
                <a:cs typeface="Times" panose="02020603050405020304" pitchFamily="18" charset="0"/>
              </a:rPr>
              <a:t>.</a:t>
            </a:r>
            <a:endParaRPr sz="7200" b="1" dirty="0">
              <a:solidFill>
                <a:schemeClr val="bg1"/>
              </a:solidFill>
              <a:latin typeface="Times" panose="02020603050405020304" pitchFamily="18" charset="0"/>
              <a:ea typeface="Times New Roman"/>
              <a:cs typeface="Times" panose="02020603050405020304" pitchFamily="18" charset="0"/>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947">
          <a:extLst>
            <a:ext uri="{FF2B5EF4-FFF2-40B4-BE49-F238E27FC236}">
              <a16:creationId xmlns:a16="http://schemas.microsoft.com/office/drawing/2014/main" id="{387A6EA0-0015-A3DA-94C5-60400A848F70}"/>
            </a:ext>
          </a:extLst>
        </p:cNvPr>
        <p:cNvGrpSpPr/>
        <p:nvPr/>
      </p:nvGrpSpPr>
      <p:grpSpPr>
        <a:xfrm>
          <a:off x="0" y="0"/>
          <a:ext cx="0" cy="0"/>
          <a:chOff x="0" y="0"/>
          <a:chExt cx="0" cy="0"/>
        </a:xfrm>
      </p:grpSpPr>
      <p:sp>
        <p:nvSpPr>
          <p:cNvPr id="948" name="Google Shape;948;g3dd33158570_0_122">
            <a:extLst>
              <a:ext uri="{FF2B5EF4-FFF2-40B4-BE49-F238E27FC236}">
                <a16:creationId xmlns:a16="http://schemas.microsoft.com/office/drawing/2014/main" id="{C4C0227C-7D61-9679-5BC8-42514527B919}"/>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indent="0" algn="just">
              <a:spcBef>
                <a:spcPts val="0"/>
              </a:spcBef>
              <a:buClr>
                <a:schemeClr val="dk1"/>
              </a:buClr>
              <a:buSzPts val="1100"/>
            </a:pPr>
            <a:r>
              <a:rPr lang="vi-VN" sz="6000" b="1" dirty="0">
                <a:solidFill>
                  <a:srgbClr val="FFFF00"/>
                </a:solidFill>
                <a:latin typeface="Times New Roman"/>
                <a:ea typeface="Times New Roman"/>
                <a:cs typeface="Times New Roman"/>
                <a:sym typeface="Times New Roman"/>
              </a:rPr>
              <a:t>2. </a:t>
            </a:r>
            <a:r>
              <a:rPr lang="vi-VN" sz="6200" b="1" dirty="0">
                <a:solidFill>
                  <a:schemeClr val="bg1"/>
                </a:solidFill>
                <a:latin typeface="Times" panose="02020603050405020304" pitchFamily="18" charset="0"/>
                <a:cs typeface="Times" panose="02020603050405020304" pitchFamily="18" charset="0"/>
              </a:rPr>
              <a:t>Là giọt sương long lanh trong nắng ôi rất đẹp và rất xinh. Nhưng chẳng lâu tan biến dần, biến dần</a:t>
            </a:r>
          </a:p>
          <a:p>
            <a:pPr marL="0" lvl="0" indent="0" algn="just">
              <a:spcBef>
                <a:spcPts val="0"/>
              </a:spcBef>
              <a:buClr>
                <a:schemeClr val="dk1"/>
              </a:buClr>
              <a:buSzPts val="1100"/>
            </a:pPr>
            <a:endParaRPr sz="7000" b="1" dirty="0">
              <a:solidFill>
                <a:schemeClr val="bg1"/>
              </a:solidFill>
              <a:latin typeface="Times" panose="02020603050405020304" pitchFamily="18" charset="0"/>
              <a:ea typeface="Times New Roman"/>
              <a:cs typeface="Times" panose="02020603050405020304" pitchFamily="18" charset="0"/>
              <a:sym typeface="Times New Roman"/>
            </a:endParaRPr>
          </a:p>
        </p:txBody>
      </p:sp>
    </p:spTree>
    <p:extLst>
      <p:ext uri="{BB962C8B-B14F-4D97-AF65-F5344CB8AC3E}">
        <p14:creationId xmlns:p14="http://schemas.microsoft.com/office/powerpoint/2010/main" val="286599433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g3f16ddd2213_0_4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000" b="1" dirty="0">
                <a:solidFill>
                  <a:schemeClr val="bg1"/>
                </a:solidFill>
                <a:latin typeface="+mj-lt"/>
              </a:rPr>
              <a:t>Là một làn mây bay bay theo gió. Chút tơ trời Chúa đâu quên thế nên Ngài vẫn ngay bên.</a:t>
            </a:r>
            <a:endParaRPr sz="7000" b="1" dirty="0">
              <a:solidFill>
                <a:schemeClr val="bg1"/>
              </a:solidFill>
              <a:latin typeface="+mj-lt"/>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962">
          <a:extLst>
            <a:ext uri="{FF2B5EF4-FFF2-40B4-BE49-F238E27FC236}">
              <a16:creationId xmlns:a16="http://schemas.microsoft.com/office/drawing/2014/main" id="{1C35CFF4-B943-AFCF-691A-B2BBC049D66D}"/>
            </a:ext>
          </a:extLst>
        </p:cNvPr>
        <p:cNvGrpSpPr/>
        <p:nvPr/>
      </p:nvGrpSpPr>
      <p:grpSpPr>
        <a:xfrm>
          <a:off x="0" y="0"/>
          <a:ext cx="0" cy="0"/>
          <a:chOff x="0" y="0"/>
          <a:chExt cx="0" cy="0"/>
        </a:xfrm>
      </p:grpSpPr>
      <p:sp>
        <p:nvSpPr>
          <p:cNvPr id="963" name="Google Shape;963;g3f16ddd2213_0_40">
            <a:extLst>
              <a:ext uri="{FF2B5EF4-FFF2-40B4-BE49-F238E27FC236}">
                <a16:creationId xmlns:a16="http://schemas.microsoft.com/office/drawing/2014/main" id="{BC521CA9-E254-B659-728E-B8ED4F7A987B}"/>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5400" b="1" dirty="0">
                <a:solidFill>
                  <a:srgbClr val="FFFF00"/>
                </a:solidFill>
                <a:latin typeface="Times" panose="02020603050405020304" pitchFamily="18" charset="0"/>
                <a:cs typeface="Times" panose="02020603050405020304" pitchFamily="18" charset="0"/>
              </a:rPr>
              <a:t>ĐK: </a:t>
            </a:r>
            <a:r>
              <a:rPr lang="en-US" sz="7200" b="1" dirty="0">
                <a:solidFill>
                  <a:schemeClr val="bg1"/>
                </a:solidFill>
                <a:latin typeface="Times" panose="02020603050405020304" pitchFamily="18" charset="0"/>
                <a:cs typeface="Times" panose="02020603050405020304" pitchFamily="18" charset="0"/>
              </a:rPr>
              <a:t>Xin tri </a:t>
            </a:r>
            <a:r>
              <a:rPr lang="en-US" sz="7200" b="1" dirty="0" err="1">
                <a:solidFill>
                  <a:schemeClr val="bg1"/>
                </a:solidFill>
                <a:latin typeface="Times" panose="02020603050405020304" pitchFamily="18" charset="0"/>
                <a:cs typeface="Times" panose="02020603050405020304" pitchFamily="18" charset="0"/>
              </a:rPr>
              <a:t>ân</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Ngài</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bằng</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khúc</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hoan</a:t>
            </a:r>
            <a:r>
              <a:rPr lang="en-US" sz="7200" b="1" dirty="0">
                <a:solidFill>
                  <a:schemeClr val="bg1"/>
                </a:solidFill>
                <a:latin typeface="Times" panose="02020603050405020304" pitchFamily="18" charset="0"/>
                <a:cs typeface="Times" panose="02020603050405020304" pitchFamily="18" charset="0"/>
              </a:rPr>
              <a:t> ca, </a:t>
            </a:r>
            <a:r>
              <a:rPr lang="en-US" sz="7200" b="1" dirty="0" err="1">
                <a:solidFill>
                  <a:schemeClr val="bg1"/>
                </a:solidFill>
                <a:latin typeface="Times" panose="02020603050405020304" pitchFamily="18" charset="0"/>
                <a:cs typeface="Times" panose="02020603050405020304" pitchFamily="18" charset="0"/>
              </a:rPr>
              <a:t>trong</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không</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gian</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theo</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thời</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gian</a:t>
            </a:r>
            <a:r>
              <a:rPr lang="en-US" sz="7200" b="1" dirty="0">
                <a:solidFill>
                  <a:schemeClr val="bg1"/>
                </a:solidFill>
                <a:latin typeface="Times" panose="02020603050405020304" pitchFamily="18" charset="0"/>
                <a:cs typeface="Times" panose="02020603050405020304" pitchFamily="18" charset="0"/>
              </a:rPr>
              <a:t> vang </a:t>
            </a:r>
            <a:r>
              <a:rPr lang="en-US" sz="7200" b="1" dirty="0" err="1">
                <a:solidFill>
                  <a:schemeClr val="bg1"/>
                </a:solidFill>
                <a:latin typeface="Times" panose="02020603050405020304" pitchFamily="18" charset="0"/>
                <a:cs typeface="Times" panose="02020603050405020304" pitchFamily="18" charset="0"/>
              </a:rPr>
              <a:t>mãi</a:t>
            </a:r>
            <a:r>
              <a:rPr lang="en-US" sz="7200" b="1" dirty="0">
                <a:solidFill>
                  <a:schemeClr val="bg1"/>
                </a:solidFill>
                <a:latin typeface="Times" panose="02020603050405020304" pitchFamily="18" charset="0"/>
                <a:cs typeface="Times" panose="02020603050405020304" pitchFamily="18" charset="0"/>
              </a:rPr>
              <a:t>.</a:t>
            </a:r>
            <a:endParaRPr sz="7200" b="1" dirty="0">
              <a:solidFill>
                <a:schemeClr val="bg1"/>
              </a:solidFill>
              <a:latin typeface="Times" panose="02020603050405020304" pitchFamily="18" charset="0"/>
              <a:ea typeface="Times New Roman"/>
              <a:cs typeface="Times" panose="02020603050405020304" pitchFamily="18" charset="0"/>
              <a:sym typeface="Times New Roman"/>
            </a:endParaRPr>
          </a:p>
        </p:txBody>
      </p:sp>
    </p:spTree>
    <p:extLst>
      <p:ext uri="{BB962C8B-B14F-4D97-AF65-F5344CB8AC3E}">
        <p14:creationId xmlns:p14="http://schemas.microsoft.com/office/powerpoint/2010/main" val="242704713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967">
          <a:extLst>
            <a:ext uri="{FF2B5EF4-FFF2-40B4-BE49-F238E27FC236}">
              <a16:creationId xmlns:a16="http://schemas.microsoft.com/office/drawing/2014/main" id="{D863D524-24FA-14AC-86F5-A7A3E83B0A07}"/>
            </a:ext>
          </a:extLst>
        </p:cNvPr>
        <p:cNvGrpSpPr/>
        <p:nvPr/>
      </p:nvGrpSpPr>
      <p:grpSpPr>
        <a:xfrm>
          <a:off x="0" y="0"/>
          <a:ext cx="0" cy="0"/>
          <a:chOff x="0" y="0"/>
          <a:chExt cx="0" cy="0"/>
        </a:xfrm>
      </p:grpSpPr>
      <p:sp>
        <p:nvSpPr>
          <p:cNvPr id="968" name="Google Shape;968;g3f16ddd2213_0_44">
            <a:extLst>
              <a:ext uri="{FF2B5EF4-FFF2-40B4-BE49-F238E27FC236}">
                <a16:creationId xmlns:a16="http://schemas.microsoft.com/office/drawing/2014/main" id="{8204D657-F4E5-A4FF-E6D7-A1E681F14CDE}"/>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7200" b="1" dirty="0">
                <a:solidFill>
                  <a:schemeClr val="bg1"/>
                </a:solidFill>
                <a:latin typeface="Times" panose="02020603050405020304" pitchFamily="18" charset="0"/>
                <a:cs typeface="Times" panose="02020603050405020304" pitchFamily="18" charset="0"/>
              </a:rPr>
              <a:t>Bao </a:t>
            </a:r>
            <a:r>
              <a:rPr lang="en-US" sz="7200" b="1" dirty="0" err="1">
                <a:solidFill>
                  <a:schemeClr val="bg1"/>
                </a:solidFill>
                <a:latin typeface="Times" panose="02020603050405020304" pitchFamily="18" charset="0"/>
                <a:cs typeface="Times" panose="02020603050405020304" pitchFamily="18" charset="0"/>
              </a:rPr>
              <a:t>nhiêu</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tâm</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tình</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dệt</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khúc</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hoan</a:t>
            </a:r>
            <a:r>
              <a:rPr lang="en-US" sz="7200" b="1" dirty="0">
                <a:solidFill>
                  <a:schemeClr val="bg1"/>
                </a:solidFill>
                <a:latin typeface="Times" panose="02020603050405020304" pitchFamily="18" charset="0"/>
                <a:cs typeface="Times" panose="02020603050405020304" pitchFamily="18" charset="0"/>
              </a:rPr>
              <a:t> ca. </a:t>
            </a:r>
            <a:endParaRPr lang="vi-VN" sz="7200" b="1" dirty="0">
              <a:solidFill>
                <a:schemeClr val="bg1"/>
              </a:solidFill>
              <a:latin typeface="Times" panose="02020603050405020304" pitchFamily="18" charset="0"/>
              <a:cs typeface="Times" panose="02020603050405020304" pitchFamily="18" charset="0"/>
            </a:endParaRPr>
          </a:p>
          <a:p>
            <a:pPr marL="0" lvl="0" indent="0" algn="just">
              <a:spcBef>
                <a:spcPts val="0"/>
              </a:spcBef>
              <a:buClr>
                <a:schemeClr val="dk1"/>
              </a:buClr>
              <a:buSzPts val="1100"/>
            </a:pPr>
            <a:r>
              <a:rPr lang="en-US" sz="7200" b="1" dirty="0">
                <a:solidFill>
                  <a:schemeClr val="bg1"/>
                </a:solidFill>
                <a:latin typeface="Times" panose="02020603050405020304" pitchFamily="18" charset="0"/>
                <a:cs typeface="Times" panose="02020603050405020304" pitchFamily="18" charset="0"/>
              </a:rPr>
              <a:t>Xin </a:t>
            </a:r>
            <a:r>
              <a:rPr lang="en-US" sz="7200" b="1" dirty="0" err="1">
                <a:solidFill>
                  <a:schemeClr val="bg1"/>
                </a:solidFill>
                <a:latin typeface="Times" panose="02020603050405020304" pitchFamily="18" charset="0"/>
                <a:cs typeface="Times" panose="02020603050405020304" pitchFamily="18" charset="0"/>
              </a:rPr>
              <a:t>dâng</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lên</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Ngài</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xin</a:t>
            </a:r>
            <a:r>
              <a:rPr lang="en-US" sz="7200" b="1" dirty="0">
                <a:solidFill>
                  <a:schemeClr val="bg1"/>
                </a:solidFill>
                <a:latin typeface="Times" panose="02020603050405020304" pitchFamily="18" charset="0"/>
                <a:cs typeface="Times" panose="02020603050405020304" pitchFamily="18" charset="0"/>
              </a:rPr>
              <a:t> tri </a:t>
            </a:r>
            <a:r>
              <a:rPr lang="en-US" sz="7200" b="1" dirty="0" err="1">
                <a:solidFill>
                  <a:schemeClr val="bg1"/>
                </a:solidFill>
                <a:latin typeface="Times" panose="02020603050405020304" pitchFamily="18" charset="0"/>
                <a:cs typeface="Times" panose="02020603050405020304" pitchFamily="18" charset="0"/>
              </a:rPr>
              <a:t>ân</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Ngài</a:t>
            </a:r>
            <a:r>
              <a:rPr lang="en-US" sz="7200" b="1" dirty="0">
                <a:solidFill>
                  <a:schemeClr val="bg1"/>
                </a:solidFill>
                <a:latin typeface="Times" panose="02020603050405020304" pitchFamily="18" charset="0"/>
                <a:cs typeface="Times" panose="02020603050405020304" pitchFamily="18" charset="0"/>
              </a:rPr>
              <a:t>.</a:t>
            </a:r>
            <a:endParaRPr sz="7200" b="1" dirty="0">
              <a:solidFill>
                <a:schemeClr val="bg1"/>
              </a:solidFill>
              <a:latin typeface="Times" panose="02020603050405020304" pitchFamily="18" charset="0"/>
              <a:ea typeface="Times New Roman"/>
              <a:cs typeface="Times" panose="02020603050405020304" pitchFamily="18" charset="0"/>
              <a:sym typeface="Times New Roman"/>
            </a:endParaRPr>
          </a:p>
        </p:txBody>
      </p:sp>
    </p:spTree>
    <p:extLst>
      <p:ext uri="{BB962C8B-B14F-4D97-AF65-F5344CB8AC3E}">
        <p14:creationId xmlns:p14="http://schemas.microsoft.com/office/powerpoint/2010/main" val="114698785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sp>
        <p:nvSpPr>
          <p:cNvPr id="993" name="Google Shape;993;g3f16ddd2213_0_64"/>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6600" b="1" dirty="0">
                <a:solidFill>
                  <a:schemeClr val="bg1"/>
                </a:solidFill>
                <a:latin typeface="+mj-lt"/>
              </a:rPr>
              <a:t>3. Đường trần gian say sưa con bước quên lối về lạc bến mê, quê nhà yêu xa mất rồi, mất rồi.</a:t>
            </a:r>
            <a:endParaRPr sz="6600" b="1" dirty="0">
              <a:solidFill>
                <a:schemeClr val="bg1"/>
              </a:solidFill>
              <a:latin typeface="+mj-lt"/>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997"/>
        <p:cNvGrpSpPr/>
        <p:nvPr/>
      </p:nvGrpSpPr>
      <p:grpSpPr>
        <a:xfrm>
          <a:off x="0" y="0"/>
          <a:ext cx="0" cy="0"/>
          <a:chOff x="0" y="0"/>
          <a:chExt cx="0" cy="0"/>
        </a:xfrm>
      </p:grpSpPr>
      <p:sp>
        <p:nvSpPr>
          <p:cNvPr id="998" name="Google Shape;998;g3f16ddd2213_0_68"/>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vi-VN" sz="7200" b="1" dirty="0">
                <a:solidFill>
                  <a:schemeClr val="bg1"/>
                </a:solidFill>
                <a:latin typeface="+mj-lt"/>
              </a:rPr>
              <a:t>Ngài đã dủ thương ban ơn soi lối. Cánh tay Ngài đỡ nâng con dẫn đưa về bến an vui.</a:t>
            </a:r>
            <a:endParaRPr sz="7200" b="1" dirty="0">
              <a:solidFill>
                <a:schemeClr val="bg1"/>
              </a:solidFill>
              <a:latin typeface="+mj-lt"/>
              <a:ea typeface="Times New Roman"/>
              <a:cs typeface="Times New Roman" panose="02020603050405020304" pitchFamily="18" charset="0"/>
              <a:sym typeface="Times New Roman"/>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962">
          <a:extLst>
            <a:ext uri="{FF2B5EF4-FFF2-40B4-BE49-F238E27FC236}">
              <a16:creationId xmlns:a16="http://schemas.microsoft.com/office/drawing/2014/main" id="{19F1A723-A882-CCD2-CE99-72E22473A689}"/>
            </a:ext>
          </a:extLst>
        </p:cNvPr>
        <p:cNvGrpSpPr/>
        <p:nvPr/>
      </p:nvGrpSpPr>
      <p:grpSpPr>
        <a:xfrm>
          <a:off x="0" y="0"/>
          <a:ext cx="0" cy="0"/>
          <a:chOff x="0" y="0"/>
          <a:chExt cx="0" cy="0"/>
        </a:xfrm>
      </p:grpSpPr>
      <p:sp>
        <p:nvSpPr>
          <p:cNvPr id="963" name="Google Shape;963;g3f16ddd2213_0_40">
            <a:extLst>
              <a:ext uri="{FF2B5EF4-FFF2-40B4-BE49-F238E27FC236}">
                <a16:creationId xmlns:a16="http://schemas.microsoft.com/office/drawing/2014/main" id="{07FDAE1E-D073-3F98-9887-21054933BE9F}"/>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5400" b="1" dirty="0">
                <a:solidFill>
                  <a:srgbClr val="FFFF00"/>
                </a:solidFill>
                <a:latin typeface="Times" panose="02020603050405020304" pitchFamily="18" charset="0"/>
                <a:cs typeface="Times" panose="02020603050405020304" pitchFamily="18" charset="0"/>
              </a:rPr>
              <a:t>ĐK: </a:t>
            </a:r>
            <a:r>
              <a:rPr lang="en-US" sz="7200" b="1" dirty="0">
                <a:solidFill>
                  <a:schemeClr val="bg1"/>
                </a:solidFill>
                <a:latin typeface="Times" panose="02020603050405020304" pitchFamily="18" charset="0"/>
                <a:cs typeface="Times" panose="02020603050405020304" pitchFamily="18" charset="0"/>
              </a:rPr>
              <a:t>Xin tri </a:t>
            </a:r>
            <a:r>
              <a:rPr lang="en-US" sz="7200" b="1" dirty="0" err="1">
                <a:solidFill>
                  <a:schemeClr val="bg1"/>
                </a:solidFill>
                <a:latin typeface="Times" panose="02020603050405020304" pitchFamily="18" charset="0"/>
                <a:cs typeface="Times" panose="02020603050405020304" pitchFamily="18" charset="0"/>
              </a:rPr>
              <a:t>ân</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Ngài</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bằng</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khúc</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hoan</a:t>
            </a:r>
            <a:r>
              <a:rPr lang="en-US" sz="7200" b="1" dirty="0">
                <a:solidFill>
                  <a:schemeClr val="bg1"/>
                </a:solidFill>
                <a:latin typeface="Times" panose="02020603050405020304" pitchFamily="18" charset="0"/>
                <a:cs typeface="Times" panose="02020603050405020304" pitchFamily="18" charset="0"/>
              </a:rPr>
              <a:t> ca, </a:t>
            </a:r>
            <a:r>
              <a:rPr lang="en-US" sz="7200" b="1" dirty="0" err="1">
                <a:solidFill>
                  <a:schemeClr val="bg1"/>
                </a:solidFill>
                <a:latin typeface="Times" panose="02020603050405020304" pitchFamily="18" charset="0"/>
                <a:cs typeface="Times" panose="02020603050405020304" pitchFamily="18" charset="0"/>
              </a:rPr>
              <a:t>trong</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không</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gian</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theo</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thời</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gian</a:t>
            </a:r>
            <a:r>
              <a:rPr lang="en-US" sz="7200" b="1" dirty="0">
                <a:solidFill>
                  <a:schemeClr val="bg1"/>
                </a:solidFill>
                <a:latin typeface="Times" panose="02020603050405020304" pitchFamily="18" charset="0"/>
                <a:cs typeface="Times" panose="02020603050405020304" pitchFamily="18" charset="0"/>
              </a:rPr>
              <a:t> vang </a:t>
            </a:r>
            <a:r>
              <a:rPr lang="en-US" sz="7200" b="1" dirty="0" err="1">
                <a:solidFill>
                  <a:schemeClr val="bg1"/>
                </a:solidFill>
                <a:latin typeface="Times" panose="02020603050405020304" pitchFamily="18" charset="0"/>
                <a:cs typeface="Times" panose="02020603050405020304" pitchFamily="18" charset="0"/>
              </a:rPr>
              <a:t>mãi</a:t>
            </a:r>
            <a:r>
              <a:rPr lang="en-US" sz="7200" b="1" dirty="0">
                <a:solidFill>
                  <a:schemeClr val="bg1"/>
                </a:solidFill>
                <a:latin typeface="Times" panose="02020603050405020304" pitchFamily="18" charset="0"/>
                <a:cs typeface="Times" panose="02020603050405020304" pitchFamily="18" charset="0"/>
              </a:rPr>
              <a:t>.</a:t>
            </a:r>
            <a:endParaRPr sz="7200" b="1" dirty="0">
              <a:solidFill>
                <a:schemeClr val="bg1"/>
              </a:solidFill>
              <a:latin typeface="Times" panose="02020603050405020304" pitchFamily="18" charset="0"/>
              <a:ea typeface="Times New Roman"/>
              <a:cs typeface="Times" panose="02020603050405020304" pitchFamily="18" charset="0"/>
              <a:sym typeface="Times New Roman"/>
            </a:endParaRPr>
          </a:p>
        </p:txBody>
      </p:sp>
    </p:spTree>
    <p:extLst>
      <p:ext uri="{BB962C8B-B14F-4D97-AF65-F5344CB8AC3E}">
        <p14:creationId xmlns:p14="http://schemas.microsoft.com/office/powerpoint/2010/main" val="249339590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967">
          <a:extLst>
            <a:ext uri="{FF2B5EF4-FFF2-40B4-BE49-F238E27FC236}">
              <a16:creationId xmlns:a16="http://schemas.microsoft.com/office/drawing/2014/main" id="{AEF4E0AB-6467-8FAD-FC79-4EFF8883FFB6}"/>
            </a:ext>
          </a:extLst>
        </p:cNvPr>
        <p:cNvGrpSpPr/>
        <p:nvPr/>
      </p:nvGrpSpPr>
      <p:grpSpPr>
        <a:xfrm>
          <a:off x="0" y="0"/>
          <a:ext cx="0" cy="0"/>
          <a:chOff x="0" y="0"/>
          <a:chExt cx="0" cy="0"/>
        </a:xfrm>
      </p:grpSpPr>
      <p:sp>
        <p:nvSpPr>
          <p:cNvPr id="968" name="Google Shape;968;g3f16ddd2213_0_44">
            <a:extLst>
              <a:ext uri="{FF2B5EF4-FFF2-40B4-BE49-F238E27FC236}">
                <a16:creationId xmlns:a16="http://schemas.microsoft.com/office/drawing/2014/main" id="{F5C097FD-FB86-180D-6B6E-11ECAA8C0105}"/>
              </a:ext>
            </a:extLst>
          </p:cNvPr>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buClr>
                <a:schemeClr val="dk1"/>
              </a:buClr>
              <a:buSzPts val="1100"/>
            </a:pPr>
            <a:r>
              <a:rPr lang="en-US" sz="7200" b="1" dirty="0">
                <a:solidFill>
                  <a:schemeClr val="bg1"/>
                </a:solidFill>
                <a:latin typeface="Times" panose="02020603050405020304" pitchFamily="18" charset="0"/>
                <a:cs typeface="Times" panose="02020603050405020304" pitchFamily="18" charset="0"/>
              </a:rPr>
              <a:t>Bao </a:t>
            </a:r>
            <a:r>
              <a:rPr lang="en-US" sz="7200" b="1" dirty="0" err="1">
                <a:solidFill>
                  <a:schemeClr val="bg1"/>
                </a:solidFill>
                <a:latin typeface="Times" panose="02020603050405020304" pitchFamily="18" charset="0"/>
                <a:cs typeface="Times" panose="02020603050405020304" pitchFamily="18" charset="0"/>
              </a:rPr>
              <a:t>nhiêu</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tâm</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tình</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dệt</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khúc</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hoan</a:t>
            </a:r>
            <a:r>
              <a:rPr lang="en-US" sz="7200" b="1" dirty="0">
                <a:solidFill>
                  <a:schemeClr val="bg1"/>
                </a:solidFill>
                <a:latin typeface="Times" panose="02020603050405020304" pitchFamily="18" charset="0"/>
                <a:cs typeface="Times" panose="02020603050405020304" pitchFamily="18" charset="0"/>
              </a:rPr>
              <a:t> ca. </a:t>
            </a:r>
            <a:endParaRPr lang="vi-VN" sz="7200" b="1" dirty="0">
              <a:solidFill>
                <a:schemeClr val="bg1"/>
              </a:solidFill>
              <a:latin typeface="Times" panose="02020603050405020304" pitchFamily="18" charset="0"/>
              <a:cs typeface="Times" panose="02020603050405020304" pitchFamily="18" charset="0"/>
            </a:endParaRPr>
          </a:p>
          <a:p>
            <a:pPr marL="0" lvl="0" indent="0" algn="just">
              <a:spcBef>
                <a:spcPts val="0"/>
              </a:spcBef>
              <a:buClr>
                <a:schemeClr val="dk1"/>
              </a:buClr>
              <a:buSzPts val="1100"/>
            </a:pPr>
            <a:r>
              <a:rPr lang="en-US" sz="7200" b="1" dirty="0">
                <a:solidFill>
                  <a:schemeClr val="bg1"/>
                </a:solidFill>
                <a:latin typeface="Times" panose="02020603050405020304" pitchFamily="18" charset="0"/>
                <a:cs typeface="Times" panose="02020603050405020304" pitchFamily="18" charset="0"/>
              </a:rPr>
              <a:t>Xin </a:t>
            </a:r>
            <a:r>
              <a:rPr lang="en-US" sz="7200" b="1" dirty="0" err="1">
                <a:solidFill>
                  <a:schemeClr val="bg1"/>
                </a:solidFill>
                <a:latin typeface="Times" panose="02020603050405020304" pitchFamily="18" charset="0"/>
                <a:cs typeface="Times" panose="02020603050405020304" pitchFamily="18" charset="0"/>
              </a:rPr>
              <a:t>dâng</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lên</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Ngài</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xin</a:t>
            </a:r>
            <a:r>
              <a:rPr lang="en-US" sz="7200" b="1" dirty="0">
                <a:solidFill>
                  <a:schemeClr val="bg1"/>
                </a:solidFill>
                <a:latin typeface="Times" panose="02020603050405020304" pitchFamily="18" charset="0"/>
                <a:cs typeface="Times" panose="02020603050405020304" pitchFamily="18" charset="0"/>
              </a:rPr>
              <a:t> tri </a:t>
            </a:r>
            <a:r>
              <a:rPr lang="en-US" sz="7200" b="1" dirty="0" err="1">
                <a:solidFill>
                  <a:schemeClr val="bg1"/>
                </a:solidFill>
                <a:latin typeface="Times" panose="02020603050405020304" pitchFamily="18" charset="0"/>
                <a:cs typeface="Times" panose="02020603050405020304" pitchFamily="18" charset="0"/>
              </a:rPr>
              <a:t>ân</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Ngài</a:t>
            </a:r>
            <a:r>
              <a:rPr lang="en-US" sz="7200" b="1" dirty="0">
                <a:solidFill>
                  <a:schemeClr val="bg1"/>
                </a:solidFill>
                <a:latin typeface="Times" panose="02020603050405020304" pitchFamily="18" charset="0"/>
                <a:cs typeface="Times" panose="02020603050405020304" pitchFamily="18" charset="0"/>
              </a:rPr>
              <a:t>.</a:t>
            </a:r>
            <a:endParaRPr sz="7200" b="1" dirty="0">
              <a:solidFill>
                <a:schemeClr val="bg1"/>
              </a:solidFill>
              <a:latin typeface="Times" panose="02020603050405020304" pitchFamily="18" charset="0"/>
              <a:ea typeface="Times New Roman"/>
              <a:cs typeface="Times" panose="02020603050405020304" pitchFamily="18" charset="0"/>
              <a:sym typeface="Times New Roman"/>
            </a:endParaRPr>
          </a:p>
        </p:txBody>
      </p:sp>
    </p:spTree>
    <p:extLst>
      <p:ext uri="{BB962C8B-B14F-4D97-AF65-F5344CB8AC3E}">
        <p14:creationId xmlns:p14="http://schemas.microsoft.com/office/powerpoint/2010/main" val="315645623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pic>
        <p:nvPicPr>
          <p:cNvPr id="6" name="Picture 5">
            <a:extLst>
              <a:ext uri="{FF2B5EF4-FFF2-40B4-BE49-F238E27FC236}">
                <a16:creationId xmlns:a16="http://schemas.microsoft.com/office/drawing/2014/main" id="{F07AFFC5-9340-EF91-5C29-B63B552FBBDB}"/>
              </a:ext>
            </a:extLst>
          </p:cNvPr>
          <p:cNvPicPr>
            <a:picLocks noChangeAspect="1"/>
          </p:cNvPicPr>
          <p:nvPr/>
        </p:nvPicPr>
        <p:blipFill>
          <a:blip r:embed="rId3"/>
          <a:stretch>
            <a:fillRect/>
          </a:stretch>
        </p:blipFill>
        <p:spPr>
          <a:xfrm>
            <a:off x="0" y="-1"/>
            <a:ext cx="9144000" cy="5145437"/>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012"/>
        <p:cNvGrpSpPr/>
        <p:nvPr/>
      </p:nvGrpSpPr>
      <p:grpSpPr>
        <a:xfrm>
          <a:off x="0" y="0"/>
          <a:ext cx="0" cy="0"/>
          <a:chOff x="0" y="0"/>
          <a:chExt cx="0" cy="0"/>
        </a:xfrm>
      </p:grpSpPr>
      <p:sp>
        <p:nvSpPr>
          <p:cNvPr id="1013" name="Google Shape;1013;g3eb98287b44_0_76"/>
          <p:cNvSpPr txBox="1">
            <a:spLocks noGrp="1"/>
          </p:cNvSpPr>
          <p:nvPr>
            <p:ph type="subTitle" idx="1"/>
          </p:nvPr>
        </p:nvSpPr>
        <p:spPr>
          <a:xfrm>
            <a:off x="0" y="355004"/>
            <a:ext cx="9144000" cy="4788496"/>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pPr>
            <a:r>
              <a:rPr lang="en-US" sz="7200" b="1" dirty="0">
                <a:solidFill>
                  <a:schemeClr val="bg1"/>
                </a:solidFill>
                <a:latin typeface="Times" panose="02020603050405020304" pitchFamily="18" charset="0"/>
                <a:cs typeface="Times" panose="02020603050405020304" pitchFamily="18" charset="0"/>
              </a:rPr>
              <a:t>Thánh Tâm Chúa </a:t>
            </a:r>
            <a:r>
              <a:rPr lang="en-US" sz="7200" b="1" dirty="0" err="1">
                <a:solidFill>
                  <a:schemeClr val="bg1"/>
                </a:solidFill>
                <a:latin typeface="Times" panose="02020603050405020304" pitchFamily="18" charset="0"/>
                <a:cs typeface="Times" panose="02020603050405020304" pitchFamily="18" charset="0"/>
              </a:rPr>
              <a:t>Giêsu</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nguồn</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êm</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ái</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dịu</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dàng</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xin</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hãy</a:t>
            </a:r>
            <a:r>
              <a:rPr lang="en-US" sz="7200" b="1" dirty="0">
                <a:solidFill>
                  <a:schemeClr val="bg1"/>
                </a:solidFill>
                <a:latin typeface="Times" panose="02020603050405020304" pitchFamily="18" charset="0"/>
                <a:cs typeface="Times" panose="02020603050405020304" pitchFamily="18" charset="0"/>
              </a:rPr>
              <a:t> ban </a:t>
            </a:r>
            <a:r>
              <a:rPr lang="en-US" sz="7200" b="1" dirty="0" err="1">
                <a:solidFill>
                  <a:schemeClr val="bg1"/>
                </a:solidFill>
                <a:latin typeface="Times" panose="02020603050405020304" pitchFamily="18" charset="0"/>
                <a:cs typeface="Times" panose="02020603050405020304" pitchFamily="18" charset="0"/>
              </a:rPr>
              <a:t>xuống</a:t>
            </a:r>
            <a:r>
              <a:rPr lang="en-US" sz="7200" b="1" dirty="0">
                <a:solidFill>
                  <a:schemeClr val="bg1"/>
                </a:solidFill>
                <a:latin typeface="Times" panose="02020603050405020304" pitchFamily="18" charset="0"/>
                <a:cs typeface="Times" panose="02020603050405020304" pitchFamily="18" charset="0"/>
              </a:rPr>
              <a:t> </a:t>
            </a:r>
            <a:r>
              <a:rPr lang="en-US" sz="7200" b="1" dirty="0" err="1">
                <a:solidFill>
                  <a:schemeClr val="bg1"/>
                </a:solidFill>
                <a:latin typeface="Times" panose="02020603050405020304" pitchFamily="18" charset="0"/>
                <a:cs typeface="Times" panose="02020603050405020304" pitchFamily="18" charset="0"/>
              </a:rPr>
              <a:t>lòng</a:t>
            </a:r>
            <a:r>
              <a:rPr lang="en-US" sz="7200" b="1" dirty="0">
                <a:solidFill>
                  <a:schemeClr val="bg1"/>
                </a:solidFill>
                <a:latin typeface="Times" panose="02020603050405020304" pitchFamily="18" charset="0"/>
                <a:cs typeface="Times" panose="02020603050405020304" pitchFamily="18" charset="0"/>
              </a:rPr>
              <a:t> con</a:t>
            </a:r>
            <a:endParaRPr sz="7200" b="1" dirty="0">
              <a:solidFill>
                <a:schemeClr val="bg1"/>
              </a:solidFill>
              <a:latin typeface="Times" panose="02020603050405020304" pitchFamily="18" charset="0"/>
              <a:ea typeface="Times New Roman"/>
              <a:cs typeface="Times" panose="02020603050405020304" pitchFamily="18" charset="0"/>
              <a:sym typeface="Times New Roman"/>
            </a:endParaRPr>
          </a:p>
        </p:txBody>
      </p:sp>
      <p:sp>
        <p:nvSpPr>
          <p:cNvPr id="2" name="Rectangle 1">
            <a:extLst>
              <a:ext uri="{FF2B5EF4-FFF2-40B4-BE49-F238E27FC236}">
                <a16:creationId xmlns:a16="http://schemas.microsoft.com/office/drawing/2014/main" id="{43FECA66-588A-1549-BB4E-9077750BE27B}"/>
              </a:ext>
            </a:extLst>
          </p:cNvPr>
          <p:cNvSpPr/>
          <p:nvPr/>
        </p:nvSpPr>
        <p:spPr>
          <a:xfrm>
            <a:off x="0" y="1"/>
            <a:ext cx="9144000" cy="355002"/>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800" b="1" dirty="0">
                <a:solidFill>
                  <a:srgbClr val="00B050"/>
                </a:solidFill>
                <a:latin typeface="+mj-lt"/>
              </a:rPr>
              <a:t>Kết Lễ: </a:t>
            </a:r>
            <a:r>
              <a:rPr lang="vi-VN" sz="1800" b="1" dirty="0">
                <a:solidFill>
                  <a:srgbClr val="FF0000"/>
                </a:solidFill>
                <a:latin typeface="+mj-lt"/>
              </a:rPr>
              <a:t>Thánh Tâm Chúa Giêsu</a:t>
            </a:r>
            <a:endParaRPr lang="en-US" sz="1800" b="1" dirty="0">
              <a:solidFill>
                <a:srgbClr val="FF0000"/>
              </a:solidFill>
              <a:latin typeface="+mj-lt"/>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017"/>
        <p:cNvGrpSpPr/>
        <p:nvPr/>
      </p:nvGrpSpPr>
      <p:grpSpPr>
        <a:xfrm>
          <a:off x="0" y="0"/>
          <a:ext cx="0" cy="0"/>
          <a:chOff x="0" y="0"/>
          <a:chExt cx="0" cy="0"/>
        </a:xfrm>
      </p:grpSpPr>
      <p:sp>
        <p:nvSpPr>
          <p:cNvPr id="1018" name="Google Shape;1018;g3f16ddd2213_0_72"/>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pPr>
            <a:r>
              <a:rPr lang="vi-VN" sz="7200" b="1" dirty="0">
                <a:solidFill>
                  <a:schemeClr val="bg1"/>
                </a:solidFill>
                <a:latin typeface="+mj-lt"/>
              </a:rPr>
              <a:t>Ngọn lửa say yêu một Chúa. Thánh Tâm Chúa Giêsu, tràn lan tình thương xót</a:t>
            </a:r>
            <a:endParaRPr sz="7200" b="1" dirty="0">
              <a:solidFill>
                <a:schemeClr val="bg1"/>
              </a:solidFill>
              <a:latin typeface="+mj-lt"/>
              <a:ea typeface="Times New Roman"/>
              <a:cs typeface="Times New Roman" panose="02020603050405020304" pitchFamily="18" charset="0"/>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022"/>
        <p:cNvGrpSpPr/>
        <p:nvPr/>
      </p:nvGrpSpPr>
      <p:grpSpPr>
        <a:xfrm>
          <a:off x="0" y="0"/>
          <a:ext cx="0" cy="0"/>
          <a:chOff x="0" y="0"/>
          <a:chExt cx="0" cy="0"/>
        </a:xfrm>
      </p:grpSpPr>
      <p:sp>
        <p:nvSpPr>
          <p:cNvPr id="1023" name="Google Shape;1023;g3eb98287b44_0_80"/>
          <p:cNvSpPr txBox="1">
            <a:spLocks noGrp="1"/>
          </p:cNvSpPr>
          <p:nvPr>
            <p:ph type="subTitle" idx="1"/>
          </p:nvPr>
        </p:nvSpPr>
        <p:spPr>
          <a:xfrm>
            <a:off x="0" y="0"/>
            <a:ext cx="9144000" cy="5143500"/>
          </a:xfrm>
          <a:prstGeom prst="rect">
            <a:avLst/>
          </a:prstGeom>
          <a:solidFill>
            <a:srgbClr val="002060"/>
          </a:solidFill>
          <a:ln>
            <a:noFill/>
          </a:ln>
        </p:spPr>
        <p:txBody>
          <a:bodyPr spcFirstLastPara="1" wrap="square" lIns="91425" tIns="45700" rIns="91425" bIns="45700" anchor="t" anchorCtr="0">
            <a:noAutofit/>
          </a:bodyPr>
          <a:lstStyle/>
          <a:p>
            <a:pPr marL="0" lvl="0" indent="0" algn="just">
              <a:spcBef>
                <a:spcPts val="0"/>
              </a:spcBef>
            </a:pPr>
            <a:r>
              <a:rPr lang="vi-VN" sz="7200" b="1" dirty="0">
                <a:solidFill>
                  <a:schemeClr val="bg1"/>
                </a:solidFill>
                <a:latin typeface="+mj-lt"/>
              </a:rPr>
              <a:t>xin thương những người đã trót vô tình vấp phạm đến  Thánh Tâm Ngài.</a:t>
            </a:r>
            <a:endParaRPr sz="7200" b="1" dirty="0">
              <a:solidFill>
                <a:schemeClr val="bg1"/>
              </a:solidFill>
              <a:latin typeface="+mj-lt"/>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2" name="Rectangle 1">
            <a:extLst>
              <a:ext uri="{FF2B5EF4-FFF2-40B4-BE49-F238E27FC236}">
                <a16:creationId xmlns:a16="http://schemas.microsoft.com/office/drawing/2014/main" id="{18425FCD-934A-0C6E-5B8A-BB5AD019889F}"/>
              </a:ext>
            </a:extLst>
          </p:cNvPr>
          <p:cNvSpPr/>
          <p:nvPr/>
        </p:nvSpPr>
        <p:spPr>
          <a:xfrm>
            <a:off x="0" y="4281544"/>
            <a:ext cx="9144000" cy="861955"/>
          </a:xfrm>
          <a:prstGeom prst="rect">
            <a:avLst/>
          </a:prstGeom>
          <a:solidFill>
            <a:schemeClr val="accent6">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vi-VN" sz="3200" b="1">
                <a:solidFill>
                  <a:srgbClr val="FF0000"/>
                </a:solidFill>
                <a:latin typeface="+mj-lt"/>
              </a:rPr>
              <a:t>Chúc Mừng Bổn Mạng quí ông, quí anh </a:t>
            </a:r>
            <a:endParaRPr lang="en-US" sz="3200" b="1" dirty="0">
              <a:solidFill>
                <a:srgbClr val="FF0000"/>
              </a:solidFill>
              <a:latin typeface="+mj-lt"/>
            </a:endParaRPr>
          </a:p>
        </p:txBody>
      </p:sp>
      <p:pic>
        <p:nvPicPr>
          <p:cNvPr id="4" name="Picture 3">
            <a:extLst>
              <a:ext uri="{FF2B5EF4-FFF2-40B4-BE49-F238E27FC236}">
                <a16:creationId xmlns:a16="http://schemas.microsoft.com/office/drawing/2014/main" id="{69C219EF-6EAF-C232-8239-62AB725E59C6}"/>
              </a:ext>
            </a:extLst>
          </p:cNvPr>
          <p:cNvPicPr>
            <a:picLocks noChangeAspect="1"/>
          </p:cNvPicPr>
          <p:nvPr/>
        </p:nvPicPr>
        <p:blipFill>
          <a:blip r:embed="rId3"/>
          <a:stretch>
            <a:fillRect/>
          </a:stretch>
        </p:blipFill>
        <p:spPr>
          <a:xfrm>
            <a:off x="0" y="2232"/>
            <a:ext cx="9144000" cy="427931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79</TotalTime>
  <Words>1576</Words>
  <Application>Microsoft Office PowerPoint</Application>
  <PresentationFormat>On-screen Show (16:9)</PresentationFormat>
  <Paragraphs>124</Paragraphs>
  <Slides>96</Slides>
  <Notes>96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96</vt:i4>
      </vt:variant>
    </vt:vector>
  </HeadingPairs>
  <TitlesOfParts>
    <vt:vector size="101" baseType="lpstr">
      <vt:lpstr>Arial</vt:lpstr>
      <vt:lpstr>Calibri</vt:lpstr>
      <vt:lpstr>Times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KINH VINH DANH</vt:lpstr>
      <vt:lpstr>A+B: và bình an dưới thế cho người thiện tâm.</vt:lpstr>
      <vt:lpstr>A: Chúng con ca ngợi Chúa, B: chúng con chúc tụng Chúa,</vt:lpstr>
      <vt:lpstr>A: chúng   con thờ lạy Chúa, B: chúng con tôn vinh Chúa,</vt:lpstr>
      <vt:lpstr>A: chúng con cảm tạ Chúa vì vinh quang cao cả Chúa.</vt:lpstr>
      <vt:lpstr>B: Lạy Chúa là Thiên Chúa, là Vua trên trời, là Chúa Cha toàn năng.</vt:lpstr>
      <vt:lpstr>A: Lạy Con một Thiên Chúa, Chúa Giêsu Kitô.</vt:lpstr>
      <vt:lpstr>B: Lạy Chúa là Thiên Chúa, là Chiên Thiên Chúa, là Con Ðức Chúa Cha,</vt:lpstr>
      <vt:lpstr>A: Chúa xóa tội trần gian, xin thương xót chúng con,</vt:lpstr>
      <vt:lpstr>B: Chúa xóa tội trần gian, xin nhậm lời chúng con cầu khẩn.</vt:lpstr>
      <vt:lpstr>A: Chúa ngự bên hữu Ðức Chúa Cha, xin thương xót chúng con.</vt:lpstr>
      <vt:lpstr>B: Vì lạy Chúa Giêsu Kitô, chỉ có Chúa là Ðấng Thánh,</vt:lpstr>
      <vt:lpstr>chỉ có Chúa là Chúa, chỉ có Chúa là Ðấng Tối Cao,</vt:lpstr>
      <vt:lpstr>A+B: Cùng Ðức Chúa Thánh Thần trong vinh quang Ðức Chúa Cha. Amen.</vt:lpstr>
      <vt:lpstr>PowerPoint Presentation</vt:lpstr>
      <vt:lpstr>PowerPoint Presentation</vt:lpstr>
      <vt:lpstr>PowerPoint Presentation</vt:lpstr>
      <vt:lpstr>PowerPoint Presentation</vt:lpstr>
      <vt:lpstr>All… All…  Con là Ðá, trên đá này Thầy sẽ xây Hội Thánh của Thầy</vt:lpstr>
      <vt:lpstr> và cửa địa ngục sẽ không thắng được. All.. All..</vt:lpstr>
      <vt:lpstr>PowerPoint Presentation</vt:lpstr>
      <vt:lpstr>PowerPoint Presentation</vt:lpstr>
      <vt:lpstr>CT: Tôi tin kính một Thiên Chúa là Cha toàn năng.</vt:lpstr>
      <vt:lpstr>Đấng tạo thành trời đất muôn vật hữu hình và vô hình.</vt:lpstr>
      <vt:lpstr>Tôi tin kính một Chúa Giê-su Ki-tô Con Một Thiên Chúa,</vt:lpstr>
      <vt:lpstr>sinh bởi Đức Chúa Cha từ trước muôn đời.</vt:lpstr>
      <vt:lpstr>Người là Thiên Chúa bởi Thiên Chúa, Ánh Sáng bởi Ánh Sáng,</vt:lpstr>
      <vt:lpstr>Thiên Chúa thật bởi Thiên Chúa Thật Được sinh ra mà không phải được tạo thành, </vt:lpstr>
      <vt:lpstr>đồng bản thể với Đức Chúa Cha: nhờ Người mà muôn vật được tạo thành.</vt:lpstr>
      <vt:lpstr>Vì loài người chúng ta và để cứu độ chúng ta, Người đã từ trời xuống thế.</vt:lpstr>
      <vt:lpstr>Bởi phép Đức Chúa Thánh Thần Người đã nhập thể trong lòng Trinh Nữ Maria, và đã làm người.</vt:lpstr>
      <vt:lpstr>Người chịu đóng đinh vào thập giá vì chúng ta, Thời quan Phong-xi-ô Phi-la-tô; </vt:lpstr>
      <vt:lpstr>Người chịu khổ hình và mai táng, ngày thứ ba Người sống lại như lời Thánh Kinh.</vt:lpstr>
      <vt:lpstr>Người lên trời, ngự bên hữu Đức Chúa Cha, và Người sẽ lại đến trong vinh quang</vt:lpstr>
      <vt:lpstr>để phán xét kẻ sống và kẻ chết, Nước Người sẽ không bao giờ cùng.</vt:lpstr>
      <vt:lpstr>Tôi tinh kính Đức Chúa Thánh Thần là Thiên Chúa, và là Đấng ban sự sống,</vt:lpstr>
      <vt:lpstr>Người bởi Đức Chúa Cha và Đức Chúa Con mà ra.</vt:lpstr>
      <vt:lpstr>Người được phụng thờ và tôn vinh cùng với Đức Chúa Cha và Đức Chúa Con.</vt:lpstr>
      <vt:lpstr>Người đã dùng các Tiên tri mà phán dạy.</vt:lpstr>
      <vt:lpstr>Tôi tin Hội Thánh duy nhất, thánh thiện, công giáo và tông truyền.</vt:lpstr>
      <vt:lpstr>Tôi tuyên xưng có một Phép Rửa để tha tội.</vt:lpstr>
      <vt:lpstr>Tôi trông đợi kẻ chết sống lại và sự sống đời sau. Amen.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Thánh, Thánh, Thánh. Chúa là Thiên Chúa các đạo binh </vt:lpstr>
      <vt:lpstr>Trời đất đầy vinh quang Chúa. Hoan hô Chúa trên các tầng trời.</vt:lpstr>
      <vt:lpstr>Chúc tụng Đấng ngự đến nhân danh Chúa. Hoan hô Chúa trên các tầng trời.</vt:lpstr>
      <vt:lpstr>PowerPoint Presentation</vt:lpstr>
      <vt:lpstr>  Lạy Chiên Thiên Chúa, Đấng xóa tội trần gian, xin thương xót chúng con. </vt:lpstr>
      <vt:lpstr>Lạy Chiên Thiên Chúa, Đấng xóa tội trần gian: xin thương xót chúng con.</vt:lpstr>
      <vt:lpstr>Lạy Chiên Thiên Chúa, Đấng xóa tội trần gian: xin ban bình an cho chúng con.</vt:lpstr>
      <vt:lpstr>PowerPoint Presentation</vt:lpstr>
      <vt:lpstr>Phêrô thưa cùng Chúa Giêsu rằng: “Thầy là Đức Kitô, Con Thiên Chúa hằng sống  ...</vt:lpstr>
      <vt:lpstr>Chúa Giêsu đáp: Con là Đá, trên Đá này Thầy sẽ xây Hội thánh của Thầy”.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pc</dc:creator>
  <cp:lastModifiedBy>pc</cp:lastModifiedBy>
  <cp:revision>9</cp:revision>
  <dcterms:created xsi:type="dcterms:W3CDTF">2023-01-29T22:00:16Z</dcterms:created>
  <dcterms:modified xsi:type="dcterms:W3CDTF">2026-06-27T14:23:01Z</dcterms:modified>
</cp:coreProperties>
</file>