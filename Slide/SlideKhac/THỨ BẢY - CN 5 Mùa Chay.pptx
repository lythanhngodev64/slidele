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9" roundtripDataSignature="AMtx7mgcAmgLVeIkR38cQ57NDlP8YbUC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customschemas.google.com/relationships/presentationmetadata" Target="meta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173e4e587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d173e4e587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173e4e587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d173e4e587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173e4e587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d173e4e587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173e4e587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d173e4e587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173e4e587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d173e4e587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173e4e587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d173e4e587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173e4e587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d173e4e587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173e4e587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d173e4e587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173e4e587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d173e4e587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cb7c2c030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cb7c2c030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173e4e587_0_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d173e4e587_0_1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173e4e587_0_1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d173e4e587_0_1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cfb9398492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cfb9398492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d173e4e587_0_1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d173e4e587_0_1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173e4e587_0_1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d173e4e587_0_1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173e4e587_0_1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d173e4e587_0_1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d173e4e587_0_1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d173e4e587_0_1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d173e4e587_0_1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d173e4e587_0_1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d173e4e587_0_1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d173e4e587_0_1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d173e4e587_0_1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d173e4e587_0_1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3" name="Google Shape;67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173e4e587_0_1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d173e4e587_0_1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g3d173e4e587_0_139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d173e4e587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0" name="Google Shape;690;g3d173e4e587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1" name="Google Shape;771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6" name="Google Shape;776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6" name="Google Shape;786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d173e4e587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6" name="Google Shape;796;g3d173e4e587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1" name="Google Shape;801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c532ad054d_0_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6" name="Google Shape;816;g3c532ad054d_0_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d9fdf0b355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1" name="Google Shape;821;g3d9fdf0b355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cfb9398492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6" name="Google Shape;826;g3cfb9398492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cfb9398492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1" name="Google Shape;831;g3cfb9398492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cfb9398492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6" name="Google Shape;836;g3cfb9398492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d9fdf0b355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g3d9fdf0b355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d9fdf0b355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6" name="Google Shape;846;g3d9fdf0b355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d9fdf0b355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1" name="Google Shape;851;g3d9fdf0b355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d9fdf0b355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6" name="Google Shape;856;g3d9fdf0b355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d9fdf0b355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g3d9fdf0b355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d9fdf0b355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6" name="Google Shape;866;g3d9fdf0b355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1" name="Google Shape;871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1" name="Google Shape;881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1" name="Google Shape;891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6" name="Google Shape;896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1" name="Google Shape;901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6" name="Google Shape;906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2" name="Google Shape;922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2" name="Google Shape;932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7" name="Google Shape;937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2" name="Google Shape;942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d173e4e587_0_1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7" name="Google Shape;947;g3d173e4e587_0_18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2" name="Google Shape;952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7" name="Google Shape;957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2" name="Google Shape;962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cfb9398492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7" name="Google Shape;967;g3cfb9398492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cfb9398492_0_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2" name="Google Shape;972;g3cfb9398492_0_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cfb9398492_0_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7" name="Google Shape;977;g3cfb9398492_0_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d173e4e587_0_1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2" name="Google Shape;982;g3d173e4e587_0_18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d173e4e587_0_1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7" name="Google Shape;987;g3d173e4e587_0_19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d173e4e587_0_1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2" name="Google Shape;992;g3d173e4e587_0_19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d173e4e587_0_1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7" name="Google Shape;997;g3d173e4e587_0_19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d173e4e587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2" name="Google Shape;1002;g3d173e4e587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7" name="Google Shape;1007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2" name="Google Shape;1012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7" name="Google Shape;1017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2" name="Google Shape;1022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d173e4e587_0_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7" name="Google Shape;1027;g3d173e4e587_0_2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2" name="Google Shape;1032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7" name="Google Shape;1037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d173e4e587_0_2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2" name="Google Shape;1042;g3d173e4e587_0_2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d173e4e587_0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7" name="Google Shape;1047;g3d173e4e587_0_2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2" name="Google Shape;1052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6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3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5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2.jp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2.jp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2.jp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2.jp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5.pn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3d173e4e587_0_2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173e4e587_0_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d173e4e587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173e4e587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173e4e587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Về đây, hỡi người, nào về đây! Tình thương Chúa Trời luôn nối kết.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173e4e587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 đây Thiên Chúa Ðấng từ bi, Người xóa hết tội ta, Người dẫn lối đời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173e4e587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Hãy trở về với Ta nối kết tình cách xa bao năm qua.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173e4e587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trở về với Ta, nối kết tình cách xa thêm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g3d173e4e587_0_2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129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(04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 vực sâu con kêu lên Ngài lạy Chúa, muôn lạy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hãy nghe tiếng con, dám xin Chúa hãy để tai,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hầu thương nghe tiếng con van nài.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một niềm từ ái khoan hồng và hay thương đoái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 cứu độ hằng ban chứa chan.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mà chấp bao nhiêu lỗi lầm lạy Chúa, muôn lạy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b7c2c030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người còn đứng vững được, nhưng Ngài khoan hồng rộng tha,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muôn dân kính yêu tôn thờ.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173e4e587_0_1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một niềm từ ái khoan hồng và hay thương đoái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d173e4e587_0_1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 cứu độ hằng ban chứa chan.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Lòng thành khẩn con dâng lên Ngài, lạy Chúa, muôn lạy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Nơi Lời Ngài con vững trông, hơn quân canh mong hừng đông,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cfb9398492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hồn con ngóng trông lên Ngài.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d173e4e587_0_1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một niềm từ ái khoan hồng và hay thương đoái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d173e4e587_0_1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 cứu độ hằng ban chứa chan.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173e4e587_0_1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Cậy vào Chúa Is-ra-el nào, vì Chúa luôn từ ái.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173e4e587_0_1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Nơi Ngài giàu ơn cứu độ, xót thương hết mọi thần dân,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173e4e587_0_1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cứu thoát khỏi muôn tội tình.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d173e4e587_0_1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một niềm từ ái khoan hồng và hay thương đoái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d173e4e587_0_1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ơn cứu độ hằng ban chứa chan.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phán: </a:t>
            </a:r>
            <a:b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“Ta là sự sống lại </a:t>
            </a:r>
            <a:b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và là sự sống. 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76" name="Google Shape;67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173e4e587_0_139"/>
          <p:cNvSpPr txBox="1"/>
          <p:nvPr>
            <p:ph type="ctrTitle"/>
          </p:nvPr>
        </p:nvSpPr>
        <p:spPr>
          <a:xfrm>
            <a:off x="0" y="-225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Ai tin tưởng Ta </a:t>
            </a:r>
            <a:b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sẽ không phải </a:t>
            </a:r>
            <a:b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chết ngàn thu”.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g3baa635748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692;g3d173e4e587_0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698" name="Google Shape;698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g3d173e4e587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ĐĨA THÁNH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Trên đĩa thánh con dâng Ngài tấm bánh, là giọt mồ hôi là sức lao công,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cuộc đời gian khó kết nên lễ dâng.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chén thánh con dâng Ngài chén rượu,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c532ad054d_0_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giờ đây tận hiến con muốn yêu Cha hết tâm hồn trọn đời.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d9fdf0b355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Chính Chúa nhân hiền điểm tô đời con, thánh hóa lao công xóa bao tội tình.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cfb9398492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nhận của lễ con dâng, lễ vật do sức lao công,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cfb9398492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người gian nan kiếp sống.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nhận của lễ con dâng,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cfb9398492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tình ân phúc thương ban, tô đời tươi thắm ơn lành.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d9fdf0b355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3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73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thánh giá giang tay Ngài đã chết, này ngàn khổ đau đổ xuống trên vai,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d9fdf0b355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dài u tối sống cho ngày mai.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trong cõi vinh quang Ngài sống lại.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d9fdf0b355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 lối đưa đường thánh ân Ngài ban, cứu sống con người sướng vui đầy tràn.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d9fdf0b355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nhận của lễ con dâng, lễ vật do sức lao công,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d9fdf0b355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người gian nan kiếp sống.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Ngài nhận của lễ con dâng,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d9fdf0b355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tình ân phúc thương ban, tô đời tươi thắm ơn lành.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nói: “Ai sống và tin vào Thầy, </a:t>
            </a:r>
            <a:b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sẽ không bao giờ phải chết”.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t/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g3cb7c2c030f_0_8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VƯƠN CAO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LINH HỒN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Lm. Nguyễn Duy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mãi đời con cứ ngủ vùi trong muôn tội tình.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mãi đời con mất đi rồi một niềm tin kính.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đến cùng con, Chúa ơi! Một lần cho tâm trí bừng dậy.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d173e4e587_0_18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trái tim dâng nhịp thánh thiện.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thức dậy đi! Hãy thức dậy 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Ngẩng cao linh hồn sám hối.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 chen giữa đời, đam mê rã rời, thôi nay hết rồi.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về với Cha bao dung, cho lòng say giấc yêu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cfb9398492_0_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mãi đời con đã quên Ngài khi say tình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cfb9398492_0_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Nếu mãi lòng con đã không còn tình yêu Thiên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cfb9398492_0_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đến cùng con, Chúa ơi!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lần trong thiết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d173e4e587_0_18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Mời gọi đưa trái tim con về với Người.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d173e4e587_0_19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thức dậy đi! Hãy thức dậy 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Ngẩng cao linh hồn sám hối.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d173e4e587_0_19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 chen giữa đời, đam mê rã rời, thôi nay hết rồi.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d173e4e587_0_1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về với Cha bao dung, cho lòng say giấc yêu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4" name="Google Shape;1004;g3d173e4e587_0_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GIU-SE (3)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Đăng Ngôn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Giu-se người là mẫu gương trông cậy.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Sống xin vâng cuộc đời sáng gương thanh bần.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Phần phúc cao sang ngự nơi chốn cao huy hoàng.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d173e4e587_0_2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Cúi xin Thánh Cả hộ phù chúng con ngày đêm.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Cha Giu-se ngàn hoa thắm tươi lừng hương.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Cha yêu thương đoàn con cái nơi ngàn phương.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d173e4e587_0_2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Cha Giu-se đời bao khó nguy lầm than.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d173e4e587_0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Cha yêu thương gìn giữ tháng năm bình an.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g3cb7c2c030f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"/>
            <a:ext cx="91695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