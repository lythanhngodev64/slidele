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3" roundtripDataSignature="AMtx7mj4WjyU4jT2B5qukPhcwbJdQPm7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102" Type="http://schemas.openxmlformats.org/officeDocument/2006/relationships/slide" Target="slides/slide97.xml"/><Relationship Id="rId223" Type="http://customschemas.google.com/relationships/presentationmetadata" Target="metadata"/><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491e64396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491e64396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54ad4d3bd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54ad4d3bd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54ad4d3bd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54ad4d3bd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54ad4d3bd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f54ad4d3bd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54ad4d3b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f54ad4d3b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54ad4d3bd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f54ad4d3bd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54ad4d3bd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f54ad4d3bd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54ad4d3bd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f54ad4d3bd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54ad4d3bd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f54ad4d3bd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82dfb2a92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f82dfb2a92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4" name="Google Shape;60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6" name="Google Shape;64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2" name="Google Shape;65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8" name="Google Shape;65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4" name="Google Shape;66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0" name="Google Shape;67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f82dfb2a92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f82dfb2a92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491e64396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491e64396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54ad4d3bd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54ad4d3bd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54ad4d3bd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f54ad4d3bd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f54ad4d3bd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f54ad4d3bd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f54ad4d3bd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f54ad4d3bd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f82dfb2a92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4" name="Google Shape;774;g3f82dfb2a92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82dfb2a92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82dfb2a92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0aa96aa8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0aa96aa8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0aa96aa8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0aa96aa8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0aa96aa8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0aa96aa8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0aa96aa8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0aa96aa8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0aa96aa8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0aa96aa8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54ad4d3bd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54ad4d3bd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54ad4d3bd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f54ad4d3bd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0aa96aa8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f0aa96aa8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f491e64396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f491e64396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0aa96aa8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f0aa96aa8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f54ad4d3bd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f54ad4d3bd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f54ad4d3bd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f54ad4d3bd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f54ad4d3bd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f54ad4d3bd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f54ad4d3bd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f54ad4d3bd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f54ad4d3bd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f54ad4d3bd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54ad4d3bd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f54ad4d3bd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f54ad4d3bd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f54ad4d3bd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f54ad4d3bd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f54ad4d3bd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f54ad4d3bd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f54ad4d3bd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54ad4d3bd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54ad4d3bd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54ad4d3bd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54ad4d3bd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54ad4d3bd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54ad4d3bd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54ad4d3bd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54ad4d3bd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54ad4d3bd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54ad4d3bd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54ad4d3bd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54ad4d3bd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491e64396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491e64396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491e64396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491e64396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491e64396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491e64396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54ad4d3bd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54ad4d3bd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54ad4d3bd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54ad4d3bd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54ad4d3bd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54ad4d3bd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54ad4d3bd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54ad4d3bd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54ad4d3bd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54ad4d3bd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82dfb2a92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82dfb2a92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54ad4d3b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54ad4d3b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54ad4d3bd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54ad4d3bd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82dfb2a92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82dfb2a92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3.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3.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3.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3.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491e64396_0_24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SẼ HÂN HOAN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sẽ hân hoan tiến vào cung thánh, tới gần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Tuổi thanh xuân reo vang khúc nhạc êm ái, vương ánh sáng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Gần bàn thờ Chúa, tâm hồn con thảnh thơi trong nguồn vui thánh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Ôi nói sao được niềm vui, khi lên đền thánh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Gia-liêm đây! Thôi dừng chân lại. Đến nơi rồi, hồn ta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54ad4d3bd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sẽ hân hoan tiến vào cung thánh, tới gần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54ad4d3bd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Tuổi thanh xuân reo vang khúc nhạc êm ái, vương ánh sáng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f54ad4d3bd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Gần bàn thờ Chúa, tâm hồn con thảnh thơi trong nguồn vui thánh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f54ad4d3bd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Đây chốn sum vầy yên vui, mong sao được sống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f54ad4d3bd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anh em chung lời ca ngợi. Hát lên nào, hồn ta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f54ad4d3bd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sẽ hân hoan tiến vào cung thánh, tới gần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f54ad4d3bd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Tuổi thanh xuân reo vang khúc nhạc êm ái, vương ánh sáng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f54ad4d3bd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Gần bàn thờ Chúa, tâm hồn con thảnh thơi trong nguồn vui thánh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g3f82dfb2a92_0_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4" name="Google Shape;59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sp>
        <p:nvSpPr>
          <p:cNvPr id="606" name="Google Shape;60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id="677" name="Google Shape;677;g3f82dfb2a92_0_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3" name="Google Shape;68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Lạy Chúa, tình Chúa như sông sâu biển rộng, lòng Chúa luôn bao dung khoan hồng,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giàu tình thương cho những kẻ đợi trông, ngàn hồng ân cho những kẻ cầu mong.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Đấng nhân hậu và hay xót thương, đây lòng con cất tiếng khẩn cầu,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491e64396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tình yêu của Chúa thẳm sâu, cho đẹp mầu ơn phúc bền lâu.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Lạy Chúa, này các dân Chúa đã tác thành, họ đến chung nhau lời ca ngợi,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thờ lạy Chúa ôi Chúa Đấng quyền năng, kỳ diệu thay tay Chúa đã làm nên.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54ad4d3bd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Đấng nhân hậu và hay xót thương, đây lòng con cất tiếng khẩn cầu,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f54ad4d3bd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tình yêu của Chúa thẳm sâu, cho đẹp mầu ơn phúc bền lâu.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Lạy Chúa, Ngài rất khoan dung và nhân hậu, hằng lắng nghe tiếng người kêu cầu,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chở che qua bao cảnh bể dâu, Ngài đỡ nâng qua những nỗi khổ sầu.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f54ad4d3bd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Đấng nhân hậu và hay xót thương, đây lòng con cất tiếng khẩn cầu,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f54ad4d3bd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tình yêu của Chúa thẳm sâu, cho đẹp mầu ơn phúc bền lâu.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2" name="Shape 752"/>
        <p:cNvGrpSpPr/>
        <p:nvPr/>
      </p:nvGrpSpPr>
      <p:grpSpPr>
        <a:xfrm>
          <a:off x="0" y="0"/>
          <a:ext cx="0" cy="0"/>
          <a:chOff x="0" y="0"/>
          <a:chExt cx="0" cy="0"/>
        </a:xfrm>
      </p:grpSpPr>
      <p:sp>
        <p:nvSpPr>
          <p:cNvPr id="753" name="Google Shape;75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54" name="Google Shape;75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Lạy Chúa, Lời của Chúa là thần trí và là sự sống, </a:t>
            </a:r>
            <a:endParaRPr b="1" sz="7200">
              <a:solidFill>
                <a:schemeClr val="lt1"/>
              </a:solidFill>
              <a:latin typeface="Times New Roman"/>
              <a:ea typeface="Times New Roman"/>
              <a:cs typeface="Times New Roman"/>
              <a:sym typeface="Times New Roman"/>
            </a:endParaRPr>
          </a:p>
        </p:txBody>
      </p:sp>
      <p:sp>
        <p:nvSpPr>
          <p:cNvPr id="761" name="Google Shape;76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Chúa có lời ban sự sống ngàn thu.</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id="771" name="Google Shape;77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pic>
        <p:nvPicPr>
          <p:cNvPr id="776" name="Google Shape;776;g3f82dfb2a92_0_9"/>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82" name="Google Shape;78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pic>
        <p:nvPicPr>
          <p:cNvPr id="882" name="Google Shape;882;g3f82dfb2a92_0_13"/>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0aa96aa8e_0_2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KHÚC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TRẦM 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(Dao Kim)</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0aa96aa8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Lời con như trầm hương bay lên tới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0aa96aa8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bay lên tới thiên đường cho lung linh ánh nhiệm mầu.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0aa96aa8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Thiết tha là như cánh vạc kêu sương Chúa ơi.</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0aa96aa8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Lòng con chân thành dâng vinh quang Chúa muôn vàn,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54ad4d3bd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không gian với tơ vang dậy cao siêu lễ tôn thờ.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f54ad4d3bd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Khẩn cầu là Chúa hãy đủ thương ban muôn hồng 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f0aa96aa8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1. </a:t>
            </a:r>
            <a:r>
              <a:rPr b="1" lang="en-US" sz="7800">
                <a:solidFill>
                  <a:schemeClr val="lt1"/>
                </a:solidFill>
                <a:latin typeface="Times New Roman"/>
                <a:ea typeface="Times New Roman"/>
                <a:cs typeface="Times New Roman"/>
                <a:sym typeface="Times New Roman"/>
              </a:rPr>
              <a:t>Chúa ơi, bênh vực con luôn khỏi những quân gian thù hằng mưu ác hại con.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f491e64396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Cánh tay con này vươn cao như đất mong mưa rào,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f0aa96aa8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hồn con mong Chúa dường bao.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f54ad4d3bd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Lời con như trầm hương bay lên tới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f54ad4d3bd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bay lên tới thiên đường cho lung linh ánh nhiệm mầu.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f54ad4d3bd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Thiết tha là như cánh vạc kêu sương Chúa ơi.</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f54ad4d3bd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Lòng con chân thành dâng vinh quang Chúa muôn vàn,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f54ad4d3bd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không gian với tơ vang dậy cao siêu lễ tôn thờ.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f54ad4d3bd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Khẩn cầu là Chúa hãy đủ thương ban muôn hồng 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f54ad4d3bd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Chúa ơi, con hằng trông mong được ở trong nhà Ngài ngày đêm suốt đời con.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f54ad4d3bd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cầu như trầm hương dâng ơn thánh Chúa dạt dào,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f54ad4d3bd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dìu con lên tới đỉnh cao.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54ad4d3bd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Lời con như trầm hương bay lên tới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54ad4d3bd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bay lên tới thiên đường cho lung linh ánh nhiệm mầu.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54ad4d3bd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Thiết tha là như cánh vạc kêu sương Chúa ơi.</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54ad4d3bd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Lòng con chân thành dâng vinh quang Chúa muôn vàn,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54ad4d3bd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không gian với tơ vang dậy cao siêu lễ tôn thờ.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54ad4d3bd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Khẩn cầu là Chúa hãy đủ thương ban muôn hồng 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pic>
        <p:nvPicPr>
          <p:cNvPr id="1012" name="Google Shape;101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pic>
        <p:nvPicPr>
          <p:cNvPr id="1032" name="Google Shape;103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pic>
        <p:nvPicPr>
          <p:cNvPr id="1052" name="Google Shape;105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900">
                <a:solidFill>
                  <a:schemeClr val="lt1"/>
                </a:solidFill>
                <a:latin typeface="Times New Roman"/>
                <a:ea typeface="Times New Roman"/>
                <a:cs typeface="Times New Roman"/>
                <a:sym typeface="Times New Roman"/>
              </a:rPr>
              <a:t>Chúa đã làm những điều lạ lùng đáng ghi nhớ, Chúa thật là Đấng nhân hậu và từ bi;</a:t>
            </a:r>
            <a:endParaRPr b="1" sz="6900">
              <a:solidFill>
                <a:schemeClr val="lt1"/>
              </a:solidFill>
              <a:latin typeface="Times New Roman"/>
              <a:ea typeface="Times New Roman"/>
              <a:cs typeface="Times New Roman"/>
              <a:sym typeface="Times New Roman"/>
            </a:endParaRPr>
          </a:p>
        </p:txBody>
      </p:sp>
      <p:sp>
        <p:nvSpPr>
          <p:cNvPr id="1058" name="Google Shape;105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282feffb0_0_132"/>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Người đã ban lương thực cho những ai tôn sợ Người.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pic>
        <p:nvPicPr>
          <p:cNvPr id="1068" name="Google Shape;106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GIA NGHIỆP</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ĐỜI CON</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(Thái Nguyên)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Thánh ý Ngài là gia nghiệp đời con, là tình yêu cho con ủ ấp,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491e64396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ước mơ con thơ đi tìm, là niềm tin cho con luôn vững lòng chờ mong.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1. </a:t>
            </a:r>
            <a:r>
              <a:rPr b="1" lang="en-US" sz="7400">
                <a:solidFill>
                  <a:schemeClr val="lt1"/>
                </a:solidFill>
                <a:latin typeface="Times New Roman"/>
                <a:ea typeface="Times New Roman"/>
                <a:cs typeface="Times New Roman"/>
                <a:sym typeface="Times New Roman"/>
              </a:rPr>
              <a:t>Xin dạy con đường nẻo Ngài, xin dìu con từng bước đi qua ngàn gian khổ, </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có Chúa bên con sợ chi.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tình thương Chúa luôn đỡ đần, dầu muôn ngàn điều gian nan,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491e64396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thì đời con vui bước trong bình an giữa những bao lầm than.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491e64396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54ad4d3bd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Thánh ý Ngài là gia nghiệp đời con, là tình yêu cho con ủ ấp,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54ad4d3bd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ước mơ con thơ đi tìm, là niềm tin cho con luôn vững lòng chờ mong.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 </a:t>
            </a:r>
            <a:r>
              <a:rPr b="1" lang="en-US" sz="7400">
                <a:solidFill>
                  <a:schemeClr val="lt1"/>
                </a:solidFill>
                <a:latin typeface="Times New Roman"/>
                <a:ea typeface="Times New Roman"/>
                <a:cs typeface="Times New Roman"/>
                <a:sym typeface="Times New Roman"/>
              </a:rPr>
              <a:t>Đêm ngày con hằng khẩn cầu, như đời con hằng bấy lâu luôn được tươi mầu</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giữa những thương đau, Ngài hỡi.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là nơi chúng con ẩn mình, sống thanh bình đời đẹp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54ad4d3bd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lòng luôn vang khúc ca hồng ân, cất bước trong tình thân.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54ad4d3bd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Thánh ý Ngài là gia nghiệp đời con, là tình yêu cho con ủ ấp,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54ad4d3bd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ước mơ con thơ đi tìm, là niềm tin cho con luôn vững lòng chờ mong.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pic>
        <p:nvPicPr>
          <p:cNvPr id="1153" name="Google Shape;1153;g3f82dfb2a92_0_17"/>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TẠ ƠN CHÚA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VỚI MẸ</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(Thy Yên)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Chúng con xin tạ ơn Chúa uy quyền toàn năng, tình yêu Chúa nào biết chi báo đền.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Chúa muôn đời là Chúa khắp vũ trụ, trời đất ngàn vinh quang cao chiếu, hiển trị đời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700">
                <a:solidFill>
                  <a:srgbClr val="FFFF00"/>
                </a:solidFill>
                <a:latin typeface="Times New Roman"/>
                <a:ea typeface="Times New Roman"/>
                <a:cs typeface="Times New Roman"/>
                <a:sym typeface="Times New Roman"/>
              </a:rPr>
              <a:t>1.</a:t>
            </a:r>
            <a:r>
              <a:rPr b="1" lang="en-US" sz="6700">
                <a:solidFill>
                  <a:schemeClr val="lt1"/>
                </a:solidFill>
                <a:latin typeface="Times New Roman"/>
                <a:ea typeface="Times New Roman"/>
                <a:cs typeface="Times New Roman"/>
                <a:sym typeface="Times New Roman"/>
              </a:rPr>
              <a:t> Vì tình Chúa ôi miên man, muôn tháng năm không tan, dâng triều sóng vỗ lớp lớp biển khơi vang rền.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54ad4d3b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Chúng con xin tạ ơn Chúa uy quyền toàn năng, tình yêu Chúa nào biết chi báo đền.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54ad4d3bd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Chúa muôn đời là Chúa khắp vũ trụ, trời đất ngàn vinh quang cao chiếu, hiển trị đời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pic>
        <p:nvPicPr>
          <p:cNvPr id="1188" name="Google Shape;1188;g3f82dfb2a92_0_2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