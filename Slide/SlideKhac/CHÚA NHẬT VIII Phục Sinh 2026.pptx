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6" roundtripDataSignature="AMtx7mhOrYE1uL+xehiAajCnMq7/m0JY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customschemas.google.com/relationships/presentationmetadata" Target="metadata"/><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e9ce9eb37a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e9ce9eb37a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9ce9eb37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9ce9eb37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27e67361b_1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27e67361b_1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27e67361b_1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27e67361b_1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27e67361b_1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27e67361b_1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9ce9eb37a_0_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9ce9eb37a_0_1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3" name="Google Shape;74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9" name="Google Shape;74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5" name="Google Shape;75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1" name="Google Shape;76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7" name="Google Shape;76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3" name="Google Shape;77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9" name="Google Shape;77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5" name="Google Shape;78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1" name="Google Shape;79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7" name="Google Shape;79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3" name="Google Shape;80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9" name="Google Shape;80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5" name="Google Shape;81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e9ce9eb37a_0_1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e9ce9eb37a_0_1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e9ce9eb37a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e9ce9eb37a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e26ec1f821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e26ec1f821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e9ce9eb37a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e9ce9eb37a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e9ce9eb37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e9ce9eb37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e9ce9eb37a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6" name="Google Shape;886;g3e9ce9eb37a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e9ce9eb37a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g3e9ce9eb37a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6" name="Google Shape;89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e9ce9eb37a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2" name="Google Shape;902;g3e9ce9eb37a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e9ce9eb37a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7" name="Google Shape;907;g3e9ce9eb37a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e9ce9eb37a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2" name="Google Shape;912;g3e9ce9eb37a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e9ce9eb37a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7" name="Google Shape;917;g3e9ce9eb37a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e9ce9eb37a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2" name="Google Shape;922;g3e9ce9eb37a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e9ce9eb37a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7" name="Google Shape;927;g3e9ce9eb37a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e9ce9eb37a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2" name="Google Shape;932;g3e9ce9eb37a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e9ce9eb37a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7" name="Google Shape;937;g3e9ce9eb37a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e9ce9eb37a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g3e9ce9eb37a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e9ce9eb37a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7" name="Google Shape;947;g3e9ce9eb37a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e9ce9eb37a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2" name="Google Shape;952;g3e9ce9eb37a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7" name="Google Shape;95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e9ce9eb37a_0_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4" name="Google Shape;974;g3e9ce9eb37a_0_1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9" name="Google Shape;97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e9ce9eb37a_0_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e9ce9eb37a_0_1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26ec1f821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26ec1f821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26ec1f821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26ec1f821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26ec1f821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26ec1f821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26ec1f821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26ec1f821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e26ec1f821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e26ec1f821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e26ec1f821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g3e26ec1f821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e26ec1f821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e26ec1f821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9ce9eb37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e9ce9eb37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e9ce9eb37a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e9ce9eb37a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e26ec1f821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e26ec1f821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e26ec1f821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g3e26ec1f821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e9ce9eb37a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3e9ce9eb37a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e9ce9eb37a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g3e9ce9eb37a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e9ce9eb37a_1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g3e9ce9eb37a_1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5" name="Google Shape;115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5" name="Google Shape;116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e9ce9eb37a_1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0" name="Google Shape;1170;g3e9ce9eb37a_1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5" name="Google Shape;117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0" name="Google Shape;118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5" name="Google Shape;1185;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e9ce9eb37a_1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0" name="Google Shape;1190;g3e9ce9eb37a_1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5" name="Google Shape;119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e9ce9eb37a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e9ce9eb37a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e9ce9eb37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e9ce9eb37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e9ce9eb37a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e9ce9eb37a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e9ce9eb37a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e9ce9eb37a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e9ce9eb37a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e9ce9eb37a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e9ce9eb37a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e9ce9eb37a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e9ce9eb37a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e9ce9eb37a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e9ce9eb37a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e9ce9eb37a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e9ce9eb37a_0_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e9ce9eb37a_0_1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e26ec1f821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g3e26ec1f821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e26ec1f821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g3e26ec1f821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e26ec1f821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g3e26ec1f821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e26ec1f821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6" name="Google Shape;1296;g3e26ec1f821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e9ce9eb37a_0_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1" name="Google Shape;1301;g3e9ce9eb37a_0_1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image" Target="../media/image3.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5.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4.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4.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4.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4.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g3e9ce9eb37a_0_142"/>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THẦN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HÃY ĐẾN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Thành Tâm</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Thánh Thần, khẩn xin ngự đến. Hồn con đang mong chờ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Suối nguồn thánh ân hiện xuống, này dương gian, xin Ngài đổi mới.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Ngài ơi, xin Ngài hãy đến, chiếu sáng thế gian u mê, tối tăm.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9ce9eb37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Ngài ơi, xin Ngài hãy đến, hiển linh, Ngài 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Ngài xin đến, dẫn dắt chúng con trên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27e67361b_1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Cầu Ngài liên kết, chúng con nhất tâm trong Ngài.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27e67361b_1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Cầu Ngài ban ơn thêm sức, kiên vững không lay.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27e67361b_1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Sống sao nên người con Chúa, chứng nhân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g3e9ce9eb37a_0_146"/>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a:t>
            </a:r>
            <a:r>
              <a:rPr b="1" i="1" lang="en-US" sz="8000">
                <a:solidFill>
                  <a:schemeClr val="lt1"/>
                </a:solidFill>
                <a:latin typeface="Times"/>
                <a:ea typeface="Times"/>
                <a:cs typeface="Times"/>
                <a:sym typeface="Times"/>
              </a:rPr>
              <a:t>đoàn</a:t>
            </a:r>
            <a:r>
              <a:rPr b="1" i="1" lang="en-US" sz="8000" u="none" cap="none" strike="noStrike">
                <a:solidFill>
                  <a:schemeClr val="lt1"/>
                </a:solidFill>
                <a:latin typeface="Times"/>
                <a:ea typeface="Times"/>
                <a:cs typeface="Times"/>
                <a:sym typeface="Times"/>
              </a:rPr>
              <a:t>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39" name="Google Shape;73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0" name="Shape 750"/>
        <p:cNvGrpSpPr/>
        <p:nvPr/>
      </p:nvGrpSpPr>
      <p:grpSpPr>
        <a:xfrm>
          <a:off x="0" y="0"/>
          <a:ext cx="0" cy="0"/>
          <a:chOff x="0" y="0"/>
          <a:chExt cx="0" cy="0"/>
        </a:xfrm>
      </p:grpSpPr>
      <p:sp>
        <p:nvSpPr>
          <p:cNvPr id="751" name="Google Shape;75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pic>
        <p:nvPicPr>
          <p:cNvPr id="822" name="Google Shape;822;g3e9ce9eb37a_0_154"/>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6" name="Shape 826"/>
        <p:cNvGrpSpPr/>
        <p:nvPr/>
      </p:nvGrpSpPr>
      <p:grpSpPr>
        <a:xfrm>
          <a:off x="0" y="0"/>
          <a:ext cx="0" cy="0"/>
          <a:chOff x="0" y="0"/>
          <a:chExt cx="0" cy="0"/>
        </a:xfrm>
      </p:grpSpPr>
      <p:sp>
        <p:nvSpPr>
          <p:cNvPr id="827" name="Google Shape;82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28" name="Google Shape;82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103</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Hồn con xin chúc tụng Chúa, lạy Thiên Chúa con tôn thờ,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luôn lớn lao vô bờ quá nhiều việc tay Chúa làm, Ngài đã tác tạo dường bao.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Kỳ công của Chúa tuyệt mỹ, thật phong phú trên địa cầu,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Chúa đã tác tạo, biển rộng đồi cao núi sâu, vạn vật muôn loài đẹp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e9ce9eb37a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Kìa muôn thú ngước nhìn Chúa, đợi trông Chúa thương đoái nhìn,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e26ec1f821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dọn cho bữa ăn mặc tình, vui vầy cuộc sống tốt xinh, ngày ngày an bình hỉ hoan.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e9ce9eb37a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3e9ce9eb37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4</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Vừa khi Chúa rút Thần Khí, là thân chúng ra tro bụi,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3e9ce9eb37a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đâu xác thân đập vui. Chúa là niềm vui cõi đời, Ngài làm mới lại trần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g3e9ce9eb37a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7" name="Shape 897"/>
        <p:cNvGrpSpPr/>
        <p:nvPr/>
      </p:nvGrpSpPr>
      <p:grpSpPr>
        <a:xfrm>
          <a:off x="0" y="0"/>
          <a:ext cx="0" cy="0"/>
          <a:chOff x="0" y="0"/>
          <a:chExt cx="0" cy="0"/>
        </a:xfrm>
      </p:grpSpPr>
      <p:sp>
        <p:nvSpPr>
          <p:cNvPr id="898" name="Google Shape;89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99" name="Google Shape;89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g3e9ce9eb37a_0_9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CA </a:t>
            </a:r>
            <a:r>
              <a:rPr b="1" lang="en-US" sz="4700">
                <a:solidFill>
                  <a:schemeClr val="accent4"/>
                </a:solidFill>
                <a:latin typeface="Times New Roman"/>
                <a:ea typeface="Times New Roman"/>
                <a:cs typeface="Times New Roman"/>
                <a:sym typeface="Times New Roman"/>
              </a:rPr>
              <a:t>TIẾP LIÊN</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NHẬT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HIỆN XUỐNG</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g3e9ce9eb37a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Lạy Chúa Thánh Thần xin Ngài ngự đến, và tự trời toả ánh quang minh.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3e9ce9eb37a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Lạy Cha kẻ cơ bần xin Ngài ngự đến,</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Đấng ban ân huệ chiếu soi tâm hồn.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g3e9ce9eb37a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Lạy Đấng an ủi tuyệt vời là khách trọ hiền lương của tâm hồn,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g3e9ce9eb37a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là sự nghỉ ngơi trong cảnh lầm than,</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niềm bình an trong lúc lệ rơi.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g3e9ce9eb37a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sự sáng chứa chan hồng ân xin chiếu soi ngập tràn tâm hồn tín hữu.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g3e9ce9eb37a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Nếu không có Chúa trợ phù thì còn chi thanh khiết thì còn chi vô tội.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g3e9ce9eb37a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rửa sạch bợn nhơ tưới gội chỗ khô khan, chữa cho lành thương tích.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g3e9ce9eb37a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uốn nắn điều cứng cỏi sưởi ấm lạnh lùng chỉnh đốn sai lầm.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g3e9ce9eb37a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ban cho mọi tín hữu là những người tin cậy nơi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g3e9ce9eb37a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ơi, cho họ được hạnh phúc cứu độ,</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được hoan hỉ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300">
                <a:solidFill>
                  <a:schemeClr val="lt1"/>
                </a:solidFill>
                <a:latin typeface="Times New Roman"/>
                <a:ea typeface="Times New Roman"/>
                <a:cs typeface="Times New Roman"/>
                <a:sym typeface="Times New Roman"/>
              </a:rPr>
              <a:t>Lạy Chúa Thánh Thần xin xuống </a:t>
            </a:r>
            <a:br>
              <a:rPr b="1" lang="en-US" sz="7300">
                <a:solidFill>
                  <a:schemeClr val="lt1"/>
                </a:solidFill>
                <a:latin typeface="Times New Roman"/>
                <a:ea typeface="Times New Roman"/>
                <a:cs typeface="Times New Roman"/>
                <a:sym typeface="Times New Roman"/>
              </a:rPr>
            </a:br>
            <a:r>
              <a:rPr b="1" lang="en-US" sz="7300">
                <a:solidFill>
                  <a:schemeClr val="lt1"/>
                </a:solidFill>
                <a:latin typeface="Times New Roman"/>
                <a:ea typeface="Times New Roman"/>
                <a:cs typeface="Times New Roman"/>
                <a:sym typeface="Times New Roman"/>
              </a:rPr>
              <a:t>ngập tràn</a:t>
            </a:r>
            <a:r>
              <a:rPr b="1" lang="en-US" sz="7300">
                <a:solidFill>
                  <a:schemeClr val="lt1"/>
                </a:solidFill>
                <a:latin typeface="Times New Roman"/>
                <a:ea typeface="Times New Roman"/>
                <a:cs typeface="Times New Roman"/>
                <a:sym typeface="Times New Roman"/>
              </a:rPr>
              <a:t> </a:t>
            </a:r>
            <a:endParaRPr b="1" sz="7300">
              <a:solidFill>
                <a:schemeClr val="lt1"/>
              </a:solidFill>
              <a:latin typeface="Times New Roman"/>
              <a:ea typeface="Times New Roman"/>
              <a:cs typeface="Times New Roman"/>
              <a:sym typeface="Times New Roman"/>
            </a:endParaRPr>
          </a:p>
        </p:txBody>
      </p:sp>
      <p:sp>
        <p:nvSpPr>
          <p:cNvPr id="961" name="Google Shape;96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400">
                <a:solidFill>
                  <a:schemeClr val="lt1"/>
                </a:solidFill>
                <a:latin typeface="Times New Roman"/>
                <a:ea typeface="Times New Roman"/>
                <a:cs typeface="Times New Roman"/>
                <a:sym typeface="Times New Roman"/>
              </a:rPr>
              <a:t>trong tâm hồn tín hữu, và xin nhóm lửa tình yêu trong lòng mọi người.</a:t>
            </a:r>
            <a:r>
              <a:rPr b="1" lang="en-US" sz="7400">
                <a:solidFill>
                  <a:schemeClr val="lt1"/>
                </a:solidFill>
                <a:latin typeface="Times New Roman"/>
                <a:ea typeface="Times New Roman"/>
                <a:cs typeface="Times New Roman"/>
                <a:sym typeface="Times New Roman"/>
              </a:rPr>
              <a:t>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id="971" name="Google Shape;971;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pic>
        <p:nvPicPr>
          <p:cNvPr id="976" name="Google Shape;976;g3e9ce9eb37a_0_15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82" name="Google Shape;98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pic>
        <p:nvPicPr>
          <p:cNvPr id="1082" name="Google Shape;1082;g3e9ce9eb37a_0_162"/>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e26ec1f821_0_5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GIAO HOÀ</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Nguyên Kha</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e26ec1f821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Kính tiến lên Cha nhân từ, trọn niềm vui bao ước mơ.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e26ec1f821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lễ hy sinh toàn thiêu, đẹp như lễ dâng ban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e26ec1f821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a:t>
            </a:r>
            <a:r>
              <a:rPr b="1" lang="en-US" sz="7700">
                <a:solidFill>
                  <a:schemeClr val="lt1"/>
                </a:solidFill>
                <a:latin typeface="Times New Roman"/>
                <a:ea typeface="Times New Roman"/>
                <a:cs typeface="Times New Roman"/>
                <a:sym typeface="Times New Roman"/>
              </a:rPr>
              <a:t>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e26ec1f821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g3e26ec1f821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Kính tiến lên Cha cuộc đời, nhiều gian lao bao đắng cay.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3e26ec1f821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Nước mắt tuôn rơi tràn mi, nguyện nâng đỡ con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e9ce9eb37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e9ce9eb37a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e26ec1f821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Tiếng hát con dâng cao vời, tựa làn hương thơm ngất bay.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g3e26ec1f821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tiến lên Cha cực linh, nguyện ban xuống ơn an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3e9ce9eb37a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g3e9ce9eb37a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pic>
        <p:nvPicPr>
          <p:cNvPr id="1152" name="Google Shape;1152;g3e9ce9eb37a_1_9" title="ChatGPT Image May 23, 2026, 07_24_13 AM.png"/>
          <p:cNvPicPr preferRelativeResize="0"/>
          <p:nvPr/>
        </p:nvPicPr>
        <p:blipFill>
          <a:blip r:embed="rId3">
            <a:alphaModFix/>
          </a:blip>
          <a:stretch>
            <a:fillRect/>
          </a:stretch>
        </p:blipFill>
        <p:spPr>
          <a:xfrm>
            <a:off x="0" y="0"/>
            <a:ext cx="9139127" cy="5143499"/>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pic>
        <p:nvPicPr>
          <p:cNvPr id="1172" name="Google Shape;1172;g3e9ce9eb37a_1_5" title="ChatGPT Image May 23, 2026, 07_24_13 AM.png"/>
          <p:cNvPicPr preferRelativeResize="0"/>
          <p:nvPr/>
        </p:nvPicPr>
        <p:blipFill>
          <a:blip r:embed="rId3">
            <a:alphaModFix/>
          </a:blip>
          <a:stretch>
            <a:fillRect/>
          </a:stretch>
        </p:blipFill>
        <p:spPr>
          <a:xfrm>
            <a:off x="0" y="0"/>
            <a:ext cx="9139127" cy="5143499"/>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pic>
        <p:nvPicPr>
          <p:cNvPr id="1192" name="Google Shape;1192;g3e9ce9eb37a_1_1" title="ChatGPT Image May 23, 2026, 07_24_13 AM.png"/>
          <p:cNvPicPr preferRelativeResize="0"/>
          <p:nvPr/>
        </p:nvPicPr>
        <p:blipFill>
          <a:blip r:embed="rId3">
            <a:alphaModFix/>
          </a:blip>
          <a:stretch>
            <a:fillRect/>
          </a:stretch>
        </p:blipFill>
        <p:spPr>
          <a:xfrm>
            <a:off x="0" y="0"/>
            <a:ext cx="9139127" cy="5143499"/>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Hết thảy mọi người đều được tràn đầy Chúa Thánh Thần, </a:t>
            </a:r>
            <a:endParaRPr b="1" sz="8000">
              <a:solidFill>
                <a:schemeClr val="lt1"/>
              </a:solidFill>
              <a:latin typeface="Times New Roman"/>
              <a:ea typeface="Times New Roman"/>
              <a:cs typeface="Times New Roman"/>
              <a:sym typeface="Times New Roman"/>
            </a:endParaRPr>
          </a:p>
        </p:txBody>
      </p:sp>
      <p:sp>
        <p:nvSpPr>
          <p:cNvPr id="1198" name="Google Shape;119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a42a8b53c1_2_27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và ca tụng những kỳ công của Thiên Chúa - Alleluia.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pic>
        <p:nvPicPr>
          <p:cNvPr id="1208" name="Google Shape;1208;g3d48ab63a6f_0_274" title="ChatGPT Image May 23, 2026, 07_24_13 AM.png"/>
          <p:cNvPicPr preferRelativeResize="0"/>
          <p:nvPr/>
        </p:nvPicPr>
        <p:blipFill>
          <a:blip r:embed="rId3">
            <a:alphaModFix/>
          </a:blip>
          <a:stretch>
            <a:fillRect/>
          </a:stretch>
        </p:blipFill>
        <p:spPr>
          <a:xfrm>
            <a:off x="0" y="0"/>
            <a:ext cx="9139127" cy="5143499"/>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SỐNG TRONG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NIỀM VUI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Nguyễn Duy</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Một đời lần trong đêm tối, tình yêu con nay như hao mòn.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đời tìm trong thao thức, lòng con ngập tràn bao nỗi buồn.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e9ce9eb37a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ơi, xin thương giữ hồn con, về đây xin dâng cả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e9ce9eb37a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tin rằng Ngài là Thiên Chúa, bên Ngài, hạnh phúc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lạy Chúa con, chính con trông cậy ở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lạy Chúa con, hãy đưa con về, sống trong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e9ce9eb37a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2.</a:t>
            </a:r>
            <a:r>
              <a:rPr b="1" lang="en-US" sz="8000">
                <a:solidFill>
                  <a:srgbClr val="FFFFFF"/>
                </a:solidFill>
                <a:latin typeface="Times New Roman"/>
                <a:ea typeface="Times New Roman"/>
                <a:cs typeface="Times New Roman"/>
                <a:sym typeface="Times New Roman"/>
              </a:rPr>
              <a:t> Gọi thầm rằng con hãy nhớ, tình yêu sẽ biến đổi phận người.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g3e9ce9eb37a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8000">
                <a:solidFill>
                  <a:schemeClr val="lt1"/>
                </a:solidFill>
                <a:latin typeface="Times New Roman"/>
                <a:ea typeface="Times New Roman"/>
                <a:cs typeface="Times New Roman"/>
                <a:sym typeface="Times New Roman"/>
              </a:rPr>
              <a:t>Phận người t</a:t>
            </a:r>
            <a:r>
              <a:rPr b="1" lang="en-US" sz="8000">
                <a:solidFill>
                  <a:schemeClr val="lt1"/>
                </a:solidFill>
                <a:latin typeface="Times New Roman"/>
                <a:ea typeface="Times New Roman"/>
                <a:cs typeface="Times New Roman"/>
                <a:sym typeface="Times New Roman"/>
              </a:rPr>
              <a:t>ừ</a:t>
            </a:r>
            <a:r>
              <a:rPr b="1" lang="en-US" sz="8000">
                <a:solidFill>
                  <a:schemeClr val="lt1"/>
                </a:solidFill>
                <a:latin typeface="Times New Roman"/>
                <a:ea typeface="Times New Roman"/>
                <a:cs typeface="Times New Roman"/>
                <a:sym typeface="Times New Roman"/>
              </a:rPr>
              <a:t> trong tiếng khóc, một mai tình Ngài cho tiếng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e9ce9eb37a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Chúa ơi, nay con xin gửi trao, đời con những đắng cay khổ sầu.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e9ce9eb37a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Nơi Ngài, hồn con nương náu, nỗi vui từ nay thắm màu.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e9ce9eb37a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lạy Chúa con, chính con trông cậy ở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e9ce9eb37a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lạy Chúa con, hãy đưa con về, sống trong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pic>
        <p:nvPicPr>
          <p:cNvPr id="1278" name="Google Shape;1278;g3e9ce9eb37a_0_166"/>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g3e26ec1f821_0_20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NHƯ CHA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ĐÃ SAI THẦY</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Nguyễn Văn Hoà)</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g3e26ec1f821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300">
                <a:solidFill>
                  <a:srgbClr val="FFFF00"/>
                </a:solidFill>
                <a:latin typeface="Times New Roman"/>
                <a:ea typeface="Times New Roman"/>
                <a:cs typeface="Times New Roman"/>
                <a:sym typeface="Times New Roman"/>
              </a:rPr>
              <a:t>ĐK:</a:t>
            </a:r>
            <a:r>
              <a:rPr b="1" lang="en-US" sz="7300">
                <a:solidFill>
                  <a:srgbClr val="FFFFFF"/>
                </a:solidFill>
                <a:latin typeface="Times New Roman"/>
                <a:ea typeface="Times New Roman"/>
                <a:cs typeface="Times New Roman"/>
                <a:sym typeface="Times New Roman"/>
              </a:rPr>
              <a:t> </a:t>
            </a:r>
            <a:r>
              <a:rPr b="1" lang="en-US" sz="7300">
                <a:solidFill>
                  <a:srgbClr val="FFFFFF"/>
                </a:solidFill>
                <a:latin typeface="Times New Roman"/>
                <a:ea typeface="Times New Roman"/>
                <a:cs typeface="Times New Roman"/>
                <a:sym typeface="Times New Roman"/>
              </a:rPr>
              <a:t>Như Cha đã sai Thầy, Thầy cũng sai các con. Các con hãy nhận lấy Thánh Thần.</a:t>
            </a:r>
            <a:endParaRPr b="1" sz="7300">
              <a:solidFill>
                <a:srgbClr val="FFFFFF"/>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g3e26ec1f821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100">
                <a:solidFill>
                  <a:srgbClr val="FFFF00"/>
                </a:solidFill>
                <a:latin typeface="Times New Roman"/>
                <a:ea typeface="Times New Roman"/>
                <a:cs typeface="Times New Roman"/>
                <a:sym typeface="Times New Roman"/>
              </a:rPr>
              <a:t>1.</a:t>
            </a:r>
            <a:r>
              <a:rPr b="1" lang="en-US" sz="8100">
                <a:solidFill>
                  <a:srgbClr val="FFFFFF"/>
                </a:solidFill>
                <a:latin typeface="Times New Roman"/>
                <a:ea typeface="Times New Roman"/>
                <a:cs typeface="Times New Roman"/>
                <a:sym typeface="Times New Roman"/>
              </a:rPr>
              <a:t> </a:t>
            </a:r>
            <a:r>
              <a:rPr b="1" lang="en-US" sz="8100">
                <a:solidFill>
                  <a:srgbClr val="FFFFFF"/>
                </a:solidFill>
                <a:latin typeface="Times New Roman"/>
                <a:ea typeface="Times New Roman"/>
                <a:cs typeface="Times New Roman"/>
                <a:sym typeface="Times New Roman"/>
              </a:rPr>
              <a:t>Lạy Chúa Thánh Thần xin Ngài ngự đến, </a:t>
            </a:r>
            <a:endParaRPr b="1" sz="8100">
              <a:solidFill>
                <a:srgbClr val="FFFFFF"/>
              </a:solidFill>
              <a:latin typeface="Times New Roman"/>
              <a:ea typeface="Times New Roman"/>
              <a:cs typeface="Times New Roman"/>
              <a:sym typeface="Times New Roman"/>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g3e26ec1f821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8000">
                <a:solidFill>
                  <a:schemeClr val="lt1"/>
                </a:solidFill>
                <a:latin typeface="Times New Roman"/>
                <a:ea typeface="Times New Roman"/>
                <a:cs typeface="Times New Roman"/>
                <a:sym typeface="Times New Roman"/>
              </a:rPr>
              <a:t>để Ngài đổi mới, đổi mới tâm hồn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pic>
        <p:nvPicPr>
          <p:cNvPr id="1303" name="Google Shape;1303;g3e9ce9eb37a_0_170"/>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