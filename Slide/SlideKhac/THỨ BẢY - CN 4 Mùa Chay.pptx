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8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184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178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18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181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18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7" roundtripDataSignature="AMtx7mhs73n2HhzJgi+NTa4VCyHn/xXD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97" Type="http://customschemas.google.com/relationships/presentationmetadata" Target="metadata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fb9398492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cfb9398492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26357b4a1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b26357b4a1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2e8d6b56_0_5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f2e8d6b56_0_5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2e8d6b56_0_5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f2e8d6b56_0_5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fb9398492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cfb9398492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fb9398492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cfb9398492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b7c2c030f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cb7c2c030f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cb7c2c030f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cb7c2c030f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cfb9398492_0_1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cfb9398492_0_1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cfb9398492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cfb9398492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b7c2c030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cb7c2c030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cb7c2c030f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cb7c2c030f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cfb9398492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cfb9398492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cfb9398492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cfb9398492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fb9398492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cfb9398492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cfb9398492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cfb9398492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cfb9398492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cfb9398492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cfb9398492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cfb9398492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fb9398492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cfb9398492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fb9398492_0_1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g3cfb9398492_0_1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9" name="Google Shape;679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0" name="Google Shape;690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5" name="Google Shape;705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5" name="Google Shape;715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5" name="Google Shape;725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5" name="Google Shape;735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5" name="Google Shape;755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5" name="Google Shape;775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cfb9398492_0_1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g3cfb9398492_0_1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c532ad054d_0_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c532ad054d_0_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86abb9ea5c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g386abb9ea5c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532ad054d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c532ad054d_0_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c532ad054d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c532ad054d_0_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cfb9398492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cfb9398492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cfb9398492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cfb9398492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fb9398492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cfb9398492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fb9398492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cfb9398492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cfb9398492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cfb9398492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cfb9398492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cfb9398492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c532ad054d_0_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1" name="Google Shape;901;g3c532ad054d_0_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cb7c2c030f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6" name="Google Shape;906;g3cb7c2c030f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1" name="Google Shape;921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6" name="Google Shape;926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1" name="Google Shape;931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6" name="Google Shape;936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1" name="Google Shape;941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bf2e8d6b56_0_6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6" name="Google Shape;946;g3bf2e8d6b56_0_6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cfb9398492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1" name="Google Shape;951;g3cfb9398492_0_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cfb9398492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g3cfb9398492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cfb9398492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1" name="Google Shape;961;g3cfb9398492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cfb9398492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6" name="Google Shape;966;g3cfb9398492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cfb9398492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1" name="Google Shape;971;g3cfb9398492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cfb9398492_0_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6" name="Google Shape;976;g3cfb9398492_0_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cfb9398492_0_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1" name="Google Shape;981;g3cfb9398492_0_9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cfb9398492_0_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g3cfb9398492_0_10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cfb9398492_0_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1" name="Google Shape;991;g3cfb9398492_0_1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cfb9398492_0_1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6" name="Google Shape;996;g3cfb9398492_0_10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cfb9398492_0_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1" name="Google Shape;1001;g3cfb9398492_0_1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cfb9398492_0_1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6" name="Google Shape;1006;g3cfb9398492_0_1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1" name="Google Shape;1011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6" name="Google Shape;1016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1" name="Google Shape;1021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6" name="Google Shape;1026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cb7c2c030f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g3cb7c2c030f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7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3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3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.jp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.jp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.jp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.jp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3.png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3cfb9398492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26357b4a1_0_5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ĐƯỜNG TRỞ VỀ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f2e8d6b56_0_5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Trên con đường trở về, tâm hồn thấy băn khoăn. 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2e8d6b56_0_5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 đường trở về, cuộc đời này ăn năn.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fb9398492_0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bước nhanh trở về, tìm về chốn vinh quang,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fb9398492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nặng gánh vai mang, tựa nhẹ cánh phượng hoàng.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cb7c2c030f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xin trở về, về với Chúa là Cha. Con xin trở về, tội đời xin sám hối.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b7c2c030f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trở về, về với Chúa là Cha. Con xin trở về, tội đời xin giã từ.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g3cfb9398492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22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đưa dẫn bước tôi đi, nên tôi chẳng thiếu thốn chi.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đồng cỏ xanh rì, Ngài thả tôi đi nằm nghỉ.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nguồn nước chỗ nghỉ ngơi, Ngài cho tôi vào uống,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cfb9398492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lo bồi dưỡng lại tâm hồn tôi.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chăn nuôi tôi, nên đời tôi chẳng thiếu thốn chi.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b7c2c030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ở cùng tôi thì đời tôi đâu còn sợ gì.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dẫn tôi bước trên đường lành, uy danh Ngài là sức mạnh.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b7c2c030f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chẳng lắng lo gì, vì có Chúa ở cùng tôi.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dù thung lũng tối tăm, thì roi với gậy Chúa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cfb9398492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chính niềm an bình cho hồn tôi.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cfb9398492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chăn nuôi tôi, nên đời tôi chẳng thiếu thốn chi.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cfb9398492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ở cùng tôi thì đời tôi đâu còn sợ gì.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đã dọn sẵn cho bàn tiệc, ngay trước mặt kẻ đối phương.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đầu Chúa xức dầu, rượu hồng tươi ôi đầy dư.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cfb9398492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từ ân sủng Chúa ban theo tôi suốt đời sống,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cfb9398492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trong nhà Chúa Trời tôi định cư.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cfb9398492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chăn nuôi tôi, nên đời tôi chẳng thiếu thốn chi.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cfb9398492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ở cùng tôi thì đời tôi đâu còn sợ gì.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Chúa phán: "Ta là sự sáng thế gian, ai theo Ta sẽ được ánh sáng ban sự sống".</a:t>
            </a:r>
            <a:endParaRPr b="1" sz="7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66" name="Google Shape;66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oogle Shape;671;g3baa6357486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g3cfb9398492_0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682" name="Google Shape;682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Cđ: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g3cfb9398492_0_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(Đinh Thanh Hiền)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Ngài đây là hiến lễ tuyệt vời: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Chẳng cao sang, chẳng quí giá, chỉ là tình yêu thái hòa.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c532ad054d_0_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anh em như chính thân mình,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86abb9ea5c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tha nhân với cả tâm tình, nguyện xin Chúa thương đoái nhìn.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532ad054d_0_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bánh trắng lúa đồng làm nên, và hy sinh nối kết tình mến lâu bền.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c532ad054d_0_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chén rượu nho chín làm nên và đau thương vì Chúa tin yêu mọi người.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cfb9398492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Ngài tâm tình bao tháng năm dài.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cfb9398492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chông gai, tình phôi phai một đời xin nương bóng Ngài.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cfb9398492_0_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cao sang biết Chúa không màng,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fb9398492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vinh quang biết Chúa không nhìn, Ngài mong của lễ an bình.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fb9398492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bánh trắng lúa đồng làm nên, và hy sinh nối kết tình mến lâu bền.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cfb9398492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chén rượu nho chín làm nên và đau thương vì Chúa tin yêu mọi người.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20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" name="Google Shape;872;g3cb7c2c030f_0_73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Google Shape;892;g3cb7c2c030f_0_77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đã xoa bùn vào mắt tôi, tôi đi rửa,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8" name="Google Shape;898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c532ad054d_0_2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được sáng mắt và tôi đã tin Thiên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g3cb7c2c030f_0_8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CON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NHÌN THẤY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ơi! cho con nhìn thấy, bước Ngài đang đến trong đời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Dưới ngàn hình dong dáng vẻ. Chúa vẫn hiện diện lặng lẽ trong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tấm bánh nơi nhà tạm đơn sơ. Như nơi những kẻ đói nghèo bơ vơ.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hẹn gặp con, Chúa chờ đợi con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bao biến cố buồn vui, qua những lo toan đời thường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ngàn sầu thương vấn vương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bf2e8d6b56_0_6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con trông thấy Chúa hiện diện ở khắp mọi nơi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cfb9398492_0_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con không bỏ rơi cơ hội đến trong từng ngày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cfb9398492_0_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được gặp Chúa trên muôn nẻo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cfb9398492_0_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ơi! Cho con nhìn thấy, có bàn tay Chúa sống động luôn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cfb9398492_0_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Dưới từng nụ hoa chớm nở. Dưới ánh trăng ngời đẹp sáng giữa trời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cfb9398492_0_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nắng sớm vẫy gọi Ngài vương lên. Hay nơi suối mát cho đời vui thêm.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cfb9398492_0_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hẹn gặp con, Chúa chờ đợi con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cfb9398492_0_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bao biến cố buồn vui, qua những lo toan đời thường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cfb9398492_0_1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ngàn sầu thương vấn vương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cfb9398492_0_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con trông thấy Chúa hiện diện ở khắp mọi nơi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cfb9398492_0_1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con không bỏ rơi cơ hội đến trong từng ngày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cfb9398492_0_1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được gặp Chúa trên muôn nẻo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g3cfb9398492_0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THÁNH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GIU-SE (2)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Lạy Thánh Giu-se xin Ngài lắng nghe. Đoàn con chạy đến vì tình yêu mến.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Thánh Giu-se nguyện cầu, xin Thánh Giu-se cầu bầu,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cuộc đời tươi thắm muôn màu.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Giu-se con người công chính: đã một đời vì Chúa hy sinh. 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Giu-se trên trời hiển vinh. Hãy cầu bầu đời con an bình.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g3cb7c2c030f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"/>
            <a:ext cx="91695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