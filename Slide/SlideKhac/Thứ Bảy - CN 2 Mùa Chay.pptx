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7.xml"/>
  <Override ContentType="application/vnd.openxmlformats-officedocument.presentationml.notesSlide+xml" PartName="/ppt/notesSlides/notesSlide168.xml"/>
  <Override ContentType="application/vnd.openxmlformats-officedocument.presentationml.notesSlide+xml" PartName="/ppt/notesSlides/notesSlide125.xml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117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1.xml"/>
  <Override ContentType="application/vnd.openxmlformats-officedocument.presentationml.notesSlide+xml" PartName="/ppt/notesSlides/notesSlide133.xml"/>
  <Override ContentType="application/vnd.openxmlformats-officedocument.presentationml.notesSlide+xml" PartName="/ppt/notesSlides/notesSlide176.xml"/>
  <Override ContentType="application/vnd.openxmlformats-officedocument.presentationml.notesSlide+xml" PartName="/ppt/notesSlides/notesSlide109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07.xml"/>
  <Override ContentType="application/vnd.openxmlformats-officedocument.presentationml.notesSlide+xml" PartName="/ppt/notesSlides/notesSlide143.xml"/>
  <Override ContentType="application/vnd.openxmlformats-officedocument.presentationml.notesSlide+xml" PartName="/ppt/notesSlides/notesSlide151.xml"/>
  <Override ContentType="application/vnd.openxmlformats-officedocument.presentationml.notesSlide+xml" PartName="/ppt/notesSlides/notesSlide100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85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77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73.xml"/>
  <Override ContentType="application/vnd.openxmlformats-officedocument.presentationml.notesSlide+xml" PartName="/ppt/notesSlides/notesSlide119.xml"/>
  <Override ContentType="application/vnd.openxmlformats-officedocument.presentationml.notesSlide+xml" PartName="/ppt/notesSlides/notesSlide81.xml"/>
  <Override ContentType="application/vnd.openxmlformats-officedocument.presentationml.notesSlide+xml" PartName="/ppt/notesSlides/notesSlide166.xml"/>
  <Override ContentType="application/vnd.openxmlformats-officedocument.presentationml.notesSlide+xml" PartName="/ppt/notesSlides/notesSlide182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69.xml"/>
  <Override ContentType="application/vnd.openxmlformats-officedocument.presentationml.notesSlide+xml" PartName="/ppt/notesSlides/notesSlide105.xml"/>
  <Override ContentType="application/vnd.openxmlformats-officedocument.presentationml.notesSlide+xml" PartName="/ppt/notesSlides/notesSlide178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148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135.xml"/>
  <Override ContentType="application/vnd.openxmlformats-officedocument.presentationml.notesSlide+xml" PartName="/ppt/notesSlides/notesSlide137.xml"/>
  <Override ContentType="application/vnd.openxmlformats-officedocument.presentationml.notesSlide+xml" PartName="/ppt/notesSlides/notesSlide93.xml"/>
  <Override ContentType="application/vnd.openxmlformats-officedocument.presentationml.notesSlide+xml" PartName="/ppt/notesSlides/notesSlide87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141.xml"/>
  <Override ContentType="application/vnd.openxmlformats-officedocument.presentationml.notesSlide+xml" PartName="/ppt/notesSlides/notesSlide153.xml"/>
  <Override ContentType="application/vnd.openxmlformats-officedocument.presentationml.notesSlide+xml" PartName="/ppt/notesSlides/notesSlide123.xml"/>
  <Override ContentType="application/vnd.openxmlformats-officedocument.presentationml.notesSlide+xml" PartName="/ppt/notesSlides/notesSlide110.xml"/>
  <Override ContentType="application/vnd.openxmlformats-officedocument.presentationml.notesSlide+xml" PartName="/ppt/notesSlides/notesSlide171.xml"/>
  <Override ContentType="application/vnd.openxmlformats-officedocument.presentationml.notesSlide+xml" PartName="/ppt/notesSlides/notesSlide184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75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138.xml"/>
  <Override ContentType="application/vnd.openxmlformats-officedocument.presentationml.notesSlide+xml" PartName="/ppt/notesSlides/notesSlide163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112.xml"/>
  <Override ContentType="application/vnd.openxmlformats-officedocument.presentationml.notesSlide+xml" PartName="/ppt/notesSlides/notesSlide103.xml"/>
  <Override ContentType="application/vnd.openxmlformats-officedocument.presentationml.notesSlide+xml" PartName="/ppt/notesSlides/notesSlide97.xml"/>
  <Override ContentType="application/vnd.openxmlformats-officedocument.presentationml.notesSlide+xml" PartName="/ppt/notesSlides/notesSlide155.xml"/>
  <Override ContentType="application/vnd.openxmlformats-officedocument.presentationml.notesSlide+xml" PartName="/ppt/notesSlides/notesSlide180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17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9.xml"/>
  <Override ContentType="application/vnd.openxmlformats-officedocument.presentationml.notesSlide+xml" PartName="/ppt/notesSlides/notesSlide146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63.xml"/>
  <Override ContentType="application/vnd.openxmlformats-officedocument.presentationml.notesSlide+xml" PartName="/ppt/notesSlides/notesSlide120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29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144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131.xml"/>
  <Override ContentType="application/vnd.openxmlformats-officedocument.presentationml.notesSlide+xml" PartName="/ppt/notesSlides/notesSlide127.xml"/>
  <Override ContentType="application/vnd.openxmlformats-officedocument.presentationml.notesSlide+xml" PartName="/ppt/notesSlides/notesSlide157.xml"/>
  <Override ContentType="application/vnd.openxmlformats-officedocument.presentationml.notesSlide+xml" PartName="/ppt/notesSlides/notesSlide114.xml"/>
  <Override ContentType="application/vnd.openxmlformats-officedocument.presentationml.notesSlide+xml" PartName="/ppt/notesSlides/notesSlide101.xml"/>
  <Override ContentType="application/vnd.openxmlformats-officedocument.presentationml.notesSlide+xml" PartName="/ppt/notesSlides/notesSlide95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16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5.xml"/>
  <Override ContentType="application/vnd.openxmlformats-officedocument.presentationml.notesSlide+xml" PartName="/ppt/notesSlides/notesSlide78.xml"/>
  <Override ContentType="application/vnd.openxmlformats-officedocument.presentationml.notesSlide+xml" PartName="/ppt/notesSlides/notesSlide174.xml"/>
  <Override ContentType="application/vnd.openxmlformats-officedocument.presentationml.notesSlide+xml" PartName="/ppt/notesSlides/notesSlide71.xml"/>
  <Override ContentType="application/vnd.openxmlformats-officedocument.presentationml.notesSlide+xml" PartName="/ppt/notesSlides/notesSlide92.xml"/>
  <Override ContentType="application/vnd.openxmlformats-officedocument.presentationml.notesSlide+xml" PartName="/ppt/notesSlides/notesSlide150.xml"/>
  <Override ContentType="application/vnd.openxmlformats-officedocument.presentationml.notesSlide+xml" PartName="/ppt/notesSlides/notesSlide142.xml"/>
  <Override ContentType="application/vnd.openxmlformats-officedocument.presentationml.notesSlide+xml" PartName="/ppt/notesSlides/notesSlide84.xml"/>
  <Override ContentType="application/vnd.openxmlformats-officedocument.presentationml.notesSlide+xml" PartName="/ppt/notesSlides/notesSlide116.xml"/>
  <Override ContentType="application/vnd.openxmlformats-officedocument.presentationml.notesSlide+xml" PartName="/ppt/notesSlides/notesSlide76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59.xml"/>
  <Override ContentType="application/vnd.openxmlformats-officedocument.presentationml.notesSlide+xml" PartName="/ppt/notesSlides/notesSlide124.xml"/>
  <Override ContentType="application/vnd.openxmlformats-officedocument.presentationml.notesSlide+xml" PartName="/ppt/notesSlides/notesSlide126.xml"/>
  <Override ContentType="application/vnd.openxmlformats-officedocument.presentationml.notesSlide+xml" PartName="/ppt/notesSlides/notesSlide68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82.xml"/>
  <Override ContentType="application/vnd.openxmlformats-officedocument.presentationml.notesSlide+xml" PartName="/ppt/notesSlides/notesSlide169.xml"/>
  <Override ContentType="application/vnd.openxmlformats-officedocument.presentationml.notesSlide+xml" PartName="/ppt/notesSlides/notesSlide177.xml"/>
  <Override ContentType="application/vnd.openxmlformats-officedocument.presentationml.notesSlide+xml" PartName="/ppt/notesSlides/notesSlide9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108.xml"/>
  <Override ContentType="application/vnd.openxmlformats-officedocument.presentationml.notesSlide+xml" PartName="/ppt/notesSlides/notesSlide90.xml"/>
  <Override ContentType="application/vnd.openxmlformats-officedocument.presentationml.notesSlide+xml" PartName="/ppt/notesSlides/notesSlide1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60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86.xml"/>
  <Override ContentType="application/vnd.openxmlformats-officedocument.presentationml.notesSlide+xml" PartName="/ppt/notesSlides/notesSlide106.xml"/>
  <Override ContentType="application/vnd.openxmlformats-officedocument.presentationml.notesSlide+xml" PartName="/ppt/notesSlides/notesSlide179.xml"/>
  <Override ContentType="application/vnd.openxmlformats-officedocument.presentationml.notesSlide+xml" PartName="/ppt/notesSlides/notesSlide99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152.xml"/>
  <Override ContentType="application/vnd.openxmlformats-officedocument.presentationml.notesSlide+xml" PartName="/ppt/notesSlides/notesSlide165.xml"/>
  <Override ContentType="application/vnd.openxmlformats-officedocument.presentationml.notesSlide+xml" PartName="/ppt/notesSlides/notesSlide183.xml"/>
  <Override ContentType="application/vnd.openxmlformats-officedocument.presentationml.notesSlide+xml" PartName="/ppt/notesSlides/notesSlide122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80.xml"/>
  <Override ContentType="application/vnd.openxmlformats-officedocument.presentationml.notesSlide+xml" PartName="/ppt/notesSlides/notesSlide61.xml"/>
  <Override ContentType="application/vnd.openxmlformats-officedocument.presentationml.notesSlide+xml" PartName="/ppt/notesSlides/notesSlide118.xml"/>
  <Override ContentType="application/vnd.openxmlformats-officedocument.presentationml.notesSlide+xml" PartName="/ppt/notesSlides/notesSlide74.xml"/>
  <Override ContentType="application/vnd.openxmlformats-officedocument.presentationml.notesSlide+xml" PartName="/ppt/notesSlides/notesSlide170.xml"/>
  <Override ContentType="application/vnd.openxmlformats-officedocument.presentationml.notesSlide+xml" PartName="/ppt/notesSlides/notesSlide167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140.xml"/>
  <Override ContentType="application/vnd.openxmlformats-officedocument.presentationml.notesSlide+xml" PartName="/ppt/notesSlides/notesSlide15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88.xml"/>
  <Override ContentType="application/vnd.openxmlformats-officedocument.presentationml.notesSlide+xml" PartName="/ppt/notesSlides/notesSlide136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49.xml"/>
  <Override ContentType="application/vnd.openxmlformats-officedocument.presentationml.notesSlide+xml" PartName="/ppt/notesSlides/notesSlide62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70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1.xml"/>
  <Override ContentType="application/vnd.openxmlformats-officedocument.presentationml.notesSlide+xml" PartName="/ppt/notesSlides/notesSlide139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56.xml"/>
  <Override ContentType="application/vnd.openxmlformats-officedocument.presentationml.notesSlide+xml" PartName="/ppt/notesSlides/notesSlide18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13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72.xml"/>
  <Override ContentType="application/vnd.openxmlformats-officedocument.presentationml.notesSlide+xml" PartName="/ppt/notesSlides/notesSlide98.xml"/>
  <Override ContentType="application/vnd.openxmlformats-officedocument.presentationml.notesSlide+xml" PartName="/ppt/notesSlides/notesSlide104.xml"/>
  <Override ContentType="application/vnd.openxmlformats-officedocument.presentationml.notesSlide+xml" PartName="/ppt/notesSlides/notesSlide1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30.xml"/>
  <Override ContentType="application/vnd.openxmlformats-officedocument.presentationml.notesSlide+xml" PartName="/ppt/notesSlides/notesSlide16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173.xml"/>
  <Override ContentType="application/vnd.openxmlformats-officedocument.presentationml.notesSlide+xml" PartName="/ppt/notesSlides/notesSlide64.xml"/>
  <Override ContentType="application/vnd.openxmlformats-officedocument.presentationml.notesSlide+xml" PartName="/ppt/notesSlides/notesSlide121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8.xml"/>
  <Override ContentType="application/vnd.openxmlformats-officedocument.presentationml.notesSlide+xml" PartName="/ppt/notesSlides/notesSlide79.xml"/>
  <Override ContentType="application/vnd.openxmlformats-officedocument.presentationml.notesSlide+xml" PartName="/ppt/notesSlides/notesSlide132.xml"/>
  <Override ContentType="application/vnd.openxmlformats-officedocument.presentationml.notesSlide+xml" PartName="/ppt/notesSlides/notesSlide162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45.xml"/>
  <Override ContentType="application/vnd.openxmlformats-officedocument.presentationml.notesSlide+xml" PartName="/ppt/notesSlides/notesSlide96.xml"/>
  <Override ContentType="application/vnd.openxmlformats-officedocument.presentationml.notesSlide+xml" PartName="/ppt/notesSlides/notesSlide102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83.xml"/>
  <Override ContentType="application/vnd.openxmlformats-officedocument.presentationml.notesSlide+xml" PartName="/ppt/notesSlides/notesSlide115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158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66.xml"/>
  <Override ContentType="application/vnd.openxmlformats-officedocument.presentationml.notesSlide+xml" PartName="/ppt/notesSlides/notesSlide175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21.xml"/>
  <Override ContentType="application/vnd.openxmlformats-officedocument.presentationml.slide+xml" PartName="/ppt/slides/slide164.xml"/>
  <Override ContentType="application/vnd.openxmlformats-officedocument.presentationml.slide+xml" PartName="/ppt/slides/slide43.xml"/>
  <Override ContentType="application/vnd.openxmlformats-officedocument.presentationml.slide+xml" PartName="/ppt/slides/slide78.xml"/>
  <Override ContentType="application/vnd.openxmlformats-officedocument.presentationml.slide+xml" PartName="/ppt/slides/slide86.xml"/>
  <Override ContentType="application/vnd.openxmlformats-officedocument.presentationml.slide+xml" PartName="/ppt/slides/slide35.xml"/>
  <Override ContentType="application/vnd.openxmlformats-officedocument.presentationml.slide+xml" PartName="/ppt/slides/slide105.xml"/>
  <Override ContentType="application/vnd.openxmlformats-officedocument.presentationml.slide+xml" PartName="/ppt/slides/slide148.xml"/>
  <Override ContentType="application/vnd.openxmlformats-officedocument.presentationml.slide+xml" PartName="/ppt/slides/slide172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82.xml"/>
  <Override ContentType="application/vnd.openxmlformats-officedocument.presentationml.slide+xml" PartName="/ppt/slides/slide17.xml"/>
  <Override ContentType="application/vnd.openxmlformats-officedocument.presentationml.slide+xml" PartName="/ppt/slides/slide138.xml"/>
  <Override ContentType="application/vnd.openxmlformats-officedocument.presentationml.slide+xml" PartName="/ppt/slides/slide25.xml"/>
  <Override ContentType="application/vnd.openxmlformats-officedocument.presentationml.slide+xml" PartName="/ppt/slides/slide17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13.xml"/>
  <Override ContentType="application/vnd.openxmlformats-officedocument.presentationml.slide+xml" PartName="/ppt/slides/slide68.xml"/>
  <Override ContentType="application/vnd.openxmlformats-officedocument.presentationml.slide+xml" PartName="/ppt/slides/slide94.xml"/>
  <Override ContentType="application/vnd.openxmlformats-officedocument.presentationml.slide+xml" PartName="/ppt/slides/slide156.xml"/>
  <Override ContentType="application/vnd.openxmlformats-officedocument.presentationml.slide+xml" PartName="/ppt/slides/slide170.xml"/>
  <Override ContentType="application/vnd.openxmlformats-officedocument.presentationml.slide+xml" PartName="/ppt/slides/slide84.xml"/>
  <Override ContentType="application/vnd.openxmlformats-officedocument.presentationml.slide+xml" PartName="/ppt/slides/slide107.xml"/>
  <Override ContentType="application/vnd.openxmlformats-officedocument.presentationml.slide+xml" PartName="/ppt/slides/slide37.xml"/>
  <Override ContentType="application/vnd.openxmlformats-officedocument.presentationml.slide+xml" PartName="/ppt/slides/slide123.xml"/>
  <Override ContentType="application/vnd.openxmlformats-officedocument.presentationml.slide+xml" PartName="/ppt/slides/slide71.xml"/>
  <Override ContentType="application/vnd.openxmlformats-officedocument.presentationml.slide+xml" PartName="/ppt/slides/slide179.xml"/>
  <Override ContentType="application/vnd.openxmlformats-officedocument.presentationml.slide+xml" PartName="/ppt/slides/slide166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66.xml"/>
  <Override ContentType="application/vnd.openxmlformats-officedocument.presentationml.slide+xml" PartName="/ppt/slides/slide23.xml"/>
  <Override ContentType="application/vnd.openxmlformats-officedocument.presentationml.slide+xml" PartName="/ppt/slides/slide136.xml"/>
  <Override ContentType="application/vnd.openxmlformats-officedocument.presentationml.slide+xml" PartName="/ppt/slides/slide154.xml"/>
  <Override ContentType="application/vnd.openxmlformats-officedocument.presentationml.slide+xml" PartName="/ppt/slides/slide10.xml"/>
  <Override ContentType="application/vnd.openxmlformats-officedocument.presentationml.slide+xml" PartName="/ppt/slides/slide111.xml"/>
  <Override ContentType="application/vnd.openxmlformats-officedocument.presentationml.slide+xml" PartName="/ppt/slides/slide184.xml"/>
  <Override ContentType="application/vnd.openxmlformats-officedocument.presentationml.slide+xml" PartName="/ppt/slides/slide53.xml"/>
  <Override ContentType="application/vnd.openxmlformats-officedocument.presentationml.slide+xml" PartName="/ppt/slides/slide141.xml"/>
  <Override ContentType="application/vnd.openxmlformats-officedocument.presentationml.slide+xml" PartName="/ppt/slides/slide96.xml"/>
  <Override ContentType="application/vnd.openxmlformats-officedocument.presentationml.slide+xml" PartName="/ppt/slides/slide48.xml"/>
  <Override ContentType="application/vnd.openxmlformats-officedocument.presentationml.slide+xml" PartName="/ppt/slides/slide22.xml"/>
  <Override ContentType="application/vnd.openxmlformats-officedocument.presentationml.slide+xml" PartName="/ppt/slides/slide82.xml"/>
  <Override ContentType="application/vnd.openxmlformats-officedocument.presentationml.slide+xml" PartName="/ppt/slides/slide65.xml"/>
  <Override ContentType="application/vnd.openxmlformats-officedocument.presentationml.slide+xml" PartName="/ppt/slides/slide9.xml"/>
  <Override ContentType="application/vnd.openxmlformats-officedocument.presentationml.slide+xml" PartName="/ppt/slides/slide168.xml"/>
  <Override ContentType="application/vnd.openxmlformats-officedocument.presentationml.slide+xml" PartName="/ppt/slides/slide118.xml"/>
  <Override ContentType="application/vnd.openxmlformats-officedocument.presentationml.slide+xml" PartName="/ppt/slides/slide142.xml"/>
  <Override ContentType="application/vnd.openxmlformats-officedocument.presentationml.slide+xml" PartName="/ppt/slides/slide12.xml"/>
  <Override ContentType="application/vnd.openxmlformats-officedocument.presentationml.slide+xml" PartName="/ppt/slides/slide108.xml"/>
  <Override ContentType="application/vnd.openxmlformats-officedocument.presentationml.slide+xml" PartName="/ppt/slides/slide98.xml"/>
  <Override ContentType="application/vnd.openxmlformats-officedocument.presentationml.slide+xml" PartName="/ppt/slides/slide152.xml"/>
  <Override ContentType="application/vnd.openxmlformats-officedocument.presentationml.slide+xml" PartName="/ppt/slides/slide125.xml"/>
  <Override ContentType="application/vnd.openxmlformats-officedocument.presentationml.slide+xml" PartName="/ppt/slides/slide72.xml"/>
  <Override ContentType="application/vnd.openxmlformats-officedocument.presentationml.slide+xml" PartName="/ppt/slides/slide135.xml"/>
  <Override ContentType="application/vnd.openxmlformats-officedocument.presentationml.slide+xml" PartName="/ppt/slides/slide20.xml"/>
  <Override ContentType="application/vnd.openxmlformats-officedocument.presentationml.slide+xml" PartName="/ppt/slides/slide161.xml"/>
  <Override ContentType="application/vnd.openxmlformats-officedocument.presentationml.slide+xml" PartName="/ppt/slides/slide178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89.xml"/>
  <Override ContentType="application/vnd.openxmlformats-officedocument.presentationml.slide+xml" PartName="/ppt/slides/slide76.xml"/>
  <Override ContentType="application/vnd.openxmlformats-officedocument.presentationml.slide+xml" PartName="/ppt/slides/slide129.xml"/>
  <Override ContentType="application/vnd.openxmlformats-officedocument.presentationml.slide+xml" PartName="/ppt/slides/slide63.xml"/>
  <Override ContentType="application/vnd.openxmlformats-officedocument.presentationml.slide+xml" PartName="/ppt/slides/slide131.xml"/>
  <Override ContentType="application/vnd.openxmlformats-officedocument.presentationml.slide+xml" PartName="/ppt/slides/slide159.xml"/>
  <Override ContentType="application/vnd.openxmlformats-officedocument.presentationml.slide+xml" PartName="/ppt/slides/slide93.xml"/>
  <Override ContentType="application/vnd.openxmlformats-officedocument.presentationml.slide+xml" PartName="/ppt/slides/slide101.xml"/>
  <Override ContentType="application/vnd.openxmlformats-officedocument.presentationml.slide+xml" PartName="/ppt/slides/slide116.xml"/>
  <Override ContentType="application/vnd.openxmlformats-officedocument.presentationml.slide+xml" PartName="/ppt/slides/slide144.xml"/>
  <Override ContentType="application/vnd.openxmlformats-officedocument.presentationml.slide+xml" PartName="/ppt/slides/slide80.xml"/>
  <Override ContentType="application/vnd.openxmlformats-officedocument.presentationml.slide+xml" PartName="/ppt/slides/slide103.xml"/>
  <Override ContentType="application/vnd.openxmlformats-officedocument.presentationml.slide+xml" PartName="/ppt/slides/slide61.xml"/>
  <Override ContentType="application/vnd.openxmlformats-officedocument.presentationml.slide+xml" PartName="/ppt/slides/slide133.xml"/>
  <Override ContentType="application/vnd.openxmlformats-officedocument.presentationml.slide+xml" PartName="/ppt/slides/slide91.xml"/>
  <Override ContentType="application/vnd.openxmlformats-officedocument.presentationml.slide+xml" PartName="/ppt/slides/slide114.xml"/>
  <Override ContentType="application/vnd.openxmlformats-officedocument.presentationml.slide+xml" PartName="/ppt/slides/slide163.xml"/>
  <Override ContentType="application/vnd.openxmlformats-officedocument.presentationml.slide+xml" PartName="/ppt/slides/slide31.xml"/>
  <Override ContentType="application/vnd.openxmlformats-officedocument.presentationml.slide+xml" PartName="/ppt/slides/slide127.xml"/>
  <Override ContentType="application/vnd.openxmlformats-officedocument.presentationml.slide+xml" PartName="/ppt/slides/slide146.xml"/>
  <Override ContentType="application/vnd.openxmlformats-officedocument.presentationml.slide+xml" PartName="/ppt/slides/slide150.xml"/>
  <Override ContentType="application/vnd.openxmlformats-officedocument.presentationml.slide+xml" PartName="/ppt/slides/slide120.xml"/>
  <Override ContentType="application/vnd.openxmlformats-officedocument.presentationml.slide+xml" PartName="/ppt/slides/slide87.xml"/>
  <Override ContentType="application/vnd.openxmlformats-officedocument.presentationml.slide+xml" PartName="/ppt/slides/slide74.xml"/>
  <Override ContentType="application/vnd.openxmlformats-officedocument.presentationml.slide+xml" PartName="/ppt/slides/slide176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slide+xml" PartName="/ppt/slides/slide180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39.xml"/>
  <Override ContentType="application/vnd.openxmlformats-officedocument.presentationml.slide+xml" PartName="/ppt/slides/slide60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12.xml"/>
  <Override ContentType="application/vnd.openxmlformats-officedocument.presentationml.slide+xml" PartName="/ppt/slides/slide95.xml"/>
  <Override ContentType="application/vnd.openxmlformats-officedocument.presentationml.slide+xml" PartName="/ppt/slides/slide155.xml"/>
  <Override ContentType="application/vnd.openxmlformats-officedocument.presentationml.slide+xml" PartName="/ppt/slides/slide69.xml"/>
  <Override ContentType="application/vnd.openxmlformats-officedocument.presentationml.slide+xml" PartName="/ppt/slides/slide181.xml"/>
  <Override ContentType="application/vnd.openxmlformats-officedocument.presentationml.slide+xml" PartName="/ppt/slides/slide85.xml"/>
  <Override ContentType="application/vnd.openxmlformats-officedocument.presentationml.slide+xml" PartName="/ppt/slides/slide157.xml"/>
  <Override ContentType="application/vnd.openxmlformats-officedocument.presentationml.slide+xml" PartName="/ppt/slides/slide42.xml"/>
  <Override ContentType="application/vnd.openxmlformats-officedocument.presentationml.slide+xml" PartName="/ppt/slides/slide50.xml"/>
  <Override ContentType="application/vnd.openxmlformats-officedocument.presentationml.slide+xml" PartName="/ppt/slides/slide77.xml"/>
  <Override ContentType="application/vnd.openxmlformats-officedocument.presentationml.slide+xml" PartName="/ppt/slides/slide165.xml"/>
  <Override ContentType="application/vnd.openxmlformats-officedocument.presentationml.slide+xml" PartName="/ppt/slides/slide34.xml"/>
  <Override ContentType="application/vnd.openxmlformats-officedocument.presentationml.slide+xml" PartName="/ppt/slides/slide122.xml"/>
  <Override ContentType="application/vnd.openxmlformats-officedocument.presentationml.slide+xml" PartName="/ppt/slides/slide130.xml"/>
  <Override ContentType="application/vnd.openxmlformats-officedocument.presentationml.slide+xml" PartName="/ppt/slides/slide173.xml"/>
  <Override ContentType="application/vnd.openxmlformats-officedocument.presentationml.slide+xml" PartName="/ppt/slides/slide147.xml"/>
  <Override ContentType="application/vnd.openxmlformats-officedocument.presentationml.slide+xml" PartName="/ppt/slides/slide16.xml"/>
  <Override ContentType="application/vnd.openxmlformats-officedocument.presentationml.slide+xml" PartName="/ppt/slides/slide104.xml"/>
  <Override ContentType="application/vnd.openxmlformats-officedocument.presentationml.slide+xml" PartName="/ppt/slides/slide24.xml"/>
  <Override ContentType="application/vnd.openxmlformats-officedocument.presentationml.slide+xml" PartName="/ppt/slides/slide97.xml"/>
  <Override ContentType="application/vnd.openxmlformats-officedocument.presentationml.slide+xml" PartName="/ppt/slides/slide140.xml"/>
  <Override ContentType="application/vnd.openxmlformats-officedocument.presentationml.slide+xml" PartName="/ppt/slides/slide11.xml"/>
  <Override ContentType="application/vnd.openxmlformats-officedocument.presentationml.slide+xml" PartName="/ppt/slides/slide137.xml"/>
  <Override ContentType="application/vnd.openxmlformats-officedocument.presentationml.slide+xml" PartName="/ppt/slides/slide110.xml"/>
  <Override ContentType="application/vnd.openxmlformats-officedocument.presentationml.slide+xml" PartName="/ppt/slides/slide153.xml"/>
  <Override ContentType="application/vnd.openxmlformats-officedocument.presentationml.slide+xml" PartName="/ppt/slides/slide183.xml"/>
  <Override ContentType="application/vnd.openxmlformats-officedocument.presentationml.slide+xml" PartName="/ppt/slides/slide6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79.xml"/>
  <Override ContentType="application/vnd.openxmlformats-officedocument.presentationml.slide+xml" PartName="/ppt/slides/slide171.xml"/>
  <Override ContentType="application/vnd.openxmlformats-officedocument.presentationml.slide+xml" PartName="/ppt/slides/slide149.xml"/>
  <Override ContentType="application/vnd.openxmlformats-officedocument.presentationml.slide+xml" PartName="/ppt/slides/slide49.xml"/>
  <Override ContentType="application/vnd.openxmlformats-officedocument.presentationml.slide+xml" PartName="/ppt/slides/slide124.xml"/>
  <Override ContentType="application/vnd.openxmlformats-officedocument.presentationml.slide+xml" PartName="/ppt/slides/slide83.xml"/>
  <Override ContentType="application/vnd.openxmlformats-officedocument.presentationml.slide+xml" PartName="/ppt/slides/slide106.xml"/>
  <Override ContentType="application/vnd.openxmlformats-officedocument.presentationml.slide+xml" PartName="/ppt/slides/slide167.xml"/>
  <Override ContentType="application/vnd.openxmlformats-officedocument.presentationml.slide+xml" PartName="/ppt/slides/slide70.xml"/>
  <Override ContentType="application/vnd.openxmlformats-officedocument.presentationml.slide+xml" PartName="/ppt/slides/slide6.xml"/>
  <Override ContentType="application/vnd.openxmlformats-officedocument.presentationml.slide+xml" PartName="/ppt/slides/slide119.xml"/>
  <Override ContentType="application/vnd.openxmlformats-officedocument.presentationml.slide+xml" PartName="/ppt/slides/slide40.xml"/>
  <Override ContentType="application/vnd.openxmlformats-officedocument.presentationml.slide+xml" PartName="/ppt/slides/slide73.xml"/>
  <Override ContentType="application/vnd.openxmlformats-officedocument.presentationml.slide+xml" PartName="/ppt/slides/slide169.xml"/>
  <Override ContentType="application/vnd.openxmlformats-officedocument.presentationml.slide+xml" PartName="/ppt/slides/slide30.xml"/>
  <Override ContentType="application/vnd.openxmlformats-officedocument.presentationml.slide+xml" PartName="/ppt/slides/slide126.xml"/>
  <Override ContentType="application/vnd.openxmlformats-officedocument.presentationml.slide+xml" PartName="/ppt/slides/slide151.xml"/>
  <Override ContentType="application/vnd.openxmlformats-officedocument.presentationml.slide+xml" PartName="/ppt/slides/slide177.xml"/>
  <Override ContentType="application/vnd.openxmlformats-officedocument.presentationml.slide+xml" PartName="/ppt/slides/slide109.xml"/>
  <Override ContentType="application/vnd.openxmlformats-officedocument.presentationml.slide+xml" PartName="/ppt/slides/slide134.xml"/>
  <Override ContentType="application/vnd.openxmlformats-officedocument.presentationml.slide+xml" PartName="/ppt/slides/slide99.xml"/>
  <Override ContentType="application/vnd.openxmlformats-officedocument.presentationml.slide+xml" PartName="/ppt/slides/slide3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47.xml"/>
  <Override ContentType="application/vnd.openxmlformats-officedocument.presentationml.slide+xml" PartName="/ppt/slides/slide160.xml"/>
  <Override ContentType="application/vnd.openxmlformats-officedocument.presentationml.slide+xml" PartName="/ppt/slides/slide21.xml"/>
  <Override ContentType="application/vnd.openxmlformats-officedocument.presentationml.slide+xml" PartName="/ppt/slides/slide100.xml"/>
  <Override ContentType="application/vnd.openxmlformats-officedocument.presentationml.slide+xml" PartName="/ppt/slides/slide64.xml"/>
  <Override ContentType="application/vnd.openxmlformats-officedocument.presentationml.slide+xml" PartName="/ppt/slides/slide81.xml"/>
  <Override ContentType="application/vnd.openxmlformats-officedocument.presentationml.slide+xml" PartName="/ppt/slides/slide90.xml"/>
  <Override ContentType="application/vnd.openxmlformats-officedocument.presentationml.slide+xml" PartName="/ppt/slides/slide8.xml"/>
  <Override ContentType="application/vnd.openxmlformats-officedocument.presentationml.slide+xml" PartName="/ppt/slides/slide143.xml"/>
  <Override ContentType="application/vnd.openxmlformats-officedocument.presentationml.slide+xml" PartName="/ppt/slides/slide117.xml"/>
  <Override ContentType="application/vnd.openxmlformats-officedocument.presentationml.slide+xml" PartName="/ppt/slides/slide145.xml"/>
  <Override ContentType="application/vnd.openxmlformats-officedocument.presentationml.slide+xml" PartName="/ppt/slides/slide132.xml"/>
  <Override ContentType="application/vnd.openxmlformats-officedocument.presentationml.slide+xml" PartName="/ppt/slides/slide162.xml"/>
  <Override ContentType="application/vnd.openxmlformats-officedocument.presentationml.slide+xml" PartName="/ppt/slides/slide32.xml"/>
  <Override ContentType="application/vnd.openxmlformats-officedocument.presentationml.slide+xml" PartName="/ppt/slides/slide62.xml"/>
  <Override ContentType="application/vnd.openxmlformats-officedocument.presentationml.slide+xml" PartName="/ppt/slides/slide75.xml"/>
  <Override ContentType="application/vnd.openxmlformats-officedocument.presentationml.slide+xml" PartName="/ppt/slides/slide175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88.xml"/>
  <Override ContentType="application/vnd.openxmlformats-officedocument.presentationml.slide+xml" PartName="/ppt/slides/slide128.xml"/>
  <Override ContentType="application/vnd.openxmlformats-officedocument.presentationml.slide+xml" PartName="/ppt/slides/slide158.xml"/>
  <Override ContentType="application/vnd.openxmlformats-officedocument.presentationml.slide+xml" PartName="/ppt/slides/slide92.xml"/>
  <Override ContentType="application/vnd.openxmlformats-officedocument.presentationml.slide+xml" PartName="/ppt/slides/slide115.xml"/>
  <Override ContentType="application/vnd.openxmlformats-officedocument.presentationml.slide+xml" PartName="/ppt/slides/slide102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  <p:sldId id="310" r:id="rId60"/>
    <p:sldId id="311" r:id="rId61"/>
    <p:sldId id="312" r:id="rId62"/>
    <p:sldId id="313" r:id="rId63"/>
    <p:sldId id="314" r:id="rId64"/>
    <p:sldId id="315" r:id="rId65"/>
    <p:sldId id="316" r:id="rId66"/>
    <p:sldId id="317" r:id="rId67"/>
    <p:sldId id="318" r:id="rId68"/>
    <p:sldId id="319" r:id="rId69"/>
    <p:sldId id="320" r:id="rId70"/>
    <p:sldId id="321" r:id="rId71"/>
    <p:sldId id="322" r:id="rId72"/>
    <p:sldId id="323" r:id="rId73"/>
    <p:sldId id="324" r:id="rId74"/>
    <p:sldId id="325" r:id="rId75"/>
    <p:sldId id="326" r:id="rId76"/>
    <p:sldId id="327" r:id="rId77"/>
    <p:sldId id="328" r:id="rId78"/>
    <p:sldId id="329" r:id="rId79"/>
    <p:sldId id="330" r:id="rId80"/>
    <p:sldId id="331" r:id="rId81"/>
    <p:sldId id="332" r:id="rId82"/>
    <p:sldId id="333" r:id="rId83"/>
    <p:sldId id="334" r:id="rId84"/>
    <p:sldId id="335" r:id="rId85"/>
    <p:sldId id="336" r:id="rId86"/>
    <p:sldId id="337" r:id="rId87"/>
    <p:sldId id="338" r:id="rId88"/>
    <p:sldId id="339" r:id="rId89"/>
    <p:sldId id="340" r:id="rId90"/>
    <p:sldId id="341" r:id="rId91"/>
    <p:sldId id="342" r:id="rId92"/>
    <p:sldId id="343" r:id="rId93"/>
    <p:sldId id="344" r:id="rId94"/>
    <p:sldId id="345" r:id="rId95"/>
    <p:sldId id="346" r:id="rId96"/>
    <p:sldId id="347" r:id="rId97"/>
    <p:sldId id="348" r:id="rId98"/>
    <p:sldId id="349" r:id="rId99"/>
    <p:sldId id="350" r:id="rId100"/>
    <p:sldId id="351" r:id="rId101"/>
    <p:sldId id="352" r:id="rId102"/>
    <p:sldId id="353" r:id="rId103"/>
    <p:sldId id="354" r:id="rId104"/>
    <p:sldId id="355" r:id="rId105"/>
    <p:sldId id="356" r:id="rId106"/>
    <p:sldId id="357" r:id="rId107"/>
    <p:sldId id="358" r:id="rId108"/>
    <p:sldId id="359" r:id="rId109"/>
    <p:sldId id="360" r:id="rId110"/>
    <p:sldId id="361" r:id="rId111"/>
    <p:sldId id="362" r:id="rId112"/>
    <p:sldId id="363" r:id="rId113"/>
    <p:sldId id="364" r:id="rId114"/>
    <p:sldId id="365" r:id="rId115"/>
    <p:sldId id="366" r:id="rId116"/>
    <p:sldId id="367" r:id="rId117"/>
    <p:sldId id="368" r:id="rId118"/>
    <p:sldId id="369" r:id="rId119"/>
    <p:sldId id="370" r:id="rId120"/>
    <p:sldId id="371" r:id="rId121"/>
    <p:sldId id="372" r:id="rId122"/>
    <p:sldId id="373" r:id="rId123"/>
    <p:sldId id="374" r:id="rId124"/>
    <p:sldId id="375" r:id="rId125"/>
    <p:sldId id="376" r:id="rId126"/>
    <p:sldId id="377" r:id="rId127"/>
    <p:sldId id="378" r:id="rId128"/>
    <p:sldId id="379" r:id="rId129"/>
    <p:sldId id="380" r:id="rId130"/>
    <p:sldId id="381" r:id="rId131"/>
    <p:sldId id="382" r:id="rId132"/>
    <p:sldId id="383" r:id="rId133"/>
    <p:sldId id="384" r:id="rId134"/>
    <p:sldId id="385" r:id="rId135"/>
    <p:sldId id="386" r:id="rId136"/>
    <p:sldId id="387" r:id="rId137"/>
    <p:sldId id="388" r:id="rId138"/>
    <p:sldId id="389" r:id="rId139"/>
    <p:sldId id="390" r:id="rId140"/>
    <p:sldId id="391" r:id="rId141"/>
    <p:sldId id="392" r:id="rId142"/>
    <p:sldId id="393" r:id="rId143"/>
    <p:sldId id="394" r:id="rId144"/>
    <p:sldId id="395" r:id="rId145"/>
    <p:sldId id="396" r:id="rId146"/>
    <p:sldId id="397" r:id="rId147"/>
    <p:sldId id="398" r:id="rId148"/>
    <p:sldId id="399" r:id="rId149"/>
    <p:sldId id="400" r:id="rId150"/>
    <p:sldId id="401" r:id="rId151"/>
    <p:sldId id="402" r:id="rId152"/>
    <p:sldId id="403" r:id="rId153"/>
    <p:sldId id="404" r:id="rId154"/>
    <p:sldId id="405" r:id="rId155"/>
    <p:sldId id="406" r:id="rId156"/>
    <p:sldId id="407" r:id="rId157"/>
    <p:sldId id="408" r:id="rId158"/>
    <p:sldId id="409" r:id="rId159"/>
    <p:sldId id="410" r:id="rId160"/>
    <p:sldId id="411" r:id="rId161"/>
    <p:sldId id="412" r:id="rId162"/>
    <p:sldId id="413" r:id="rId163"/>
    <p:sldId id="414" r:id="rId164"/>
    <p:sldId id="415" r:id="rId165"/>
    <p:sldId id="416" r:id="rId166"/>
    <p:sldId id="417" r:id="rId167"/>
    <p:sldId id="418" r:id="rId168"/>
    <p:sldId id="419" r:id="rId169"/>
    <p:sldId id="420" r:id="rId170"/>
    <p:sldId id="421" r:id="rId171"/>
    <p:sldId id="422" r:id="rId172"/>
    <p:sldId id="423" r:id="rId173"/>
    <p:sldId id="424" r:id="rId174"/>
    <p:sldId id="425" r:id="rId175"/>
    <p:sldId id="426" r:id="rId176"/>
    <p:sldId id="427" r:id="rId177"/>
    <p:sldId id="428" r:id="rId178"/>
    <p:sldId id="429" r:id="rId179"/>
    <p:sldId id="430" r:id="rId180"/>
    <p:sldId id="431" r:id="rId181"/>
    <p:sldId id="432" r:id="rId182"/>
    <p:sldId id="433" r:id="rId183"/>
    <p:sldId id="434" r:id="rId184"/>
    <p:sldId id="435" r:id="rId185"/>
    <p:sldId id="436" r:id="rId186"/>
    <p:sldId id="437" r:id="rId187"/>
    <p:sldId id="438" r:id="rId188"/>
    <p:sldId id="439" r:id="rId189"/>
  </p:sldIdLst>
  <p:sldSz cy="5143500" cx="9144000"/>
  <p:notesSz cx="9144000" cy="6858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190" roundtripDataSignature="AMtx7miZDmUc9vhURlM3+B4b5OgtMa7r3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190" Type="http://customschemas.google.com/relationships/presentationmetadata" Target="metadata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107" Type="http://schemas.openxmlformats.org/officeDocument/2006/relationships/slide" Target="slides/slide102.xml"/><Relationship Id="rId106" Type="http://schemas.openxmlformats.org/officeDocument/2006/relationships/slide" Target="slides/slide101.xml"/><Relationship Id="rId105" Type="http://schemas.openxmlformats.org/officeDocument/2006/relationships/slide" Target="slides/slide100.xml"/><Relationship Id="rId104" Type="http://schemas.openxmlformats.org/officeDocument/2006/relationships/slide" Target="slides/slide99.xml"/><Relationship Id="rId109" Type="http://schemas.openxmlformats.org/officeDocument/2006/relationships/slide" Target="slides/slide104.xml"/><Relationship Id="rId108" Type="http://schemas.openxmlformats.org/officeDocument/2006/relationships/slide" Target="slides/slide103.xml"/><Relationship Id="rId48" Type="http://schemas.openxmlformats.org/officeDocument/2006/relationships/slide" Target="slides/slide43.xml"/><Relationship Id="rId187" Type="http://schemas.openxmlformats.org/officeDocument/2006/relationships/slide" Target="slides/slide182.xml"/><Relationship Id="rId47" Type="http://schemas.openxmlformats.org/officeDocument/2006/relationships/slide" Target="slides/slide42.xml"/><Relationship Id="rId186" Type="http://schemas.openxmlformats.org/officeDocument/2006/relationships/slide" Target="slides/slide181.xml"/><Relationship Id="rId185" Type="http://schemas.openxmlformats.org/officeDocument/2006/relationships/slide" Target="slides/slide180.xml"/><Relationship Id="rId49" Type="http://schemas.openxmlformats.org/officeDocument/2006/relationships/slide" Target="slides/slide44.xml"/><Relationship Id="rId184" Type="http://schemas.openxmlformats.org/officeDocument/2006/relationships/slide" Target="slides/slide179.xml"/><Relationship Id="rId103" Type="http://schemas.openxmlformats.org/officeDocument/2006/relationships/slide" Target="slides/slide98.xml"/><Relationship Id="rId102" Type="http://schemas.openxmlformats.org/officeDocument/2006/relationships/slide" Target="slides/slide97.xml"/><Relationship Id="rId101" Type="http://schemas.openxmlformats.org/officeDocument/2006/relationships/slide" Target="slides/slide96.xml"/><Relationship Id="rId189" Type="http://schemas.openxmlformats.org/officeDocument/2006/relationships/slide" Target="slides/slide184.xml"/><Relationship Id="rId100" Type="http://schemas.openxmlformats.org/officeDocument/2006/relationships/slide" Target="slides/slide95.xml"/><Relationship Id="rId188" Type="http://schemas.openxmlformats.org/officeDocument/2006/relationships/slide" Target="slides/slide18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183" Type="http://schemas.openxmlformats.org/officeDocument/2006/relationships/slide" Target="slides/slide178.xml"/><Relationship Id="rId32" Type="http://schemas.openxmlformats.org/officeDocument/2006/relationships/slide" Target="slides/slide27.xml"/><Relationship Id="rId182" Type="http://schemas.openxmlformats.org/officeDocument/2006/relationships/slide" Target="slides/slide177.xml"/><Relationship Id="rId35" Type="http://schemas.openxmlformats.org/officeDocument/2006/relationships/slide" Target="slides/slide30.xml"/><Relationship Id="rId181" Type="http://schemas.openxmlformats.org/officeDocument/2006/relationships/slide" Target="slides/slide176.xml"/><Relationship Id="rId34" Type="http://schemas.openxmlformats.org/officeDocument/2006/relationships/slide" Target="slides/slide29.xml"/><Relationship Id="rId180" Type="http://schemas.openxmlformats.org/officeDocument/2006/relationships/slide" Target="slides/slide175.xml"/><Relationship Id="rId37" Type="http://schemas.openxmlformats.org/officeDocument/2006/relationships/slide" Target="slides/slide32.xml"/><Relationship Id="rId176" Type="http://schemas.openxmlformats.org/officeDocument/2006/relationships/slide" Target="slides/slide171.xml"/><Relationship Id="rId36" Type="http://schemas.openxmlformats.org/officeDocument/2006/relationships/slide" Target="slides/slide31.xml"/><Relationship Id="rId175" Type="http://schemas.openxmlformats.org/officeDocument/2006/relationships/slide" Target="slides/slide170.xml"/><Relationship Id="rId39" Type="http://schemas.openxmlformats.org/officeDocument/2006/relationships/slide" Target="slides/slide34.xml"/><Relationship Id="rId174" Type="http://schemas.openxmlformats.org/officeDocument/2006/relationships/slide" Target="slides/slide169.xml"/><Relationship Id="rId38" Type="http://schemas.openxmlformats.org/officeDocument/2006/relationships/slide" Target="slides/slide33.xml"/><Relationship Id="rId173" Type="http://schemas.openxmlformats.org/officeDocument/2006/relationships/slide" Target="slides/slide168.xml"/><Relationship Id="rId179" Type="http://schemas.openxmlformats.org/officeDocument/2006/relationships/slide" Target="slides/slide174.xml"/><Relationship Id="rId178" Type="http://schemas.openxmlformats.org/officeDocument/2006/relationships/slide" Target="slides/slide173.xml"/><Relationship Id="rId177" Type="http://schemas.openxmlformats.org/officeDocument/2006/relationships/slide" Target="slides/slide172.xml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29" Type="http://schemas.openxmlformats.org/officeDocument/2006/relationships/slide" Target="slides/slide124.xml"/><Relationship Id="rId128" Type="http://schemas.openxmlformats.org/officeDocument/2006/relationships/slide" Target="slides/slide123.xml"/><Relationship Id="rId127" Type="http://schemas.openxmlformats.org/officeDocument/2006/relationships/slide" Target="slides/slide122.xml"/><Relationship Id="rId126" Type="http://schemas.openxmlformats.org/officeDocument/2006/relationships/slide" Target="slides/slide121.xml"/><Relationship Id="rId26" Type="http://schemas.openxmlformats.org/officeDocument/2006/relationships/slide" Target="slides/slide21.xml"/><Relationship Id="rId121" Type="http://schemas.openxmlformats.org/officeDocument/2006/relationships/slide" Target="slides/slide116.xml"/><Relationship Id="rId25" Type="http://schemas.openxmlformats.org/officeDocument/2006/relationships/slide" Target="slides/slide20.xml"/><Relationship Id="rId120" Type="http://schemas.openxmlformats.org/officeDocument/2006/relationships/slide" Target="slides/slide115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125" Type="http://schemas.openxmlformats.org/officeDocument/2006/relationships/slide" Target="slides/slide120.xml"/><Relationship Id="rId29" Type="http://schemas.openxmlformats.org/officeDocument/2006/relationships/slide" Target="slides/slide24.xml"/><Relationship Id="rId124" Type="http://schemas.openxmlformats.org/officeDocument/2006/relationships/slide" Target="slides/slide119.xml"/><Relationship Id="rId123" Type="http://schemas.openxmlformats.org/officeDocument/2006/relationships/slide" Target="slides/slide118.xml"/><Relationship Id="rId122" Type="http://schemas.openxmlformats.org/officeDocument/2006/relationships/slide" Target="slides/slide117.xml"/><Relationship Id="rId95" Type="http://schemas.openxmlformats.org/officeDocument/2006/relationships/slide" Target="slides/slide90.xml"/><Relationship Id="rId94" Type="http://schemas.openxmlformats.org/officeDocument/2006/relationships/slide" Target="slides/slide89.xml"/><Relationship Id="rId97" Type="http://schemas.openxmlformats.org/officeDocument/2006/relationships/slide" Target="slides/slide92.xml"/><Relationship Id="rId96" Type="http://schemas.openxmlformats.org/officeDocument/2006/relationships/slide" Target="slides/slide91.xml"/><Relationship Id="rId11" Type="http://schemas.openxmlformats.org/officeDocument/2006/relationships/slide" Target="slides/slide6.xml"/><Relationship Id="rId99" Type="http://schemas.openxmlformats.org/officeDocument/2006/relationships/slide" Target="slides/slide94.xml"/><Relationship Id="rId10" Type="http://schemas.openxmlformats.org/officeDocument/2006/relationships/slide" Target="slides/slide5.xml"/><Relationship Id="rId98" Type="http://schemas.openxmlformats.org/officeDocument/2006/relationships/slide" Target="slides/slide93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91" Type="http://schemas.openxmlformats.org/officeDocument/2006/relationships/slide" Target="slides/slide86.xml"/><Relationship Id="rId90" Type="http://schemas.openxmlformats.org/officeDocument/2006/relationships/slide" Target="slides/slide85.xml"/><Relationship Id="rId93" Type="http://schemas.openxmlformats.org/officeDocument/2006/relationships/slide" Target="slides/slide88.xml"/><Relationship Id="rId92" Type="http://schemas.openxmlformats.org/officeDocument/2006/relationships/slide" Target="slides/slide87.xml"/><Relationship Id="rId118" Type="http://schemas.openxmlformats.org/officeDocument/2006/relationships/slide" Target="slides/slide113.xml"/><Relationship Id="rId117" Type="http://schemas.openxmlformats.org/officeDocument/2006/relationships/slide" Target="slides/slide112.xml"/><Relationship Id="rId116" Type="http://schemas.openxmlformats.org/officeDocument/2006/relationships/slide" Target="slides/slide111.xml"/><Relationship Id="rId115" Type="http://schemas.openxmlformats.org/officeDocument/2006/relationships/slide" Target="slides/slide110.xml"/><Relationship Id="rId119" Type="http://schemas.openxmlformats.org/officeDocument/2006/relationships/slide" Target="slides/slide114.xml"/><Relationship Id="rId15" Type="http://schemas.openxmlformats.org/officeDocument/2006/relationships/slide" Target="slides/slide10.xml"/><Relationship Id="rId110" Type="http://schemas.openxmlformats.org/officeDocument/2006/relationships/slide" Target="slides/slide105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14" Type="http://schemas.openxmlformats.org/officeDocument/2006/relationships/slide" Target="slides/slide109.xml"/><Relationship Id="rId18" Type="http://schemas.openxmlformats.org/officeDocument/2006/relationships/slide" Target="slides/slide13.xml"/><Relationship Id="rId113" Type="http://schemas.openxmlformats.org/officeDocument/2006/relationships/slide" Target="slides/slide108.xml"/><Relationship Id="rId112" Type="http://schemas.openxmlformats.org/officeDocument/2006/relationships/slide" Target="slides/slide107.xml"/><Relationship Id="rId111" Type="http://schemas.openxmlformats.org/officeDocument/2006/relationships/slide" Target="slides/slide106.xml"/><Relationship Id="rId84" Type="http://schemas.openxmlformats.org/officeDocument/2006/relationships/slide" Target="slides/slide79.xml"/><Relationship Id="rId83" Type="http://schemas.openxmlformats.org/officeDocument/2006/relationships/slide" Target="slides/slide78.xml"/><Relationship Id="rId86" Type="http://schemas.openxmlformats.org/officeDocument/2006/relationships/slide" Target="slides/slide81.xml"/><Relationship Id="rId85" Type="http://schemas.openxmlformats.org/officeDocument/2006/relationships/slide" Target="slides/slide80.xml"/><Relationship Id="rId88" Type="http://schemas.openxmlformats.org/officeDocument/2006/relationships/slide" Target="slides/slide83.xml"/><Relationship Id="rId150" Type="http://schemas.openxmlformats.org/officeDocument/2006/relationships/slide" Target="slides/slide145.xml"/><Relationship Id="rId87" Type="http://schemas.openxmlformats.org/officeDocument/2006/relationships/slide" Target="slides/slide82.xml"/><Relationship Id="rId89" Type="http://schemas.openxmlformats.org/officeDocument/2006/relationships/slide" Target="slides/slide84.xml"/><Relationship Id="rId80" Type="http://schemas.openxmlformats.org/officeDocument/2006/relationships/slide" Target="slides/slide75.xml"/><Relationship Id="rId82" Type="http://schemas.openxmlformats.org/officeDocument/2006/relationships/slide" Target="slides/slide77.xml"/><Relationship Id="rId81" Type="http://schemas.openxmlformats.org/officeDocument/2006/relationships/slide" Target="slides/slide76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149" Type="http://schemas.openxmlformats.org/officeDocument/2006/relationships/slide" Target="slides/slide144.xml"/><Relationship Id="rId4" Type="http://schemas.openxmlformats.org/officeDocument/2006/relationships/slideMaster" Target="slideMasters/slideMaster1.xml"/><Relationship Id="rId148" Type="http://schemas.openxmlformats.org/officeDocument/2006/relationships/slide" Target="slides/slide143.xml"/><Relationship Id="rId9" Type="http://schemas.openxmlformats.org/officeDocument/2006/relationships/slide" Target="slides/slide4.xml"/><Relationship Id="rId143" Type="http://schemas.openxmlformats.org/officeDocument/2006/relationships/slide" Target="slides/slide138.xml"/><Relationship Id="rId142" Type="http://schemas.openxmlformats.org/officeDocument/2006/relationships/slide" Target="slides/slide137.xml"/><Relationship Id="rId141" Type="http://schemas.openxmlformats.org/officeDocument/2006/relationships/slide" Target="slides/slide136.xml"/><Relationship Id="rId140" Type="http://schemas.openxmlformats.org/officeDocument/2006/relationships/slide" Target="slides/slide135.xml"/><Relationship Id="rId5" Type="http://schemas.openxmlformats.org/officeDocument/2006/relationships/notesMaster" Target="notesMasters/notesMaster1.xml"/><Relationship Id="rId147" Type="http://schemas.openxmlformats.org/officeDocument/2006/relationships/slide" Target="slides/slide142.xml"/><Relationship Id="rId6" Type="http://schemas.openxmlformats.org/officeDocument/2006/relationships/slide" Target="slides/slide1.xml"/><Relationship Id="rId146" Type="http://schemas.openxmlformats.org/officeDocument/2006/relationships/slide" Target="slides/slide141.xml"/><Relationship Id="rId7" Type="http://schemas.openxmlformats.org/officeDocument/2006/relationships/slide" Target="slides/slide2.xml"/><Relationship Id="rId145" Type="http://schemas.openxmlformats.org/officeDocument/2006/relationships/slide" Target="slides/slide140.xml"/><Relationship Id="rId8" Type="http://schemas.openxmlformats.org/officeDocument/2006/relationships/slide" Target="slides/slide3.xml"/><Relationship Id="rId144" Type="http://schemas.openxmlformats.org/officeDocument/2006/relationships/slide" Target="slides/slide139.xml"/><Relationship Id="rId73" Type="http://schemas.openxmlformats.org/officeDocument/2006/relationships/slide" Target="slides/slide68.xml"/><Relationship Id="rId72" Type="http://schemas.openxmlformats.org/officeDocument/2006/relationships/slide" Target="slides/slide67.xml"/><Relationship Id="rId75" Type="http://schemas.openxmlformats.org/officeDocument/2006/relationships/slide" Target="slides/slide70.xml"/><Relationship Id="rId74" Type="http://schemas.openxmlformats.org/officeDocument/2006/relationships/slide" Target="slides/slide69.xml"/><Relationship Id="rId77" Type="http://schemas.openxmlformats.org/officeDocument/2006/relationships/slide" Target="slides/slide72.xml"/><Relationship Id="rId76" Type="http://schemas.openxmlformats.org/officeDocument/2006/relationships/slide" Target="slides/slide71.xml"/><Relationship Id="rId79" Type="http://schemas.openxmlformats.org/officeDocument/2006/relationships/slide" Target="slides/slide74.xml"/><Relationship Id="rId78" Type="http://schemas.openxmlformats.org/officeDocument/2006/relationships/slide" Target="slides/slide73.xml"/><Relationship Id="rId71" Type="http://schemas.openxmlformats.org/officeDocument/2006/relationships/slide" Target="slides/slide66.xml"/><Relationship Id="rId70" Type="http://schemas.openxmlformats.org/officeDocument/2006/relationships/slide" Target="slides/slide65.xml"/><Relationship Id="rId139" Type="http://schemas.openxmlformats.org/officeDocument/2006/relationships/slide" Target="slides/slide134.xml"/><Relationship Id="rId138" Type="http://schemas.openxmlformats.org/officeDocument/2006/relationships/slide" Target="slides/slide133.xml"/><Relationship Id="rId137" Type="http://schemas.openxmlformats.org/officeDocument/2006/relationships/slide" Target="slides/slide132.xml"/><Relationship Id="rId132" Type="http://schemas.openxmlformats.org/officeDocument/2006/relationships/slide" Target="slides/slide127.xml"/><Relationship Id="rId131" Type="http://schemas.openxmlformats.org/officeDocument/2006/relationships/slide" Target="slides/slide126.xml"/><Relationship Id="rId130" Type="http://schemas.openxmlformats.org/officeDocument/2006/relationships/slide" Target="slides/slide125.xml"/><Relationship Id="rId136" Type="http://schemas.openxmlformats.org/officeDocument/2006/relationships/slide" Target="slides/slide131.xml"/><Relationship Id="rId135" Type="http://schemas.openxmlformats.org/officeDocument/2006/relationships/slide" Target="slides/slide130.xml"/><Relationship Id="rId134" Type="http://schemas.openxmlformats.org/officeDocument/2006/relationships/slide" Target="slides/slide129.xml"/><Relationship Id="rId133" Type="http://schemas.openxmlformats.org/officeDocument/2006/relationships/slide" Target="slides/slide128.xml"/><Relationship Id="rId62" Type="http://schemas.openxmlformats.org/officeDocument/2006/relationships/slide" Target="slides/slide57.xml"/><Relationship Id="rId61" Type="http://schemas.openxmlformats.org/officeDocument/2006/relationships/slide" Target="slides/slide56.xml"/><Relationship Id="rId64" Type="http://schemas.openxmlformats.org/officeDocument/2006/relationships/slide" Target="slides/slide59.xml"/><Relationship Id="rId63" Type="http://schemas.openxmlformats.org/officeDocument/2006/relationships/slide" Target="slides/slide58.xml"/><Relationship Id="rId66" Type="http://schemas.openxmlformats.org/officeDocument/2006/relationships/slide" Target="slides/slide61.xml"/><Relationship Id="rId172" Type="http://schemas.openxmlformats.org/officeDocument/2006/relationships/slide" Target="slides/slide167.xml"/><Relationship Id="rId65" Type="http://schemas.openxmlformats.org/officeDocument/2006/relationships/slide" Target="slides/slide60.xml"/><Relationship Id="rId171" Type="http://schemas.openxmlformats.org/officeDocument/2006/relationships/slide" Target="slides/slide166.xml"/><Relationship Id="rId68" Type="http://schemas.openxmlformats.org/officeDocument/2006/relationships/slide" Target="slides/slide63.xml"/><Relationship Id="rId170" Type="http://schemas.openxmlformats.org/officeDocument/2006/relationships/slide" Target="slides/slide165.xml"/><Relationship Id="rId67" Type="http://schemas.openxmlformats.org/officeDocument/2006/relationships/slide" Target="slides/slide62.xml"/><Relationship Id="rId60" Type="http://schemas.openxmlformats.org/officeDocument/2006/relationships/slide" Target="slides/slide55.xml"/><Relationship Id="rId165" Type="http://schemas.openxmlformats.org/officeDocument/2006/relationships/slide" Target="slides/slide160.xml"/><Relationship Id="rId69" Type="http://schemas.openxmlformats.org/officeDocument/2006/relationships/slide" Target="slides/slide64.xml"/><Relationship Id="rId164" Type="http://schemas.openxmlformats.org/officeDocument/2006/relationships/slide" Target="slides/slide159.xml"/><Relationship Id="rId163" Type="http://schemas.openxmlformats.org/officeDocument/2006/relationships/slide" Target="slides/slide158.xml"/><Relationship Id="rId162" Type="http://schemas.openxmlformats.org/officeDocument/2006/relationships/slide" Target="slides/slide157.xml"/><Relationship Id="rId169" Type="http://schemas.openxmlformats.org/officeDocument/2006/relationships/slide" Target="slides/slide164.xml"/><Relationship Id="rId168" Type="http://schemas.openxmlformats.org/officeDocument/2006/relationships/slide" Target="slides/slide163.xml"/><Relationship Id="rId167" Type="http://schemas.openxmlformats.org/officeDocument/2006/relationships/slide" Target="slides/slide162.xml"/><Relationship Id="rId166" Type="http://schemas.openxmlformats.org/officeDocument/2006/relationships/slide" Target="slides/slide161.xml"/><Relationship Id="rId51" Type="http://schemas.openxmlformats.org/officeDocument/2006/relationships/slide" Target="slides/slide46.xml"/><Relationship Id="rId50" Type="http://schemas.openxmlformats.org/officeDocument/2006/relationships/slide" Target="slides/slide45.xml"/><Relationship Id="rId53" Type="http://schemas.openxmlformats.org/officeDocument/2006/relationships/slide" Target="slides/slide48.xml"/><Relationship Id="rId52" Type="http://schemas.openxmlformats.org/officeDocument/2006/relationships/slide" Target="slides/slide47.xml"/><Relationship Id="rId55" Type="http://schemas.openxmlformats.org/officeDocument/2006/relationships/slide" Target="slides/slide50.xml"/><Relationship Id="rId161" Type="http://schemas.openxmlformats.org/officeDocument/2006/relationships/slide" Target="slides/slide156.xml"/><Relationship Id="rId54" Type="http://schemas.openxmlformats.org/officeDocument/2006/relationships/slide" Target="slides/slide49.xml"/><Relationship Id="rId160" Type="http://schemas.openxmlformats.org/officeDocument/2006/relationships/slide" Target="slides/slide155.xml"/><Relationship Id="rId57" Type="http://schemas.openxmlformats.org/officeDocument/2006/relationships/slide" Target="slides/slide52.xml"/><Relationship Id="rId56" Type="http://schemas.openxmlformats.org/officeDocument/2006/relationships/slide" Target="slides/slide51.xml"/><Relationship Id="rId159" Type="http://schemas.openxmlformats.org/officeDocument/2006/relationships/slide" Target="slides/slide154.xml"/><Relationship Id="rId59" Type="http://schemas.openxmlformats.org/officeDocument/2006/relationships/slide" Target="slides/slide54.xml"/><Relationship Id="rId154" Type="http://schemas.openxmlformats.org/officeDocument/2006/relationships/slide" Target="slides/slide149.xml"/><Relationship Id="rId58" Type="http://schemas.openxmlformats.org/officeDocument/2006/relationships/slide" Target="slides/slide53.xml"/><Relationship Id="rId153" Type="http://schemas.openxmlformats.org/officeDocument/2006/relationships/slide" Target="slides/slide148.xml"/><Relationship Id="rId152" Type="http://schemas.openxmlformats.org/officeDocument/2006/relationships/slide" Target="slides/slide147.xml"/><Relationship Id="rId151" Type="http://schemas.openxmlformats.org/officeDocument/2006/relationships/slide" Target="slides/slide146.xml"/><Relationship Id="rId158" Type="http://schemas.openxmlformats.org/officeDocument/2006/relationships/slide" Target="slides/slide153.xml"/><Relationship Id="rId157" Type="http://schemas.openxmlformats.org/officeDocument/2006/relationships/slide" Target="slides/slide152.xml"/><Relationship Id="rId156" Type="http://schemas.openxmlformats.org/officeDocument/2006/relationships/slide" Target="slides/slide151.xml"/><Relationship Id="rId155" Type="http://schemas.openxmlformats.org/officeDocument/2006/relationships/slide" Target="slides/slide150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5179484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651391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5179484" y="651391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baa6357486_0_118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6" name="Google Shape;86;g3baa6357486_0_118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1" name="Google Shape;91;p2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3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6" name="Google Shape;96;p3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4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1" name="Google Shape;101;p4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5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6" name="Google Shape;106;p5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6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1" name="Google Shape;111;p6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7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6" name="Google Shape;116;p7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8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1" name="Google Shape;121;p8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9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6" name="Google Shape;126;p9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0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1" name="Google Shape;131;p10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1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6" name="Google Shape;136;p11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2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1" name="Google Shape;141;p12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3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6" name="Google Shape;146;p13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4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1" name="Google Shape;151;p14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5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6" name="Google Shape;156;p15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6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1" name="Google Shape;161;p16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7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6" name="Google Shape;166;p17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8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1" name="Google Shape;171;p18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9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6" name="Google Shape;176;p19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20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1" name="Google Shape;181;p20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21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6" name="Google Shape;186;p21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22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1" name="Google Shape;191;p22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23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6" name="Google Shape;196;p23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24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1" name="Google Shape;201;p24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25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6" name="Google Shape;206;p25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26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1" name="Google Shape;211;p26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27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6" name="Google Shape;216;p27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28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1" name="Google Shape;221;p28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29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6" name="Google Shape;226;p29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30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1" name="Google Shape;231;p30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31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6" name="Google Shape;236;p31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32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1" name="Google Shape;241;p32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33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6" name="Google Shape;246;p33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34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51" name="Google Shape;251;p34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35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56" name="Google Shape;256;p35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36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61" name="Google Shape;261;p36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37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66" name="Google Shape;266;p37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38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71" name="Google Shape;271;p38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39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76" name="Google Shape;276;p39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40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81" name="Google Shape;281;p40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41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86" name="Google Shape;286;p41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42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91" name="Google Shape;291;p42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43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96" name="Google Shape;296;p43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44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01" name="Google Shape;301;p44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45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06" name="Google Shape;306;p45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46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11" name="Google Shape;311;p46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47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16" name="Google Shape;316;p47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48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21" name="Google Shape;321;p48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49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26" name="Google Shape;326;p49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50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31" name="Google Shape;331;p50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g3bf2e8d6b56_0_187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36" name="Google Shape;336;g3bf2e8d6b56_0_187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g3bf2e8d6b56_0_191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41" name="Google Shape;341;g3bf2e8d6b56_0_191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g3bf2e8d6b56_0_195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46" name="Google Shape;346;g3bf2e8d6b56_0_195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g3bf2e8d6b56_0_199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51" name="Google Shape;351;g3bf2e8d6b56_0_199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g3bf2e8d6b56_0_203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56" name="Google Shape;356;g3bf2e8d6b56_0_203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g3bf2e8d6b56_0_207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61" name="Google Shape;361;g3bf2e8d6b56_0_207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g3bf2e8d6b56_0_211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66" name="Google Shape;366;g3bf2e8d6b56_0_211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g3bf2e8d6b56_0_215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71" name="Google Shape;371;g3bf2e8d6b56_0_215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g3bf2e8d6b56_0_219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76" name="Google Shape;376;g3bf2e8d6b56_0_219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g3bf2e8d6b56_0_223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81" name="Google Shape;381;g3bf2e8d6b56_0_223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g3bf2e8d6b56_0_227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86" name="Google Shape;386;g3bf2e8d6b56_0_227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g3bf2e8d6b56_0_231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91" name="Google Shape;391;g3bf2e8d6b56_0_231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g3bf2e8d6b56_0_235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96" name="Google Shape;396;g3bf2e8d6b56_0_235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g3bf2e8d6b56_0_239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01" name="Google Shape;401;g3bf2e8d6b56_0_239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g3bf2e8d6b56_0_243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06" name="Google Shape;406;g3bf2e8d6b56_0_243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g3bf2e8d6b56_0_247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11" name="Google Shape;411;g3bf2e8d6b56_0_247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g3bf2e8d6b56_0_251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16" name="Google Shape;416;g3bf2e8d6b56_0_251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g3bf2e8d6b56_0_255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21" name="Google Shape;421;g3bf2e8d6b56_0_255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g3bf2e8d6b56_0_259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26" name="Google Shape;426;g3bf2e8d6b56_0_259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g3bf2e8d6b56_0_263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31" name="Google Shape;431;g3bf2e8d6b56_0_263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g3bf2e8d6b56_0_267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36" name="Google Shape;436;g3bf2e8d6b56_0_267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9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g3bf2e8d6b56_0_271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41" name="Google Shape;441;g3bf2e8d6b56_0_271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g3bf2e8d6b56_0_275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46" name="Google Shape;446;g3bf2e8d6b56_0_275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9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g3bf2e8d6b56_0_279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51" name="Google Shape;451;g3bf2e8d6b56_0_279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4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g3bf2e8d6b56_0_283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56" name="Google Shape;456;g3bf2e8d6b56_0_283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9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g3bf2e8d6b56_0_287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61" name="Google Shape;461;g3bf2e8d6b56_0_287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4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g3bf2e8d6b56_0_291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66" name="Google Shape;466;g3bf2e8d6b56_0_291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9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g3bf2e8d6b56_0_295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71" name="Google Shape;471;g3bf2e8d6b56_0_295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4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g3bf2e8d6b56_0_299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76" name="Google Shape;476;g3bf2e8d6b56_0_299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9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g3bf2e8d6b56_0_303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81" name="Google Shape;481;g3bf2e8d6b56_0_303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4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g3bf2e8d6b56_0_307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86" name="Google Shape;486;g3bf2e8d6b56_0_307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9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g3bf2e8d6b56_0_311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91" name="Google Shape;491;g3bf2e8d6b56_0_311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4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g3bf2e8d6b56_0_315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96" name="Google Shape;496;g3bf2e8d6b56_0_315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9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g3bf2e8d6b56_0_319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01" name="Google Shape;501;g3bf2e8d6b56_0_319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4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g3bf2e8d6b56_0_323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06" name="Google Shape;506;g3bf2e8d6b56_0_323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9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g3cb7c2c030f_0_1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11" name="Google Shape;511;g3cb7c2c030f_0_1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4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g3b26357b4a1_0_55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16" name="Google Shape;516;g3b26357b4a1_0_55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9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Google Shape;520;g3bf2e8d6b56_0_557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21" name="Google Shape;521;g3bf2e8d6b56_0_557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4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Google Shape;525;g3bf2e8d6b56_0_561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26" name="Google Shape;526;g3bf2e8d6b56_0_561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9" name="Shape 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Google Shape;530;g3bf2e8d6b56_0_565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31" name="Google Shape;531;g3bf2e8d6b56_0_565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4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g3bf2e8d6b56_0_569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36" name="Google Shape;536;g3bf2e8d6b56_0_569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9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Google Shape;540;g3cb7c2c030f_0_28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41" name="Google Shape;541;g3cb7c2c030f_0_28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4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Google Shape;545;g3cb7c2c030f_0_32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46" name="Google Shape;546;g3cb7c2c030f_0_32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9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g3cb7c2c030f_0_5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51" name="Google Shape;551;g3cb7c2c030f_0_5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4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p133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56" name="Google Shape;556;p133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9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g3bf2e8d6b56_0_402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61" name="Google Shape;561;g3bf2e8d6b56_0_402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4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" name="Google Shape;565;g3bf2e8d6b56_0_406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66" name="Google Shape;566;g3bf2e8d6b56_0_406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9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" name="Google Shape;570;g3cb7c2c030f_0_64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71" name="Google Shape;571;g3cb7c2c030f_0_64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4" name="Shape 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" name="Google Shape;575;g3bf2e8d6b56_0_410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76" name="Google Shape;576;g3bf2e8d6b56_0_410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9" name="Shape 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0" name="Google Shape;580;g3cb7c2c030f_0_36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81" name="Google Shape;581;g3cb7c2c030f_0_36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4" name="Shape 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5" name="Google Shape;585;g3bf2e8d6b56_0_422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86" name="Google Shape;586;g3bf2e8d6b56_0_422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9" name="Shape 5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0" name="Google Shape;590;g3cb7c2c030f_0_40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91" name="Google Shape;591;g3cb7c2c030f_0_40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4" name="Shape 5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5" name="Google Shape;595;g3bf2e8d6b56_0_426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96" name="Google Shape;596;g3bf2e8d6b56_0_426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9" name="Shape 5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Google Shape;600;g3cb7c2c030f_0_44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01" name="Google Shape;601;g3cb7c2c030f_0_44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4" name="Shape 6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5" name="Google Shape;605;g3bf2e8d6b56_0_430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06" name="Google Shape;606;g3bf2e8d6b56_0_430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9" name="Shape 6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0" name="Google Shape;610;g3bf2e8d6b56_0_434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11" name="Google Shape;611;g3bf2e8d6b56_0_434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4" name="Shape 6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" name="Google Shape;615;g3cb7c2c030f_0_56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16" name="Google Shape;616;g3cb7c2c030f_0_56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9" name="Shape 6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0" name="Google Shape;620;g3cb7c2c030f_0_60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21" name="Google Shape;621;g3cb7c2c030f_0_60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4" name="Shape 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5" name="Google Shape;625;g3bf2e8d6b56_0_446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26" name="Google Shape;626;g3bf2e8d6b56_0_446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9" name="Shape 6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0" name="Google Shape;630;g3bf2e8d6b56_0_450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31" name="Google Shape;631;g3bf2e8d6b56_0_450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4" name="Shape 6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5" name="Google Shape;635;g3bf2e8d6b56_0_454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36" name="Google Shape;636;g3bf2e8d6b56_0_454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9" name="Shape 6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0" name="Google Shape;640;g3bf2e8d6b56_0_458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41" name="Google Shape;641;g3bf2e8d6b56_0_458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4" name="Shape 6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" name="Google Shape;645;g3bf2e8d6b56_0_462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46" name="Google Shape;646;g3bf2e8d6b56_0_462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9" name="Shape 6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0" name="Google Shape;650;g3cb7c2c030f_0_52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51" name="Google Shape;651;g3cb7c2c030f_0_52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4" name="Shape 6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" name="Google Shape;655;p155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56" name="Google Shape;656;p155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0" name="Shape 6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1" name="Google Shape;661;p156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62" name="Google Shape;662;p156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63" name="Google Shape;663;p156:notes"/>
          <p:cNvSpPr txBox="1"/>
          <p:nvPr>
            <p:ph idx="12" type="sldNum"/>
          </p:nvPr>
        </p:nvSpPr>
        <p:spPr>
          <a:xfrm>
            <a:off x="5179484" y="651391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7" name="Shape 6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8" name="Google Shape;668;g3b224b7d20a_0_95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69" name="Google Shape;669;g3b224b7d20a_0_95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2" name="Shape 6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3" name="Google Shape;673;g3baa6357486_0_13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74" name="Google Shape;674;g3baa6357486_0_13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7" name="Shape 6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8" name="Google Shape;678;g3cb7c2c030f_0_9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79" name="Google Shape;679;g3cb7c2c030f_0_9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2" name="Shape 6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3" name="Google Shape;683;g3ca14f709a1_0_0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84" name="Google Shape;684;g3ca14f709a1_0_0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8" name="Shape 6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9" name="Google Shape;689;g3ca14f709a1_0_5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90" name="Google Shape;690;g3ca14f709a1_0_5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3" name="Shape 6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4" name="Google Shape;694;g3ca14f709a1_0_9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95" name="Google Shape;695;g3ca14f709a1_0_9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8" name="Shape 6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9" name="Google Shape;699;g3ca14f709a1_0_13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00" name="Google Shape;700;g3ca14f709a1_0_13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3" name="Shape 7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4" name="Google Shape;704;g3ca14f709a1_0_17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05" name="Google Shape;705;g3ca14f709a1_0_17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8" name="Shape 7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9" name="Google Shape;709;g3ca14f709a1_0_21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10" name="Google Shape;710;g3ca14f709a1_0_21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3" name="Shape 7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4" name="Google Shape;714;g3ca14f709a1_0_25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15" name="Google Shape;715;g3ca14f709a1_0_25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8" name="Shape 7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9" name="Google Shape;719;g3ca14f709a1_0_29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20" name="Google Shape;720;g3ca14f709a1_0_29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3" name="Shape 7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4" name="Google Shape;724;g3ca14f709a1_0_33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25" name="Google Shape;725;g3ca14f709a1_0_33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8" name="Shape 7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9" name="Google Shape;729;g3ca14f709a1_0_37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30" name="Google Shape;730;g3ca14f709a1_0_37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3" name="Shape 7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4" name="Google Shape;734;g3ca14f709a1_0_41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35" name="Google Shape;735;g3ca14f709a1_0_41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8" name="Shape 7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9" name="Google Shape;739;g3ca14f709a1_0_45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40" name="Google Shape;740;g3ca14f709a1_0_45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3" name="Shape 7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4" name="Google Shape;744;g3ca14f709a1_0_49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45" name="Google Shape;745;g3ca14f709a1_0_49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8" name="Shape 7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9" name="Google Shape;749;g3ca14f709a1_0_53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50" name="Google Shape;750;g3ca14f709a1_0_53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3" name="Shape 7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4" name="Google Shape;754;g3ca14f709a1_0_57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55" name="Google Shape;755;g3ca14f709a1_0_57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8" name="Shape 7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9" name="Google Shape;759;g3ca14f709a1_0_61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60" name="Google Shape;760;g3ca14f709a1_0_61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3" name="Shape 7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4" name="Google Shape;764;g3ca14f709a1_0_65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65" name="Google Shape;765;g3ca14f709a1_0_65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8" name="Shape 7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9" name="Google Shape;769;g3ca14f709a1_0_69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70" name="Google Shape;770;g3ca14f709a1_0_69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3" name="Shape 7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4" name="Google Shape;774;g3ca14f709a1_0_73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75" name="Google Shape;775;g3ca14f709a1_0_73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8" name="Shape 7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9" name="Google Shape;779;g3ca14f709a1_0_77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80" name="Google Shape;780;g3ca14f709a1_0_77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3" name="Shape 7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4" name="Google Shape;784;g3cb7c2c030f_0_13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85" name="Google Shape;785;g3cb7c2c030f_0_13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8" name="Shape 7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9" name="Google Shape;789;g3a42a8b53c1_2_195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90" name="Google Shape;790;g3a42a8b53c1_2_195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3" name="Shape 7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4" name="Google Shape;794;g3a42a8b53c1_2_199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95" name="Google Shape;795;g3a42a8b53c1_2_199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8" name="Shape 7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9" name="Google Shape;799;g3c84d2f338d_0_140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00" name="Google Shape;800;g3c84d2f338d_0_140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3" name="Shape 8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4" name="Google Shape;804;g3a42a8b53c1_2_205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05" name="Google Shape;805;g3a42a8b53c1_2_205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8" name="Shape 8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9" name="Google Shape;809;g3cb7c2c030f_0_68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10" name="Google Shape;810;g3cb7c2c030f_0_68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3" name="Shape 8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4" name="Google Shape;814;g386abb9ea5c_0_76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15" name="Google Shape;815;g386abb9ea5c_0_76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8" name="Shape 8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" name="Google Shape;819;g386abb9ea5c_0_80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20" name="Google Shape;820;g386abb9ea5c_0_80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3" name="Shape 8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4" name="Google Shape;824;g386abb9ea5c_0_84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25" name="Google Shape;825;g386abb9ea5c_0_84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8" name="Shape 8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" name="Google Shape;829;g386abb9ea5c_0_88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30" name="Google Shape;830;g386abb9ea5c_0_88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3" name="Shape 8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4" name="Google Shape;834;p201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35" name="Google Shape;835;p201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8" name="Shape 8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" name="Google Shape;839;p202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40" name="Google Shape;840;p202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3" name="Shape 8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4" name="Google Shape;844;p203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45" name="Google Shape;845;p203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8" name="Shape 8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" name="Google Shape;849;p204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50" name="Google Shape;850;p204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3" name="Shape 8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4" name="Google Shape;854;g3cb7c2c030f_0_73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55" name="Google Shape;855;g3cb7c2c030f_0_73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8" name="Shape 8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9" name="Google Shape;859;g3a42a8b53c1_2_268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60" name="Google Shape;860;g3a42a8b53c1_2_268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3" name="Shape 8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4" name="Google Shape;864;p207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65" name="Google Shape;865;p207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8" name="Shape 8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9" name="Google Shape;869;p208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70" name="Google Shape;870;p208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3" name="Shape 8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4" name="Google Shape;874;g3cb7c2c030f_0_77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75" name="Google Shape;875;g3cb7c2c030f_0_77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8" name="Shape 8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9" name="Google Shape;879;g3c80dc9c1fd_0_0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80" name="Google Shape;880;g3c80dc9c1fd_0_0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4" name="Shape 8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5" name="Google Shape;885;g3cb7c2c030f_0_81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86" name="Google Shape;886;g3cb7c2c030f_0_81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9" name="Shape 8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" name="Google Shape;890;g3bf2e8d6b56_0_661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91" name="Google Shape;891;g3bf2e8d6b56_0_661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4" name="Shape 8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5" name="Google Shape;895;g3bf2e8d6b56_0_665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96" name="Google Shape;896;g3bf2e8d6b56_0_665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9" name="Shape 8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Google Shape;900;g3bf2e8d6b56_0_669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01" name="Google Shape;901;g3bf2e8d6b56_0_669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4" name="Shape 9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5" name="Google Shape;905;g3bf2e8d6b56_0_673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06" name="Google Shape;906;g3bf2e8d6b56_0_673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9" name="Shape 9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0" name="Google Shape;910;g3bf2e8d6b56_0_681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11" name="Google Shape;911;g3bf2e8d6b56_0_681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4" name="Shape 9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5" name="Google Shape;915;g3bf2e8d6b56_0_685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16" name="Google Shape;916;g3bf2e8d6b56_0_685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9" name="Shape 9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0" name="Google Shape;920;g3bf2e8d6b56_0_689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21" name="Google Shape;921;g3bf2e8d6b56_0_689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4" name="Shape 9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5" name="Google Shape;925;g3bf2e8d6b56_0_693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26" name="Google Shape;926;g3bf2e8d6b56_0_693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9" name="Shape 9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0" name="Google Shape;930;g3cb7c2c030f_0_85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31" name="Google Shape;931;g3cb7c2c030f_0_85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4" name="Shape 9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5" name="Google Shape;935;g3cb7c2c030f_0_89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36" name="Google Shape;936;g3cb7c2c030f_0_89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9" name="Shape 9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0" name="Google Shape;940;g3cb7c2c030f_0_97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41" name="Google Shape;941;g3cb7c2c030f_0_97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4" name="Shape 9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5" name="Google Shape;945;g3cb7c2c030f_0_101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46" name="Google Shape;946;g3cb7c2c030f_0_101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9" name="Shape 9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0" name="Google Shape;950;g3cb7c2c030f_0_105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51" name="Google Shape;951;g3cb7c2c030f_0_105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4" name="Shape 9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5" name="Google Shape;955;g3cb7c2c030f_0_109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56" name="Google Shape;956;g3cb7c2c030f_0_109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9" name="Shape 9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0" name="Google Shape;960;g3cb7c2c030f_0_17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61" name="Google Shape;961;g3cb7c2c030f_0_17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4" name="Shape 9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5" name="Google Shape;965;g3b26357b4a1_0_147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66" name="Google Shape;966;g3b26357b4a1_0_147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9" name="Shape 9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0" name="Google Shape;970;g3b26357b4a1_0_151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71" name="Google Shape;971;g3b26357b4a1_0_151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4" name="Shape 9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5" name="Google Shape;975;g3b26357b4a1_0_155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76" name="Google Shape;976;g3b26357b4a1_0_155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9" name="Shape 9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0" name="Google Shape;980;g3b26357b4a1_0_183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81" name="Google Shape;981;g3b26357b4a1_0_183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4" name="Shape 9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5" name="Google Shape;985;g3bd41fd8710_0_79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86" name="Google Shape;986;g3bd41fd8710_0_79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9" name="Shape 9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0" name="Google Shape;990;g3bd41fd8710_0_83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91" name="Google Shape;991;g3bd41fd8710_0_83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4" name="Shape 9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5" name="Google Shape;995;g386abb9ea5c_0_184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96" name="Google Shape;996;g386abb9ea5c_0_184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9" name="Shape 9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" name="Google Shape;1000;g3bf2e8d6b56_0_840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01" name="Google Shape;1001;g3bf2e8d6b56_0_840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4" name="Shape 10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5" name="Google Shape;1005;g3cb7c2c030f_0_21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06" name="Google Shape;1006;g3cb7c2c030f_0_21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46"/>
          <p:cNvSpPr txBox="1"/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46"/>
          <p:cNvSpPr txBox="1"/>
          <p:nvPr>
            <p:ph idx="1" type="body"/>
          </p:nvPr>
        </p:nvSpPr>
        <p:spPr>
          <a:xfrm>
            <a:off x="457200" y="1200150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8" name="Google Shape;18;p246"/>
          <p:cNvSpPr txBox="1"/>
          <p:nvPr>
            <p:ph idx="10" type="dt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46"/>
          <p:cNvSpPr txBox="1"/>
          <p:nvPr>
            <p:ph idx="11" type="ftr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46"/>
          <p:cNvSpPr txBox="1"/>
          <p:nvPr>
            <p:ph idx="12" type="sldNum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47"/>
          <p:cNvSpPr txBox="1"/>
          <p:nvPr>
            <p:ph type="ctrTitle"/>
          </p:nvPr>
        </p:nvSpPr>
        <p:spPr>
          <a:xfrm>
            <a:off x="685800" y="1597822"/>
            <a:ext cx="7772400" cy="110251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247"/>
          <p:cNvSpPr txBox="1"/>
          <p:nvPr>
            <p:ph idx="1" type="subTitle"/>
          </p:nvPr>
        </p:nvSpPr>
        <p:spPr>
          <a:xfrm>
            <a:off x="1371600" y="2914650"/>
            <a:ext cx="6400800" cy="1314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4" name="Google Shape;24;p247"/>
          <p:cNvSpPr txBox="1"/>
          <p:nvPr>
            <p:ph idx="10" type="dt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47"/>
          <p:cNvSpPr txBox="1"/>
          <p:nvPr>
            <p:ph idx="11" type="ftr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247"/>
          <p:cNvSpPr txBox="1"/>
          <p:nvPr>
            <p:ph idx="12" type="sldNum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48"/>
          <p:cNvSpPr txBox="1"/>
          <p:nvPr>
            <p:ph type="title"/>
          </p:nvPr>
        </p:nvSpPr>
        <p:spPr>
          <a:xfrm>
            <a:off x="722313" y="3305178"/>
            <a:ext cx="7772400" cy="102155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248"/>
          <p:cNvSpPr txBox="1"/>
          <p:nvPr>
            <p:ph idx="1" type="body"/>
          </p:nvPr>
        </p:nvSpPr>
        <p:spPr>
          <a:xfrm>
            <a:off x="722313" y="2180035"/>
            <a:ext cx="77724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248"/>
          <p:cNvSpPr txBox="1"/>
          <p:nvPr>
            <p:ph idx="10" type="dt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48"/>
          <p:cNvSpPr txBox="1"/>
          <p:nvPr>
            <p:ph idx="11" type="ftr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248"/>
          <p:cNvSpPr txBox="1"/>
          <p:nvPr>
            <p:ph idx="12" type="sldNum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49"/>
          <p:cNvSpPr txBox="1"/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49"/>
          <p:cNvSpPr txBox="1"/>
          <p:nvPr>
            <p:ph idx="1" type="body"/>
          </p:nvPr>
        </p:nvSpPr>
        <p:spPr>
          <a:xfrm>
            <a:off x="457200" y="1200150"/>
            <a:ext cx="4038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249"/>
          <p:cNvSpPr txBox="1"/>
          <p:nvPr>
            <p:ph idx="2" type="body"/>
          </p:nvPr>
        </p:nvSpPr>
        <p:spPr>
          <a:xfrm>
            <a:off x="4648200" y="1200150"/>
            <a:ext cx="4038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249"/>
          <p:cNvSpPr txBox="1"/>
          <p:nvPr>
            <p:ph idx="10" type="dt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49"/>
          <p:cNvSpPr txBox="1"/>
          <p:nvPr>
            <p:ph idx="11" type="ftr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49"/>
          <p:cNvSpPr txBox="1"/>
          <p:nvPr>
            <p:ph idx="12" type="sldNum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50"/>
          <p:cNvSpPr txBox="1"/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50"/>
          <p:cNvSpPr txBox="1"/>
          <p:nvPr>
            <p:ph idx="1" type="body"/>
          </p:nvPr>
        </p:nvSpPr>
        <p:spPr>
          <a:xfrm>
            <a:off x="457200" y="1151335"/>
            <a:ext cx="4040188" cy="47982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250"/>
          <p:cNvSpPr txBox="1"/>
          <p:nvPr>
            <p:ph idx="2" type="body"/>
          </p:nvPr>
        </p:nvSpPr>
        <p:spPr>
          <a:xfrm>
            <a:off x="457200" y="1631156"/>
            <a:ext cx="4040188" cy="29634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250"/>
          <p:cNvSpPr txBox="1"/>
          <p:nvPr>
            <p:ph idx="3" type="body"/>
          </p:nvPr>
        </p:nvSpPr>
        <p:spPr>
          <a:xfrm>
            <a:off x="4645031" y="1151335"/>
            <a:ext cx="4041775" cy="47982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250"/>
          <p:cNvSpPr txBox="1"/>
          <p:nvPr>
            <p:ph idx="4" type="body"/>
          </p:nvPr>
        </p:nvSpPr>
        <p:spPr>
          <a:xfrm>
            <a:off x="4645031" y="1631156"/>
            <a:ext cx="4041775" cy="29634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250"/>
          <p:cNvSpPr txBox="1"/>
          <p:nvPr>
            <p:ph idx="10" type="dt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50"/>
          <p:cNvSpPr txBox="1"/>
          <p:nvPr>
            <p:ph idx="11" type="ftr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50"/>
          <p:cNvSpPr txBox="1"/>
          <p:nvPr>
            <p:ph idx="12" type="sldNum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51"/>
          <p:cNvSpPr txBox="1"/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51"/>
          <p:cNvSpPr txBox="1"/>
          <p:nvPr>
            <p:ph idx="10" type="dt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51"/>
          <p:cNvSpPr txBox="1"/>
          <p:nvPr>
            <p:ph idx="11" type="ftr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51"/>
          <p:cNvSpPr txBox="1"/>
          <p:nvPr>
            <p:ph idx="12" type="sldNum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52"/>
          <p:cNvSpPr txBox="1"/>
          <p:nvPr>
            <p:ph idx="10" type="dt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52"/>
          <p:cNvSpPr txBox="1"/>
          <p:nvPr>
            <p:ph idx="11" type="ftr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252"/>
          <p:cNvSpPr txBox="1"/>
          <p:nvPr>
            <p:ph idx="12" type="sldNum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53"/>
          <p:cNvSpPr txBox="1"/>
          <p:nvPr>
            <p:ph type="title"/>
          </p:nvPr>
        </p:nvSpPr>
        <p:spPr>
          <a:xfrm>
            <a:off x="457206" y="204788"/>
            <a:ext cx="3008313" cy="8715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53"/>
          <p:cNvSpPr txBox="1"/>
          <p:nvPr>
            <p:ph idx="1" type="body"/>
          </p:nvPr>
        </p:nvSpPr>
        <p:spPr>
          <a:xfrm>
            <a:off x="3575050" y="204789"/>
            <a:ext cx="5111750" cy="438983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253"/>
          <p:cNvSpPr txBox="1"/>
          <p:nvPr>
            <p:ph idx="2" type="body"/>
          </p:nvPr>
        </p:nvSpPr>
        <p:spPr>
          <a:xfrm>
            <a:off x="457206" y="1076328"/>
            <a:ext cx="3008313" cy="35182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2" name="Google Shape;62;p253"/>
          <p:cNvSpPr txBox="1"/>
          <p:nvPr>
            <p:ph idx="10" type="dt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53"/>
          <p:cNvSpPr txBox="1"/>
          <p:nvPr>
            <p:ph idx="11" type="ftr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253"/>
          <p:cNvSpPr txBox="1"/>
          <p:nvPr>
            <p:ph idx="12" type="sldNum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54"/>
          <p:cNvSpPr txBox="1"/>
          <p:nvPr>
            <p:ph type="title"/>
          </p:nvPr>
        </p:nvSpPr>
        <p:spPr>
          <a:xfrm>
            <a:off x="1792288" y="3600450"/>
            <a:ext cx="5486400" cy="42505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54"/>
          <p:cNvSpPr/>
          <p:nvPr>
            <p:ph idx="2" type="pic"/>
          </p:nvPr>
        </p:nvSpPr>
        <p:spPr>
          <a:xfrm>
            <a:off x="1792288" y="459581"/>
            <a:ext cx="5486400" cy="30861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254"/>
          <p:cNvSpPr txBox="1"/>
          <p:nvPr>
            <p:ph idx="1" type="body"/>
          </p:nvPr>
        </p:nvSpPr>
        <p:spPr>
          <a:xfrm>
            <a:off x="1792288" y="4025504"/>
            <a:ext cx="5486400" cy="60364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9" name="Google Shape;69;p254"/>
          <p:cNvSpPr txBox="1"/>
          <p:nvPr>
            <p:ph idx="10" type="dt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54"/>
          <p:cNvSpPr txBox="1"/>
          <p:nvPr>
            <p:ph idx="11" type="ftr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254"/>
          <p:cNvSpPr txBox="1"/>
          <p:nvPr>
            <p:ph idx="12" type="sldNum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55"/>
          <p:cNvSpPr txBox="1"/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255"/>
          <p:cNvSpPr txBox="1"/>
          <p:nvPr>
            <p:ph idx="1" type="body"/>
          </p:nvPr>
        </p:nvSpPr>
        <p:spPr>
          <a:xfrm rot="5400000">
            <a:off x="2874764" y="-1217414"/>
            <a:ext cx="3394472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255"/>
          <p:cNvSpPr txBox="1"/>
          <p:nvPr>
            <p:ph idx="10" type="dt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55"/>
          <p:cNvSpPr txBox="1"/>
          <p:nvPr>
            <p:ph idx="11" type="ftr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255"/>
          <p:cNvSpPr txBox="1"/>
          <p:nvPr>
            <p:ph idx="12" type="sldNum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56"/>
          <p:cNvSpPr txBox="1"/>
          <p:nvPr>
            <p:ph type="title"/>
          </p:nvPr>
        </p:nvSpPr>
        <p:spPr>
          <a:xfrm rot="5400000">
            <a:off x="5463778" y="1371603"/>
            <a:ext cx="4388644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256"/>
          <p:cNvSpPr txBox="1"/>
          <p:nvPr>
            <p:ph idx="1" type="body"/>
          </p:nvPr>
        </p:nvSpPr>
        <p:spPr>
          <a:xfrm rot="5400000">
            <a:off x="1272778" y="-609597"/>
            <a:ext cx="4388644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256"/>
          <p:cNvSpPr txBox="1"/>
          <p:nvPr>
            <p:ph idx="10" type="dt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256"/>
          <p:cNvSpPr txBox="1"/>
          <p:nvPr>
            <p:ph idx="11" type="ftr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256"/>
          <p:cNvSpPr txBox="1"/>
          <p:nvPr>
            <p:ph idx="12" type="sldNum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45"/>
          <p:cNvSpPr txBox="1"/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245"/>
          <p:cNvSpPr txBox="1"/>
          <p:nvPr>
            <p:ph idx="1" type="body"/>
          </p:nvPr>
        </p:nvSpPr>
        <p:spPr>
          <a:xfrm>
            <a:off x="457200" y="1200150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245"/>
          <p:cNvSpPr txBox="1"/>
          <p:nvPr>
            <p:ph idx="10" type="dt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245"/>
          <p:cNvSpPr txBox="1"/>
          <p:nvPr>
            <p:ph idx="11" type="ftr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245"/>
          <p:cNvSpPr txBox="1"/>
          <p:nvPr>
            <p:ph idx="12" type="sldNum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4.xml"/></Relationships>
</file>

<file path=ppt/slides/_rels/slide6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5.xml"/></Relationships>
</file>

<file path=ppt/slides/_rels/slide6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6.xml"/></Relationships>
</file>

<file path=ppt/slides/_rels/slide6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7.xml"/></Relationships>
</file>

<file path=ppt/slides/_rels/slide6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8.xml"/></Relationships>
</file>

<file path=ppt/slides/_rels/slide6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9.xml"/></Relationships>
</file>

<file path=ppt/slides/_rels/slide7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0.xml"/></Relationships>
</file>

<file path=ppt/slides/_rels/slide7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1.xml"/></Relationships>
</file>

<file path=ppt/slides/_rels/slide7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2.xml"/></Relationships>
</file>

<file path=ppt/slides/_rels/slide7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3.xml"/></Relationships>
</file>

<file path=ppt/slides/_rels/slide7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4.xml"/></Relationships>
</file>

<file path=ppt/slides/_rels/slide7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5.xml"/></Relationships>
</file>

<file path=ppt/slides/_rels/slide7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6.xml"/></Relationships>
</file>

<file path=ppt/slides/_rels/slide7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7.xml"/></Relationships>
</file>

<file path=ppt/slides/_rels/slide7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8.xml"/></Relationships>
</file>

<file path=ppt/slides/_rels/slide7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9.xml"/></Relationships>
</file>

<file path=ppt/slides/_rels/slide8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0.xml"/></Relationships>
</file>

<file path=ppt/slides/_rels/slide8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1.xml"/></Relationships>
</file>

<file path=ppt/slides/_rels/slide8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2.xml"/></Relationships>
</file>

<file path=ppt/slides/_rels/slide8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3.xml"/></Relationships>
</file>

<file path=ppt/slides/_rels/slide8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4.xml"/></Relationships>
</file>

<file path=ppt/slides/_rels/slide8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5.xml"/></Relationships>
</file>

<file path=ppt/slides/_rels/slide8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6.xml"/><Relationship Id="rId3" Type="http://schemas.openxmlformats.org/officeDocument/2006/relationships/image" Target="../media/image3.png"/></Relationships>
</file>

<file path=ppt/slides/_rels/slide8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7.xml"/></Relationships>
</file>

<file path=ppt/slides/_rels/slide8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8.xml"/></Relationships>
</file>

<file path=ppt/slides/_rels/slide8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9.xml"/></Relationships>
</file>

<file path=ppt/slides/_rels/slide9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0.xml"/></Relationships>
</file>

<file path=ppt/slides/_rels/slide9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1.xml"/></Relationships>
</file>

<file path=ppt/slides/_rels/slide9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2.xml"/></Relationships>
</file>

<file path=ppt/slides/_rels/slide9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3.xml"/></Relationships>
</file>

<file path=ppt/slides/_rels/slide9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4.xml"/><Relationship Id="rId3" Type="http://schemas.openxmlformats.org/officeDocument/2006/relationships/image" Target="../media/image3.png"/></Relationships>
</file>

<file path=ppt/slides/_rels/slide9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5.xml"/><Relationship Id="rId3" Type="http://schemas.openxmlformats.org/officeDocument/2006/relationships/image" Target="../media/image4.png"/></Relationships>
</file>

<file path=ppt/slides/_rels/slide9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6.xml"/></Relationships>
</file>

<file path=ppt/slides/_rels/slide9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7.xml"/></Relationships>
</file>

<file path=ppt/slides/_rels/slide9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8.xml"/></Relationships>
</file>

<file path=ppt/slides/_rels/slide9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9.xml"/></Relationships>
</file>

<file path=ppt/slides/_rels/slide10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0.xml"/></Relationships>
</file>

<file path=ppt/slides/_rels/slide10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1.xml"/></Relationships>
</file>

<file path=ppt/slides/_rels/slide10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2.xml"/></Relationships>
</file>

<file path=ppt/slides/_rels/slide10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3.xml"/></Relationships>
</file>

<file path=ppt/slides/_rels/slide10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4.xml"/></Relationships>
</file>

<file path=ppt/slides/_rels/slide10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5.xml"/></Relationships>
</file>

<file path=ppt/slides/_rels/slide10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6.xml"/></Relationships>
</file>

<file path=ppt/slides/_rels/slide10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7.xml"/></Relationships>
</file>

<file path=ppt/slides/_rels/slide10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8.xml"/></Relationships>
</file>

<file path=ppt/slides/_rels/slide10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9.xml"/></Relationships>
</file>

<file path=ppt/slides/_rels/slide1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0.xml"/></Relationships>
</file>

<file path=ppt/slides/_rels/slide1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1.xml"/></Relationships>
</file>

<file path=ppt/slides/_rels/slide1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2.xml"/></Relationships>
</file>

<file path=ppt/slides/_rels/slide1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3.xml"/></Relationships>
</file>

<file path=ppt/slides/_rels/slide1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4.xml"/></Relationships>
</file>

<file path=ppt/slides/_rels/slide1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5.xml"/><Relationship Id="rId3" Type="http://schemas.openxmlformats.org/officeDocument/2006/relationships/image" Target="../media/image2.png"/></Relationships>
</file>

<file path=ppt/slides/_rels/slide1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6.xml"/></Relationships>
</file>

<file path=ppt/slides/_rels/slide1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7.xml"/></Relationships>
</file>

<file path=ppt/slides/_rels/slide1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8.xml"/><Relationship Id="rId3" Type="http://schemas.openxmlformats.org/officeDocument/2006/relationships/image" Target="../media/image5.png"/></Relationships>
</file>

<file path=ppt/slides/_rels/slide1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9.xml"/><Relationship Id="rId3" Type="http://schemas.openxmlformats.org/officeDocument/2006/relationships/image" Target="../media/image3.png"/></Relationships>
</file>

<file path=ppt/slides/_rels/slide1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0.xml"/></Relationships>
</file>

<file path=ppt/slides/_rels/slide1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1.xml"/></Relationships>
</file>

<file path=ppt/slides/_rels/slide1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2.xml"/></Relationships>
</file>

<file path=ppt/slides/_rels/slide1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3.xml"/></Relationships>
</file>

<file path=ppt/slides/_rels/slide1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4.xml"/></Relationships>
</file>

<file path=ppt/slides/_rels/slide1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5.xml"/></Relationships>
</file>

<file path=ppt/slides/_rels/slide1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6.xml"/></Relationships>
</file>

<file path=ppt/slides/_rels/slide1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7.xml"/></Relationships>
</file>

<file path=ppt/slides/_rels/slide1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8.xml"/></Relationships>
</file>

<file path=ppt/slides/_rels/slide1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9.xml"/></Relationships>
</file>

<file path=ppt/slides/_rels/slide1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0.xml"/></Relationships>
</file>

<file path=ppt/slides/_rels/slide1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1.xml"/></Relationships>
</file>

<file path=ppt/slides/_rels/slide1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2.xml"/></Relationships>
</file>

<file path=ppt/slides/_rels/slide1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3.xml"/></Relationships>
</file>

<file path=ppt/slides/_rels/slide1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4.xml"/></Relationships>
</file>

<file path=ppt/slides/_rels/slide1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5.xml"/></Relationships>
</file>

<file path=ppt/slides/_rels/slide1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6.xml"/></Relationships>
</file>

<file path=ppt/slides/_rels/slide1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7.xml"/></Relationships>
</file>

<file path=ppt/slides/_rels/slide1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8.xml"/></Relationships>
</file>

<file path=ppt/slides/_rels/slide1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9.xml"/></Relationships>
</file>

<file path=ppt/slides/_rels/slide1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0.xml"/><Relationship Id="rId3" Type="http://schemas.openxmlformats.org/officeDocument/2006/relationships/image" Target="../media/image3.png"/></Relationships>
</file>

<file path=ppt/slides/_rels/slide1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1.xml"/></Relationships>
</file>

<file path=ppt/slides/_rels/slide1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2.xml"/></Relationships>
</file>

<file path=ppt/slides/_rels/slide1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3.xml"/></Relationships>
</file>

<file path=ppt/slides/_rels/slide1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4.xml"/></Relationships>
</file>

<file path=ppt/slides/_rels/slide1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5.xml"/></Relationships>
</file>

<file path=ppt/slides/_rels/slide1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6.xml"/></Relationships>
</file>

<file path=ppt/slides/_rels/slide1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7.xml"/></Relationships>
</file>

<file path=ppt/slides/_rels/slide1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8.xml"/></Relationships>
</file>

<file path=ppt/slides/_rels/slide1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9.xml"/></Relationships>
</file>

<file path=ppt/slides/_rels/slide1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0.xml"/><Relationship Id="rId3" Type="http://schemas.openxmlformats.org/officeDocument/2006/relationships/image" Target="../media/image1.jpg"/></Relationships>
</file>

<file path=ppt/slides/_rels/slide1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1.xml"/></Relationships>
</file>

<file path=ppt/slides/_rels/slide1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2.xml"/></Relationships>
</file>

<file path=ppt/slides/_rels/slide1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3.xml"/></Relationships>
</file>

<file path=ppt/slides/_rels/slide1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4.xml"/><Relationship Id="rId3" Type="http://schemas.openxmlformats.org/officeDocument/2006/relationships/image" Target="../media/image1.jpg"/></Relationships>
</file>

<file path=ppt/slides/_rels/slide1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5.xml"/></Relationships>
</file>

<file path=ppt/slides/_rels/slide1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6.xml"/></Relationships>
</file>

<file path=ppt/slides/_rels/slide1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7.xml"/></Relationships>
</file>

<file path=ppt/slides/_rels/slide1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8.xml"/><Relationship Id="rId3" Type="http://schemas.openxmlformats.org/officeDocument/2006/relationships/image" Target="../media/image1.jpg"/></Relationships>
</file>

<file path=ppt/slides/_rels/slide1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9.xml"/></Relationships>
</file>

<file path=ppt/slides/_rels/slide1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0.xml"/><Relationship Id="rId3" Type="http://schemas.openxmlformats.org/officeDocument/2006/relationships/image" Target="../media/image1.jpg"/></Relationships>
</file>

<file path=ppt/slides/_rels/slide1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1.xml"/></Relationships>
</file>

<file path=ppt/slides/_rels/slide1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2.xml"/></Relationships>
</file>

<file path=ppt/slides/_rels/slide16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3.xml"/></Relationships>
</file>

<file path=ppt/slides/_rels/slide16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4.xml"/></Relationships>
</file>

<file path=ppt/slides/_rels/slide16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5.xml"/></Relationships>
</file>

<file path=ppt/slides/_rels/slide16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6.xml"/></Relationships>
</file>

<file path=ppt/slides/_rels/slide16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7.xml"/></Relationships>
</file>

<file path=ppt/slides/_rels/slide16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8.xml"/></Relationships>
</file>

<file path=ppt/slides/_rels/slide16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9.xml"/></Relationships>
</file>

<file path=ppt/slides/_rels/slide17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0.xml"/></Relationships>
</file>

<file path=ppt/slides/_rels/slide17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1.xml"/></Relationships>
</file>

<file path=ppt/slides/_rels/slide17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2.xml"/></Relationships>
</file>

<file path=ppt/slides/_rels/slide17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3.xml"/></Relationships>
</file>

<file path=ppt/slides/_rels/slide17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4.xml"/></Relationships>
</file>

<file path=ppt/slides/_rels/slide17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5.xml"/><Relationship Id="rId3" Type="http://schemas.openxmlformats.org/officeDocument/2006/relationships/image" Target="../media/image3.png"/></Relationships>
</file>

<file path=ppt/slides/_rels/slide17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6.xml"/></Relationships>
</file>

<file path=ppt/slides/_rels/slide17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7.xml"/></Relationships>
</file>

<file path=ppt/slides/_rels/slide17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8.xml"/></Relationships>
</file>

<file path=ppt/slides/_rels/slide17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9.xml"/></Relationships>
</file>

<file path=ppt/slides/_rels/slide18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0.xml"/></Relationships>
</file>

<file path=ppt/slides/_rels/slide18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1.xml"/></Relationships>
</file>

<file path=ppt/slides/_rels/slide18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2.xml"/></Relationships>
</file>

<file path=ppt/slides/_rels/slide18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3.xml"/></Relationships>
</file>

<file path=ppt/slides/_rels/slide18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4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Google Shape;88;g3baa6357486_0_1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3997" cy="51434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t/>
            </a:r>
            <a:endParaRPr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</a:pP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Nhân danh Cha </a:t>
            </a:r>
            <a:r>
              <a:rPr b="1" lang="en-US" sz="8000">
                <a:solidFill>
                  <a:srgbClr val="EE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†</a:t>
            </a: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</a:pP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và Con </a:t>
            </a:r>
            <a:r>
              <a:rPr b="1" lang="en-US" sz="8000">
                <a:solidFill>
                  <a:srgbClr val="EE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†</a:t>
            </a: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và Thánh Thần </a:t>
            </a:r>
            <a:r>
              <a:rPr b="1" lang="en-US" sz="8000">
                <a:solidFill>
                  <a:srgbClr val="EE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†</a:t>
            </a: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Amen.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 cap="flat" cmpd="sng" w="9525">
            <a:solidFill>
              <a:srgbClr val="0020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000"/>
              <a:buNone/>
            </a:pPr>
            <a:r>
              <a:rPr b="1" lang="en-US" sz="40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KINH CHÚA THÁNH THẦN</a:t>
            </a:r>
            <a:endParaRPr b="1" sz="4000">
              <a:solidFill>
                <a:schemeClr val="accent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Chúng con lạy ơn Đức Chúa Thánh Thần, thiêng liêng sáng láng vô cùng. </a:t>
            </a:r>
            <a:endParaRPr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4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Chúng con xin Đức Chúa Thánh Thần xuống đầy lòng chúng con, là kẻ tin cậy Đức Chúa Trời,</a:t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5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91425" lIns="91425" spcFirstLastPara="1" rIns="91425" wrap="square" tIns="182875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và đốt lửa kính mến Đức Chúa Trời trong lòng chúng con;</a:t>
            </a:r>
            <a:endParaRPr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6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Chúng con xin Đức Chúa Trời cho Đức Chúa Thánh Thần xuống,</a:t>
            </a:r>
            <a:endParaRPr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7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182875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sửa lại mọi sự trong ngoài chúng con. Chúng con cầu cùng Đức Chúa Trời</a:t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8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182875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xưa đã cho Đức Chúa Thánh Thần xuống soi lòng dạy dỗ các Thánh Tông Đồ, </a:t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9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thì rày chúng con cũng xin Đức Chúa Trời cho Đức Chúa Thánh Thần lại xuống 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0"/>
          <p:cNvSpPr txBox="1"/>
          <p:nvPr>
            <p:ph idx="1" type="subTitle"/>
          </p:nvPr>
        </p:nvSpPr>
        <p:spPr>
          <a:xfrm>
            <a:off x="1" y="0"/>
            <a:ext cx="9144000" cy="514349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 ủi dạy dỗ chúng con làm những việc lành,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1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vì công nghiệp vô cùng Đức Chúa Giêsu Kitô là Chúa chúng con. Amen.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2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rmAutofit fontScale="25000" lnSpcReduction="2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ct val="100000"/>
              <a:buNone/>
            </a:pPr>
            <a:r>
              <a:rPr b="1" lang="en-US" sz="176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KINH TRUYỀN TIN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chemeClr val="accent4"/>
              </a:buClr>
              <a:buSzPct val="100000"/>
              <a:buNone/>
            </a:pPr>
            <a:r>
              <a:rPr b="1" i="1" lang="en-US" sz="19200" u="sng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Xướng:</a:t>
            </a:r>
            <a:r>
              <a:rPr b="1" lang="en-US" sz="264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1" lang="en-US" sz="28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Đức Chúa Trời sai Thánh Thiên Thần truyền tin cho Rất Thánh Đức Bà Maria.</a:t>
            </a:r>
            <a:endParaRPr/>
          </a:p>
          <a:p>
            <a:pPr indent="0" lvl="0" marL="0" rtl="0" algn="ctr">
              <a:lnSpc>
                <a:spcPct val="120000"/>
              </a:lnSpc>
              <a:spcBef>
                <a:spcPts val="64"/>
              </a:spcBef>
              <a:spcAft>
                <a:spcPts val="0"/>
              </a:spcAft>
              <a:buClr>
                <a:srgbClr val="888888"/>
              </a:buClr>
              <a:buSzPct val="100000"/>
              <a:buNone/>
            </a:pPr>
            <a:r>
              <a:t/>
            </a:r>
            <a:endParaRPr sz="1275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3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</a:pPr>
            <a:r>
              <a:rPr b="1" i="1" lang="en-US" sz="48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Đáp: </a:t>
            </a: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Và Rất Thánh Đức Bà chịu thai bởi phép Đức Chúa Thánh Thần. </a:t>
            </a:r>
            <a:r>
              <a:rPr b="1" i="1" lang="en-US" sz="48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Kính mừng….. </a:t>
            </a:r>
            <a:br>
              <a:rPr b="1" i="1" lang="en-US" sz="60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b="1" i="1" sz="6000">
              <a:solidFill>
                <a:schemeClr val="accent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4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200"/>
              <a:buNone/>
            </a:pPr>
            <a:r>
              <a:t/>
            </a:r>
            <a:endParaRPr b="1" i="1" sz="7200" u="sng">
              <a:solidFill>
                <a:schemeClr val="accen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</a:pPr>
            <a:r>
              <a:rPr b="1" i="1" lang="en-US" sz="48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Xướng: </a:t>
            </a: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Này tôi là tôi tá Đức Chúa Trời.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5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</a:pPr>
            <a:r>
              <a:rPr b="1" i="1" lang="en-US" sz="48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Đáp: </a:t>
            </a:r>
            <a:r>
              <a:rPr b="1" lang="en-US" sz="75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Tôi xin vâng như lời Thánh Thiên Thần truyền.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</a:pPr>
            <a:r>
              <a:rPr b="1" i="1" lang="en-US" sz="48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Kính mừng….. </a:t>
            </a:r>
            <a:br>
              <a:rPr b="1" i="1" lang="en-US" sz="4800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b="1" i="1" sz="4800">
              <a:solidFill>
                <a:schemeClr val="accen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6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4400"/>
              <a:buNone/>
            </a:pPr>
            <a:r>
              <a:t/>
            </a:r>
            <a:endParaRPr b="1" i="1" sz="4400" u="sng">
              <a:solidFill>
                <a:schemeClr val="accen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</a:pPr>
            <a:r>
              <a:rPr b="1" i="1" lang="en-US" sz="4800" u="sng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Xướng:</a:t>
            </a:r>
            <a:r>
              <a:rPr b="1" lang="en-US" sz="72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Chốc ấy Ngôi Thứ Hai xuống thế làm người.</a:t>
            </a:r>
            <a:endParaRPr b="1" sz="6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7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</a:pPr>
            <a:br>
              <a:rPr b="1" i="1" lang="en-US" sz="4800" u="sng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i="1" lang="en-US" sz="48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Đáp: </a:t>
            </a: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Và ở cùng </a:t>
            </a:r>
            <a:b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chúng con.</a:t>
            </a:r>
            <a:endParaRPr b="1" sz="66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</a:pPr>
            <a:r>
              <a:rPr b="1" i="1" lang="en-US" sz="48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Kính mừng….. </a:t>
            </a:r>
            <a:br>
              <a:rPr b="1" i="1" lang="en-US" sz="4800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b="1" i="1" sz="4800">
              <a:solidFill>
                <a:schemeClr val="accen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8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4000"/>
              <a:buNone/>
            </a:pPr>
            <a:r>
              <a:t/>
            </a:r>
            <a:endParaRPr b="1" i="1" sz="4000" u="sng">
              <a:solidFill>
                <a:schemeClr val="accen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</a:pPr>
            <a:r>
              <a:rPr b="1" i="1" lang="en-US" sz="48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Xướng:</a:t>
            </a:r>
            <a:r>
              <a:rPr b="1" lang="en-US" sz="72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Lạy Rất Thánh Đức Mẹ Chúa Trời, xin cầu cho chúng con.</a:t>
            </a:r>
            <a:endParaRPr b="1" sz="6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9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4400"/>
              <a:buNone/>
            </a:pPr>
            <a:r>
              <a:t/>
            </a:r>
            <a:endParaRPr b="1" i="1" sz="4400" u="sng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</a:pPr>
            <a:r>
              <a:rPr b="1" i="1" lang="en-US" sz="48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Đáp:</a:t>
            </a:r>
            <a:r>
              <a:rPr b="1" i="1" lang="en-US" sz="72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Đáng chịu lấy những sự Chúa Kitô đã hứa.</a:t>
            </a:r>
            <a:endParaRPr b="1" sz="6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20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ct val="100000"/>
              <a:buNone/>
            </a:pPr>
            <a:r>
              <a:rPr b="1" lang="en-US" sz="48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LỜI NGUYỆN</a:t>
            </a:r>
            <a:endParaRPr b="1" sz="4950">
              <a:solidFill>
                <a:schemeClr val="accent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572"/>
              </a:spcBef>
              <a:spcAft>
                <a:spcPts val="0"/>
              </a:spcAft>
              <a:buClr>
                <a:schemeClr val="lt1"/>
              </a:buClr>
              <a:buSzPct val="100000"/>
              <a:buNone/>
            </a:pPr>
            <a:r>
              <a:rPr b="1" lang="en-US" sz="85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Lạy Chúa, chúng con xin Chúa ban ơn Chúa xuống trong linh hồn chúng con,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21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là kẻ đã nhờ lời Thánh Thiên Thần truyền, mà biết thật Chúa Kitô là Con Chúa</a:t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22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đã xuống thế làm người, thì xin vì công ơn Con Chúa chịu nạn 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23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chịu chết trên cây Thánh Giá, cho chúng con ngày sau khi sống lại,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24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</a:pPr>
            <a:r>
              <a:t/>
            </a:r>
            <a:endParaRPr b="1" sz="18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0"/>
              <a:buNone/>
            </a:pPr>
            <a:r>
              <a:rPr b="1" lang="en-US" sz="7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được đến nơi vinh hiển, cũng vì công nghiệp Chúa Kitô là Chúa chúng con. Amen.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25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ct val="100000"/>
              <a:buNone/>
            </a:pPr>
            <a:r>
              <a:rPr b="1" lang="en-US" sz="44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KINH TIN</a:t>
            </a:r>
            <a:endParaRPr b="1" sz="4950">
              <a:solidFill>
                <a:schemeClr val="accent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480"/>
              </a:spcBef>
              <a:spcAft>
                <a:spcPts val="0"/>
              </a:spcAft>
              <a:buClr>
                <a:schemeClr val="lt1"/>
              </a:buClr>
              <a:buSzPct val="100000"/>
              <a:buNone/>
            </a:pP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Lạy Chúa con, con tin thật có một Đức Chúa Trời là Đấng thưởng phạt vô cùng.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26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 lại tin thật Đức Chúa Trời có Ba Ngôi, mà Ngôi Thứ Hai đã xuống thế làm người, </a:t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27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chịu nạn chịu chết mà chuộc tội cho thiên hạ.</a:t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28"/>
          <p:cNvSpPr txBox="1"/>
          <p:nvPr>
            <p:ph idx="1" type="subTitle"/>
          </p:nvPr>
        </p:nvSpPr>
        <p:spPr>
          <a:xfrm>
            <a:off x="0" y="1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Bấy nhiêu điều ấy cùng các điều Hội Thánh dạy</a:t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29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thì con tin vững vàng, vì Chúa là</a:t>
            </a:r>
            <a:b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Đấng thông minh</a:t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30"/>
          <p:cNvSpPr txBox="1"/>
          <p:nvPr>
            <p:ph idx="1" type="subTitle"/>
          </p:nvPr>
        </p:nvSpPr>
        <p:spPr>
          <a:xfrm>
            <a:off x="0" y="-9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và chân thật vô cùng đã phán truyền cho Hội Thánh. Amen.</a:t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31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ct val="100000"/>
              <a:buNone/>
            </a:pPr>
            <a:r>
              <a:rPr b="1" lang="en-US" sz="44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KINH CẬY</a:t>
            </a:r>
            <a:endParaRPr b="1" sz="4400">
              <a:solidFill>
                <a:schemeClr val="accent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480"/>
              </a:spcBef>
              <a:spcAft>
                <a:spcPts val="0"/>
              </a:spcAft>
              <a:buClr>
                <a:schemeClr val="lt1"/>
              </a:buClr>
              <a:buSzPct val="100000"/>
              <a:buNone/>
            </a:pP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Lạy Chúa con, con trông cậy vững vàng, vì công nghiệp Đức Chúa Giêsu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32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thì Chúa sẽ ban ơn cho con giữ đạo nên ở đời này,</a:t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33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cho ngày sau được lên thiên đàng xem thấy mặt Đức Chúa Trời hưởng phước đời đời,</a:t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34"/>
          <p:cNvSpPr txBox="1"/>
          <p:nvPr>
            <p:ph idx="1" type="subTitle"/>
          </p:nvPr>
        </p:nvSpPr>
        <p:spPr>
          <a:xfrm>
            <a:off x="0" y="1"/>
            <a:ext cx="9144000" cy="514349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vì Chúa là Đấng phép tắc và lòng lành vô cùng</a:t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35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t/>
            </a:r>
            <a:endParaRPr b="1" sz="4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đã phán hứa sự ấy chẳng có lẽ nào sai đặng.  Amen.</a:t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36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137150">
            <a:normAutofit fontScale="92500" lnSpcReduction="1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ct val="100000"/>
              <a:buNone/>
            </a:pPr>
            <a:r>
              <a:rPr b="1" lang="en-US" sz="44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KINH MẾN</a:t>
            </a:r>
            <a:endParaRPr b="1" sz="4400">
              <a:solidFill>
                <a:schemeClr val="accent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443"/>
              </a:spcBef>
              <a:spcAft>
                <a:spcPts val="0"/>
              </a:spcAft>
              <a:buClr>
                <a:schemeClr val="lt1"/>
              </a:buClr>
              <a:buSzPct val="100000"/>
              <a:buNone/>
            </a:pPr>
            <a:r>
              <a:rPr b="1" lang="en-US" sz="7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Lạy Chúa con, con kính mến Chúa hết lòng hết sức trên hết mọi sự,</a:t>
            </a:r>
            <a:endParaRPr b="1" sz="78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37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b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vì Chúa là Đấng trọn tốt trọn lành vô cùng,</a:t>
            </a:r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38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lại vì Chúa thì con thương yêu người ta như mình con vậy.  Amen.</a:t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39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400"/>
              <a:buNone/>
            </a:pPr>
            <a:r>
              <a:rPr b="1" lang="en-US" sz="44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KINH SẤP MÌNH</a:t>
            </a:r>
            <a:endParaRPr b="1" sz="4400">
              <a:solidFill>
                <a:schemeClr val="accent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Lạy Chúa con, con sấp mình xuống trước mặt Chúa con. Con tin thật Chúa ở khắp mọi nơi,</a:t>
            </a:r>
            <a:endParaRPr b="1" sz="88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40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thông biết mọi sự, hằng xem thấy con, hằng nghe lời con cầu nguyện.</a:t>
            </a:r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41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Xin Chúa rất nhân từ  hãy đoái xem sự nghèo ngặt con và nhậm lời con nguyện.</a:t>
            </a:r>
            <a:endParaRPr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42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Lạy Chúa, xin hãy mở miệng lưỡi con ra, thì con sẽ cao rao những lời ngợi khen Chúa.</a:t>
            </a:r>
            <a:endParaRPr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43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Lạy Chúa chúng con! Vì dấu † Thánh giá, xin chữa † chúng con, cho khỏi † kẻ thù.</a:t>
            </a:r>
            <a:endParaRPr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44"/>
          <p:cNvSpPr txBox="1"/>
          <p:nvPr>
            <p:ph idx="1" type="subTitle"/>
          </p:nvPr>
        </p:nvSpPr>
        <p:spPr>
          <a:xfrm>
            <a:off x="0" y="1"/>
            <a:ext cx="9030984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br>
              <a:rPr b="1" lang="en-US" sz="4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Nhân danh Cha </a:t>
            </a:r>
            <a:r>
              <a:rPr b="1" lang="en-US" sz="7200">
                <a:solidFill>
                  <a:srgbClr val="EE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†</a:t>
            </a: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và Con </a:t>
            </a:r>
            <a:r>
              <a:rPr b="1" lang="en-US" sz="7200">
                <a:solidFill>
                  <a:srgbClr val="EE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†</a:t>
            </a: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và Thánh Thần </a:t>
            </a:r>
            <a:r>
              <a:rPr b="1" lang="en-US" sz="7200">
                <a:solidFill>
                  <a:srgbClr val="EE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†</a:t>
            </a: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Amen.</a:t>
            </a:r>
            <a:endParaRPr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45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ct val="100000"/>
              <a:buNone/>
            </a:pPr>
            <a:r>
              <a:rPr b="1" lang="en-US" sz="44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KINH LẠY NỮ VƯƠNG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1443"/>
              </a:spcBef>
              <a:spcAft>
                <a:spcPts val="0"/>
              </a:spcAft>
              <a:buClr>
                <a:schemeClr val="lt1"/>
              </a:buClr>
              <a:buSzPct val="100000"/>
              <a:buNone/>
            </a:pPr>
            <a:r>
              <a:rPr b="1" lang="en-US" sz="7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Lạy Nữ Vương, Mẹ nhân lành làm cho chúng con đặng sống, đặng vui, đặng cậy.</a:t>
            </a:r>
            <a:endParaRPr b="1" sz="78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46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Thân lạy Mẹ! chúng con, con cháu Evà ở chốn khách đày kêu đến cùng Bà,</a:t>
            </a:r>
            <a:endParaRPr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47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chúng con ở nơi khóc lóc than thở kêu khẩn Bà thương. Hỡi Ôi! Bà là chủ bầu chúng con,</a:t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48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500"/>
              <a:buNone/>
            </a:pPr>
            <a:r>
              <a:t/>
            </a:r>
            <a:endParaRPr b="1" sz="44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500"/>
              <a:buNone/>
            </a:pPr>
            <a:r>
              <a:rPr b="1" lang="en-US" sz="75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xin ghé mắt thương xem chúng con. Đến sau khỏi đày, </a:t>
            </a:r>
            <a:endParaRPr b="1" sz="75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49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xin cho chúng con được thấy Đức Chúa Giêsu con lòng Bà gồm phúc lạ. </a:t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50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Ôi khoan thay! nhân thay! dịu thay! Thánh Maria trọn đời đồng trinh. Amen.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rgbClr val="888888"/>
              </a:buClr>
              <a:buSzPts val="7200"/>
              <a:buNone/>
            </a:pPr>
            <a:r>
              <a:t/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3bf2e8d6b56_0_187"/>
          <p:cNvSpPr txBox="1"/>
          <p:nvPr>
            <p:ph idx="1" type="subTitle"/>
          </p:nvPr>
        </p:nvSpPr>
        <p:spPr>
          <a:xfrm>
            <a:off x="0" y="-143838"/>
            <a:ext cx="9144000" cy="52872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400"/>
              <a:buNone/>
            </a:pPr>
            <a:r>
              <a:rPr b="1" lang="en-US" sz="44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Đạo Đức Chúa Trời có 10 điều răn: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chemeClr val="accent4"/>
              </a:buClr>
              <a:buSzPts val="6600"/>
              <a:buNone/>
            </a:pPr>
            <a:r>
              <a:rPr b="1" lang="en-US" sz="66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Thứ nhất: </a:t>
            </a: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Thờ phượng một Đức Chúa Trời và kính mến người trên hết mọi sự.</a:t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g3bf2e8d6b56_0_191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</a:pPr>
            <a:r>
              <a:rPr b="1" lang="en-US" sz="72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Thứ hai: </a:t>
            </a: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Chớ kêu tên Đức Chúa Trời vô cớ.</a:t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</a:pPr>
            <a:r>
              <a:rPr b="1" lang="en-US" sz="72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Thứ ba: </a:t>
            </a: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Giữ ngày Chúa Nhật.</a:t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rgbClr val="888888"/>
              </a:buClr>
              <a:buSzPts val="7200"/>
              <a:buNone/>
            </a:pPr>
            <a:r>
              <a:t/>
            </a:r>
            <a:endParaRPr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g3bf2e8d6b56_0_195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</a:pPr>
            <a:r>
              <a:rPr b="1" lang="en-US" sz="72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Thứ bốn: </a:t>
            </a: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Thảo kính cha mẹ.</a:t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</a:pPr>
            <a:r>
              <a:rPr b="1" lang="en-US" sz="72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Thứ năm: </a:t>
            </a: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Chớ giết người.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rgbClr val="888888"/>
              </a:buClr>
              <a:buSzPts val="7200"/>
              <a:buNone/>
            </a:pPr>
            <a:r>
              <a:t/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rgbClr val="888888"/>
              </a:buClr>
              <a:buSzPts val="7200"/>
              <a:buNone/>
            </a:pPr>
            <a:r>
              <a:t/>
            </a:r>
            <a:endParaRPr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g3bf2e8d6b56_0_199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</a:pPr>
            <a:r>
              <a:rPr b="1" lang="en-US" sz="72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Thứ sáu: </a:t>
            </a: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Chớ làm sự dâm dục.</a:t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</a:pPr>
            <a:r>
              <a:rPr b="1" lang="en-US" sz="72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Thứ bảy: </a:t>
            </a: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Chớ lấy của người.</a:t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rgbClr val="888888"/>
              </a:buClr>
              <a:buSzPts val="7200"/>
              <a:buNone/>
            </a:pPr>
            <a:r>
              <a:t/>
            </a:r>
            <a:endParaRPr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g3bf2e8d6b56_0_203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</a:pPr>
            <a:r>
              <a:rPr b="1" lang="en-US" sz="72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Thứ tám: </a:t>
            </a: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Chớ làm chứng dối.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</a:pPr>
            <a:r>
              <a:rPr b="1" lang="en-US" sz="72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Thứ chín: </a:t>
            </a: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Chớ muốn vợ chồng người.</a:t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rgbClr val="888888"/>
              </a:buClr>
              <a:buSzPts val="7200"/>
              <a:buNone/>
            </a:pPr>
            <a:r>
              <a:t/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g3bf2e8d6b56_0_207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</a:pPr>
            <a:r>
              <a:rPr b="1" lang="en-US" sz="72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Thứ mười: </a:t>
            </a: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Chớ tham </a:t>
            </a:r>
            <a:b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của người. </a:t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Mười điều răn ấy tóm về hai này mà chớ:</a:t>
            </a:r>
            <a:endParaRPr b="1" i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rgbClr val="888888"/>
              </a:buClr>
              <a:buSzPts val="7200"/>
              <a:buNone/>
            </a:pPr>
            <a:r>
              <a:t/>
            </a:r>
            <a:endParaRPr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g3bf2e8d6b56_0_211"/>
          <p:cNvSpPr txBox="1"/>
          <p:nvPr>
            <p:ph idx="1" type="subTitle"/>
          </p:nvPr>
        </p:nvSpPr>
        <p:spPr>
          <a:xfrm>
            <a:off x="0" y="-226031"/>
            <a:ext cx="9144000" cy="53694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0"/>
              <a:buNone/>
            </a:pPr>
            <a:r>
              <a:rPr b="1" lang="en-US" sz="7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trước kính mến một Đức Chúa Trời trên hết mọi sự; sau lại yêu người như mình ta vậy. </a:t>
            </a:r>
            <a:r>
              <a:rPr b="1" i="1" lang="en-US" sz="7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Amen.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000"/>
              <a:buNone/>
            </a:pPr>
            <a:r>
              <a:t/>
            </a:r>
            <a:endParaRPr b="1" i="1" sz="7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g3bf2e8d6b56_0_215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500"/>
              <a:buNone/>
            </a:pPr>
            <a:r>
              <a:rPr b="1" lang="en-US" sz="45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Hội Thánh có 5 điều răn: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</a:pPr>
            <a:r>
              <a:rPr b="1" lang="en-US" sz="72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Thứ nhất: </a:t>
            </a: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dự lễ và kiêng việc xác ngày Chúa Nhật cùng các ngày lễ buộc;</a:t>
            </a:r>
            <a:endParaRPr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g3bf2e8d6b56_0_219"/>
          <p:cNvSpPr txBox="1"/>
          <p:nvPr>
            <p:ph idx="1" type="subTitle"/>
          </p:nvPr>
        </p:nvSpPr>
        <p:spPr>
          <a:xfrm>
            <a:off x="0" y="-236306"/>
            <a:ext cx="9144000" cy="53799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800"/>
              <a:buNone/>
            </a:pPr>
            <a:r>
              <a:rPr b="1" lang="en-US" sz="68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Thứ hai: </a:t>
            </a:r>
            <a:r>
              <a:rPr b="1" lang="en-US" sz="6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xưng tội trong một năm ít là một lần;</a:t>
            </a:r>
            <a:endParaRPr b="1" sz="68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360"/>
              </a:spcBef>
              <a:spcAft>
                <a:spcPts val="0"/>
              </a:spcAft>
              <a:buClr>
                <a:schemeClr val="accent4"/>
              </a:buClr>
              <a:buSzPts val="6800"/>
              <a:buNone/>
            </a:pPr>
            <a:r>
              <a:rPr b="1" lang="en-US" sz="68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Thứ ba: </a:t>
            </a:r>
            <a:r>
              <a:rPr b="1" lang="en-US" sz="6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rước Mình Thánh Chúa trong mùa Phục Sinh;</a:t>
            </a:r>
            <a:endParaRPr sz="68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g3bf2e8d6b56_0_223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</a:pPr>
            <a:r>
              <a:rPr b="1" lang="en-US" sz="72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Thứ bốn: </a:t>
            </a: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giữ chay và kiêng thịt những ngày Hội Thánh buộc;</a:t>
            </a:r>
            <a:endParaRPr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g3bf2e8d6b56_0_227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</a:pPr>
            <a:r>
              <a:rPr b="1" lang="en-US" sz="72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Thứ năm: </a:t>
            </a: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góp công góp của xây dựng Hội Thánh, tùy theo khả năng của mình.</a:t>
            </a:r>
            <a:endParaRPr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g3bf2e8d6b56_0_231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1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ct val="100000"/>
              <a:buNone/>
            </a:pPr>
            <a:r>
              <a:rPr b="1" lang="en-US" sz="48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Đạo Đức Chúa Trời có 7 phép Bí tích: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1445"/>
              </a:spcBef>
              <a:spcAft>
                <a:spcPts val="0"/>
              </a:spcAft>
              <a:buClr>
                <a:schemeClr val="accent4"/>
              </a:buClr>
              <a:buSzPct val="100000"/>
              <a:buNone/>
            </a:pPr>
            <a:r>
              <a:rPr b="1" lang="en-US" sz="85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Thứ nhất: </a:t>
            </a:r>
            <a:r>
              <a:rPr b="1" lang="en-US" sz="85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là phép Rửa tội.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1445"/>
              </a:spcBef>
              <a:spcAft>
                <a:spcPts val="0"/>
              </a:spcAft>
              <a:buClr>
                <a:schemeClr val="accent4"/>
              </a:buClr>
              <a:buSzPct val="100000"/>
              <a:buNone/>
            </a:pPr>
            <a:r>
              <a:rPr b="1" lang="en-US" sz="85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Thứ hai: </a:t>
            </a:r>
            <a:r>
              <a:rPr b="1" lang="en-US" sz="85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là phép Thêm sức.</a:t>
            </a:r>
            <a:endParaRPr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g3bf2e8d6b56_0_235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</a:pPr>
            <a:r>
              <a:rPr b="1" lang="en-US" sz="72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Thứ ba: </a:t>
            </a: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là phép Mình Thánh Chúa.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</a:pPr>
            <a:r>
              <a:rPr b="1" lang="en-US" sz="72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Thứ bốn: </a:t>
            </a: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là phép Giải tội.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rgbClr val="888888"/>
              </a:buClr>
              <a:buSzPts val="7200"/>
              <a:buNone/>
            </a:pPr>
            <a:r>
              <a:t/>
            </a:r>
            <a:endParaRPr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g3bf2e8d6b56_0_239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</a:pPr>
            <a:r>
              <a:rPr b="1" lang="en-US" sz="72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Thứ năm: </a:t>
            </a: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là phép Xức dầu thánh.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</a:pPr>
            <a:r>
              <a:rPr b="1" lang="en-US" sz="72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Thứ sáu: </a:t>
            </a: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là phép Truyền chức thánh.</a:t>
            </a:r>
            <a:endParaRPr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g3bf2e8d6b56_0_243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200"/>
              <a:buNone/>
            </a:pPr>
            <a:r>
              <a:t/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</a:pPr>
            <a:r>
              <a:rPr b="1" lang="en-US" sz="72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Thứ bảy: </a:t>
            </a: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là phép Hôn phối.</a:t>
            </a:r>
            <a:endParaRPr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g3bf2e8d6b56_0_247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</a:pPr>
            <a:r>
              <a:t/>
            </a:r>
            <a:endParaRPr b="1" sz="1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990"/>
              </a:spcBef>
              <a:spcAft>
                <a:spcPts val="0"/>
              </a:spcAft>
              <a:buClr>
                <a:schemeClr val="accent4"/>
              </a:buClr>
              <a:buSzPts val="4950"/>
              <a:buNone/>
            </a:pPr>
            <a:r>
              <a:rPr b="1" lang="en-US" sz="495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Thương người có mười bốn mối</a:t>
            </a:r>
            <a:endParaRPr b="1" sz="4950">
              <a:solidFill>
                <a:schemeClr val="accent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990"/>
              </a:spcBef>
              <a:spcAft>
                <a:spcPts val="0"/>
              </a:spcAft>
              <a:buClr>
                <a:schemeClr val="accent4"/>
              </a:buClr>
              <a:buSzPts val="4950"/>
              <a:buNone/>
            </a:pPr>
            <a:r>
              <a:rPr b="1" i="1" lang="en-US" sz="495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Thương xác bảy mối:</a:t>
            </a:r>
            <a:endParaRPr b="1" i="1" sz="4950">
              <a:solidFill>
                <a:schemeClr val="accent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</a:pPr>
            <a:r>
              <a:rPr b="1" lang="en-US" sz="72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Thứ nhất: </a:t>
            </a: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Cho kẻ đói ăn.</a:t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00000"/>
              </a:lnSpc>
              <a:spcBef>
                <a:spcPts val="255"/>
              </a:spcBef>
              <a:spcAft>
                <a:spcPts val="0"/>
              </a:spcAft>
              <a:buClr>
                <a:srgbClr val="888888"/>
              </a:buClr>
              <a:buSzPts val="1275"/>
              <a:buNone/>
            </a:pPr>
            <a:r>
              <a:t/>
            </a:r>
            <a:endParaRPr sz="1275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g3bf2e8d6b56_0_251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</a:pPr>
            <a:r>
              <a:rPr b="1" lang="en-US" sz="72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Thứ hai: </a:t>
            </a: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Cho kẻ khát uống.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</a:pPr>
            <a:r>
              <a:rPr b="1" lang="en-US" sz="72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Thứ ba: </a:t>
            </a: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Cho kẻ rách rưới ăn mặc.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rgbClr val="888888"/>
              </a:buClr>
              <a:buSzPts val="7200"/>
              <a:buNone/>
            </a:pPr>
            <a:r>
              <a:t/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rgbClr val="888888"/>
              </a:buClr>
              <a:buSzPts val="7200"/>
              <a:buNone/>
            </a:pPr>
            <a:r>
              <a:t/>
            </a:r>
            <a:endParaRPr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g3bf2e8d6b56_0_255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rmAutofit lnSpcReduction="20000"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</a:pPr>
            <a:r>
              <a:rPr b="1" lang="en-US" sz="72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Thứ bốn: </a:t>
            </a: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Viếng kẻ liệt cùng kẻ tù rạc.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</a:pPr>
            <a:r>
              <a:rPr b="1" lang="en-US" sz="72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Thứ năm: </a:t>
            </a: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Cho khách đỗ nhà.</a:t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rgbClr val="888888"/>
              </a:buClr>
              <a:buSzPts val="7200"/>
              <a:buNone/>
            </a:pPr>
            <a:r>
              <a:t/>
            </a:r>
            <a:endParaRPr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g3bf2e8d6b56_0_259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</a:pPr>
            <a:r>
              <a:rPr b="1" lang="en-US" sz="72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Thứ sáu: </a:t>
            </a: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Chuộc kẻ làm tôi.</a:t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</a:pPr>
            <a:r>
              <a:rPr b="1" lang="en-US" sz="72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Thứ bảy: </a:t>
            </a: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Chôn xác kẻ chết.</a:t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g3bf2e8d6b56_0_263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825"/>
              <a:buNone/>
            </a:pPr>
            <a:r>
              <a:t/>
            </a:r>
            <a:endParaRPr b="1" sz="825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Clr>
                <a:schemeClr val="accent4"/>
              </a:buClr>
              <a:buSzPts val="5400"/>
              <a:buNone/>
            </a:pPr>
            <a:r>
              <a:rPr b="1" i="1" lang="en-US" sz="54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Thương linh hồn bảy mối:</a:t>
            </a:r>
            <a:endParaRPr b="1" i="1" sz="5400">
              <a:solidFill>
                <a:schemeClr val="accent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</a:pPr>
            <a:r>
              <a:rPr b="1" lang="en-US" sz="72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Thứ nhất: </a:t>
            </a: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Lấy lời lành khuyên người.</a:t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g3bf2e8d6b56_0_267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</a:pPr>
            <a:r>
              <a:rPr b="1" lang="en-US" sz="72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Thứ hai: </a:t>
            </a: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Mở dạy kẻ mê muội.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</a:pPr>
            <a:r>
              <a:rPr b="1" lang="en-US" sz="72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Thứ ba: </a:t>
            </a: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 ủi kẻ âu lo.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rgbClr val="888888"/>
              </a:buClr>
              <a:buSzPts val="7200"/>
              <a:buNone/>
            </a:pPr>
            <a:r>
              <a:t/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g3bf2e8d6b56_0_271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</a:pPr>
            <a:r>
              <a:rPr b="1" lang="en-US" sz="72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Thứ bốn: </a:t>
            </a: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Răn bảo kẻ có tội.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</a:pPr>
            <a:r>
              <a:rPr b="1" lang="en-US" sz="72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Thứ năm: </a:t>
            </a: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Tha kẻ dể ta.</a:t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rgbClr val="888888"/>
              </a:buClr>
              <a:buSzPts val="7200"/>
              <a:buNone/>
            </a:pPr>
            <a:r>
              <a:t/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7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g3bf2e8d6b56_0_275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</a:pPr>
            <a:r>
              <a:rPr b="1" lang="en-US" sz="72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Thứ sáu: </a:t>
            </a: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Nhịn kẻ mất lòng ta.</a:t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</a:pPr>
            <a:r>
              <a:rPr b="1" lang="en-US" sz="72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Thứ bảy: </a:t>
            </a: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Cầu cho kẻ sống và kẻ chết.</a:t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2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g3bf2e8d6b56_0_279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950"/>
              <a:buNone/>
            </a:pPr>
            <a:r>
              <a:rPr b="1" lang="en-US" sz="495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r>
              <a:rPr b="1" lang="en-US" sz="40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CẢI TỘI BẢY MỐI CÓ BẢY ĐỨC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</a:pPr>
            <a:r>
              <a:rPr b="1" lang="en-US" sz="72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Thứ nhất: </a:t>
            </a: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Khiêm nhượng, chớ kiêu ngạo.</a:t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g3bf2e8d6b56_0_283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0"/>
              <a:buNone/>
            </a:pPr>
            <a:r>
              <a:rPr b="1" lang="en-US" sz="70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Thứ hai: </a:t>
            </a:r>
            <a:r>
              <a:rPr b="1" lang="en-US" sz="7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Rộng rãi, chớ hà tiện.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accent4"/>
              </a:buClr>
              <a:buSzPts val="7000"/>
              <a:buNone/>
            </a:pPr>
            <a:r>
              <a:rPr b="1" lang="en-US" sz="70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Thứ ba: </a:t>
            </a:r>
            <a:r>
              <a:rPr b="1" lang="en-US" sz="7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Giữ mình sạch sẽ, chớ mê dâm dục.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888888"/>
              </a:buClr>
              <a:buSzPts val="7000"/>
              <a:buNone/>
            </a:pPr>
            <a:r>
              <a:t/>
            </a:r>
            <a:endParaRPr b="1" sz="7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2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g3bf2e8d6b56_0_287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rmAutofit fontScale="70000" lnSpcReduction="20000"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ct val="100000"/>
              <a:buNone/>
            </a:pPr>
            <a:r>
              <a:rPr b="1" lang="en-US" sz="72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Thứ bốn: </a:t>
            </a: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Hay nhịn, Chớ hờn giận.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chemeClr val="accent4"/>
              </a:buClr>
              <a:buSzPct val="100000"/>
              <a:buNone/>
            </a:pPr>
            <a:r>
              <a:rPr b="1" lang="en-US" sz="72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Thứ năm: </a:t>
            </a: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Kiêng bớt, chớ mê ăn uống.</a:t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rgbClr val="888888"/>
              </a:buClr>
              <a:buSzPct val="100000"/>
              <a:buNone/>
            </a:pPr>
            <a:r>
              <a:t/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rgbClr val="888888"/>
              </a:buClr>
              <a:buSzPct val="100000"/>
              <a:buNone/>
            </a:pPr>
            <a:r>
              <a:t/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rgbClr val="888888"/>
              </a:buClr>
              <a:buSzPct val="100000"/>
              <a:buNone/>
            </a:pPr>
            <a:r>
              <a:t/>
            </a:r>
            <a:endParaRPr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7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g3bf2e8d6b56_0_291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rmAutofit lnSpcReduction="20000"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0"/>
              <a:buNone/>
            </a:pPr>
            <a:r>
              <a:rPr b="1" lang="en-US" sz="70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Thứ sáu: </a:t>
            </a:r>
            <a:r>
              <a:rPr b="1" lang="en-US" sz="7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Yêu người, chớ ghen ghét.</a:t>
            </a:r>
            <a:endParaRPr b="1" sz="7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accent4"/>
              </a:buClr>
              <a:buSzPts val="7000"/>
              <a:buNone/>
            </a:pPr>
            <a:r>
              <a:rPr b="1" lang="en-US" sz="70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Thứ bảy: </a:t>
            </a:r>
            <a:r>
              <a:rPr b="1" lang="en-US" sz="7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Siêng năng việc Đức Chúa Trời, chớ làm biếng.</a:t>
            </a:r>
            <a:endParaRPr b="1" sz="7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00000"/>
              </a:lnSpc>
              <a:spcBef>
                <a:spcPts val="255"/>
              </a:spcBef>
              <a:spcAft>
                <a:spcPts val="0"/>
              </a:spcAft>
              <a:buClr>
                <a:srgbClr val="888888"/>
              </a:buClr>
              <a:buSzPts val="1275"/>
              <a:buNone/>
            </a:pPr>
            <a:r>
              <a:t/>
            </a:r>
            <a:endParaRPr sz="1275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2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g3bf2e8d6b56_0_295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rmAutofit lnSpcReduction="20000"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950"/>
              <a:buNone/>
            </a:pPr>
            <a:r>
              <a:rPr b="1" lang="en-US" sz="495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</a:t>
            </a:r>
            <a:r>
              <a:rPr b="1" lang="en-US" sz="44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PHƯỚC THẬT TÁM MỐI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1295"/>
              </a:spcBef>
              <a:spcAft>
                <a:spcPts val="0"/>
              </a:spcAft>
              <a:buClr>
                <a:schemeClr val="accent4"/>
              </a:buClr>
              <a:buSzPts val="7000"/>
              <a:buNone/>
            </a:pPr>
            <a:r>
              <a:rPr b="1" lang="en-US" sz="70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Thứ nhất:</a:t>
            </a:r>
            <a:r>
              <a:rPr b="1" lang="en-US" sz="7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Ai có lòng khó khăn, ấy là phước thật, vì chưng nước Đức Chúa Trời là của mình vậy.</a:t>
            </a:r>
            <a:endParaRPr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7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g3bf2e8d6b56_0_299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</a:pPr>
            <a:r>
              <a:rPr b="1" lang="en-US" sz="72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Thứ hai: </a:t>
            </a: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Ai hiền lành, ấy là phước thật, vì chưng sẽ được đất Đức Chúa Trời làm của mình vậy.</a:t>
            </a:r>
            <a:endParaRPr sz="16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2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g3bf2e8d6b56_0_303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</a:pPr>
            <a:r>
              <a:rPr b="1" lang="en-US" sz="72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Thứ ba:</a:t>
            </a: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Ai khóc lóc, ấy là phước thật, vì chưng sẽ được an ủi vậy.</a:t>
            </a:r>
            <a:endParaRPr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7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g3bf2e8d6b56_0_307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</a:pPr>
            <a:r>
              <a:rPr b="1" lang="en-US" sz="72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Thứ bốn:</a:t>
            </a: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Ai khao khát nhân đức trọn lành, ấy là phước thật, vì chưng sẽ được no đủ vậy.</a:t>
            </a:r>
            <a:endParaRPr sz="16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2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g3bf2e8d6b56_0_311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rmAutofit lnSpcReduction="20000"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8000"/>
              <a:buNone/>
            </a:pPr>
            <a:r>
              <a:rPr b="1" lang="en-US" sz="80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Thứ năm:</a:t>
            </a: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Ai thương xót người, ấy là phước thật, vì chưng mình sẽ được thương xót vậy.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7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g3bf2e8d6b56_0_315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rmAutofit lnSpcReduction="20000"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</a:pPr>
            <a:r>
              <a:rPr b="1" lang="en-US" sz="72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Thứ sáu:</a:t>
            </a: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Ai giữ lòng sạch sẽ, ấy là phước thật, vì chưng sẽ được thấy mặt Đức Chúa Trời vậy.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255"/>
              </a:spcBef>
              <a:spcAft>
                <a:spcPts val="0"/>
              </a:spcAft>
              <a:buClr>
                <a:srgbClr val="888888"/>
              </a:buClr>
              <a:buSzPts val="1275"/>
              <a:buNone/>
            </a:pPr>
            <a:r>
              <a:t/>
            </a:r>
            <a:endParaRPr sz="1275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2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g3bf2e8d6b56_0_319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600"/>
              <a:buNone/>
            </a:pPr>
            <a:r>
              <a:rPr b="1" lang="en-US" sz="66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Thứ bảy:</a:t>
            </a:r>
            <a:r>
              <a:rPr b="1" lang="en-US" sz="66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Ai làm cho người hòa thuận, ấy là phước thật, vì chưng sẽ được gọi là con Đức Chúa Trời vậy.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</a:pPr>
            <a:r>
              <a:t/>
            </a:r>
            <a:endParaRPr sz="14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7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Google Shape;508;g3bf2e8d6b56_0_323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600"/>
              <a:buNone/>
            </a:pPr>
            <a:r>
              <a:rPr b="1" lang="en-US" sz="66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Thứ tám:</a:t>
            </a:r>
            <a:r>
              <a:rPr b="1" lang="en-US" sz="66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Ai chịu khốn nạn vì đạo ngay, ấy là phước thật, vì chưng nước Đức Chúa Trời là của mình vậy.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</a:pPr>
            <a:r>
              <a:t/>
            </a:r>
            <a:endParaRPr sz="14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2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3" name="Google Shape;513;g3cb7c2c030f_0_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3997" cy="51434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7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g3b26357b4a1_0_55"/>
          <p:cNvSpPr txBox="1"/>
          <p:nvPr>
            <p:ph type="ctr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ctr" bIns="0" lIns="91425" spcFirstLastPara="1" rIns="91425" wrap="square" tIns="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700"/>
              <a:buFont typeface="Times New Roman"/>
              <a:buNone/>
            </a:pPr>
            <a:r>
              <a:rPr b="1" lang="en-US" sz="47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NHẬP LỄ</a:t>
            </a:r>
            <a:br>
              <a:rPr b="1" lang="en-US" sz="470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lang="en-US" sz="67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NGUYỆN </a:t>
            </a:r>
            <a:br>
              <a:rPr b="1" lang="en-US" sz="67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lang="en-US" sz="67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CHÚA CHÍ ÁI</a:t>
            </a:r>
            <a:br>
              <a:rPr b="1" i="0" lang="en-US" sz="470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i="1" lang="en-US" sz="33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(Lm. Kim Long)</a:t>
            </a:r>
            <a:endParaRPr b="1" sz="3300">
              <a:solidFill>
                <a:schemeClr val="accent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2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Google Shape;523;g3bf2e8d6b56_0_557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b="1" lang="en-US" sz="75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ĐK:</a:t>
            </a:r>
            <a:r>
              <a:rPr b="1" lang="en-US" sz="75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Nguyện Chúa chí ái hãy lắng nghe lời chúng con.</a:t>
            </a:r>
            <a:endParaRPr b="1" sz="750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7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Google Shape;528;g3bf2e8d6b56_0_561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75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Dủ tình thương xem vì chúng con phạm đến Người.</a:t>
            </a:r>
            <a:endParaRPr b="1" sz="75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2" name="Shape 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Google Shape;533;g3bf2e8d6b56_0_565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b="1" lang="en-US" sz="80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1.</a:t>
            </a:r>
            <a:r>
              <a:rPr b="1" lang="en-US" sz="80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Dòng suối lệ tuôn mãi, đoàn chúng con hướng lên Người.</a:t>
            </a:r>
            <a:endParaRPr b="1" sz="800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7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g3bf2e8d6b56_0_569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Lạy Chúa Trời vinh quang, nguyện thương đến lời van nài.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2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Google Shape;543;g3cb7c2c030f_0_28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b="1" lang="en-US" sz="75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ĐK:</a:t>
            </a:r>
            <a:r>
              <a:rPr b="1" lang="en-US" sz="75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Nguyện Chúa chí ái hãy lắng nghe lời chúng con.</a:t>
            </a:r>
            <a:endParaRPr b="1" sz="750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7" name="Shape 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Google Shape;548;g3cb7c2c030f_0_32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75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Dủ tình thương xem vì chúng con phạm đến Người.</a:t>
            </a:r>
            <a:endParaRPr b="1" sz="75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2" name="Shape 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3" name="Google Shape;553;g3cb7c2c030f_0_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3997" cy="51434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57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8" name="Google Shape;558;p1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2" name="Shape 5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" name="Google Shape;563;g3bf2e8d6b56_0_402"/>
          <p:cNvSpPr txBox="1"/>
          <p:nvPr>
            <p:ph type="ctr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ctr" bIns="0" lIns="91425" spcFirstLastPara="1" rIns="91425" wrap="square" tIns="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700"/>
              <a:buFont typeface="Times New Roman"/>
              <a:buNone/>
            </a:pPr>
            <a:r>
              <a:rPr b="1" lang="en-US" sz="47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ĐÁP CA</a:t>
            </a:r>
            <a:br>
              <a:rPr b="1" lang="en-US" sz="470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lang="en-US" sz="67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THÁNH VỊNH 32</a:t>
            </a:r>
            <a:br>
              <a:rPr b="1" i="0" lang="en-US" sz="470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i="1" lang="en-US" sz="47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(Lm. Thái Nguyên)</a:t>
            </a:r>
            <a:br>
              <a:rPr b="1" i="1" lang="en-US" sz="47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i="1" lang="en-US" sz="47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(03 câu)</a:t>
            </a:r>
            <a:endParaRPr b="1" sz="4700">
              <a:solidFill>
                <a:schemeClr val="accent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7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Google Shape;568;g3bf2e8d6b56_0_406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80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1. </a:t>
            </a: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Vì lời Chúa đó là lời luôn chân chính.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2" name="Shape 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Google Shape;573;g3cb7c2c030f_0_64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Bao việc Ngài đã làm đều đáng cậy tin.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7" name="Shape 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" name="Google Shape;578;g3bf2e8d6b56_0_410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75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Ngài yêu thích đức chính trực và công minh. </a:t>
            </a:r>
            <a:endParaRPr b="1" sz="75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2" name="Shape 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" name="Google Shape;583;g3cb7c2c030f_0_36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75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Khắp trên địa cầu ơn lành của Chúa tràn lan.</a:t>
            </a:r>
            <a:endParaRPr b="1" sz="75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7" name="Shape 5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8" name="Google Shape;588;g3bf2e8d6b56_0_422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76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ĐK: </a:t>
            </a:r>
            <a:r>
              <a:rPr b="1" lang="en-US" sz="76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Lạy Chúa xin hãy tỏ lòng từ bi Chúa ơi,</a:t>
            </a:r>
            <a:endParaRPr b="1" sz="76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2" name="Shape 5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" name="Google Shape;593;g3cb7c2c030f_0_40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76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như chúng con đây luôn vẫn tin cậy nơi Chúa.</a:t>
            </a:r>
            <a:endParaRPr b="1" sz="76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7" name="Shape 5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8" name="Google Shape;598;g3bf2e8d6b56_0_426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80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2. </a:t>
            </a: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Kìa Chúa đã dõi theo người sợ kính Chúa.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2" name="Shape 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3" name="Google Shape;603;g3cb7c2c030f_0_44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Xem những ai cậy vào ơn Chúa dủ thương.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7" name="Shape 6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8" name="Google Shape;608;g3bf2e8d6b56_0_430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Để cứu gỡ kẻ trong vòng tay thần chết. 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2" name="Shape 6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3" name="Google Shape;613;g3bf2e8d6b56_0_434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Chúa dưỡng nuôi họ trong đời khốn khó lầm than.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7" name="Shape 6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8" name="Google Shape;618;g3cb7c2c030f_0_56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76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ĐK: </a:t>
            </a:r>
            <a:r>
              <a:rPr b="1" lang="en-US" sz="76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Lạy Chúa xin hãy tỏ lòng từ bi Chúa ơi,</a:t>
            </a:r>
            <a:endParaRPr b="1" sz="76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2" name="Shape 6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3" name="Google Shape;623;g3cb7c2c030f_0_60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76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như chúng con đây luôn vẫn tin cậy nơi Chúa.</a:t>
            </a:r>
            <a:endParaRPr b="1" sz="76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7" name="Shape 6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8" name="Google Shape;628;g3bf2e8d6b56_0_446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80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3. </a:t>
            </a: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Này con đây vẫn luôn cậy trông nơi Chúa.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2" name="Shape 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3" name="Google Shape;633;g3bf2e8d6b56_0_450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Chính Chúa luôn phù trợ che chở đời con.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7" name="Shape 6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8" name="Google Shape;638;g3bf2e8d6b56_0_454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Nguyện xin Chúa đổ tràn lòng từ bi Chúa,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2" name="Shape 6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3" name="Google Shape;643;g3bf2e8d6b56_0_458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cũng như chúng con trông cậy nơi Chúa mà thôi.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7" name="Shape 6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8" name="Google Shape;648;g3bf2e8d6b56_0_462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76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ĐK: </a:t>
            </a:r>
            <a:r>
              <a:rPr b="1" lang="en-US" sz="76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Lạy Chúa xin hãy tỏ lòng từ bi Chúa ơi,</a:t>
            </a:r>
            <a:endParaRPr b="1" sz="76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2" name="Shape 6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3" name="Google Shape;653;g3cb7c2c030f_0_52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76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như chúng con đây luôn vẫn tin cậy nơi Chúa.</a:t>
            </a:r>
            <a:endParaRPr b="1" sz="76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657" name="Shape 6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8" name="Google Shape;658;p155"/>
          <p:cNvSpPr/>
          <p:nvPr/>
        </p:nvSpPr>
        <p:spPr>
          <a:xfrm>
            <a:off x="1143" y="0"/>
            <a:ext cx="9141714" cy="514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59" name="Google Shape;659;p1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4" name="Shape 6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" name="Google Shape;665;p156"/>
          <p:cNvSpPr txBox="1"/>
          <p:nvPr>
            <p:ph type="ctrTitle"/>
          </p:nvPr>
        </p:nvSpPr>
        <p:spPr>
          <a:xfrm>
            <a:off x="0" y="497175"/>
            <a:ext cx="9144000" cy="46461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ctr" bIns="0" lIns="91425" spcFirstLastPara="1" rIns="91425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8000"/>
              <a:buFont typeface="Times"/>
              <a:buNone/>
            </a:pPr>
            <a:r>
              <a:rPr b="1" lang="en-US" sz="7500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Từ trong </a:t>
            </a:r>
            <a:br>
              <a:rPr b="1" lang="en-US" sz="7500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</a:br>
            <a:r>
              <a:rPr b="1" lang="en-US" sz="7500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đám mây sáng chói, </a:t>
            </a:r>
            <a:br>
              <a:rPr b="1" lang="en-US" sz="7500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</a:br>
            <a:r>
              <a:rPr b="1" lang="en-US" sz="7500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có tiếng Chúa Cha tuyên phán rằng:</a:t>
            </a:r>
            <a:endParaRPr b="1" sz="7500">
              <a:solidFill>
                <a:schemeClr val="lt1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666" name="Google Shape;666;p156"/>
          <p:cNvSpPr txBox="1"/>
          <p:nvPr/>
        </p:nvSpPr>
        <p:spPr>
          <a:xfrm>
            <a:off x="0" y="-50800"/>
            <a:ext cx="9144000" cy="6350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200"/>
              <a:buFont typeface="Times New Roman"/>
              <a:buNone/>
            </a:pPr>
            <a:r>
              <a:rPr b="1" i="0" lang="en-US" sz="3200" u="none" cap="none" strike="noStrik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TUNG HÔ TIN MỪNG</a:t>
            </a:r>
            <a:endParaRPr b="1" i="0" sz="3200" u="none" cap="none" strike="noStrike">
              <a:solidFill>
                <a:schemeClr val="accent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0" name="Shape 6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1" name="Google Shape;671;g3b224b7d20a_0_95"/>
          <p:cNvSpPr txBox="1"/>
          <p:nvPr>
            <p:ph type="ctr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ctr" bIns="0" lIns="91425" spcFirstLastPara="1" rIns="91425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Times"/>
              <a:buNone/>
            </a:pP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“Đây là Con Ta yêu dấu các ngươi hãy nghe lời Ngài”.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5" name="Shape 6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6" name="Google Shape;676;g3baa6357486_0_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399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0" name="Shape 6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1" name="Google Shape;681;g3cb7c2c030f_0_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3997" cy="51434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5" name="Shape 6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" name="Google Shape;686;g3ca14f709a1_0_0"/>
          <p:cNvSpPr txBox="1"/>
          <p:nvPr>
            <p:ph type="ctrTitle"/>
          </p:nvPr>
        </p:nvSpPr>
        <p:spPr>
          <a:xfrm>
            <a:off x="0" y="514351"/>
            <a:ext cx="9144000" cy="46290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ctr" bIns="0" lIns="91425" spcFirstLastPara="1" rIns="91425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Font typeface="Times"/>
              <a:buNone/>
            </a:pPr>
            <a:r>
              <a:rPr b="1" lang="en-US" sz="7200">
                <a:solidFill>
                  <a:schemeClr val="accent4"/>
                </a:solidFill>
                <a:latin typeface="Times"/>
                <a:ea typeface="Times"/>
                <a:cs typeface="Times"/>
                <a:sym typeface="Times"/>
              </a:rPr>
              <a:t>Ct: </a:t>
            </a:r>
            <a:r>
              <a:rPr b="1" lang="en-US" sz="7200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Tôi tin kính một Thiên Chúa là Cha toàn năng.</a:t>
            </a:r>
            <a:endParaRPr/>
          </a:p>
        </p:txBody>
      </p:sp>
      <p:sp>
        <p:nvSpPr>
          <p:cNvPr id="687" name="Google Shape;687;g3ca14f709a1_0_0"/>
          <p:cNvSpPr txBox="1"/>
          <p:nvPr/>
        </p:nvSpPr>
        <p:spPr>
          <a:xfrm>
            <a:off x="0" y="0"/>
            <a:ext cx="9144000" cy="7380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Font typeface="Times New Roman"/>
              <a:buNone/>
            </a:pPr>
            <a:r>
              <a:rPr b="1" i="0" lang="en-US" sz="3600" u="none" cap="none" strike="noStrike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KINH TIN KÍNH</a:t>
            </a:r>
            <a:endParaRPr b="1" i="0" sz="3600" u="none" cap="none" strike="noStrike">
              <a:solidFill>
                <a:schemeClr val="accent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1" name="Shape 6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2" name="Google Shape;692;g3ca14f709a1_0_5"/>
          <p:cNvSpPr txBox="1"/>
          <p:nvPr>
            <p:ph type="ctr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0" lIns="91425" spcFirstLastPara="1" rIns="91425" wrap="square" tIns="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Times"/>
              <a:buNone/>
            </a:pPr>
            <a:r>
              <a:rPr b="1" lang="en-US" sz="7200">
                <a:solidFill>
                  <a:schemeClr val="accent4"/>
                </a:solidFill>
                <a:latin typeface="Times"/>
                <a:ea typeface="Times"/>
                <a:cs typeface="Times"/>
                <a:sym typeface="Times"/>
              </a:rPr>
              <a:t>Cđ: </a:t>
            </a:r>
            <a:r>
              <a:rPr b="1" lang="en-US" sz="7200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Đấng tạo thành trời đất muôn vật hữu hình và vô hình.</a:t>
            </a:r>
            <a:endParaRPr/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6" name="Shape 6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7" name="Google Shape;697;g3ca14f709a1_0_9"/>
          <p:cNvSpPr txBox="1"/>
          <p:nvPr>
            <p:ph type="ctr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0" lIns="91425" spcFirstLastPara="1" rIns="91425" wrap="square" tIns="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Times"/>
              <a:buNone/>
            </a:pPr>
            <a:r>
              <a:rPr b="1" lang="en-US" sz="7200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Tôi tin kính một Chúa Giê-su Ki-tô Con Một Thiên Chúa,</a:t>
            </a:r>
            <a:endParaRPr/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1" name="Shape 7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2" name="Google Shape;702;g3ca14f709a1_0_13"/>
          <p:cNvSpPr txBox="1"/>
          <p:nvPr>
            <p:ph type="ctr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0" lIns="91425" spcFirstLastPara="1" rIns="91425" wrap="square" tIns="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Times"/>
              <a:buNone/>
            </a:pPr>
            <a:r>
              <a:rPr b="1" lang="en-US" sz="7200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sinh bởi Đức Chúa Cha từ trước muôn đời.</a:t>
            </a:r>
            <a:endParaRPr b="1" sz="7200">
              <a:solidFill>
                <a:schemeClr val="lt1"/>
              </a:solidFill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6" name="Shape 7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7" name="Google Shape;707;g3ca14f709a1_0_17"/>
          <p:cNvSpPr txBox="1"/>
          <p:nvPr>
            <p:ph type="ctr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0" lIns="91425" spcFirstLastPara="1" rIns="91425" wrap="square" tIns="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Times"/>
              <a:buNone/>
            </a:pPr>
            <a:r>
              <a:rPr b="1" lang="en-US" sz="7200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Người là Thiên Chúa bởi Thiên Chúa, Ánh Sáng bởi Ánh Sáng,</a:t>
            </a:r>
            <a:endParaRPr b="1" sz="7200">
              <a:solidFill>
                <a:schemeClr val="lt1"/>
              </a:solidFill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1" name="Shape 7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2" name="Google Shape;712;g3ca14f709a1_0_21"/>
          <p:cNvSpPr txBox="1"/>
          <p:nvPr>
            <p:ph type="ctr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ctr" bIns="0" lIns="91425" spcFirstLastPara="1" rIns="91425" wrap="square" tIns="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Times"/>
              <a:buNone/>
            </a:pPr>
            <a:r>
              <a:rPr b="1" lang="en-US" sz="7200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Thiên Chúa thật bởi Thiên Chúa Thật Được sinh ra mà không phải được tạo thành, </a:t>
            </a:r>
            <a:endParaRPr b="1" sz="7200">
              <a:solidFill>
                <a:schemeClr val="lt1"/>
              </a:solidFill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6" name="Shape 7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" name="Google Shape;717;g3ca14f709a1_0_25"/>
          <p:cNvSpPr txBox="1"/>
          <p:nvPr>
            <p:ph type="ctr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0" lIns="91425" spcFirstLastPara="1" rIns="91425" wrap="square" tIns="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Times"/>
              <a:buNone/>
            </a:pPr>
            <a:r>
              <a:rPr b="1" lang="en-US" sz="7200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đồng bản thể với Đức Chúa Cha:nhờ Người mà muôn vật được tạo thành.</a:t>
            </a:r>
            <a:endParaRPr b="1" sz="7200">
              <a:solidFill>
                <a:schemeClr val="lt1"/>
              </a:solidFill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1" name="Shape 7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2" name="Google Shape;722;g3ca14f709a1_0_29"/>
          <p:cNvSpPr txBox="1"/>
          <p:nvPr>
            <p:ph type="ctr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0" lIns="91425" spcFirstLastPara="1" rIns="91425" wrap="square" tIns="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Times"/>
              <a:buNone/>
            </a:pPr>
            <a:r>
              <a:rPr b="1" lang="en-US" sz="7200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Vì loài người chúng ta và để cứu độ chúng ta, Người đã từ trời xuống thế.</a:t>
            </a:r>
            <a:endParaRPr b="1" sz="7200">
              <a:solidFill>
                <a:schemeClr val="lt1"/>
              </a:solidFill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6" name="Shape 7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" name="Google Shape;727;g3ca14f709a1_0_33"/>
          <p:cNvSpPr txBox="1"/>
          <p:nvPr>
            <p:ph type="ctr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0" lIns="91425" spcFirstLastPara="1" rIns="91425" wrap="square" tIns="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0"/>
              <a:buFont typeface="Times"/>
              <a:buNone/>
            </a:pPr>
            <a:r>
              <a:rPr b="1" lang="en-US" sz="6800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Bởi phép Đức Chúa Thánh Thần Người đã nhập thể trong long Trinh Nữ Maria, và đã làm người.</a:t>
            </a:r>
            <a:endParaRPr b="1" sz="6800">
              <a:solidFill>
                <a:schemeClr val="lt1"/>
              </a:solidFill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1" name="Shape 7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2" name="Google Shape;732;g3ca14f709a1_0_37"/>
          <p:cNvSpPr txBox="1"/>
          <p:nvPr>
            <p:ph type="ctr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0" lIns="91425" spcFirstLastPara="1" rIns="91425" wrap="square" tIns="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Times"/>
              <a:buNone/>
            </a:pPr>
            <a:r>
              <a:rPr b="1" lang="en-US" sz="7200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Người chịu đóng đinh vào thập giá vì chúng ta, Thời quan Phong-xi-ô Phi-la-tô; </a:t>
            </a:r>
            <a:endParaRPr b="1" sz="7200">
              <a:solidFill>
                <a:schemeClr val="lt1"/>
              </a:solidFill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6" name="Shape 7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" name="Google Shape;737;g3ca14f709a1_0_41"/>
          <p:cNvSpPr txBox="1"/>
          <p:nvPr>
            <p:ph type="ctr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0" lIns="91425" spcFirstLastPara="1" rIns="91425" wrap="square" tIns="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Times"/>
              <a:buNone/>
            </a:pPr>
            <a:r>
              <a:rPr b="1" lang="en-US" sz="7200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Người chịu khổ hình và mai táng, ngày thứ ba Người sống lại như lời Thánh Kinh.</a:t>
            </a:r>
            <a:endParaRPr b="1" sz="7200">
              <a:solidFill>
                <a:schemeClr val="lt1"/>
              </a:solidFill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1" name="Shape 7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2" name="Google Shape;742;g3ca14f709a1_0_45"/>
          <p:cNvSpPr txBox="1"/>
          <p:nvPr>
            <p:ph type="ctr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0" lIns="91425" spcFirstLastPara="1" rIns="91425" wrap="square" tIns="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0"/>
              <a:buFont typeface="Times"/>
              <a:buNone/>
            </a:pPr>
            <a:r>
              <a:rPr b="1" lang="en-US" sz="7000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Người lên trời, ngự bên hữu Đức Chúa Cha, và Người sẽ lại đến trong vinh quang</a:t>
            </a:r>
            <a:endParaRPr b="1" sz="7000">
              <a:solidFill>
                <a:schemeClr val="lt1"/>
              </a:solidFill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6" name="Shape 7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" name="Google Shape;747;g3ca14f709a1_0_49"/>
          <p:cNvSpPr txBox="1"/>
          <p:nvPr>
            <p:ph type="ctr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0" lIns="91425" spcFirstLastPara="1" rIns="91425" wrap="square" tIns="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Times"/>
              <a:buNone/>
            </a:pPr>
            <a:r>
              <a:rPr b="1" lang="en-US" sz="7200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để phán xét kẻ sống và kẻ chết, Nước Người sẽ không bao giờ cùng.</a:t>
            </a:r>
            <a:endParaRPr b="1" sz="7200">
              <a:solidFill>
                <a:schemeClr val="lt1"/>
              </a:solidFill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1" name="Shape 7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2" name="Google Shape;752;g3ca14f709a1_0_53"/>
          <p:cNvSpPr txBox="1"/>
          <p:nvPr>
            <p:ph type="ctr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0" lIns="91425" spcFirstLastPara="1" rIns="91425" wrap="square" tIns="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Times"/>
              <a:buNone/>
            </a:pPr>
            <a:r>
              <a:rPr b="1" lang="en-US" sz="7200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Tôi tinh kính Đức Chúa Thánh Thần là Thiên Chúa, và là Đấng ban sự sống,</a:t>
            </a:r>
            <a:endParaRPr b="1" sz="7200">
              <a:solidFill>
                <a:schemeClr val="lt1"/>
              </a:solidFill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6" name="Shape 7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" name="Google Shape;757;g3ca14f709a1_0_57"/>
          <p:cNvSpPr txBox="1"/>
          <p:nvPr>
            <p:ph type="ctr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0" lIns="91425" spcFirstLastPara="1" rIns="91425" wrap="square" tIns="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Times"/>
              <a:buNone/>
            </a:pPr>
            <a:r>
              <a:rPr b="1" lang="en-US" sz="7200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Người bởi Đức Chúa Cha và Đức Chúa Con mà ra.</a:t>
            </a:r>
            <a:endParaRPr b="1" sz="7200">
              <a:solidFill>
                <a:schemeClr val="lt1"/>
              </a:solidFill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1" name="Shape 7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2" name="Google Shape;762;g3ca14f709a1_0_61"/>
          <p:cNvSpPr txBox="1"/>
          <p:nvPr>
            <p:ph type="ctr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0" lIns="91425" spcFirstLastPara="1" rIns="91425" wrap="square" tIns="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Times"/>
              <a:buNone/>
            </a:pPr>
            <a:r>
              <a:rPr b="1" lang="en-US" sz="7200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Người được phụng thờ và tôn vinh cùng với Đức Chúa Cha và Đức Chúa Con.</a:t>
            </a:r>
            <a:endParaRPr b="1" sz="7200">
              <a:solidFill>
                <a:schemeClr val="lt1"/>
              </a:solidFill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6" name="Shape 7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7" name="Google Shape;767;g3ca14f709a1_0_65"/>
          <p:cNvSpPr txBox="1"/>
          <p:nvPr>
            <p:ph type="ctr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0" lIns="91425" spcFirstLastPara="1" rIns="91425" wrap="square" tIns="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Times"/>
              <a:buNone/>
            </a:pPr>
            <a:r>
              <a:rPr b="1" lang="en-US" sz="7200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Người đã dùng các Tiên tri mà phán dạy.</a:t>
            </a:r>
            <a:endParaRPr b="1" sz="7200">
              <a:solidFill>
                <a:schemeClr val="lt1"/>
              </a:solidFill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1" name="Shape 7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2" name="Google Shape;772;g3ca14f709a1_0_69"/>
          <p:cNvSpPr txBox="1"/>
          <p:nvPr>
            <p:ph type="ctr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0" lIns="91425" spcFirstLastPara="1" rIns="91425" wrap="square" tIns="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Times"/>
              <a:buNone/>
            </a:pPr>
            <a:r>
              <a:rPr b="1" lang="en-US" sz="7200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Tôi tin Hội Thánh duy nhất, thánh thiện, công giáo và tông truyền.</a:t>
            </a:r>
            <a:endParaRPr b="1" sz="7200">
              <a:solidFill>
                <a:schemeClr val="lt1"/>
              </a:solidFill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6" name="Shape 7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7" name="Google Shape;777;g3ca14f709a1_0_73"/>
          <p:cNvSpPr txBox="1"/>
          <p:nvPr>
            <p:ph type="ctr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0" lIns="91425" spcFirstLastPara="1" rIns="91425" wrap="square" tIns="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Times"/>
              <a:buNone/>
            </a:pPr>
            <a:r>
              <a:rPr b="1" lang="en-US" sz="7200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Tôi tuyên xưng có một Phép Rửa để tha tội.</a:t>
            </a:r>
            <a:endParaRPr b="1" sz="7200">
              <a:solidFill>
                <a:schemeClr val="lt1"/>
              </a:solidFill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1" name="Shape 7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2" name="Google Shape;782;g3ca14f709a1_0_77"/>
          <p:cNvSpPr txBox="1"/>
          <p:nvPr>
            <p:ph type="ctr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0" lIns="91425" spcFirstLastPara="1" rIns="91425" wrap="square" tIns="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Times"/>
              <a:buNone/>
            </a:pPr>
            <a:r>
              <a:rPr b="1" lang="en-US" sz="7200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Tôi trông đợi kẻ chết sống lại và sự sống đời sau. Amen.</a:t>
            </a:r>
            <a:endParaRPr b="1" sz="7200">
              <a:solidFill>
                <a:schemeClr val="lt1"/>
              </a:solidFill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6" name="Shape 7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7" name="Google Shape;787;g3cb7c2c030f_0_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3997" cy="51434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1" name="Shape 7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2" name="Google Shape;792;g3a42a8b53c1_2_195"/>
          <p:cNvSpPr txBox="1"/>
          <p:nvPr>
            <p:ph type="ctr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ctr" bIns="0" lIns="91425" spcFirstLastPara="1" rIns="91425" wrap="square" tIns="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700"/>
              <a:buFont typeface="Times New Roman"/>
              <a:buNone/>
            </a:pPr>
            <a:r>
              <a:rPr b="1" lang="en-US" sz="47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DÂNG LỄ</a:t>
            </a:r>
            <a:br>
              <a:rPr b="1" lang="en-US" sz="470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lang="en-US" sz="67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XIN DÂNG 2</a:t>
            </a:r>
            <a:endParaRPr b="1" sz="6700">
              <a:solidFill>
                <a:srgbClr val="FFFF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700"/>
              <a:buFont typeface="Times New Roman"/>
              <a:buNone/>
            </a:pPr>
            <a:r>
              <a:rPr b="1" i="1" lang="en-US" sz="47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(Ân Đức)</a:t>
            </a:r>
            <a:endParaRPr b="1" sz="6700">
              <a:solidFill>
                <a:srgbClr val="FFFF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6" name="Shape 7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7" name="Google Shape;797;g3a42a8b53c1_2_199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75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1. </a:t>
            </a:r>
            <a:r>
              <a:rPr b="1" lang="en-US" sz="75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Xin dâng cho lòng thương xót Chúa dĩ vãng đời con là biết bao lỗi lầm.</a:t>
            </a:r>
            <a:endParaRPr b="1" sz="75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1" name="Shape 8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2" name="Google Shape;802;g3c84d2f338d_0_140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75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Xin dâng cho tình Cha ưu ái tương lai đời con xin an bài đỡ nâng.</a:t>
            </a:r>
            <a:endParaRPr b="1" sz="75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6" name="Shape 8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7" name="Google Shape;807;g3a42a8b53c1_2_205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i="1" lang="en-US" sz="71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Xin dâng lên Cha giây phút này một niềm yêu mến là yêu mến mà thôi.</a:t>
            </a:r>
            <a:endParaRPr b="1" i="1" sz="71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1" name="Shape 8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2" name="Google Shape;812;g3cb7c2c030f_0_68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i="1" lang="en-US" sz="71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Xin dâng lên Cha trót cuộc đời để nên của lễ và nên khúc ngợi ca.</a:t>
            </a:r>
            <a:endParaRPr b="1" i="1" sz="71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6" name="Shape 8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7" name="Google Shape;817;g386abb9ea5c_0_76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75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2. </a:t>
            </a:r>
            <a:r>
              <a:rPr b="1" lang="en-US" sz="75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Xin dâng bao niềm vui nỗi khó cuộc sống trần gian là chết đi mỗi ngày.</a:t>
            </a:r>
            <a:endParaRPr b="1" sz="75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1" name="Shape 8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2" name="Google Shape;822;g386abb9ea5c_0_80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75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Xin dâng muôn khổ đau Thánh Giá trong con nguyện thánh hiến trong lễ tình yêu.</a:t>
            </a:r>
            <a:endParaRPr b="1" sz="75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6" name="Shape 8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7" name="Google Shape;827;g386abb9ea5c_0_84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i="1" lang="en-US" sz="75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Xin dâng lên Cha của lễ này là hoa thơm trái lành chan chứa hồng ân.</a:t>
            </a:r>
            <a:endParaRPr b="1" i="1" sz="75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1" name="Shape 8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2" name="Google Shape;832;g386abb9ea5c_0_88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i="1" lang="en-US" sz="75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Xin dâng lên Cha mỗi cuộc đời hiệp thông trong mối tình duy nhất của Cha.</a:t>
            </a:r>
            <a:endParaRPr b="1" i="1" sz="75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6" name="Shape 8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7" name="Google Shape;837;p201" title="Gemini_Generated_Image_kq0fxwkq0fxwkq0f.jp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21601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1" name="Shape 8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2" name="Google Shape;842;p202"/>
          <p:cNvSpPr txBox="1"/>
          <p:nvPr>
            <p:ph type="ctr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ctr" bIns="0" lIns="91425" spcFirstLastPara="1" rIns="91425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000"/>
              <a:buFont typeface="Times"/>
              <a:buNone/>
            </a:pPr>
            <a:br>
              <a:rPr b="1" lang="en-US" sz="4000">
                <a:solidFill>
                  <a:schemeClr val="accent4"/>
                </a:solidFill>
                <a:latin typeface="Times"/>
                <a:ea typeface="Times"/>
                <a:cs typeface="Times"/>
                <a:sym typeface="Times"/>
              </a:rPr>
            </a:br>
            <a:r>
              <a:rPr b="1" lang="en-US" sz="4000">
                <a:solidFill>
                  <a:schemeClr val="accent4"/>
                </a:solidFill>
                <a:latin typeface="Times"/>
                <a:ea typeface="Times"/>
                <a:cs typeface="Times"/>
                <a:sym typeface="Times"/>
              </a:rPr>
              <a:t>KINH THÁNH, THÁNH</a:t>
            </a:r>
            <a:br>
              <a:rPr b="1" lang="en-US" sz="4000">
                <a:solidFill>
                  <a:schemeClr val="accent4"/>
                </a:solidFill>
                <a:latin typeface="Times"/>
                <a:ea typeface="Times"/>
                <a:cs typeface="Times"/>
                <a:sym typeface="Times"/>
              </a:rPr>
            </a:br>
            <a:r>
              <a:rPr b="1" lang="en-US" sz="7200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Thánh, Thánh, Thánh. Chúa là Thiên Chúa các đạo binh</a:t>
            </a:r>
            <a:br>
              <a:rPr b="1" lang="en-US" sz="7200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</a:br>
            <a:endParaRPr b="1" sz="7200">
              <a:solidFill>
                <a:schemeClr val="lt1"/>
              </a:solidFill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</p:sld>
</file>

<file path=ppt/slides/slide1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6" name="Shape 8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7" name="Google Shape;847;p203"/>
          <p:cNvSpPr txBox="1"/>
          <p:nvPr>
            <p:ph type="ctrTitle"/>
          </p:nvPr>
        </p:nvSpPr>
        <p:spPr>
          <a:xfrm>
            <a:off x="0" y="0"/>
            <a:ext cx="9144000" cy="514349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ctr" bIns="0" lIns="91425" spcFirstLastPara="1" rIns="91425" wrap="square" tIns="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Times"/>
              <a:buNone/>
            </a:pPr>
            <a:r>
              <a:rPr b="1" lang="en-US" sz="7200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Trời đất đầy vinh quang Chúa. Hoan hô Chúa trên các tầng trời.</a:t>
            </a:r>
            <a:endParaRPr b="1" sz="7200">
              <a:solidFill>
                <a:schemeClr val="lt1"/>
              </a:solidFill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</p:sld>
</file>

<file path=ppt/slides/slide1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1" name="Shape 8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2" name="Google Shape;852;p204"/>
          <p:cNvSpPr txBox="1"/>
          <p:nvPr>
            <p:ph type="ctrTitle"/>
          </p:nvPr>
        </p:nvSpPr>
        <p:spPr>
          <a:xfrm>
            <a:off x="0" y="0"/>
            <a:ext cx="9144000" cy="514349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ctr" bIns="0" lIns="91425" spcFirstLastPara="1" rIns="91425" wrap="square" tIns="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Times"/>
              <a:buNone/>
            </a:pPr>
            <a:r>
              <a:rPr b="1" lang="en-US" sz="7200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Chúc tụng Đấng ngự đến nhân danh Chúa. Hoan hô Chúa trên các tầng trời.</a:t>
            </a:r>
            <a:endParaRPr b="1" sz="7200">
              <a:solidFill>
                <a:schemeClr val="lt1"/>
              </a:solidFill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</p:sld>
</file>

<file path=ppt/slides/slide1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6" name="Shape 8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7" name="Google Shape;857;g3cb7c2c030f_0_73" title="Gemini_Generated_Image_kq0fxwkq0fxwkq0f.jp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21601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1" name="Shape 8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2" name="Google Shape;862;g3a42a8b53c1_2_268"/>
          <p:cNvSpPr txBox="1"/>
          <p:nvPr>
            <p:ph type="ctr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ctr" bIns="0" lIns="91425" spcFirstLastPara="1" rIns="91425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000"/>
              <a:buFont typeface="Times"/>
              <a:buNone/>
            </a:pPr>
            <a:br>
              <a:rPr b="1" lang="en-US" sz="4000">
                <a:solidFill>
                  <a:schemeClr val="accent4"/>
                </a:solidFill>
                <a:latin typeface="Times"/>
                <a:ea typeface="Times"/>
                <a:cs typeface="Times"/>
                <a:sym typeface="Times"/>
              </a:rPr>
            </a:br>
            <a:r>
              <a:rPr b="1" lang="en-US" sz="4000">
                <a:solidFill>
                  <a:schemeClr val="accent4"/>
                </a:solidFill>
                <a:latin typeface="Times"/>
                <a:ea typeface="Times"/>
                <a:cs typeface="Times"/>
                <a:sym typeface="Times"/>
              </a:rPr>
              <a:t>CHIÊN THIÊN CHÚA</a:t>
            </a:r>
            <a:endParaRPr b="1" sz="4000">
              <a:solidFill>
                <a:schemeClr val="accent4"/>
              </a:solidFill>
              <a:latin typeface="Times"/>
              <a:ea typeface="Times"/>
              <a:cs typeface="Times"/>
              <a:sym typeface="Times"/>
            </a:endParaRPr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000"/>
              <a:buFont typeface="Times"/>
              <a:buNone/>
            </a:pPr>
            <a:r>
              <a:rPr b="1" lang="en-US" sz="6600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Lạy Chiên Thiên Chúa, Đấng xóa tội trần gian, xin thương xót chúng con.</a:t>
            </a:r>
            <a:br>
              <a:rPr b="1" lang="en-US" sz="7200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</a:br>
            <a:endParaRPr b="1" sz="7200">
              <a:solidFill>
                <a:schemeClr val="lt1"/>
              </a:solidFill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</p:sld>
</file>

<file path=ppt/slides/slide1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6" name="Shape 8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7" name="Google Shape;867;p207"/>
          <p:cNvSpPr txBox="1"/>
          <p:nvPr>
            <p:ph type="ctrTitle"/>
          </p:nvPr>
        </p:nvSpPr>
        <p:spPr>
          <a:xfrm>
            <a:off x="0" y="0"/>
            <a:ext cx="9144000" cy="514349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ctr" bIns="0" lIns="91425" spcFirstLastPara="1" rIns="91425" wrap="square" tIns="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0"/>
              <a:buFont typeface="Times"/>
              <a:buNone/>
            </a:pPr>
            <a:r>
              <a:rPr b="1" lang="en-US" sz="7000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Lạy Chiên Thiên Chúa, Đấng xóa tội trần gian: xin thương xót chúng con.</a:t>
            </a:r>
            <a:endParaRPr b="1" sz="7000">
              <a:solidFill>
                <a:schemeClr val="lt1"/>
              </a:solidFill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</p:sld>
</file>

<file path=ppt/slides/slide1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1" name="Shape 8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2" name="Google Shape;872;p208"/>
          <p:cNvSpPr txBox="1"/>
          <p:nvPr>
            <p:ph type="ctrTitle"/>
          </p:nvPr>
        </p:nvSpPr>
        <p:spPr>
          <a:xfrm>
            <a:off x="0" y="0"/>
            <a:ext cx="9144000" cy="514349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ctr" bIns="0" lIns="91425" spcFirstLastPara="1" rIns="91425" wrap="square" tIns="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0"/>
              <a:buFont typeface="Times"/>
              <a:buNone/>
            </a:pPr>
            <a:r>
              <a:rPr b="1" lang="en-US" sz="7000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Lạy Chiên Thiên Chúa, Đấng xóa tội trần gian: xin ban bình an cho chúng con.</a:t>
            </a:r>
            <a:endParaRPr b="1" sz="7000">
              <a:solidFill>
                <a:schemeClr val="lt1"/>
              </a:solidFill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</p:sld>
</file>

<file path=ppt/slides/slide1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6" name="Shape 8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7" name="Google Shape;877;g3cb7c2c030f_0_77" title="Gemini_Generated_Image_kq0fxwkq0fxwkq0f.jp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21601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1" name="Shape 8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2" name="Google Shape;882;g3c80dc9c1fd_0_0"/>
          <p:cNvSpPr txBox="1"/>
          <p:nvPr>
            <p:ph type="ctrTitle"/>
          </p:nvPr>
        </p:nvSpPr>
        <p:spPr>
          <a:xfrm>
            <a:off x="0" y="680400"/>
            <a:ext cx="9144000" cy="44631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0" lIns="91425" spcFirstLastPara="1" rIns="91425" wrap="square" tIns="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000"/>
              <a:buFont typeface="Times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Này là con Ta yêu dấu, đẹp lòng Ta mọi đàng, các ngươi hãy nghe lời Người.</a:t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83" name="Google Shape;883;g3c80dc9c1fd_0_0"/>
          <p:cNvSpPr txBox="1"/>
          <p:nvPr/>
        </p:nvSpPr>
        <p:spPr>
          <a:xfrm>
            <a:off x="0" y="0"/>
            <a:ext cx="9144000" cy="8004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-US" sz="4000" u="none" cap="none" strike="noStrike">
                <a:solidFill>
                  <a:schemeClr val="accent4"/>
                </a:solidFill>
                <a:latin typeface="Times"/>
                <a:ea typeface="Times"/>
                <a:cs typeface="Times"/>
                <a:sym typeface="Times"/>
              </a:rPr>
              <a:t>CA HIỆP LỄ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7" name="Shape 8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8" name="Google Shape;888;g3cb7c2c030f_0_81" title="Gemini_Generated_Image_kq0fxwkq0fxwkq0f.jp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21601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2" name="Shape 8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3" name="Google Shape;893;g3bf2e8d6b56_0_661"/>
          <p:cNvSpPr txBox="1"/>
          <p:nvPr>
            <p:ph type="ctr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ctr" bIns="0" lIns="91425" spcFirstLastPara="1" rIns="91425" wrap="square" tIns="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700"/>
              <a:buFont typeface="Times New Roman"/>
              <a:buNone/>
            </a:pPr>
            <a:r>
              <a:rPr b="1" lang="en-US" sz="47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HIỆP LỄ</a:t>
            </a:r>
            <a:br>
              <a:rPr b="1" lang="en-US" sz="470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lang="en-US" sz="67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TÂM TÌNH</a:t>
            </a:r>
            <a:br>
              <a:rPr b="1" lang="en-US" sz="67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lang="en-US" sz="67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SÁM HỐI</a:t>
            </a:r>
            <a:br>
              <a:rPr b="1" i="0" lang="en-US" sz="470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i="1" lang="en-US" sz="4700">
                <a:solidFill>
                  <a:srgbClr val="FFD9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(Lm. Thái Nguyên)</a:t>
            </a:r>
            <a:endParaRPr b="1" sz="4700">
              <a:solidFill>
                <a:srgbClr val="FFD96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7" name="Shape 8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8" name="Google Shape;898;g3bf2e8d6b56_0_665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80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1. </a:t>
            </a: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Chúa yêu thương mọi loài. 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2" name="Shape 9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3" name="Google Shape;903;g3bf2e8d6b56_0_669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Chúa đã dựng nên Ngài không chê ghét điều chi đã tạo thành.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7" name="Shape 9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8" name="Google Shape;908;g3bf2e8d6b56_0_673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Ngài khoan dung và rộng lượng hải hà. Ngài làm ngơ trước bao tội đời ta.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6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2" name="Shape 9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3" name="Google Shape;913;g3bf2e8d6b56_0_681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80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ĐK: </a:t>
            </a: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Này con ăn năn thống hối tội lỗi mình, 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6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7" name="Shape 9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8" name="Google Shape;918;g3bf2e8d6b56_0_685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đời con đã bao lần phụ tình yêu Chúa.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6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2" name="Shape 9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3" name="Google Shape;923;g3bf2e8d6b56_0_689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Xin ân thương tha tội lỗi con.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6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7" name="Shape 9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8" name="Google Shape;928;g3bf2e8d6b56_0_693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Xin xót thương dân Ngài Chúa ơi, đang dâng lời cầu khẩn thiết tha.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6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2" name="Shape 9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3" name="Google Shape;933;g3cb7c2c030f_0_85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80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2. </a:t>
            </a: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Tấm thân con mọn hèn có từ bụi tro, Ngài đã cứu vớt từ trong nơi tội lệ.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7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7" name="Shape 9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8" name="Google Shape;938;g3cb7c2c030f_0_89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Dù qua bao lần đã nhiều phản bội, Ngài từ tâm vẫn đón nhận đời con.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7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2" name="Shape 9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3" name="Google Shape;943;g3cb7c2c030f_0_97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80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ĐK: </a:t>
            </a: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Này con ăn năn thống hối tội lỗi mình, 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7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7" name="Shape 9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8" name="Google Shape;948;g3cb7c2c030f_0_101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đời con đã bao lần phụ tình yêu Chúa.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7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2" name="Shape 9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3" name="Google Shape;953;g3cb7c2c030f_0_105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Xin ân thương tha tội lỗi con.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7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7" name="Shape 9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8" name="Google Shape;958;g3cb7c2c030f_0_109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Xin xót thương dân Ngài Chúa ơi, đang dâng lời cầu khẩn thiết tha.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7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2" name="Shape 9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3" name="Google Shape;963;g3cb7c2c030f_0_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3997" cy="51434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7" name="Shape 9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8" name="Google Shape;968;g3b26357b4a1_0_147"/>
          <p:cNvSpPr txBox="1"/>
          <p:nvPr>
            <p:ph type="ctr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ctr" bIns="0" lIns="91425" spcFirstLastPara="1" rIns="91425" wrap="square" tIns="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700"/>
              <a:buFont typeface="Times New Roman"/>
              <a:buNone/>
            </a:pPr>
            <a:r>
              <a:rPr b="1" lang="en-US" sz="47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KẾT LỄ</a:t>
            </a:r>
            <a:br>
              <a:rPr b="1" lang="en-US" sz="470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lang="en-US" sz="67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CÓ MẸ CÙNG ĐI</a:t>
            </a:r>
            <a:br>
              <a:rPr b="1" i="0" lang="en-US" sz="470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i="1" lang="en-US" sz="4700">
                <a:solidFill>
                  <a:srgbClr val="FFD9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(Trần Hòa Yên)</a:t>
            </a:r>
            <a:endParaRPr b="1" sz="4700">
              <a:solidFill>
                <a:srgbClr val="FFD96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7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2" name="Shape 9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3" name="Google Shape;973;g3b26357b4a1_0_151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b="1" lang="en-US" sz="75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1.</a:t>
            </a:r>
            <a:r>
              <a:rPr b="1" lang="en-US" sz="75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Mẹ ơi đoàn con đến trước nhan Mẹ nguyện xin Mẹ thương an ủi chở che.</a:t>
            </a:r>
            <a:endParaRPr b="1" sz="750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7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7" name="Shape 9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8" name="Google Shape;978;g3b26357b4a1_0_155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75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Bao đau thương giữa đời dương thế, bao âu lo tình người dâu bể. </a:t>
            </a:r>
            <a:endParaRPr b="1" sz="75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7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2" name="Shape 9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" name="Google Shape;983;g3b26357b4a1_0_183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8000"/>
              <a:buNone/>
            </a:pPr>
            <a:r>
              <a:rPr b="1" lang="en-US" sz="75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Mẹ ơi chớ để đoàn con đơn côi.</a:t>
            </a:r>
            <a:endParaRPr b="1" sz="75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8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7" name="Shape 9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8" name="Google Shape;988;g3bd41fd8710_0_79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b="1" lang="en-US" sz="80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ĐK:</a:t>
            </a:r>
            <a:r>
              <a:rPr b="1" lang="en-US" sz="80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Mẹ ơi, nơi Mẹ hạnh phúc tuyệt vời.</a:t>
            </a:r>
            <a:endParaRPr b="1" sz="800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8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2" name="Shape 9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" name="Google Shape;993;g3bd41fd8710_0_83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Đoàn con hân hoan sống trong tình Mẹ an vui.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8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7" name="Shape 9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8" name="Google Shape;998;g386abb9ea5c_0_184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Dù ngày qua đau thương có Mẹ sợ chi, 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8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2" name="Shape 10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" name="Google Shape;1003;g3bf2e8d6b56_0_840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dù ngày mai gian nguy có Mẹ lo gì.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8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7" name="Shape 10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8" name="Google Shape;1008;g3cb7c2c030f_0_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3997" cy="51434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2013 - 20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2023-01-29T22:00:16Z</dcterms:created>
</cp:coreProperties>
</file>