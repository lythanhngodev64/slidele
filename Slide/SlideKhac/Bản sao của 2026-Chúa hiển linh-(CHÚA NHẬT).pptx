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7" roundtripDataSignature="AMtx7mhpDxTSnexR5/8xp8Nb8qF5Ksnm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253" Type="http://schemas.openxmlformats.org/officeDocument/2006/relationships/slide" Target="slides/slide248.xml"/><Relationship Id="rId131" Type="http://schemas.openxmlformats.org/officeDocument/2006/relationships/slide" Target="slides/slide126.xml"/><Relationship Id="rId252" Type="http://schemas.openxmlformats.org/officeDocument/2006/relationships/slide" Target="slides/slide247.xml"/><Relationship Id="rId130" Type="http://schemas.openxmlformats.org/officeDocument/2006/relationships/slide" Target="slides/slide125.xml"/><Relationship Id="rId251" Type="http://schemas.openxmlformats.org/officeDocument/2006/relationships/slide" Target="slides/slide246.xml"/><Relationship Id="rId250" Type="http://schemas.openxmlformats.org/officeDocument/2006/relationships/slide" Target="slides/slide245.xml"/><Relationship Id="rId136" Type="http://schemas.openxmlformats.org/officeDocument/2006/relationships/slide" Target="slides/slide131.xml"/><Relationship Id="rId257" Type="http://customschemas.google.com/relationships/presentationmetadata" Target="metadata"/><Relationship Id="rId135" Type="http://schemas.openxmlformats.org/officeDocument/2006/relationships/slide" Target="slides/slide130.xml"/><Relationship Id="rId256" Type="http://schemas.openxmlformats.org/officeDocument/2006/relationships/slide" Target="slides/slide251.xml"/><Relationship Id="rId134" Type="http://schemas.openxmlformats.org/officeDocument/2006/relationships/slide" Target="slides/slide129.xml"/><Relationship Id="rId255" Type="http://schemas.openxmlformats.org/officeDocument/2006/relationships/slide" Target="slides/slide250.xml"/><Relationship Id="rId133" Type="http://schemas.openxmlformats.org/officeDocument/2006/relationships/slide" Target="slides/slide128.xml"/><Relationship Id="rId254" Type="http://schemas.openxmlformats.org/officeDocument/2006/relationships/slide" Target="slides/slide249.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249" Type="http://schemas.openxmlformats.org/officeDocument/2006/relationships/slide" Target="slides/slide244.xml"/><Relationship Id="rId127" Type="http://schemas.openxmlformats.org/officeDocument/2006/relationships/slide" Target="slides/slide122.xml"/><Relationship Id="rId248" Type="http://schemas.openxmlformats.org/officeDocument/2006/relationships/slide" Target="slides/slide243.xml"/><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5c12958b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a5c12958b4_0_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26357b4a1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26357b4a1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26357b4a1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26357b4a1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26357b4a1_0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26357b4a1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26357b4a1_0_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b26357b4a1_0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b26357b4a1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b26357b4a1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93" name="Google Shape;69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99" name="Google Shape;69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5" name="Google Shape;70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1" name="Google Shape;71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7" name="Google Shape;71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3" name="Google Shape;72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9" name="Google Shape;72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5" name="Google Shape;73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1" name="Google Shape;74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 name="Google Shape;74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7" name="Google Shape;74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3" name="Google Shape;75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9" name="Google Shape;75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5" name="Google Shape;76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b26357b4a1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g3b26357b4a1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9" name="Google Shape;78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b26357b4a1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9" name="Google Shape;799;g3b26357b4a1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b26357b4a1_0_3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4" name="Google Shape;804;g3b26357b4a1_0_3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9" name="Google Shape;809;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4" name="Google Shape;814;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9" name="Google Shape;819;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4" name="Google Shape;824;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b26357b4a1_0_3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9" name="Google Shape;829;g3b26357b4a1_0_36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b26357b4a1_0_3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g3b26357b4a1_0_3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26357b4a1_0_3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b26357b4a1_0_3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b26357b4a1_0_3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9" name="Google Shape;859;g3b26357b4a1_0_3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b26357b4a1_0_3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4" name="Google Shape;864;g3b26357b4a1_0_3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26357b4a1_0_3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26357b4a1_0_3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26357b4a1_0_3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26357b4a1_0_3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26357b4a1_0_3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26357b4a1_0_3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26357b4a1_0_4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26357b4a1_0_4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6" name="Google Shape;896;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2" name="Google Shape;902;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b26357b4a1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7" name="Google Shape;907;g3b26357b4a1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2" name="Google Shape;912;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8" name="Google Shape;988;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3" name="Google Shape;993;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8" name="Google Shape;998;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8" name="Google Shape;1008;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b26357b4a1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g3b26357b4a1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8" name="Google Shape;101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8" name="Google Shape;102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3" name="Google Shape;1033;p1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8" name="Google Shape;103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3" name="Google Shape;104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b26357b4a1_0_2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8" name="Google Shape;1048;g3b26357b4a1_0_2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b26357b4a1_0_2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3" name="Google Shape;1053;g3b26357b4a1_0_2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b26357b4a1_0_3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8" name="Google Shape;1058;g3b26357b4a1_0_3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b26357b4a1_0_3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3" name="Google Shape;1063;g3b26357b4a1_0_3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b26357b4a1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g3b26357b4a1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b26357b4a1_0_3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3" name="Google Shape;1073;g3b26357b4a1_0_3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b26357b4a1_0_3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8" name="Google Shape;1078;g3b26357b4a1_0_3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b26357b4a1_0_3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3" name="Google Shape;1083;g3b26357b4a1_0_3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3b26357b4a1_0_3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8" name="Google Shape;1088;g3b26357b4a1_0_3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b26357b4a1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3" name="Google Shape;1093;g3b26357b4a1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8" name="Google Shape;109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3" name="Google Shape;110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8" name="Google Shape;110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3" name="Google Shape;111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8" name="Google Shape;111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3" name="Google Shape;112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8" name="Google Shape;112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3" name="Google Shape;113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8" name="Google Shape;113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3" name="Google Shape;114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b26357b4a1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g3b26357b4a1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4" name="Google Shape;1154;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4" name="Google Shape;1164;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9" name="Google Shape;1169;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9" name="Google Shape;1179;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b26357b4a1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4" name="Google Shape;1184;g3b26357b4a1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b26357b4a1_0_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9" name="Google Shape;1189;g3b26357b4a1_0_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b26357b4a1_0_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g3b26357b4a1_0_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3b26357b4a1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g3b26357b4a1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b26357b4a1_0_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4" name="Google Shape;1204;g3b26357b4a1_0_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b26357b4a1_0_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9" name="Google Shape;1209;g3b26357b4a1_0_1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3b26357b4a1_0_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4" name="Google Shape;1214;g3b26357b4a1_0_1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b26357b4a1_0_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9" name="Google Shape;1219;g3b26357b4a1_0_1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b26357b4a1_0_1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4" name="Google Shape;1224;g3b26357b4a1_0_1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b26357b4a1_0_1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9" name="Google Shape;1229;g3b26357b4a1_0_1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3b26357b4a1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4" name="Google Shape;1234;g3b26357b4a1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3b26357b4a1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9" name="Google Shape;1239;g3b26357b4a1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b26357b4a1_0_1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4" name="Google Shape;1244;g3b26357b4a1_0_1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b26357b4a1_0_1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9" name="Google Shape;1249;g3b26357b4a1_0_1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b26357b4a1_0_1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4" name="Google Shape;1254;g3b26357b4a1_0_1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b26357b4a1_0_1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9" name="Google Shape;1259;g3b26357b4a1_0_1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3b26357b4a1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4" name="Google Shape;1264;g3b26357b4a1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9" name="Google Shape;1269;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4" name="Google Shape;1274;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9" name="Google Shape;1279;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b26357b4a1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4" name="Google Shape;1284;g3b26357b4a1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3b26357b4a1_0_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9" name="Google Shape;1289;g3b26357b4a1_0_1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b26357b4a1_0_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4" name="Google Shape;1294;g3b26357b4a1_0_1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3b26357b4a1_0_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9" name="Google Shape;1299;g3b26357b4a1_0_1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b26357b4a1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4" name="Google Shape;1304;g3b26357b4a1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b26357b4a1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9" name="Google Shape;1309;g3b26357b4a1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4" name="Google Shape;1314;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9" name="Google Shape;1319;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g3b26357b4a1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4" name="Google Shape;1324;g3b26357b4a1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b26357b4a1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9" name="Google Shape;1329;g3b26357b4a1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3b26357b4a1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4" name="Google Shape;1334;g3b26357b4a1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b26357b4a1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9" name="Google Shape;1339;g3b26357b4a1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b26357b4a1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4" name="Google Shape;1344;g3b26357b4a1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3b26357b4a1_0_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9" name="Google Shape;1349;g3b26357b4a1_0_2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3b26357b4a1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4" name="Google Shape;1354;g3b26357b4a1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3b26357b4a1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9" name="Google Shape;1359;g3b26357b4a1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6.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 Id="rId3" Type="http://schemas.openxmlformats.org/officeDocument/2006/relationships/image" Target="../media/image5.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3.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3.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3.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2.jp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3"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a5c12958b4_0_0"/>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b26357b4a1_0_1"/>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a:t>
            </a:r>
            <a:r>
              <a:rPr b="1" lang="en-US" sz="4700">
                <a:solidFill>
                  <a:schemeClr val="accent4"/>
                </a:solidFill>
                <a:latin typeface="Times New Roman"/>
                <a:ea typeface="Times New Roman"/>
                <a:cs typeface="Times New Roman"/>
                <a:sym typeface="Times New Roman"/>
              </a:rPr>
              <a: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BA VUA</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ĐĂNG TRÌNH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(Ngọc Linh)</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Trên trời cao đây ánh tinh tú rạng chiếu trần gian bừng sáng vinh quang huy hoàng tỏa lan soi đêm tối.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26357b4a1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Trên trời cao đây ánh tinh tú rạng chiếu nầy đây Con Chúa giáng sinh giữa chốn đơn nghèo.</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26357b4a1_0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Vui lên Con Chúa Vua Bình An đã đến trần gian giá lạnh được sưởi ấm trong đêm Ngôi Hai ra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26357b4a1_0_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Vui lên Con Chúa Vua Bình An đã đến trần gian mau tới tôn vinh Ngôi Hai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pic>
        <p:nvPicPr>
          <p:cNvPr id="683" name="Google Shape;683;g3b26357b4a1_0_5"/>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89" name="Google Shape;68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0" name="Shape 700"/>
        <p:cNvGrpSpPr/>
        <p:nvPr/>
      </p:nvGrpSpPr>
      <p:grpSpPr>
        <a:xfrm>
          <a:off x="0" y="0"/>
          <a:ext cx="0" cy="0"/>
          <a:chOff x="0" y="0"/>
          <a:chExt cx="0" cy="0"/>
        </a:xfrm>
      </p:grpSpPr>
      <p:sp>
        <p:nvSpPr>
          <p:cNvPr id="701" name="Google Shape;70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500">
                <a:solidFill>
                  <a:srgbClr val="FF3399"/>
                </a:solidFill>
                <a:latin typeface="Times"/>
                <a:ea typeface="Times"/>
                <a:cs typeface="Times"/>
                <a:sym typeface="Times"/>
              </a:rPr>
              <a:t>A+B: </a:t>
            </a:r>
            <a:r>
              <a:rPr b="1" lang="en-US" sz="7500">
                <a:solidFill>
                  <a:schemeClr val="lt1"/>
                </a:solidFill>
                <a:latin typeface="Times"/>
                <a:ea typeface="Times"/>
                <a:cs typeface="Times"/>
                <a:sym typeface="Times"/>
              </a:rPr>
              <a:t>Cùng Ðức Chúa Thánh Thần trong vinh quang Ðức Chúa Cha.</a:t>
            </a:r>
            <a:r>
              <a:rPr b="1" lang="en-US" sz="7500">
                <a:latin typeface="Times"/>
                <a:ea typeface="Times"/>
                <a:cs typeface="Times"/>
                <a:sym typeface="Times"/>
              </a:rPr>
              <a:t> </a:t>
            </a:r>
            <a:r>
              <a:rPr b="1" lang="en-US" sz="7500">
                <a:solidFill>
                  <a:schemeClr val="lt1"/>
                </a:solidFill>
                <a:latin typeface="Times"/>
                <a:ea typeface="Times"/>
                <a:cs typeface="Times"/>
                <a:sym typeface="Times"/>
              </a:rPr>
              <a:t>Amen.</a:t>
            </a:r>
            <a:endParaRPr sz="75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pic>
        <p:nvPicPr>
          <p:cNvPr id="772" name="Google Shape;772;g3b26357b4a1_0_9"/>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6" name="Shape 776"/>
        <p:cNvGrpSpPr/>
        <p:nvPr/>
      </p:nvGrpSpPr>
      <p:grpSpPr>
        <a:xfrm>
          <a:off x="0" y="0"/>
          <a:ext cx="0" cy="0"/>
          <a:chOff x="0" y="0"/>
          <a:chExt cx="0" cy="0"/>
        </a:xfrm>
      </p:grpSpPr>
      <p:sp>
        <p:nvSpPr>
          <p:cNvPr id="777" name="Google Shape;77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8" name="Google Shape;77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79" name="Google Shape;779;p133"/>
          <p:cNvSpPr/>
          <p:nvPr/>
        </p:nvSpPr>
        <p:spPr>
          <a:xfrm flipH="1" rot="10800000">
            <a:off x="-1733" y="0"/>
            <a:ext cx="6803134" cy="5143179"/>
          </a:xfrm>
          <a:prstGeom prst="rect">
            <a:avLst/>
          </a:prstGeom>
          <a:gradFill>
            <a:gsLst>
              <a:gs pos="0">
                <a:srgbClr val="000000">
                  <a:alpha val="49803"/>
                </a:srgbClr>
              </a:gs>
              <a:gs pos="8000">
                <a:srgbClr val="000000">
                  <a:alpha val="49803"/>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80" name="Google Shape;780;p133"/>
          <p:cNvSpPr/>
          <p:nvPr/>
        </p:nvSpPr>
        <p:spPr>
          <a:xfrm flipH="1" rot="-5400000">
            <a:off x="2737118" y="-1264380"/>
            <a:ext cx="3670923" cy="9145160"/>
          </a:xfrm>
          <a:prstGeom prst="rect">
            <a:avLst/>
          </a:prstGeom>
          <a:gradFill>
            <a:gsLst>
              <a:gs pos="0">
                <a:srgbClr val="9CC2E5">
                  <a:alpha val="0"/>
                </a:srgbClr>
              </a:gs>
              <a:gs pos="100000">
                <a:srgbClr val="000000">
                  <a:alpha val="43921"/>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1" name="Google Shape;781;p133"/>
          <p:cNvPicPr preferRelativeResize="0"/>
          <p:nvPr/>
        </p:nvPicPr>
        <p:blipFill>
          <a:blip r:embed="rId3">
            <a:alphaModFix/>
          </a:blip>
          <a:stretch>
            <a:fillRect/>
          </a:stretch>
        </p:blipFill>
        <p:spPr>
          <a:xfrm>
            <a:off x="0" y="4465"/>
            <a:ext cx="9144003" cy="5134572"/>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71</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Thân lạy Chúa xin ban quyền bính cho Tân Vương,</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trao công lý trong tay Hoàng Tử.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b26357b4a1_0_3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Để Tân Vương theo công lý xét xử dân riêng,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b26357b4a1_0_3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bênh vực quyền lợi kẻ khó nghèo.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khắp trên địa cầu mọi dân tộc đều thờ lạy Chúa.</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Vương triều sẽ luôn đua nở thắm hoa công minh,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thiên thu mãi an ninh thịnh trị.</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trông coi từ biển Đông qua biển phương Tây,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g3b26357b4a1_0_36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khắp sông rộng và cả vũ hoàn.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g3b26357b4a1_0_3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khắp trên địa cầu mọi dân tộc đều thờ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Ai nghèo khó khấn xin Người sẽ luôn thương nghe,</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ra tay cứu con dân cùng khổ.</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Chạnh lòng thương ai nguy khốn, bé nhỏ đơn côi,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b26357b4a1_0_3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ai cơ cùng Người giải thoát cho.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b26357b4a1_0_3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khắp trên địa cầu mọi dân tộc đều thờ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g3b26357b4a1_0_3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4</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Danh Người sẽ chói sáng cùng thái dương lan xa,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26357b4a1_0_3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qua muôn kiếp muôn năm trường cửu.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b26357b4a1_0_3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Nhờ Danh Chúa muôn dân nước sẽ được chúc phúc,</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26357b4a1_0_3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thiên hạ cùng ngợi khen chúc tụng.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b26357b4a1_0_4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Lạy Chúa khắp trên địa cầu mọi dân tộc đều thờ lạy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0" name="Shape 890"/>
        <p:cNvGrpSpPr/>
        <p:nvPr/>
      </p:nvGrpSpPr>
      <p:grpSpPr>
        <a:xfrm>
          <a:off x="0" y="0"/>
          <a:ext cx="0" cy="0"/>
          <a:chOff x="0" y="0"/>
          <a:chExt cx="0" cy="0"/>
        </a:xfrm>
      </p:grpSpPr>
      <p:sp>
        <p:nvSpPr>
          <p:cNvPr id="891" name="Google Shape;891;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92" name="Google Shape;892;p155"/>
          <p:cNvPicPr preferRelativeResize="0"/>
          <p:nvPr/>
        </p:nvPicPr>
        <p:blipFill>
          <a:blip r:embed="rId3">
            <a:alphaModFix/>
          </a:blip>
          <a:stretch>
            <a:fillRect/>
          </a:stretch>
        </p:blipFill>
        <p:spPr>
          <a:xfrm>
            <a:off x="0" y="-4475"/>
            <a:ext cx="9144003" cy="5179974"/>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156"/>
          <p:cNvSpPr txBox="1"/>
          <p:nvPr>
            <p:ph type="ctrTitle"/>
          </p:nvPr>
        </p:nvSpPr>
        <p:spPr>
          <a:xfrm>
            <a:off x="0" y="584200"/>
            <a:ext cx="9144000" cy="4559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7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7700">
                <a:solidFill>
                  <a:schemeClr val="lt1"/>
                </a:solidFill>
                <a:latin typeface="Times"/>
                <a:ea typeface="Times"/>
                <a:cs typeface="Times"/>
                <a:sym typeface="Times"/>
              </a:rPr>
              <a:t>Chúng tôi đã nhận thấy ngôi sao của Ngài ở Đông phương.</a:t>
            </a:r>
            <a:r>
              <a:rPr b="1" lang="en-US" sz="7700">
                <a:solidFill>
                  <a:schemeClr val="lt1"/>
                </a:solidFill>
                <a:latin typeface="Times"/>
                <a:ea typeface="Times"/>
                <a:cs typeface="Times"/>
                <a:sym typeface="Times"/>
              </a:rPr>
              <a:t> </a:t>
            </a:r>
            <a:endParaRPr b="1" i="1" sz="7700">
              <a:solidFill>
                <a:schemeClr val="lt1"/>
              </a:solidFill>
              <a:latin typeface="Times"/>
              <a:ea typeface="Times"/>
              <a:cs typeface="Times"/>
              <a:sym typeface="Times"/>
            </a:endParaRPr>
          </a:p>
        </p:txBody>
      </p:sp>
      <p:sp>
        <p:nvSpPr>
          <p:cNvPr id="899" name="Google Shape;899;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Và chúng tôi đã đến để triều bái Ngài.</a:t>
            </a:r>
            <a:br>
              <a:rPr b="1" i="1" lang="en-US" sz="8000">
                <a:latin typeface="Times"/>
                <a:ea typeface="Times"/>
                <a:cs typeface="Times"/>
                <a:sym typeface="Times"/>
              </a:rPr>
            </a:br>
            <a:r>
              <a:rPr b="1" i="1" lang="en-US" sz="8000">
                <a:solidFill>
                  <a:srgbClr val="FFFF00"/>
                </a:solidFill>
                <a:latin typeface="Times"/>
                <a:ea typeface="Times"/>
                <a:cs typeface="Times"/>
                <a:sym typeface="Times"/>
              </a:rPr>
              <a:t>All..</a:t>
            </a:r>
            <a:endParaRPr b="1" sz="8000">
              <a:solidFill>
                <a:srgbClr val="FFFF00"/>
              </a:solidFill>
              <a:latin typeface="Times"/>
              <a:ea typeface="Times"/>
              <a:cs typeface="Times"/>
              <a:sym typeface="Time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pic>
        <p:nvPicPr>
          <p:cNvPr id="909" name="Google Shape;909;g3b26357b4a1_0_13"/>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15" name="Google Shape;915;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pic>
        <p:nvPicPr>
          <p:cNvPr id="1015" name="Google Shape;1015;g3b26357b4a1_0_17"/>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TIẾN DÂNG CHA</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Này giờ đoàn con tiến dâng lên Ngài. Này là của lễ từ muôn lao công con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Với bao khó nhọc sớm chiều vất vả ngày đêm.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thương đón nhận lễ vật chân thành hiệp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Kính tiến lên Cha này bánh rượu thơm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tiến dâng lên Cha đoàn con cùng hiệp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g3b26357b4a1_0_2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Này đoàn con cùng dâng tiến Cha nhân lành Này ngàn mộng ước tình yêu tâm tư</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g3b26357b4a1_0_2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con người Xin thương đón nhận chân thành tâm tình đầy vơi.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g3b26357b4a1_0_3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Đoái thương chúc lành khối tình con người hiệp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g3b26357b4a1_0_3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Kính tiến lên Cha này bánh rượu thơm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g3b26357b4a1_0_3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tiến dâng lên Cha đoàn con cùng hiệp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g3b26357b4a1_0_3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Này giờ đoàn con tiến dâng lên Ngài. Này là của lễ từ muôn lao công con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g3b26357b4a1_0_3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Với bao khó nhọc sớm chiều vất vả ngày đêm.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g3b26357b4a1_0_3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thương đón nhận lễ vật chân thành hiệp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g3b26357b4a1_0_3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Kính tiến lên Cha này bánh rượu thơm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g3b26357b4a1_0_3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tiến dâng lên Cha đoàn con cùng hiệp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pic>
        <p:nvPicPr>
          <p:cNvPr descr="A golden chalice and a cross next to a book&#10;&#10;AI-generated content may be incorrect." id="1100" name="Google Shape;110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pic>
        <p:nvPicPr>
          <p:cNvPr descr="A golden chalice and a cross next to a book&#10;&#10;AI-generated content may be incorrect." id="1120" name="Google Shape;112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pic>
        <p:nvPicPr>
          <p:cNvPr descr="A golden chalice and a cross next to a book&#10;&#10;AI-generated content may be incorrect." id="1140" name="Google Shape;114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Chúng tôi đã thấy ngôi sao của Người xuất hiện ở Phương Đông,</a:t>
            </a:r>
            <a:endParaRPr b="1" sz="6500">
              <a:solidFill>
                <a:schemeClr val="lt1"/>
              </a:solidFill>
              <a:latin typeface="Times"/>
              <a:ea typeface="Times"/>
              <a:cs typeface="Times"/>
              <a:sym typeface="Times"/>
            </a:endParaRPr>
          </a:p>
        </p:txBody>
      </p:sp>
      <p:sp>
        <p:nvSpPr>
          <p:cNvPr id="1146" name="Google Shape;114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g3b26357b4a1_0_33"/>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và chúng tôi mang của lễ đến bái thờ Người.</a:t>
            </a:r>
            <a:endParaRPr b="1" sz="6500">
              <a:solidFill>
                <a:schemeClr val="lt1"/>
              </a:solidFill>
              <a:latin typeface="Times"/>
              <a:ea typeface="Times"/>
              <a:cs typeface="Times"/>
              <a:sym typeface="Times"/>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pic>
        <p:nvPicPr>
          <p:cNvPr descr="A gold chalice and two round objects on a plate&#10;&#10;AI-generated content may be incorrect." id="1156" name="Google Shape;1156;p212"/>
          <p:cNvPicPr preferRelativeResize="0"/>
          <p:nvPr/>
        </p:nvPicPr>
        <p:blipFill rotWithShape="1">
          <a:blip r:embed="rId3">
            <a:alphaModFix/>
          </a:blip>
          <a:srcRect b="0" l="0" r="0" t="0"/>
          <a:stretch/>
        </p:blipFill>
        <p:spPr>
          <a:xfrm>
            <a:off x="0" y="921"/>
            <a:ext cx="9144000" cy="5141658"/>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HIỂN LINH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(Phanxiô Nguyễn Đình Diễn)</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Kìa trông bầu trời cao cao, có ánh sao soi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ta đi, nào ta đi tìm Hài Nhi đã sinh cho ta. Tìm Hài Nhi đã sinh cho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Kìa Ba Vua từ phương Đông đến quỳ đây nơi hang đá này.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Người bao vật quý và hương ngát thơm.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g3b26357b4a1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Kìa Ba Vua tìm Bê-lem, đến mà xem nơi hang đá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g3b26357b4a1_0_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Trời nay sinh xuống giữa cảnh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g3b26357b4a1_0_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Kìa trông bầu trời cao cao, có ánh sao soi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g3b26357b4a1_0_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ta đi, nào ta đi tìm Hài Nhi đã sinh cho ta. Tìm Hài Nhi đã sinh cho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g3b26357b4a1_0_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Kìa muôn dân từ muôn nơi đã nhìn xem vinh quang Chúa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g3b26357b4a1_0_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Trên đời nay đã thấy Nhành Hoa thắm tươi.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g3b26357b4a1_0_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Này muôn dân ngàn năm sau sẽ còn luôn yêu thương thắm màu.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g3b26357b4a1_0_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Muôn đời luôn ghi nhớ mối tình thẳm sâu.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g3b26357b4a1_0_1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Kìa trông bầu trời cao cao, có ánh sao soi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g3b26357b4a1_0_1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ta đi, nào ta đi tìm Hài Nhi đã sinh cho ta. Tìm Hài Nhi đã sinh cho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g3b26357b4a1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Người mang vương quyền trên vai, đến trần ai mang ơn thái hòa.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g3b26357b4a1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Muôn nhà luôn năm tháng triền miên hát ca.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g3b26357b4a1_0_1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Kìa trăng sao còn lên ngôi, mãi đẹp tươi Đức Công Chính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g3b26357b4a1_0_1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Trời trên ngai báu vững bền ngàn năm.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g3b26357b4a1_0_1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Kìa trông bầu trời cao cao, có ánh sao soi rạng ngời.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g3b26357b4a1_0_1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ta đi, nào ta đi tìm Hài Nhi đã sinh cho ta. Tìm Hài Nhi đã sinh cho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pic>
        <p:nvPicPr>
          <p:cNvPr id="1266" name="Google Shape;1266;g3b26357b4a1_0_21"/>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HANG BÊ-LEM</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(Hải Linh - Minh Châu)</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ĐK:</a:t>
            </a:r>
            <a:r>
              <a:rPr b="1" lang="en-US" sz="8000">
                <a:solidFill>
                  <a:srgbClr val="FF00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Hát khen, mừng Chúa giáng sinh ra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sinh ra đời, nằm trong hang đá nơi máng lừa.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g3b26357b4a1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hang Bê-lem, ánh sáng toả lan tưng bừng,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g3b26357b4a1_0_1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nghe trên không trung tiếng hát thiên thần vang lừng: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g3b26357b4a1_0_1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hát </a:t>
            </a:r>
            <a:r>
              <a:rPr b="1" i="1" lang="en-US" sz="8000">
                <a:solidFill>
                  <a:schemeClr val="lt1"/>
                </a:solidFill>
                <a:latin typeface="Times New Roman"/>
                <a:ea typeface="Times New Roman"/>
                <a:cs typeface="Times New Roman"/>
                <a:sym typeface="Times New Roman"/>
              </a:rPr>
              <a:t>(réo rắt tiếng hát)</a:t>
            </a:r>
            <a:r>
              <a:rPr b="1" lang="en-US" sz="8000">
                <a:solidFill>
                  <a:schemeClr val="lt1"/>
                </a:solidFill>
                <a:latin typeface="Times New Roman"/>
                <a:ea typeface="Times New Roman"/>
                <a:cs typeface="Times New Roman"/>
                <a:sym typeface="Times New Roman"/>
              </a:rPr>
              <a:t> Xướng ca </a:t>
            </a:r>
            <a:r>
              <a:rPr b="1" i="1" lang="en-US" sz="8000">
                <a:solidFill>
                  <a:schemeClr val="lt1"/>
                </a:solidFill>
                <a:latin typeface="Times New Roman"/>
                <a:ea typeface="Times New Roman"/>
                <a:cs typeface="Times New Roman"/>
                <a:sym typeface="Times New Roman"/>
              </a:rPr>
              <a:t>(dư âm vang xa)</a:t>
            </a:r>
            <a:endParaRPr b="1" i="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g3b26357b4a1_0_1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Đây Chúa thiên toà giáng sinh vì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g3b26357b4a1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hỡi </a:t>
            </a:r>
            <a:r>
              <a:rPr b="1" i="1" lang="en-US" sz="8000">
                <a:solidFill>
                  <a:schemeClr val="lt1"/>
                </a:solidFill>
                <a:latin typeface="Times New Roman"/>
                <a:ea typeface="Times New Roman"/>
                <a:cs typeface="Times New Roman"/>
                <a:sym typeface="Times New Roman"/>
              </a:rPr>
              <a:t>(hãy kíp bước tới)</a:t>
            </a:r>
            <a:r>
              <a:rPr b="1" lang="en-US" sz="8000">
                <a:solidFill>
                  <a:schemeClr val="lt1"/>
                </a:solidFill>
                <a:latin typeface="Times New Roman"/>
                <a:ea typeface="Times New Roman"/>
                <a:cs typeface="Times New Roman"/>
                <a:sym typeface="Times New Roman"/>
              </a:rPr>
              <a:t> Đến xem </a:t>
            </a:r>
            <a:r>
              <a:rPr b="1" i="1" lang="en-US" sz="8000">
                <a:solidFill>
                  <a:schemeClr val="lt1"/>
                </a:solidFill>
                <a:latin typeface="Times New Roman"/>
                <a:ea typeface="Times New Roman"/>
                <a:cs typeface="Times New Roman"/>
                <a:sym typeface="Times New Roman"/>
              </a:rPr>
              <a:t>(nơi hang Bê-lem)</a:t>
            </a:r>
            <a:r>
              <a:rPr b="1" lang="en-US" sz="8000">
                <a:solidFill>
                  <a:schemeClr val="lt1"/>
                </a:solidFill>
                <a:latin typeface="Times New Roman"/>
                <a:ea typeface="Times New Roman"/>
                <a:cs typeface="Times New Roman"/>
                <a:sym typeface="Times New Roman"/>
              </a:rPr>
              <a: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g3b26357b4a1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Ôi Chúa giáng sinh khó khăn thấp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Nửa đêm mừng Chúa giáng sinh ra chốn gian trần.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đem ơn phúc xuống cho muôn dân lầm than.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g3b26357b4a1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7300">
                <a:solidFill>
                  <a:schemeClr val="lt1"/>
                </a:solidFill>
                <a:latin typeface="Times New Roman"/>
                <a:ea typeface="Times New Roman"/>
                <a:cs typeface="Times New Roman"/>
                <a:sym typeface="Times New Roman"/>
              </a:rPr>
              <a:t>Nơi hang Bê-lem Thiên thần xướng ca. Thiên Chúa vinh danh chúng nhân an hòa.</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g3b26357b4a1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Trong hang Bê-lem, ánh sáng toả lan tưng bừng,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g3b26357b4a1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nghe trên không trung tiếng hát thiên thần vang lừng: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g3b26357b4a1_0_2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Đàn hát </a:t>
            </a:r>
            <a:r>
              <a:rPr b="1" i="1" lang="en-US" sz="8000">
                <a:solidFill>
                  <a:schemeClr val="lt1"/>
                </a:solidFill>
                <a:latin typeface="Times New Roman"/>
                <a:ea typeface="Times New Roman"/>
                <a:cs typeface="Times New Roman"/>
                <a:sym typeface="Times New Roman"/>
              </a:rPr>
              <a:t>(réo rắt tiếng hát)</a:t>
            </a:r>
            <a:r>
              <a:rPr b="1" lang="en-US" sz="8000">
                <a:solidFill>
                  <a:schemeClr val="lt1"/>
                </a:solidFill>
                <a:latin typeface="Times New Roman"/>
                <a:ea typeface="Times New Roman"/>
                <a:cs typeface="Times New Roman"/>
                <a:sym typeface="Times New Roman"/>
              </a:rPr>
              <a:t> Xướng ca </a:t>
            </a:r>
            <a:r>
              <a:rPr b="1" i="1" lang="en-US" sz="8000">
                <a:solidFill>
                  <a:schemeClr val="lt1"/>
                </a:solidFill>
                <a:latin typeface="Times New Roman"/>
                <a:ea typeface="Times New Roman"/>
                <a:cs typeface="Times New Roman"/>
                <a:sym typeface="Times New Roman"/>
              </a:rPr>
              <a:t>(dư âm vang xa)</a:t>
            </a:r>
            <a:endParaRPr b="1" i="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g3b26357b4a1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Đây Chúa thiên toà giáng sinh vì ta. </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g3b26357b4a1_0_2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Người hỡi </a:t>
            </a:r>
            <a:r>
              <a:rPr b="1" i="1" lang="en-US" sz="8000">
                <a:solidFill>
                  <a:schemeClr val="lt1"/>
                </a:solidFill>
                <a:latin typeface="Times New Roman"/>
                <a:ea typeface="Times New Roman"/>
                <a:cs typeface="Times New Roman"/>
                <a:sym typeface="Times New Roman"/>
              </a:rPr>
              <a:t>(hãy kíp bước tới)</a:t>
            </a:r>
            <a:r>
              <a:rPr b="1" lang="en-US" sz="8000">
                <a:solidFill>
                  <a:schemeClr val="lt1"/>
                </a:solidFill>
                <a:latin typeface="Times New Roman"/>
                <a:ea typeface="Times New Roman"/>
                <a:cs typeface="Times New Roman"/>
                <a:sym typeface="Times New Roman"/>
              </a:rPr>
              <a:t> Đến xem </a:t>
            </a:r>
            <a:r>
              <a:rPr b="1" i="1" lang="en-US" sz="8000">
                <a:solidFill>
                  <a:schemeClr val="lt1"/>
                </a:solidFill>
                <a:latin typeface="Times New Roman"/>
                <a:ea typeface="Times New Roman"/>
                <a:cs typeface="Times New Roman"/>
                <a:sym typeface="Times New Roman"/>
              </a:rPr>
              <a:t>(nơi hang Bê-lem)</a:t>
            </a:r>
            <a:r>
              <a:rPr b="1" lang="en-US" sz="8000">
                <a:solidFill>
                  <a:schemeClr val="lt1"/>
                </a:solidFill>
                <a:latin typeface="Times New Roman"/>
                <a:ea typeface="Times New Roman"/>
                <a:cs typeface="Times New Roman"/>
                <a:sym typeface="Times New Roman"/>
              </a:rPr>
              <a:t>.</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g3b26357b4a1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Ôi Chúa giáng sinh khó khăn thấp hèn.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pic>
        <p:nvPicPr>
          <p:cNvPr id="1361" name="Google Shape;1361;g3b26357b4a1_0_25"/>
          <p:cNvPicPr preferRelativeResize="0"/>
          <p:nvPr/>
        </p:nvPicPr>
        <p:blipFill>
          <a:blip r:embed="rId3">
            <a:alphaModFix/>
          </a:blip>
          <a:stretch>
            <a:fillRect/>
          </a:stretch>
        </p:blipFill>
        <p:spPr>
          <a:xfrm>
            <a:off x="0" y="0"/>
            <a:ext cx="9159910"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