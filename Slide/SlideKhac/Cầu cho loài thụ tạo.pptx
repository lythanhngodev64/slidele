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1"/>
  </p:notesMasterIdLst>
  <p:sldIdLst>
    <p:sldId id="34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469" r:id="rId40"/>
    <p:sldId id="459" r:id="rId41"/>
    <p:sldId id="489" r:id="rId42"/>
    <p:sldId id="460" r:id="rId43"/>
    <p:sldId id="461" r:id="rId44"/>
    <p:sldId id="462" r:id="rId45"/>
    <p:sldId id="464" r:id="rId46"/>
    <p:sldId id="465" r:id="rId47"/>
    <p:sldId id="466" r:id="rId48"/>
    <p:sldId id="467" r:id="rId49"/>
    <p:sldId id="478" r:id="rId50"/>
    <p:sldId id="479" r:id="rId51"/>
    <p:sldId id="480" r:id="rId52"/>
    <p:sldId id="481" r:id="rId53"/>
    <p:sldId id="482" r:id="rId54"/>
    <p:sldId id="483" r:id="rId55"/>
    <p:sldId id="484" r:id="rId56"/>
    <p:sldId id="485" r:id="rId57"/>
    <p:sldId id="486" r:id="rId58"/>
    <p:sldId id="487" r:id="rId59"/>
    <p:sldId id="488" r:id="rId60"/>
    <p:sldId id="458" r:id="rId61"/>
    <p:sldId id="347" r:id="rId62"/>
    <p:sldId id="349" r:id="rId63"/>
    <p:sldId id="367" r:id="rId64"/>
    <p:sldId id="377" r:id="rId65"/>
    <p:sldId id="378" r:id="rId66"/>
    <p:sldId id="380" r:id="rId67"/>
    <p:sldId id="403" r:id="rId68"/>
    <p:sldId id="404" r:id="rId69"/>
    <p:sldId id="405" r:id="rId70"/>
    <p:sldId id="406" r:id="rId71"/>
    <p:sldId id="407" r:id="rId72"/>
    <p:sldId id="408" r:id="rId73"/>
    <p:sldId id="492" r:id="rId74"/>
    <p:sldId id="493" r:id="rId75"/>
    <p:sldId id="412" r:id="rId76"/>
    <p:sldId id="413" r:id="rId77"/>
    <p:sldId id="414" r:id="rId78"/>
    <p:sldId id="415" r:id="rId79"/>
    <p:sldId id="446" r:id="rId80"/>
    <p:sldId id="417" r:id="rId81"/>
    <p:sldId id="418" r:id="rId82"/>
    <p:sldId id="419" r:id="rId83"/>
    <p:sldId id="447" r:id="rId84"/>
    <p:sldId id="421" r:id="rId85"/>
    <p:sldId id="422" r:id="rId86"/>
    <p:sldId id="424" r:id="rId87"/>
    <p:sldId id="425" r:id="rId88"/>
    <p:sldId id="426" r:id="rId89"/>
    <p:sldId id="428" r:id="rId90"/>
    <p:sldId id="427" r:id="rId91"/>
    <p:sldId id="491" r:id="rId92"/>
    <p:sldId id="449" r:id="rId93"/>
    <p:sldId id="429" r:id="rId94"/>
    <p:sldId id="454" r:id="rId95"/>
    <p:sldId id="435" r:id="rId96"/>
    <p:sldId id="437" r:id="rId97"/>
    <p:sldId id="438" r:id="rId98"/>
    <p:sldId id="439" r:id="rId99"/>
    <p:sldId id="441" r:id="rId100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2" roundtripDataSignature="AMtx7mjcfwyw3J0gRCkNu1k+TOeZEvo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96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92" Type="http://customschemas.google.com/relationships/presentationmetadata" Target="meta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9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93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4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16ddd2213_0_8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g3f16ddd221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5a0c7ab5b_0_37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3e5a0c7ab5b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5a0c7ab5b_0_3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g3e5a0c7ab5b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a0c7ab5b_0_38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3e5a0c7ab5b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5a0c7ab5b_0_3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g3e5a0c7ab5b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5a0c7ab5b_0_3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e5a0c7ab5b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5a0c7ab5b_0_3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g3e5a0c7ab5b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5a0c7ab5b_0_4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3e5a0c7ab5b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5a0c7ab5b_0_4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3e5a0c7ab5b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5a0c7ab5b_0_4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3e5a0c7ab5b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5a0c7ab5b_0_4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g3e5a0c7ab5b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5a0c7ab5b_0_4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g3e5a0c7ab5b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5a0c7ab5b_0_4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3e5a0c7ab5b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5a0c7ab5b_0_4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3e5a0c7ab5b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BFC0A7BE-11A8-627F-6D5D-CDC01022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>
            <a:extLst>
              <a:ext uri="{FF2B5EF4-FFF2-40B4-BE49-F238E27FC236}">
                <a16:creationId xmlns:a16="http://schemas.microsoft.com/office/drawing/2014/main" id="{345796EA-1081-3DE9-B5FA-76E6BDD99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36:notes">
            <a:extLst>
              <a:ext uri="{FF2B5EF4-FFF2-40B4-BE49-F238E27FC236}">
                <a16:creationId xmlns:a16="http://schemas.microsoft.com/office/drawing/2014/main" id="{D967B1EE-DFF1-854C-BACD-8FA7F38EAA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19443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ED7CDC55-5071-78F2-B86D-D341A695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7E0C355F-3C54-68C3-5B5D-15B56CFB5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C548909C-8626-D621-046B-4E5E478B5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93992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C2B7EF4E-63EB-1E47-9E99-5536E6BD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2840C733-294B-B45D-570B-ADE518B41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E2AD2259-DC09-F20A-F6BB-2B1E376D3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770827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A73DA449-3762-0D99-6032-1BE868D8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2015E88B-1A94-052D-50BC-2FB2E86B9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504588E2-94AA-F5E0-5A3E-392E491EE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67123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1A7CCBD2-0A24-2B70-F5DA-A996205FC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803041CF-938E-A3AB-1A1F-618D83828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709C6322-79D0-0A53-2BC4-1D4CFD7E93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0067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8A76EF40-C44B-8505-F722-43445541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A45E8D38-9C6C-E54C-B754-29CB0FC03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C9F058DF-B6E2-CA1B-8BF3-2EB66EA7A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28297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591C3A5A-CA39-BB6C-5E2D-309440B5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3123D37C-7140-3F1C-A754-92EA8959F3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9ABD6C98-0014-600C-F606-98B1E1ECB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55578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D03B6551-85C2-EC01-3D71-B1AFC04D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D6871DDB-99D1-1A46-6B53-6191593E1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99E5C374-79BB-1B00-DB85-E47D47D5D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50091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B7916D9C-AA4F-805F-7899-5BB959E89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504C7E16-1C71-368F-6FE7-B8332F5D5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D1FF30D0-0251-D7B2-9021-266A32EB0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90583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9671A318-93E1-6279-34A4-D829E34A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>
            <a:extLst>
              <a:ext uri="{FF2B5EF4-FFF2-40B4-BE49-F238E27FC236}">
                <a16:creationId xmlns:a16="http://schemas.microsoft.com/office/drawing/2014/main" id="{3E022214-F941-7691-BEBC-7C6BA871E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>
            <a:extLst>
              <a:ext uri="{FF2B5EF4-FFF2-40B4-BE49-F238E27FC236}">
                <a16:creationId xmlns:a16="http://schemas.microsoft.com/office/drawing/2014/main" id="{AF9A34F0-BED3-73FC-7709-4895E12D8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06284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29BB3434-8438-44A1-8F2D-A646A249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>
            <a:extLst>
              <a:ext uri="{FF2B5EF4-FFF2-40B4-BE49-F238E27FC236}">
                <a16:creationId xmlns:a16="http://schemas.microsoft.com/office/drawing/2014/main" id="{ABA0B733-EB14-E011-6758-A17915899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36:notes">
            <a:extLst>
              <a:ext uri="{FF2B5EF4-FFF2-40B4-BE49-F238E27FC236}">
                <a16:creationId xmlns:a16="http://schemas.microsoft.com/office/drawing/2014/main" id="{AB495506-768B-75E9-2822-5227C52BAF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78994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92DE453F-A579-CA2A-9326-5E6479FA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3995F2FA-5BFD-7CD2-0D9C-F129788C6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2A107F55-76BE-F2F5-B96D-B9A66134F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6506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5E2693F0-E00B-8941-A4ED-CF5087F9B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1D91DF52-297D-3BF8-5815-54F959658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A73A25EA-0C15-5BF0-41AF-C59BC436C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279818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6C9F384B-30DE-2D2E-FF94-410CA30A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E2CC8783-4F18-C4B7-E834-430304087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0522EC72-4CC4-F571-1A4E-70314A782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6522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BC17C1F8-ACE6-09AB-E64C-74285DE39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BA1BC96A-14BB-F0EF-851D-7DA9F67DA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BF17762F-B791-8C2B-92E9-A211BE90B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4284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E9FF310D-3368-5269-46FC-BE82F9C0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96978F26-9BB2-1E4B-EDBC-020AF9285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9821C977-4556-71C5-ABFE-F0432F32D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34245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00DA6122-CB30-2603-2B39-C9C79461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B110AFF4-8D85-DF69-B3DF-C8F682F61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00BE8AFA-283E-DCAD-E744-38D6C47D3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9423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C882F1CD-B55E-0450-4386-B22638E6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3520B5C1-7DC5-9AC8-4874-DF222285DB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C6D8CB06-992D-EF5E-D373-19E831709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391813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D9CDF122-4B44-9F35-B557-9FF70196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A3915928-7BE4-A58A-76AA-703ED754F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02FDE130-2ED6-C975-5A01-0FC52DE6A0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388661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D3319060-BF62-C435-6132-F30D47753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3BCA2CF1-DBE1-F601-BF2B-CD11B888F8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FF3EB528-D734-5655-3340-41A67C5452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863461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C57C6190-35C8-5503-DB60-44D3EBFE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>
            <a:extLst>
              <a:ext uri="{FF2B5EF4-FFF2-40B4-BE49-F238E27FC236}">
                <a16:creationId xmlns:a16="http://schemas.microsoft.com/office/drawing/2014/main" id="{07207074-9772-C9B7-3CEA-C96DED22A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>
            <a:extLst>
              <a:ext uri="{FF2B5EF4-FFF2-40B4-BE49-F238E27FC236}">
                <a16:creationId xmlns:a16="http://schemas.microsoft.com/office/drawing/2014/main" id="{07E350EA-E176-24F6-150C-DCAA512A86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539976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76A8BA13-63BE-5DA2-7F2F-269A74DF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16ddd2213_0_81:notes">
            <a:extLst>
              <a:ext uri="{FF2B5EF4-FFF2-40B4-BE49-F238E27FC236}">
                <a16:creationId xmlns:a16="http://schemas.microsoft.com/office/drawing/2014/main" id="{AC52F2A7-42A7-5740-E777-0E582584A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g3f16ddd2213_0_81:notes">
            <a:extLst>
              <a:ext uri="{FF2B5EF4-FFF2-40B4-BE49-F238E27FC236}">
                <a16:creationId xmlns:a16="http://schemas.microsoft.com/office/drawing/2014/main" id="{72B8234A-0909-40DD-2277-0437DC3D8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37757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16ddd2213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1" name="Google Shape;541;g3f16ddd22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16ddd2213_0_8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1" name="Google Shape;551;g3f16ddd221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e6e2da66e2_0_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6" name="Google Shape;656;g3e6e2da66e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7" name="Google Shape;707;p1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8" name="Google Shape;708;p15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b224b7d20a_0_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4" name="Google Shape;714;g3b224b7d20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f16ddd2213_0_9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4" name="Google Shape;724;g3f16ddd221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e5a0c7ab5b_0_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0" name="Google Shape;840;g3e5a0c7ab5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e5a0c7ab5b_0_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5" name="Google Shape;845;g3e5a0c7ab5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e5a0c7ab5b_0_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0" name="Google Shape;850;g3e5a0c7ab5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e5a0c7ab5b_0_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5" name="Google Shape;855;g3e5a0c7ab5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f16ddd2213_0_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0" name="Google Shape;860;g3f16ddd221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f16ddd2213_0_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5" name="Google Shape;865;g3f16ddd221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08D39C4A-4E14-5419-D1FF-8A1C54E71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e5a0c7ab5b_0_33:notes">
            <a:extLst>
              <a:ext uri="{FF2B5EF4-FFF2-40B4-BE49-F238E27FC236}">
                <a16:creationId xmlns:a16="http://schemas.microsoft.com/office/drawing/2014/main" id="{E4F8BA0D-7208-5BDE-180A-FC048E23F8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0" name="Google Shape;850;g3e5a0c7ab5b_0_33:notes">
            <a:extLst>
              <a:ext uri="{FF2B5EF4-FFF2-40B4-BE49-F238E27FC236}">
                <a16:creationId xmlns:a16="http://schemas.microsoft.com/office/drawing/2014/main" id="{D99632FD-0080-72B5-BB98-81C6E9EAA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612283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>
          <a:extLst>
            <a:ext uri="{FF2B5EF4-FFF2-40B4-BE49-F238E27FC236}">
              <a16:creationId xmlns:a16="http://schemas.microsoft.com/office/drawing/2014/main" id="{191BCACF-1B9C-A22A-AADE-26A3C612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e5a0c7ab5b_0_37:notes">
            <a:extLst>
              <a:ext uri="{FF2B5EF4-FFF2-40B4-BE49-F238E27FC236}">
                <a16:creationId xmlns:a16="http://schemas.microsoft.com/office/drawing/2014/main" id="{E53441EE-06E4-084C-38BF-C47AE1457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5" name="Google Shape;855;g3e5a0c7ab5b_0_37:notes">
            <a:extLst>
              <a:ext uri="{FF2B5EF4-FFF2-40B4-BE49-F238E27FC236}">
                <a16:creationId xmlns:a16="http://schemas.microsoft.com/office/drawing/2014/main" id="{D46BC25D-26BD-F9B5-F498-D339E2844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34187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e5a0c7ab5b_0_2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g3e5a0c7ab5b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0" name="Google Shape;890;p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5" name="Google Shape;895;p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0" name="Google Shape;900;p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B108108E-5D4B-C0D9-BAEB-84B495D1D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e5a0c7ab5b_0_256:notes">
            <a:extLst>
              <a:ext uri="{FF2B5EF4-FFF2-40B4-BE49-F238E27FC236}">
                <a16:creationId xmlns:a16="http://schemas.microsoft.com/office/drawing/2014/main" id="{E41BCEB5-FB11-7325-A324-1DCD7D09D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g3e5a0c7ab5b_0_256:notes">
            <a:extLst>
              <a:ext uri="{FF2B5EF4-FFF2-40B4-BE49-F238E27FC236}">
                <a16:creationId xmlns:a16="http://schemas.microsoft.com/office/drawing/2014/main" id="{70B915D6-D96A-9BE4-8F13-37880C5BE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17103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42a8b53c1_2_2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0" name="Google Shape;910;g3a42a8b53c1_2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2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5" name="Google Shape;915;p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0" name="Google Shape;920;p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4B1408D2-7FE6-63D7-EDE0-B6DD60FC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e5a0c7ab5b_0_256:notes">
            <a:extLst>
              <a:ext uri="{FF2B5EF4-FFF2-40B4-BE49-F238E27FC236}">
                <a16:creationId xmlns:a16="http://schemas.microsoft.com/office/drawing/2014/main" id="{0691C707-7D6B-6988-EB20-F7123AE9B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g3e5a0c7ab5b_0_256:notes">
            <a:extLst>
              <a:ext uri="{FF2B5EF4-FFF2-40B4-BE49-F238E27FC236}">
                <a16:creationId xmlns:a16="http://schemas.microsoft.com/office/drawing/2014/main" id="{094011BB-BC55-E918-2C00-B43BFED49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147633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e9ce9eb37a_0_1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0" name="Google Shape;930;g3e9ce9eb37a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e5a0c7ab5b_0_3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6" name="Google Shape;936;g3e5a0c7ab5b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dd33158570_0_1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6" name="Google Shape;946;g3dd3315857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f16ddd2213_0_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1" name="Google Shape;951;g3f16ddd221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d89366497e_0_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6" name="Google Shape;956;g3d89366497e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f16ddd2213_0_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6" name="Google Shape;966;g3f16ddd2213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f16ddd2213_0_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1" name="Google Shape;961;g3f16ddd221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>
          <a:extLst>
            <a:ext uri="{FF2B5EF4-FFF2-40B4-BE49-F238E27FC236}">
              <a16:creationId xmlns:a16="http://schemas.microsoft.com/office/drawing/2014/main" id="{AA48B921-04D3-162E-AD35-62939E31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f16ddd2213_0_40:notes">
            <a:extLst>
              <a:ext uri="{FF2B5EF4-FFF2-40B4-BE49-F238E27FC236}">
                <a16:creationId xmlns:a16="http://schemas.microsoft.com/office/drawing/2014/main" id="{755DB172-197A-84C3-29EF-9FB0D2835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1" name="Google Shape;961;g3f16ddd2213_0_40:notes">
            <a:extLst>
              <a:ext uri="{FF2B5EF4-FFF2-40B4-BE49-F238E27FC236}">
                <a16:creationId xmlns:a16="http://schemas.microsoft.com/office/drawing/2014/main" id="{2A3A4CB7-AC74-6054-1FC6-87455FDD5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097290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>
          <a:extLst>
            <a:ext uri="{FF2B5EF4-FFF2-40B4-BE49-F238E27FC236}">
              <a16:creationId xmlns:a16="http://schemas.microsoft.com/office/drawing/2014/main" id="{BEF0636C-EFEB-8D59-6961-0D74BC05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f16ddd2213_0_36:notes">
            <a:extLst>
              <a:ext uri="{FF2B5EF4-FFF2-40B4-BE49-F238E27FC236}">
                <a16:creationId xmlns:a16="http://schemas.microsoft.com/office/drawing/2014/main" id="{F0F1C3F2-513C-5259-A7D9-C7A0CEBAE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1" name="Google Shape;951;g3f16ddd2213_0_36:notes">
            <a:extLst>
              <a:ext uri="{FF2B5EF4-FFF2-40B4-BE49-F238E27FC236}">
                <a16:creationId xmlns:a16="http://schemas.microsoft.com/office/drawing/2014/main" id="{507FB5AA-D799-1FD8-B0FC-47C32E18B8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322875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f16ddd2213_0_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1" name="Google Shape;971;g3f16ddd221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>
          <a:extLst>
            <a:ext uri="{FF2B5EF4-FFF2-40B4-BE49-F238E27FC236}">
              <a16:creationId xmlns:a16="http://schemas.microsoft.com/office/drawing/2014/main" id="{4FFC3F12-2BE2-FB5F-58EC-EBA221CB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f16ddd2213_0_40:notes">
            <a:extLst>
              <a:ext uri="{FF2B5EF4-FFF2-40B4-BE49-F238E27FC236}">
                <a16:creationId xmlns:a16="http://schemas.microsoft.com/office/drawing/2014/main" id="{A40ECD18-3579-F1C3-103D-1A76C4C0C5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1" name="Google Shape;961;g3f16ddd2213_0_40:notes">
            <a:extLst>
              <a:ext uri="{FF2B5EF4-FFF2-40B4-BE49-F238E27FC236}">
                <a16:creationId xmlns:a16="http://schemas.microsoft.com/office/drawing/2014/main" id="{463C7C9B-49EC-F23A-D2DF-2D1CD0249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336363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f16ddd2213_0_1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1" name="Google Shape;1001;g3f16ddd2213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eb98287b44_0_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1" name="Google Shape;1011;g3eb98287b4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f16ddd2213_0_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6" name="Google Shape;1016;g3f16ddd221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eb98287b44_0_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1" name="Google Shape;1021;g3eb98287b44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e8a8273fd3_0_1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1" name="Google Shape;1031;g3e8a8273fd3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4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49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4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0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0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50"/>
          <p:cNvSpPr txBox="1">
            <a:spLocks noGrp="1"/>
          </p:cNvSpPr>
          <p:nvPr>
            <p:ph type="body" idx="3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0"/>
          <p:cNvSpPr txBox="1">
            <a:spLocks noGrp="1"/>
          </p:cNvSpPr>
          <p:nvPr>
            <p:ph type="body" idx="4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5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>
            <a:spLocks noGrp="1"/>
          </p:cNvSpPr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3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3"/>
          <p:cNvSpPr txBox="1">
            <a:spLocks noGrp="1"/>
          </p:cNvSpPr>
          <p:nvPr>
            <p:ph type="body" idx="2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5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4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5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>
            <a:spLocks noGrp="1"/>
          </p:cNvSpPr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6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4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4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4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A369E-8B95-EE75-D445-3F30643FB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lang="en-US" sz="8000" b="1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lang="en-US" sz="8000" b="1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lang="en-US" sz="8000" b="1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lang="en-US" sz="40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sz="4000" b="1" dirty="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Đức Chúa Thánh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liêng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láng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vô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subTitle" idx="1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5a0c7ab5b_0_37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176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19200" b="1" i="1" u="sng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</a:t>
            </a:r>
            <a:r>
              <a:rPr lang="en-US" sz="19200" b="1" i="1" u="sng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64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</a:t>
            </a:r>
            <a:r>
              <a:rPr lang="en-US" sz="28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</a:t>
            </a:r>
            <a:r>
              <a:rPr lang="en-US" sz="28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</a:t>
            </a:r>
            <a:r>
              <a:rPr lang="en-US" sz="28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Thánh Thiên </a:t>
            </a:r>
            <a:r>
              <a:rPr lang="en-US" sz="28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Thần</a:t>
            </a:r>
            <a:r>
              <a:rPr lang="en-US" sz="28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truyền</a:t>
            </a:r>
            <a:r>
              <a:rPr lang="en-US" sz="28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28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28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Rất</a:t>
            </a:r>
            <a:r>
              <a:rPr lang="en-US" sz="28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Thánh Đức </a:t>
            </a:r>
            <a:r>
              <a:rPr lang="en-US" sz="288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</a:t>
            </a:r>
            <a:r>
              <a:rPr lang="en-US" sz="28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Maria.</a:t>
            </a:r>
            <a:endParaRPr dirty="0"/>
          </a:p>
          <a:p>
            <a:pPr marL="0" lvl="0" indent="0" algn="ctr" rtl="0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sz="1275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5a0c7ab5b_0_3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60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00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5a0c7ab5b_0_38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5a0c7ab5b_0_39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48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i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5a0c7ab5b_0_39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endParaRPr sz="44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5a0c7ab5b_0_39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lang="en-US" sz="4800" b="1" i="1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sz="6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48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i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5a0c7ab5b_0_40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endParaRPr sz="40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5a0c7ab5b_0_40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endParaRPr sz="4400" b="1" i="1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lang="en-US" sz="72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5a0c7ab5b_0_4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5a0c7ab5b_0_4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5a0c7ab5b_0_41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5a0c7ab5b_0_42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5a0c7ab5b_0_42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endParaRPr sz="1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endParaRPr sz="4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3715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sz="7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5237E60B-0217-F6A6-1C24-FBA41C61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>
            <a:extLst>
              <a:ext uri="{FF2B5EF4-FFF2-40B4-BE49-F238E27FC236}">
                <a16:creationId xmlns:a16="http://schemas.microsoft.com/office/drawing/2014/main" id="{C4004D8A-1FDF-A006-213A-301E8C93A2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3715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35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</a:t>
            </a:r>
            <a:r>
              <a:rPr lang="vi-VN" sz="35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GIA ĐÌNH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vi-VN" sz="8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Lạy Thánh Gia Nazareth </a:t>
            </a:r>
            <a:endParaRPr sz="8800" b="1" dirty="0">
              <a:solidFill>
                <a:schemeClr val="bg1"/>
              </a:solidFill>
              <a:latin typeface="+mj-lt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10781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2C7954D0-7302-BFF1-33CA-3CBC28E3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F3ACAC59-FBF2-3649-E46F-4212650F98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72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Là gương mẫu của đời sống thánh thiện  </a:t>
            </a:r>
            <a:r>
              <a:rPr lang="vi-VN" sz="7000" b="1" dirty="0">
                <a:solidFill>
                  <a:schemeClr val="bg1"/>
                </a:solidFill>
                <a:latin typeface="+mj-lt"/>
              </a:rPr>
              <a:t>Công bình và yêu thương. </a:t>
            </a:r>
            <a:endParaRPr sz="70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2408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7EF3B77F-BC46-D21B-545A-39E8767A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78827192-26F2-CD45-9154-BAC35A9BE2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6400" b="1" dirty="0">
                <a:solidFill>
                  <a:schemeClr val="bg1"/>
                </a:solidFill>
                <a:latin typeface="+mj-lt"/>
              </a:rPr>
              <a:t>Xin cho gia đình chúng con trở nên nơi đào tạo nhân đức </a:t>
            </a:r>
            <a:r>
              <a:rPr lang="vi-VN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</a:t>
            </a:r>
            <a:r>
              <a:rPr lang="en-US" sz="64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rong</a:t>
            </a:r>
            <a:r>
              <a:rPr lang="en-US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hiền</a:t>
            </a:r>
            <a:r>
              <a:rPr lang="en-US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hoà</a:t>
            </a:r>
            <a:r>
              <a:rPr lang="en-US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sz="64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phục</a:t>
            </a:r>
            <a:r>
              <a:rPr lang="en-US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vụ</a:t>
            </a:r>
            <a:r>
              <a:rPr lang="en-US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và</a:t>
            </a:r>
            <a:r>
              <a:rPr lang="en-US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cầu</a:t>
            </a:r>
            <a:r>
              <a:rPr lang="en-US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vi-VN" sz="6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nguyện. </a:t>
            </a:r>
            <a:endParaRPr sz="64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03071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322A9762-1747-496B-2A44-41E02EAA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D2847473-6308-BDAB-BF59-5D14890545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en-US" sz="72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Xin </a:t>
            </a:r>
            <a:r>
              <a:rPr lang="en-US" sz="72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cho</a:t>
            </a:r>
            <a:r>
              <a:rPr lang="en-US" sz="72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chúng</a:t>
            </a:r>
            <a:r>
              <a:rPr lang="en-US" sz="72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con </a:t>
            </a:r>
            <a:r>
              <a:rPr lang="en-US" sz="72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xây</a:t>
            </a:r>
            <a:r>
              <a:rPr lang="en-US" sz="72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dựng</a:t>
            </a:r>
            <a:r>
              <a:rPr lang="en-US" sz="72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gia</a:t>
            </a:r>
            <a:r>
              <a:rPr lang="en-US" sz="72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đình</a:t>
            </a:r>
            <a:r>
              <a:rPr lang="vi-VN" sz="72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t</a:t>
            </a:r>
            <a:r>
              <a:rPr lang="vi-VN" sz="7200" b="1" dirty="0">
                <a:solidFill>
                  <a:schemeClr val="bg1"/>
                </a:solidFill>
                <a:latin typeface="+mj-lt"/>
              </a:rPr>
              <a:t>hành nơi an ủi cho cuộc đời đầy thử thách. </a:t>
            </a:r>
            <a:endParaRPr sz="7200" b="1" dirty="0">
              <a:solidFill>
                <a:schemeClr val="bg1"/>
              </a:solidFill>
              <a:latin typeface="+mj-lt"/>
              <a:ea typeface="Times New Roman"/>
              <a:cs typeface="Times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92999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179290C0-8BEC-AC2C-CE6F-3EDA0D80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602523AB-0C67-A949-C694-1F8EC0581F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chúng con biết làm cho mọi người trong gia đình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thăng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endParaRPr sz="66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6224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3F8E0953-6062-9F53-6C5F-7164CC7F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D5AA3678-D6BD-7CF2-C517-2D4BB9FAEF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72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42879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C8D1BA23-4006-8BCA-0CCF-1B50C71D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D69F80DD-8305-6CA6-B6F6-717B5D7914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7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X</a:t>
            </a:r>
            <a:r>
              <a:rPr lang="vi-V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Ba Đấng luôn hiện diện trong gia đình chúng con. Khi vui cũng như lúc buồn,</a:t>
            </a:r>
            <a:endParaRPr sz="72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7188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AC4E5326-2CEA-47B0-10E5-334D8A12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3EE02789-12DD-DA60-3528-716483D78E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7200" b="1" dirty="0">
                <a:solidFill>
                  <a:schemeClr val="bg1"/>
                </a:solidFill>
                <a:latin typeface="+mj-lt"/>
              </a:rPr>
              <a:t>Khi làm việc cũng như lúc nghỉ ngơi. Khi lo âu cũng như lúc hy vọng,</a:t>
            </a:r>
            <a:endParaRPr sz="72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48563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ABAA54BB-D98B-B736-A6BF-F35BBF24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85994B28-6331-504B-9CA2-B7E92910FB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7200" b="1" dirty="0">
                <a:solidFill>
                  <a:schemeClr val="bg1"/>
                </a:solidFill>
                <a:latin typeface="+mj-lt"/>
              </a:rPr>
              <a:t>Khi sinh con cũng như lúc có kẻ qua đời. Để trải qua mọi thăng trầm của cuộc sống</a:t>
            </a:r>
            <a:endParaRPr sz="72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8026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11998F79-6271-FAFF-8780-2E49A3F1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>
            <a:extLst>
              <a:ext uri="{FF2B5EF4-FFF2-40B4-BE49-F238E27FC236}">
                <a16:creationId xmlns:a16="http://schemas.microsoft.com/office/drawing/2014/main" id="{BBF31A26-21D9-6E69-F02F-1F4F9F5FB4A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6600" b="1" dirty="0">
                <a:solidFill>
                  <a:schemeClr val="bg1"/>
                </a:solidFill>
                <a:latin typeface="+mj-lt"/>
              </a:rPr>
              <a:t>Chúng con luôn luôn chúc tụng Chúa. Cho đến ngày được xum họp với Ba Đấng trong Nước Trời. Amen.</a:t>
            </a:r>
            <a:endParaRPr sz="66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80616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1002313A-F753-47FB-BE6A-4F723D83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>
            <a:extLst>
              <a:ext uri="{FF2B5EF4-FFF2-40B4-BE49-F238E27FC236}">
                <a16:creationId xmlns:a16="http://schemas.microsoft.com/office/drawing/2014/main" id="{28CA2029-AA3B-C4DB-F435-E51C3A9E0B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3715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accent4"/>
              </a:buClr>
              <a:buSzPct val="100000"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khấn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Giuse Bảo </a:t>
            </a:r>
            <a:r>
              <a:rPr lang="en-US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endParaRPr sz="4400" b="1" dirty="0">
              <a:solidFill>
                <a:srgbClr val="FFC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spcBef>
                <a:spcPts val="1443"/>
              </a:spcBef>
              <a:buClr>
                <a:schemeClr val="lt1"/>
              </a:buClr>
              <a:buSzPct val="100000"/>
            </a:pPr>
            <a:r>
              <a:rPr lang="vi-VN" sz="6200" b="1" dirty="0">
                <a:solidFill>
                  <a:schemeClr val="bg1"/>
                </a:solidFill>
                <a:latin typeface="+mj-lt"/>
              </a:rPr>
              <a:t>Lạy Thánh Giuse, xưa nay không ai kêu cầu Cha mà vô hiệu, Cha có thần thế trước mặt Đức Chúa Trời</a:t>
            </a:r>
            <a:endParaRPr sz="6200" b="1" dirty="0">
              <a:solidFill>
                <a:schemeClr val="bg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52854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309CACD8-F575-81C2-CAB1-EBAAF720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476A5DE9-6B2E-9458-AD08-F636AB52CF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 nỗi người ta có thể nói rằng: "Trên trời, Thánh Giuse truyền lệnh hơn là van xin."</a:t>
            </a:r>
            <a:endParaRPr sz="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806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98C827E3-E9E6-41F1-EF98-6C7F1665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447966F9-B68E-6AD8-98F6-3321D40C217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7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ạy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hiền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bầu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endParaRPr sz="7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4886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DBFD1388-1A14-59DC-132C-07A37AD5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26AFD9D2-661D-64DE-4839-1847C8DCA3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-95693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ở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Cha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Nuôi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Con </a:t>
            </a:r>
            <a:r>
              <a:rPr lang="vi-VN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hí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hánh</a:t>
            </a:r>
            <a:r>
              <a:rPr lang="en-US" sz="6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sz="6400" dirty="0"/>
          </a:p>
        </p:txBody>
      </p:sp>
    </p:spTree>
    <p:extLst>
      <p:ext uri="{BB962C8B-B14F-4D97-AF65-F5344CB8AC3E}">
        <p14:creationId xmlns:p14="http://schemas.microsoft.com/office/powerpoint/2010/main" val="24311164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175C451E-8E14-2D40-85F4-30C0737B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98BD7F08-06C3-9E4C-EB1B-C67C4A2A2B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nay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bàu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Chúa.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xin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phó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(…)</a:t>
            </a:r>
            <a:endParaRPr sz="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4702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DC976D95-1E79-A7C3-2467-6BB687BE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2D87C306-EF0D-E69F-D590-F3DF067C31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Cha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gỡ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Cha.</a:t>
            </a:r>
            <a:endParaRPr sz="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5602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3CD7D187-3493-BB43-9FCF-E08DC292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6B62E48E-6C30-8E9A-6E3D-5349F439E6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Thánh Giuse nhân từ, chúng con tin tưởng - vâng, chúng con tin tưởng, Cha có thể chấp nhận lời nguyện của chúng con</a:t>
            </a:r>
            <a:endParaRPr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1618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03FCADDB-7EBC-2093-7075-10A1E8114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4ACDA91E-C33F-8B29-4A4B-5CE36312CB9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khổ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sầu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endParaRPr sz="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2733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F7797F34-5CE9-EABA-4A77-8BB96EC1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3B2EF77B-1A61-E459-0266-2AD221C87D2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6000" b="1" dirty="0">
                <a:solidFill>
                  <a:schemeClr val="bg1"/>
                </a:solidFill>
                <a:latin typeface="+mj-lt"/>
              </a:rPr>
              <a:t>Hơn nữa, chúng con vững lòng trông cậy, Cha không bỏ qua điều gì giúp ích cho những người sầu khổ kêu cầu Cha</a:t>
            </a:r>
            <a:endParaRPr sz="60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30658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DE184941-91DD-0673-C4C3-C4F55C54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1A83E95E-7077-0B1E-3518-AB99A54C94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C</a:t>
            </a:r>
            <a:r>
              <a:rPr lang="vi-VN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húng con sấp mình dưới chân Cha, tha thiết nài xin Cha đoái thương đến những than van khóc lóc của chúng con</a:t>
            </a:r>
            <a:endParaRPr sz="6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3085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AFFE450A-43DC-A787-C653-5FC9C03CB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CA181C42-32CB-AE18-9681-07DCCA8AE8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lt1"/>
              </a:buClr>
              <a:buSzPts val="7200"/>
            </a:pP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Xin </a:t>
            </a: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 lấy tình thương như áo choàng che phủ chúng con, và chúc lành cho chúng con. Amen.</a:t>
            </a:r>
            <a:b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8334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>
          <a:extLst>
            <a:ext uri="{FF2B5EF4-FFF2-40B4-BE49-F238E27FC236}">
              <a16:creationId xmlns:a16="http://schemas.microsoft.com/office/drawing/2014/main" id="{A3C43C2B-90D2-8F7C-FC88-E49F99FFB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6A3C0-68C1-D4D6-60D2-042917A6B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05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16ddd2213_0_0"/>
          <p:cNvSpPr txBox="1">
            <a:spLocks noGrp="1"/>
          </p:cNvSpPr>
          <p:nvPr>
            <p:ph type="subTitle" idx="1"/>
          </p:nvPr>
        </p:nvSpPr>
        <p:spPr>
          <a:xfrm>
            <a:off x="0" y="382772"/>
            <a:ext cx="9144000" cy="47607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6600" b="1" dirty="0">
                <a:solidFill>
                  <a:schemeClr val="bg1"/>
                </a:solidFill>
                <a:latin typeface="+mj-lt"/>
              </a:rPr>
              <a:t>Trời cao tường thuật vinh quang Thiên Chúa, không trung loan báo việc tay Chúa làm.</a:t>
            </a:r>
            <a:endParaRPr sz="66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632201-DC02-330C-05F4-3A44975BE26C}"/>
              </a:ext>
            </a:extLst>
          </p:cNvPr>
          <p:cNvSpPr/>
          <p:nvPr/>
        </p:nvSpPr>
        <p:spPr>
          <a:xfrm>
            <a:off x="0" y="0"/>
            <a:ext cx="9144000" cy="3827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1" dirty="0">
                <a:solidFill>
                  <a:schemeClr val="accent6"/>
                </a:solidFill>
                <a:latin typeface="+mj-lt"/>
              </a:rPr>
              <a:t>CA NHẬP LỄ</a:t>
            </a:r>
            <a:endParaRPr lang="en-US" sz="1800" b="1" dirty="0">
              <a:solidFill>
                <a:schemeClr val="accent6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62C8AF-6A05-4842-7C9A-4A6AA5EA9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e6e2da66e2_0_76"/>
          <p:cNvSpPr txBox="1">
            <a:spLocks noGrp="1"/>
          </p:cNvSpPr>
          <p:nvPr>
            <p:ph type="subTitle" idx="1"/>
          </p:nvPr>
        </p:nvSpPr>
        <p:spPr>
          <a:xfrm>
            <a:off x="0" y="414670"/>
            <a:ext cx="9144000" cy="47288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trình Chúa/ làm Chúa được hân hoan. </a:t>
            </a:r>
            <a:r>
              <a:rPr lang="vi-V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sz="88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E399CB-F449-236F-8389-32A9A7943D4E}"/>
              </a:ext>
            </a:extLst>
          </p:cNvPr>
          <p:cNvSpPr/>
          <p:nvPr/>
        </p:nvSpPr>
        <p:spPr>
          <a:xfrm>
            <a:off x="0" y="0"/>
            <a:ext cx="9144000" cy="4146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Ca:</a:t>
            </a:r>
            <a:r>
              <a:rPr lang="vi-VN" sz="28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vi-VN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103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56"/>
          <p:cNvSpPr txBox="1">
            <a:spLocks noGrp="1"/>
          </p:cNvSpPr>
          <p:nvPr>
            <p:ph type="ctrTitle"/>
          </p:nvPr>
        </p:nvSpPr>
        <p:spPr>
          <a:xfrm>
            <a:off x="0" y="404037"/>
            <a:ext cx="9144000" cy="49654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>
              <a:buClr>
                <a:srgbClr val="EE0000"/>
              </a:buClr>
              <a:buSzPts val="8000"/>
            </a:pPr>
            <a:r>
              <a:rPr lang="vi-VN" sz="6000" b="1" i="1" dirty="0">
                <a:solidFill>
                  <a:srgbClr val="FFFF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Alleluia-</a:t>
            </a:r>
            <a:r>
              <a:rPr lang="vi-VN" sz="7200" b="1" i="1" dirty="0">
                <a:solidFill>
                  <a:srgbClr val="FFFF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Alleluia</a:t>
            </a:r>
            <a:br>
              <a:rPr lang="en-US" sz="7700" b="1" i="1" dirty="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Ngài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ạy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xiết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vi-VN" sz="6000" b="1" dirty="0">
                <a:solidFill>
                  <a:schemeClr val="bg1"/>
                </a:solidFill>
                <a:latin typeface="+mj-lt"/>
              </a:rPr>
              <a:t>... </a:t>
            </a:r>
            <a:endParaRPr sz="6000" b="1" dirty="0">
              <a:solidFill>
                <a:schemeClr val="bg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156"/>
          <p:cNvSpPr txBox="1"/>
          <p:nvPr/>
        </p:nvSpPr>
        <p:spPr>
          <a:xfrm>
            <a:off x="0" y="-50800"/>
            <a:ext cx="9144000" cy="4548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sz="2400" b="1" i="0" u="none" strike="noStrike" cap="none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b224b7d20a_0_9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>
              <a:buSzPts val="8000"/>
            </a:pP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Ngài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ngoan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vi-VN" sz="8000" b="1" i="1" dirty="0">
                <a:solidFill>
                  <a:srgbClr val="FFFF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Alleluia</a:t>
            </a:r>
            <a:endParaRPr sz="8000" b="1" dirty="0">
              <a:solidFill>
                <a:srgbClr val="FFFF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5834B9-591F-D491-156E-4A33F9D44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e5a0c7ab5b_0_25"/>
          <p:cNvSpPr txBox="1">
            <a:spLocks noGrp="1"/>
          </p:cNvSpPr>
          <p:nvPr>
            <p:ph type="subTitle" idx="1"/>
          </p:nvPr>
        </p:nvSpPr>
        <p:spPr>
          <a:xfrm>
            <a:off x="0" y="414670"/>
            <a:ext cx="9144000" cy="472883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dâng</a:t>
            </a: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đâu</a:t>
            </a:r>
            <a:r>
              <a:rPr 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Những luống cày sâu trời tối mau cha chưa kịp về</a:t>
            </a:r>
            <a:endParaRPr sz="62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B5A603-D41D-4BA6-8C11-B5EFFA6AA4B7}"/>
              </a:ext>
            </a:extLst>
          </p:cNvPr>
          <p:cNvSpPr/>
          <p:nvPr/>
        </p:nvSpPr>
        <p:spPr>
          <a:xfrm>
            <a:off x="0" y="0"/>
            <a:ext cx="9144000" cy="4146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Lễ: </a:t>
            </a:r>
            <a:r>
              <a:rPr lang="vi-VN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Yêu Mến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e5a0c7ab5b_0_2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7200" b="1" dirty="0">
                <a:solidFill>
                  <a:schemeClr val="bg1"/>
                </a:solidFill>
                <a:latin typeface="+mj-lt"/>
              </a:rPr>
              <a:t>Mẹ bận rộn từng ngày lo no cơm ấm áo; Có chi đâu Ngài ơi có chi dâng Ngài.</a:t>
            </a:r>
            <a:endParaRPr sz="7200" b="1" dirty="0">
              <a:solidFill>
                <a:schemeClr val="bg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e5a0c7ab5b_0_3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7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lang="vi-VN" sz="7200" b="1" dirty="0">
                <a:solidFill>
                  <a:schemeClr val="bg1"/>
                </a:solidFill>
                <a:latin typeface="+mj-lt"/>
                <a:ea typeface="Times New Roman"/>
                <a:cs typeface="Times New Roman"/>
                <a:sym typeface="Times New Roman"/>
              </a:rPr>
              <a:t>C</a:t>
            </a:r>
            <a:r>
              <a:rPr lang="vi-VN" sz="7200" b="1" dirty="0">
                <a:solidFill>
                  <a:schemeClr val="bg1"/>
                </a:solidFill>
                <a:latin typeface="+mj-lt"/>
              </a:rPr>
              <a:t>on xin tiến dâng lên tình yêu mến nhờ những hy sinh được êm ấm gia đình.</a:t>
            </a:r>
            <a:endParaRPr sz="72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e5a0c7ab5b_0_3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6800" b="1" dirty="0">
                <a:solidFill>
                  <a:schemeClr val="bg1"/>
                </a:solidFill>
                <a:latin typeface="+mj-lt"/>
              </a:rPr>
              <a:t>Con xin tiến dâng lên tình yêu mến, nguyện Chúa đoái thương gia đình con được bình yên.</a:t>
            </a:r>
            <a:endParaRPr sz="6800" b="1" dirty="0">
              <a:solidFill>
                <a:schemeClr val="bg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f16ddd2213_0_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6600" b="1" dirty="0">
                <a:solidFill>
                  <a:schemeClr val="bg1"/>
                </a:solidFill>
                <a:latin typeface="+mj-lt"/>
              </a:rPr>
              <a:t>2. Đời tuyệt vời luôn thắm nồng tình yêu thiết tha. Gương sáng mẹ cha ngày tháng qua luôn luôn hiền hoà</a:t>
            </a:r>
            <a:endParaRPr sz="66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f16ddd2213_0_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dặn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đừng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buồn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mái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ấm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đẹp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lễ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dâng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Ngài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72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D9713936-D35A-2BC1-4C9A-A0BACA8C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e5a0c7ab5b_0_33">
            <a:extLst>
              <a:ext uri="{FF2B5EF4-FFF2-40B4-BE49-F238E27FC236}">
                <a16:creationId xmlns:a16="http://schemas.microsoft.com/office/drawing/2014/main" id="{46EB6534-0AA0-A66F-6328-874511A30B1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7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lang="vi-VN" sz="7200" b="1" dirty="0">
                <a:solidFill>
                  <a:schemeClr val="bg1"/>
                </a:solidFill>
                <a:latin typeface="+mj-lt"/>
                <a:ea typeface="Times New Roman"/>
                <a:cs typeface="Times New Roman"/>
                <a:sym typeface="Times New Roman"/>
              </a:rPr>
              <a:t>C</a:t>
            </a:r>
            <a:r>
              <a:rPr lang="vi-VN" sz="7200" b="1" dirty="0">
                <a:solidFill>
                  <a:schemeClr val="bg1"/>
                </a:solidFill>
                <a:latin typeface="+mj-lt"/>
              </a:rPr>
              <a:t>on xin tiến dâng lên tình yêu mến nhờ những hy sinh được êm ấm gia đình.</a:t>
            </a:r>
            <a:endParaRPr sz="72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97704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>
          <a:extLst>
            <a:ext uri="{FF2B5EF4-FFF2-40B4-BE49-F238E27FC236}">
              <a16:creationId xmlns:a16="http://schemas.microsoft.com/office/drawing/2014/main" id="{59B01989-441C-AA4E-115B-B67A5161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e5a0c7ab5b_0_37">
            <a:extLst>
              <a:ext uri="{FF2B5EF4-FFF2-40B4-BE49-F238E27FC236}">
                <a16:creationId xmlns:a16="http://schemas.microsoft.com/office/drawing/2014/main" id="{F2D2D098-8BF9-F357-B743-27B4CB414F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6800" b="1" dirty="0">
                <a:solidFill>
                  <a:schemeClr val="bg1"/>
                </a:solidFill>
                <a:latin typeface="+mj-lt"/>
              </a:rPr>
              <a:t>Con xin tiến dâng lên tình yêu mến, nguyện Chúa đoái thương gia đình con được bình yên.</a:t>
            </a:r>
            <a:endParaRPr sz="6800" b="1" dirty="0">
              <a:solidFill>
                <a:schemeClr val="bg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40733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3114F7-9C03-2A2D-5E12-AD8E7F0B9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1" cy="515780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2"/>
          <p:cNvSpPr txBox="1">
            <a:spLocks noGrp="1"/>
          </p:cNvSpPr>
          <p:nvPr>
            <p:ph type="ctrTitle"/>
          </p:nvPr>
        </p:nvSpPr>
        <p:spPr>
          <a:xfrm>
            <a:off x="0" y="425302"/>
            <a:ext cx="9144000" cy="471819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lang="en-US" sz="4000" b="1" dirty="0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US" sz="4000" b="1" dirty="0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200" b="1" dirty="0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Thánh, Thánh, Thánh. </a:t>
            </a:r>
            <a:br>
              <a:rPr lang="vi-VN" sz="8000" b="1" dirty="0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8000" b="1" dirty="0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Chúa </a:t>
            </a:r>
            <a:r>
              <a:rPr lang="en-US" sz="8000" b="1" dirty="0" err="1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là</a:t>
            </a:r>
            <a:r>
              <a:rPr lang="en-US" sz="8000" b="1" dirty="0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 Thiên Chúa </a:t>
            </a:r>
            <a:r>
              <a:rPr lang="en-US" sz="8000" b="1" dirty="0" err="1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các</a:t>
            </a:r>
            <a:r>
              <a:rPr lang="en-US" sz="8000" b="1" dirty="0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đạo</a:t>
            </a:r>
            <a:r>
              <a:rPr lang="en-US" sz="8000" b="1" dirty="0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  <a:t>binh</a:t>
            </a:r>
            <a:br>
              <a:rPr lang="en-US" sz="8000" b="1" dirty="0">
                <a:solidFill>
                  <a:schemeClr val="bg1"/>
                </a:solidFill>
                <a:latin typeface="Times"/>
                <a:ea typeface="Times"/>
                <a:cs typeface="Times"/>
                <a:sym typeface="Times"/>
              </a:rPr>
            </a:br>
            <a:endParaRPr sz="7200" b="1" dirty="0">
              <a:solidFill>
                <a:schemeClr val="bg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B73C28-0E31-1D3C-0EDB-8D211EF8EE53}"/>
              </a:ext>
            </a:extLst>
          </p:cNvPr>
          <p:cNvSpPr/>
          <p:nvPr/>
        </p:nvSpPr>
        <p:spPr>
          <a:xfrm>
            <a:off x="0" y="10632"/>
            <a:ext cx="9144000" cy="4146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Kinh:</a:t>
            </a:r>
            <a:r>
              <a:rPr lang="en-US" sz="2400" b="1" dirty="0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vi-VN" sz="2400" b="1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Thánh, Thánh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0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20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>
          <a:extLst>
            <a:ext uri="{FF2B5EF4-FFF2-40B4-BE49-F238E27FC236}">
              <a16:creationId xmlns:a16="http://schemas.microsoft.com/office/drawing/2014/main" id="{617ED903-830F-DBFF-4F5D-7B62DD574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BB717B-C986-4FB3-5C55-250BAEC2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1" cy="51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281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a42a8b53c1_2_268"/>
          <p:cNvSpPr txBox="1">
            <a:spLocks noGrp="1"/>
          </p:cNvSpPr>
          <p:nvPr>
            <p:ph type="ctrTitle"/>
          </p:nvPr>
        </p:nvSpPr>
        <p:spPr>
          <a:xfrm>
            <a:off x="0" y="425302"/>
            <a:ext cx="9144000" cy="471819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lang="en-US" sz="40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 b="1" dirty="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Chiên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Thiên Chúa,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xót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6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</a:t>
            </a:r>
            <a:b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7B1BA1-51E3-D865-2722-4040C57EC7A6}"/>
              </a:ext>
            </a:extLst>
          </p:cNvPr>
          <p:cNvSpPr/>
          <p:nvPr/>
        </p:nvSpPr>
        <p:spPr>
          <a:xfrm>
            <a:off x="0" y="10632"/>
            <a:ext cx="9144000" cy="4146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Kinh:</a:t>
            </a:r>
            <a:r>
              <a:rPr lang="en-US" sz="2400" b="1" dirty="0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vi-VN" sz="2400" b="1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0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Chiên Thiên Chúa, Đấng xóa tội trần gian: xin thương xót chúng con.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0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Chiên Thiên Chúa, Đấng xóa tội trần gian: xin ban bình an cho chúng con.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>
          <a:extLst>
            <a:ext uri="{FF2B5EF4-FFF2-40B4-BE49-F238E27FC236}">
              <a16:creationId xmlns:a16="http://schemas.microsoft.com/office/drawing/2014/main" id="{CAB3BA08-90A0-CECB-30F5-9FD6B610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E97887-A099-D758-8346-79117FD9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1" cy="51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854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e9ce9eb37a_0_183"/>
          <p:cNvSpPr txBox="1">
            <a:spLocks noGrp="1"/>
          </p:cNvSpPr>
          <p:nvPr>
            <p:ph type="ctrTitle"/>
          </p:nvPr>
        </p:nvSpPr>
        <p:spPr>
          <a:xfrm>
            <a:off x="0" y="425302"/>
            <a:ext cx="9144000" cy="47181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 algn="just">
              <a:buClr>
                <a:schemeClr val="accent4"/>
              </a:buClr>
              <a:buSzPts val="4000"/>
            </a:pPr>
            <a:r>
              <a:rPr lang="vi-VN" sz="7200" b="1" dirty="0">
                <a:solidFill>
                  <a:schemeClr val="bg1"/>
                </a:solidFill>
                <a:latin typeface="+mj-lt"/>
              </a:rPr>
              <a:t>Khắp cùng bờ cõi trái đất đã nhìn thấy ơn cứu độ của Thiên Chúa chúng ta.</a:t>
            </a:r>
            <a:endParaRPr sz="72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66687-957D-9ECB-6B6B-B5AE943F776F}"/>
              </a:ext>
            </a:extLst>
          </p:cNvPr>
          <p:cNvSpPr/>
          <p:nvPr/>
        </p:nvSpPr>
        <p:spPr>
          <a:xfrm>
            <a:off x="0" y="10632"/>
            <a:ext cx="9144000" cy="4146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solidFill>
                  <a:srgbClr val="00B050"/>
                </a:solidFill>
                <a:latin typeface="Times"/>
                <a:cs typeface="Times"/>
                <a:sym typeface="Times"/>
              </a:rPr>
              <a:t>Ca Hiệp Lễ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g3e5a0c7ab5b_0_343" title="chen thanh.jpg"/>
          <p:cNvPicPr preferRelativeResize="0"/>
          <p:nvPr/>
        </p:nvPicPr>
        <p:blipFill rotWithShape="1">
          <a:blip r:embed="rId3">
            <a:alphaModFix/>
          </a:blip>
          <a:srcRect l="784" t="1816"/>
          <a:stretch/>
        </p:blipFill>
        <p:spPr>
          <a:xfrm>
            <a:off x="-97300" y="0"/>
            <a:ext cx="93133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dd33158570_0_122"/>
          <p:cNvSpPr txBox="1">
            <a:spLocks noGrp="1"/>
          </p:cNvSpPr>
          <p:nvPr>
            <p:ph type="subTitle" idx="1"/>
          </p:nvPr>
        </p:nvSpPr>
        <p:spPr>
          <a:xfrm>
            <a:off x="0" y="457200"/>
            <a:ext cx="9144000" cy="4686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hồn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 -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Thánh.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80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E2E2C-D11C-53CA-D6E4-494EA9D90B82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Kinh: 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Linh Hồn Chúa Ki-tô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f16ddd2213_0_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 </a:t>
            </a:r>
            <a:r>
              <a:rPr lang="en-US" sz="8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Chúa </a:t>
            </a:r>
            <a:r>
              <a:rPr lang="en-US" sz="8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8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8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rỗi</a:t>
            </a:r>
            <a:r>
              <a:rPr lang="en-US" sz="8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85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d89366497e_0_9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 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áu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say </a:t>
            </a:r>
            <a:r>
              <a:rPr 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80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f16ddd2213_0_4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7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 Nước Nương Long Chúa Kitô - Xin rửa con cho thanh sạch.</a:t>
            </a:r>
            <a:endParaRPr sz="78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f16ddd2213_0_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 sự thương khó Chúa Kitô - Xin làm cho con được bền vững.</a:t>
            </a:r>
            <a:endParaRPr sz="80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>
          <a:extLst>
            <a:ext uri="{FF2B5EF4-FFF2-40B4-BE49-F238E27FC236}">
              <a16:creationId xmlns:a16="http://schemas.microsoft.com/office/drawing/2014/main" id="{FE2647F0-F371-4D0B-9EA4-2ABD3704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f16ddd2213_0_40">
            <a:extLst>
              <a:ext uri="{FF2B5EF4-FFF2-40B4-BE49-F238E27FC236}">
                <a16:creationId xmlns:a16="http://schemas.microsoft.com/office/drawing/2014/main" id="{9C777D0E-F586-4B34-955D-1607D04B40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 từ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nhậm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ẩn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6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Chúa.</a:t>
            </a:r>
          </a:p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endParaRPr sz="80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54512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>
          <a:extLst>
            <a:ext uri="{FF2B5EF4-FFF2-40B4-BE49-F238E27FC236}">
              <a16:creationId xmlns:a16="http://schemas.microsoft.com/office/drawing/2014/main" id="{89F5AA94-86A8-58D0-1369-FBFF51DA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f16ddd2213_0_36">
            <a:extLst>
              <a:ext uri="{FF2B5EF4-FFF2-40B4-BE49-F238E27FC236}">
                <a16:creationId xmlns:a16="http://schemas.microsoft.com/office/drawing/2014/main" id="{A1AB8FE3-A01F-57D4-8C42-79106D94AC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vi-VN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lìa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sz="66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83088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f16ddd2213_0_4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vi-VN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chơn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lâm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vi-VN" alt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</a:t>
            </a:r>
            <a:endParaRPr lang="vi-VN" sz="80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>
          <a:extLst>
            <a:ext uri="{FF2B5EF4-FFF2-40B4-BE49-F238E27FC236}">
              <a16:creationId xmlns:a16="http://schemas.microsoft.com/office/drawing/2014/main" id="{EB995B43-C8CD-5987-211E-2E5C49ED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f16ddd2213_0_40">
            <a:extLst>
              <a:ext uri="{FF2B5EF4-FFF2-40B4-BE49-F238E27FC236}">
                <a16:creationId xmlns:a16="http://schemas.microsoft.com/office/drawing/2014/main" id="{12CCAB02-AF78-E51F-E597-0B44871A97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Hiệp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kiếp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kiếp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chẳng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sz="72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57879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737A13-5F04-D257-CEED-7583E056F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eb98287b44_0_76"/>
          <p:cNvSpPr txBox="1">
            <a:spLocks noGrp="1"/>
          </p:cNvSpPr>
          <p:nvPr>
            <p:ph type="subTitle" idx="1"/>
          </p:nvPr>
        </p:nvSpPr>
        <p:spPr>
          <a:xfrm>
            <a:off x="0" y="457200"/>
            <a:ext cx="9144000" cy="4686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vi-VN" sz="4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vi-V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 Maria đẹp tươi như bình minh chiếu rạng ngời. Vầng trăng lung linh màn đêm, so với Mẹ còn kém xa.</a:t>
            </a:r>
            <a:endParaRPr sz="60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43399F-7C5C-AAC7-3BF5-1CBD0D2A844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Kết Lễ: 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Mẹ Đẹp Tươi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f16ddd2213_0_7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</a:pPr>
            <a:r>
              <a:rPr lang="vi-VN" sz="4800" b="1" dirty="0">
                <a:solidFill>
                  <a:srgbClr val="FFFF00"/>
                </a:solidFill>
                <a:latin typeface="+mj-lt"/>
              </a:rPr>
              <a:t>ĐK. </a:t>
            </a:r>
            <a:r>
              <a:rPr lang="vi-VN" sz="8000" b="1" dirty="0">
                <a:solidFill>
                  <a:schemeClr val="bg1"/>
                </a:solidFill>
                <a:latin typeface="+mj-lt"/>
              </a:rPr>
              <a:t>Con thành tâm kính mừng Mẹ, mừng Mẹ đầy ơn phúc. </a:t>
            </a:r>
            <a:endParaRPr sz="80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eb98287b44_0_8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</a:pPr>
            <a:r>
              <a:rPr lang="vi-V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 khiết trinh như huệ thắm xinh muôn đời hiển vinh.</a:t>
            </a:r>
            <a:endParaRPr sz="80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717152-5FBB-FE92-ECBA-031E22472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1616</Words>
  <Application>Microsoft Office PowerPoint</Application>
  <PresentationFormat>On-screen Show (16:9)</PresentationFormat>
  <Paragraphs>122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4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Alleluia- Alleluia Kỳ công Ngài, Lạy Chúa, nhiều khôn xiết kể!... </vt:lpstr>
      <vt:lpstr>Ngài tác thành mọi sự trong khôn ngoan. Alleluia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Thánh, Thánh, Thánh.  Chúa là Thiên Chúa các đạo binh </vt:lpstr>
      <vt:lpstr>Trời đất đầy vinh quang Chúa. Hoan hô Chúa trên các tầng trời.</vt:lpstr>
      <vt:lpstr>Chúc tụng Đấng ngự đến nhân danh Chúa. Hoan hô Chúa trên các tầng trời.</vt:lpstr>
      <vt:lpstr>PowerPoint Presentation</vt:lpstr>
      <vt:lpstr>  Lạy Chiên Thiên Chúa, Đấng xóa tội trần gian, xin thương xót chúng con. </vt:lpstr>
      <vt:lpstr>Lạy Chiên Thiên Chúa, Đấng xóa tội trần gian: xin thương xót chúng con.</vt:lpstr>
      <vt:lpstr>Lạy Chiên Thiên Chúa, Đấng xóa tội trần gian: xin ban bình an cho chúng con.</vt:lpstr>
      <vt:lpstr>PowerPoint Presentation</vt:lpstr>
      <vt:lpstr>Khắp cùng bờ cõi trái đất đã nhìn thấy ơn cứu độ của Thiên Chúa chúng ta.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pc</cp:lastModifiedBy>
  <cp:revision>27</cp:revision>
  <dcterms:created xsi:type="dcterms:W3CDTF">2023-01-29T22:00:16Z</dcterms:created>
  <dcterms:modified xsi:type="dcterms:W3CDTF">2026-08-31T11:59:08Z</dcterms:modified>
</cp:coreProperties>
</file>