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09" roundtripDataSignature="AMtx7miRwsXXxLzkEuZzsQ9klHLSUFNA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customschemas.google.com/relationships/presentationmetadata" Target="metadata"/><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af5860435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faf5860435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faf5860435_0_2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faf5860435_0_2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f69acae76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f69acae76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f69acae76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f69acae76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f69acae76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f69acae76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f7156d7ccb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f7156d7ccb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fac4c6c2fc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fac4c6c2fc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fac4c6c2fc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fac4c6c2fc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faf5860435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faf5860435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faf5860435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faf5860435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faf5860435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faf5860435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faf5860435_0_2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g3faf5860435_0_2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 name="Google Shape;57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73" name="Google Shape;57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8" name="Google Shape;57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79" name="Google Shape;57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5" name="Google Shape;58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0" name="Google Shape;59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1" name="Google Shape;59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6" name="Google Shape;59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7" name="Google Shape;59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3" name="Google Shape;60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9" name="Google Shape;60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4" name="Google Shape;61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5" name="Google Shape;61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0" name="Google Shape;62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1" name="Google Shape;62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6" name="Google Shape;62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7" name="Google Shape;62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2" name="Google Shape;63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3" name="Google Shape;63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8" name="Google Shape;63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9" name="Google Shape;63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4" name="Google Shape;64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5" name="Google Shape;64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faf5860435_0_2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0" name="Google Shape;650;g3faf5860435_0_27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5" name="Google Shape;65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faf5860435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faf5860435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faf5860435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faf5860435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f282feffb0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f282feffb0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f282feffb0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f282feffb0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faf5860435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faf5860435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faf5860435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faf5860435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faf5860435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faf5860435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faf5860435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faf5860435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3" name="Google Shape;73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9" name="Google Shape;73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4" name="Google Shape;74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faf5860435_0_2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9" name="Google Shape;749;g3faf5860435_0_24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4" name="Google Shape;75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0" name="Google Shape;76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5" name="Google Shape;76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faf5860435_0_2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g3faf5860435_0_28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f95afb83fa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g3f95afb83fa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f69acae762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g3f69acae762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f69acae762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g3f69acae762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fac4c6c2fc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g3fac4c6c2fc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fac4c6c2fc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g3fac4c6c2fc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faf5860435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g3faf5860435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faf5860435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g3faf5860435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faf5860435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g3faf5860435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faf5860435_0_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g3faf5860435_0_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faf5860435_0_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faf5860435_0_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faf5860435_0_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g3faf5860435_0_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faf5860435_0_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g3faf5860435_0_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faf5860435_0_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g3faf5860435_0_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faf5860435_0_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g3faf5860435_0_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faf5860435_0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g3faf5860435_0_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faf5860435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g3faf5860435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fac4c6c2fc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1" name="Google Shape;991;g3fac4c6c2fc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f491e64396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1" name="Google Shape;1001;g3f491e64396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f491e64396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6" name="Google Shape;1006;g3f491e64396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f491e64396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1" name="Google Shape;1011;g3f491e64396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faf5860435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g3faf5860435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f95afb83fa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g3f95afb83fa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f54ad4d3bd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g3f54ad4d3bd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faf5860435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g3faf5860435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faf5860435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g3faf5860435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faf5860435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g3faf5860435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faf5860435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g3faf5860435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faf5860435_0_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g3faf5860435_0_1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faf5860435_0_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g3faf5860435_0_1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faf5860435_0_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g3faf5860435_0_1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faf5860435_0_1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g3faf5860435_0_1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faf5860435_0_1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g3faf5860435_0_1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faf5860435_0_2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6" name="Google Shape;1076;g3faf5860435_0_28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faf5860435_0_1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1" name="Google Shape;1081;g3faf5860435_0_1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faf5860435_0_1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6" name="Google Shape;1086;g3faf5860435_0_1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3faf5860435_0_2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1" name="Google Shape;1091;g3faf5860435_0_2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faf5860435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g3faf5860435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faf5860435_0_2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g3faf5860435_0_2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faf5860435_0_2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faf5860435_0_2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faf5860435_0_2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g3faf5860435_0_2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faf5860435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3faf5860435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image4.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 Id="rId3" Type="http://schemas.openxmlformats.org/officeDocument/2006/relationships/image" Target="../media/image5.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 Id="rId3" Type="http://schemas.openxmlformats.org/officeDocument/2006/relationships/image" Target="../media/image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3.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4.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 Id="rId3" Type="http://schemas.openxmlformats.org/officeDocument/2006/relationships/image" Target="../media/image4.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2.jp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2.jp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2.jp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2.jp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4.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faf5860435_0_266"/>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g3faf5860435_0_270"/>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f69acae76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LÊN ĐƯỜNG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VỀ NHÀ CHA</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(Mai Nguyên Vũ)</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f69acae76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Nào cùng nắm tay nhau đi về nhà Cha. Về nhà Cha tim ta rộn lên vui sướng,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f69acae76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hát vang vang (theo cung đàn) ngợi khen Đấng (đã hy sinh)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f7156d7ccb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hiến thân mình trên thập hình vì chúng ta.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fac4c6c2fc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 </a:t>
            </a:r>
            <a:r>
              <a:rPr b="1" lang="en-US" sz="6800">
                <a:solidFill>
                  <a:schemeClr val="lt1"/>
                </a:solidFill>
                <a:latin typeface="Times New Roman"/>
                <a:ea typeface="Times New Roman"/>
                <a:cs typeface="Times New Roman"/>
                <a:sym typeface="Times New Roman"/>
              </a:rPr>
              <a:t>Thánh cung chan hoà ánh sáng, có cung đàn dìu nhạc Thánh.</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fac4c6c2fc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Bánh rượu nào thơm ngát, hoa nào đẹp tươi nhất, tiến dâng lên với trọn niềm tin.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faf5860435_0_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Nào cùng nắm tay nhau đi về nhà Cha. Về nhà Cha tim ta rộn lên vui sướng,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g3faf5860435_0_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hát vang vang (theo cung đàn) ngợi khen Đấng (đã hy sinh)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faf5860435_0_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hiến thân mình trên thập hình vì chúng ta.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pic>
        <p:nvPicPr>
          <p:cNvPr id="563" name="Google Shape;563;g3faf5860435_0_274"/>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69" name="Google Shape;56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0" name="Shape 580"/>
        <p:cNvGrpSpPr/>
        <p:nvPr/>
      </p:nvGrpSpPr>
      <p:grpSpPr>
        <a:xfrm>
          <a:off x="0" y="0"/>
          <a:ext cx="0" cy="0"/>
          <a:chOff x="0" y="0"/>
          <a:chExt cx="0" cy="0"/>
        </a:xfrm>
      </p:grpSpPr>
      <p:sp>
        <p:nvSpPr>
          <p:cNvPr id="581" name="Google Shape;58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pic>
        <p:nvPicPr>
          <p:cNvPr id="652" name="Google Shape;652;g3faf5860435_0_278"/>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6" name="Shape 656"/>
        <p:cNvGrpSpPr/>
        <p:nvPr/>
      </p:nvGrpSpPr>
      <p:grpSpPr>
        <a:xfrm>
          <a:off x="0" y="0"/>
          <a:ext cx="0" cy="0"/>
          <a:chOff x="0" y="0"/>
          <a:chExt cx="0" cy="0"/>
        </a:xfrm>
      </p:grpSpPr>
      <p:sp>
        <p:nvSpPr>
          <p:cNvPr id="657" name="Google Shape;65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58" name="Google Shape;658;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62</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(04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 </a:t>
            </a:r>
            <a:r>
              <a:rPr b="1" lang="en-US" sz="7000">
                <a:solidFill>
                  <a:schemeClr val="lt1"/>
                </a:solidFill>
                <a:latin typeface="Times New Roman"/>
                <a:ea typeface="Times New Roman"/>
                <a:cs typeface="Times New Roman"/>
                <a:sym typeface="Times New Roman"/>
              </a:rPr>
              <a:t>Một mình Chúa con mãi đợi trông, một mình Chúa con luôn khát mong,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faf5860435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tâm hồn con tháng năm mỏi mòn, như đất đai khô cằn trông trời mưa rơi.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Lạy Chúa Thiên Chúa con thờ, linh hồn con luôn khát khao Ngài.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2. </a:t>
            </a:r>
            <a:r>
              <a:rPr b="1" lang="en-US" sz="7000">
                <a:solidFill>
                  <a:schemeClr val="lt1"/>
                </a:solidFill>
                <a:latin typeface="Times New Roman"/>
                <a:ea typeface="Times New Roman"/>
                <a:cs typeface="Times New Roman"/>
                <a:sym typeface="Times New Roman"/>
              </a:rPr>
              <a:t>Lòng con mong chiêm ngưỡng Thần Nhan, được nhìn thấy vinh quang Chúa thôi,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ân tình Chúa quý hơn sinh mạng, con muốn ca vang lời chúc tụng ngợi khen.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faf5860435_0_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Lạy Chúa Thiên Chúa con thờ, linh hồn con luôn khát khao Ngài.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f282feffb0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3. </a:t>
            </a:r>
            <a:r>
              <a:rPr b="1" lang="en-US" sz="7000">
                <a:solidFill>
                  <a:schemeClr val="lt1"/>
                </a:solidFill>
                <a:latin typeface="Times New Roman"/>
                <a:ea typeface="Times New Roman"/>
                <a:cs typeface="Times New Roman"/>
                <a:sym typeface="Times New Roman"/>
              </a:rPr>
              <a:t>Ngợi khen Chúa trong suốt đời con, thầm kêu khấn Chúa thương xót luôn,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f282feffb0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đây hồn con sướng vui ngập tràn, no thoả trong muôn vàn ân lộc Thiên Chúa.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faf5860435_0_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Lạy Chúa Thiên Chúa con thờ, linh hồn con luôn khát khao Ngài.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faf5860435_0_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4. </a:t>
            </a:r>
            <a:r>
              <a:rPr b="1" lang="en-US" sz="7000">
                <a:solidFill>
                  <a:schemeClr val="lt1"/>
                </a:solidFill>
                <a:latin typeface="Times New Roman"/>
                <a:ea typeface="Times New Roman"/>
                <a:cs typeface="Times New Roman"/>
                <a:sym typeface="Times New Roman"/>
              </a:rPr>
              <a:t>Ngài ra tay thương cứu trợ con, để con vui trong ân nghĩa Ngài,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faf5860435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linh hồn con náu thân trong Ngài, mãi mãi không u hoài chẳng gì nhạt phai.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faf5860435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Lạy Chúa Thiên Chúa con thờ, linh hồn con luôn khát khao Ngài.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7" name="Shape 727"/>
        <p:cNvGrpSpPr/>
        <p:nvPr/>
      </p:nvGrpSpPr>
      <p:grpSpPr>
        <a:xfrm>
          <a:off x="0" y="0"/>
          <a:ext cx="0" cy="0"/>
          <a:chOff x="0" y="0"/>
          <a:chExt cx="0" cy="0"/>
        </a:xfrm>
      </p:grpSpPr>
      <p:sp>
        <p:nvSpPr>
          <p:cNvPr id="728" name="Google Shape;72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29" name="Google Shape;729;g3d89366497e_0_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lang="en-US" sz="7400">
                <a:solidFill>
                  <a:schemeClr val="lt1"/>
                </a:solidFill>
                <a:latin typeface="Times New Roman"/>
                <a:ea typeface="Times New Roman"/>
                <a:cs typeface="Times New Roman"/>
                <a:sym typeface="Times New Roman"/>
              </a:rPr>
              <a:t>Lạy Chúa, Lời của Chúa là thần trí </a:t>
            </a:r>
            <a:br>
              <a:rPr b="1" lang="en-US" sz="7400">
                <a:solidFill>
                  <a:schemeClr val="lt1"/>
                </a:solidFill>
                <a:latin typeface="Times New Roman"/>
                <a:ea typeface="Times New Roman"/>
                <a:cs typeface="Times New Roman"/>
                <a:sym typeface="Times New Roman"/>
              </a:rPr>
            </a:br>
            <a:r>
              <a:rPr b="1" lang="en-US" sz="7400">
                <a:solidFill>
                  <a:schemeClr val="lt1"/>
                </a:solidFill>
                <a:latin typeface="Times New Roman"/>
                <a:ea typeface="Times New Roman"/>
                <a:cs typeface="Times New Roman"/>
                <a:sym typeface="Times New Roman"/>
              </a:rPr>
              <a:t>và là sự sống;</a:t>
            </a:r>
            <a:r>
              <a:rPr b="1" i="1" lang="en-US" sz="7400">
                <a:solidFill>
                  <a:schemeClr val="lt1"/>
                </a:solidFill>
                <a:latin typeface="Times New Roman"/>
                <a:ea typeface="Times New Roman"/>
                <a:cs typeface="Times New Roman"/>
                <a:sym typeface="Times New Roman"/>
              </a:rPr>
              <a:t> </a:t>
            </a:r>
            <a:endParaRPr b="1" i="1" sz="7400">
              <a:solidFill>
                <a:schemeClr val="lt1"/>
              </a:solidFill>
              <a:latin typeface="Times New Roman"/>
              <a:ea typeface="Times New Roman"/>
              <a:cs typeface="Times New Roman"/>
              <a:sym typeface="Times New Roman"/>
            </a:endParaRPr>
          </a:p>
        </p:txBody>
      </p:sp>
      <p:sp>
        <p:nvSpPr>
          <p:cNvPr id="736" name="Google Shape;73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700">
                <a:solidFill>
                  <a:schemeClr val="lt1"/>
                </a:solidFill>
                <a:latin typeface="Times New Roman"/>
                <a:ea typeface="Times New Roman"/>
                <a:cs typeface="Times New Roman"/>
                <a:sym typeface="Times New Roman"/>
              </a:rPr>
              <a:t>Chúa có Lời ban sự sống ngàn thu.</a:t>
            </a:r>
            <a:br>
              <a:rPr b="1" lang="en-US" sz="5600">
                <a:solidFill>
                  <a:schemeClr val="lt1"/>
                </a:solidFill>
                <a:latin typeface="Times New Roman"/>
                <a:ea typeface="Times New Roman"/>
                <a:cs typeface="Times New Roman"/>
                <a:sym typeface="Times New Roman"/>
              </a:rPr>
            </a:br>
            <a:r>
              <a:rPr b="1" i="1" lang="en-US" sz="5600">
                <a:solidFill>
                  <a:srgbClr val="FFFF00"/>
                </a:solidFill>
                <a:latin typeface="Times New Roman"/>
                <a:ea typeface="Times New Roman"/>
                <a:cs typeface="Times New Roman"/>
                <a:sym typeface="Times New Roman"/>
              </a:rPr>
              <a:t>All..</a:t>
            </a:r>
            <a:endParaRPr b="1" sz="5600">
              <a:solidFill>
                <a:srgbClr val="FFFF00"/>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pic>
        <p:nvPicPr>
          <p:cNvPr id="746" name="Google Shape;746;g3baa6357486_0_13"/>
          <p:cNvPicPr preferRelativeResize="0"/>
          <p:nvPr/>
        </p:nvPicPr>
        <p:blipFill rotWithShape="1">
          <a:blip r:embed="rId3">
            <a:alphaModFix/>
          </a:blip>
          <a:srcRect b="0" l="0" r="0" t="0"/>
          <a:stretch/>
        </p:blipFill>
        <p:spPr>
          <a:xfrm>
            <a:off x="0" y="0"/>
            <a:ext cx="9144000" cy="5143505"/>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pic>
        <p:nvPicPr>
          <p:cNvPr id="751" name="Google Shape;751;g3faf5860435_0_246"/>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57" name="Google Shape;75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pic>
        <p:nvPicPr>
          <p:cNvPr id="857" name="Google Shape;857;g3faf5860435_0_282"/>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g3f95afb83fa_0_2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DÂNG LÊN 2</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(Vũ Lâm)</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g3f69acae762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 </a:t>
            </a:r>
            <a:r>
              <a:rPr b="1" lang="en-US" sz="6800">
                <a:solidFill>
                  <a:schemeClr val="lt1"/>
                </a:solidFill>
                <a:latin typeface="Times New Roman"/>
                <a:ea typeface="Times New Roman"/>
                <a:cs typeface="Times New Roman"/>
                <a:sym typeface="Times New Roman"/>
              </a:rPr>
              <a:t>Xin dâng lên chén rượu nồng thơm trọn tình con dâng về nhan Chúa.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g3f69acae762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Xin dâng lên tấm bánh tinh tuyền, con xin dâng này đây xác thân linh hồn.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g3fac4c6c2fc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Làm của lễ chung kết dâng hết tin yêu, hòa lời kinh triền miên êm đềm dâng tiến.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g3fac4c6c2fc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Xin thương ban hồng phúc dư đầy, cho hôm nay và mãi tương lai,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g3faf5860435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nguyện dâng trái tim nồng say.</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g3faf5860435_0_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2. </a:t>
            </a:r>
            <a:r>
              <a:rPr b="1" lang="en-US" sz="6800">
                <a:solidFill>
                  <a:schemeClr val="lt1"/>
                </a:solidFill>
                <a:latin typeface="Times New Roman"/>
                <a:ea typeface="Times New Roman"/>
                <a:cs typeface="Times New Roman"/>
                <a:sym typeface="Times New Roman"/>
              </a:rPr>
              <a:t>Xin dâng lên Chúa tuổi thanh xuân là tình yêu chan hòa sức sống.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g3faf5860435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Xin dâng lên những ước mơ hồng, con xin dâng niềm tin ngất ngây hương lòng.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g3faf5860435_0_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Làm của lễ chung kết dâng hết tin yêu, hòa lời kinh triền miên êm đềm dâng tiến.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g3faf5860435_0_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Xin thương ban hồng phúc dư đầy, cho hôm nay và mãi tương lai,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g3faf5860435_0_5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nguyện dâng trái tim nồng say.</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g3faf5860435_0_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3. </a:t>
            </a:r>
            <a:r>
              <a:rPr b="1" lang="en-US" sz="6800">
                <a:solidFill>
                  <a:schemeClr val="lt1"/>
                </a:solidFill>
                <a:latin typeface="Times New Roman"/>
                <a:ea typeface="Times New Roman"/>
                <a:cs typeface="Times New Roman"/>
                <a:sym typeface="Times New Roman"/>
              </a:rPr>
              <a:t>Xin dâng lên những niềm khổ đau dù ngày qua mây mù che lối.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g3faf5860435_0_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Xin dâng lên kiếp sống đơn nghèo, con xin dâng là bao khó nguy trong đời.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g3faf5860435_0_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Làm của lễ chung kết dâng hết tin yêu, hòa lời kinh triền miên êm đềm dâng tiến.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g3faf5860435_0_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Xin thương ban hồng phúc dư đầy, cho hôm nay và mãi tương lai,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g3faf5860435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nguyện dâng trái tim nồng say.</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pic>
        <p:nvPicPr>
          <p:cNvPr id="942" name="Google Shape;942;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pic>
        <p:nvPicPr>
          <p:cNvPr id="962" name="Google Shape;962;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pic>
        <p:nvPicPr>
          <p:cNvPr id="982" name="Google Shape;982;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g3e9ce9eb37a_0_183"/>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Lạy Chúa, vĩ đại thay lòng nhân hậu Chúa, </a:t>
            </a:r>
            <a:endParaRPr b="1" sz="8000">
              <a:solidFill>
                <a:schemeClr val="lt1"/>
              </a:solidFill>
              <a:latin typeface="Times New Roman"/>
              <a:ea typeface="Times New Roman"/>
              <a:cs typeface="Times New Roman"/>
              <a:sym typeface="Times New Roman"/>
            </a:endParaRPr>
          </a:p>
        </p:txBody>
      </p:sp>
      <p:sp>
        <p:nvSpPr>
          <p:cNvPr id="988" name="Google Shape;988;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g3fac4c6c2fc_0_97"/>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lòng nhân hậu Ngài dành để cho những ai kính sợ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pic>
        <p:nvPicPr>
          <p:cNvPr id="998" name="Google Shape;998;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g3f491e64396_0_4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CHỈ CHO CON</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(Hùng Lân)</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g3f491e64396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chỉ cho con đường đi của Chúa. Xin dạy bảo con nước bước của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g3f491e64396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hướng dẫn con trong chân lý, xin dạy bảo con những điều cao quý.</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g3faf5860435_0_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Chúa là Đấng cứu độ con, là Đấng ngày đêm con cậy trông.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g3f95afb83fa_0_1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Tất cả nẻo đường Chúa là tình yêu và chân lý,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g3f54ad4d3bd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dành cho những ai giữ trọn minh ước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g3faf5860435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điều răn Chúa ra nghiêm chỉnh thực thi.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g3faf5860435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chỉ cho con đường đi của Chúa. Xin dạy bảo con nước bước của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g3faf5860435_0_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hướng dẫn con trong chân lý, xin dạy bảo con những điều cao quý.</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g3faf5860435_0_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Chúa là Đấng cứu độ con, là Đấng ngày đêm con cậy trông.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g3faf5860435_0_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Xin mở lượng từ bi từ ngàn xưa Ngài vẫn có,</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g3faf5860435_0_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mà quên hết những lỗi lầm con mắc hồi niên thiếu vươn lên trong dại khờ.</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g3faf5860435_0_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chỉ cho con đường đi của Chúa. Xin dạy bảo con nước bước của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g3faf5860435_0_1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hướng dẫn con trong chân lý, xin dạy bảo con những điều cao quý.</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g3faf5860435_0_1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Chúa là Đấng cứu độ con, là Đấng ngày đêm con cậy trông.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pic>
        <p:nvPicPr>
          <p:cNvPr id="1078" name="Google Shape;1078;g3faf5860435_0_286"/>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g3faf5860435_0_12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THẮP SÁNG</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TRONG CON</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(Trầm Hương)</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g3faf5860435_0_1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ĐK.</a:t>
            </a:r>
            <a:r>
              <a:rPr b="1" lang="en-US" sz="7500">
                <a:solidFill>
                  <a:srgbClr val="FFFFFF"/>
                </a:solidFill>
                <a:latin typeface="Times New Roman"/>
                <a:ea typeface="Times New Roman"/>
                <a:cs typeface="Times New Roman"/>
                <a:sym typeface="Times New Roman"/>
              </a:rPr>
              <a:t> Thắp sáng lên trong con tình yêu Chúa. </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g3faf5860435_0_2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Thắp sáng lên trong con tình tuyệt vời.</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g3faf5860435_0_1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1.</a:t>
            </a:r>
            <a:r>
              <a:rPr b="1" lang="en-US" sz="7500">
                <a:solidFill>
                  <a:srgbClr val="FFFFFF"/>
                </a:solidFill>
                <a:latin typeface="Times New Roman"/>
                <a:ea typeface="Times New Roman"/>
                <a:cs typeface="Times New Roman"/>
                <a:sym typeface="Times New Roman"/>
              </a:rPr>
              <a:t> Để con hân hoan đem tin yêu đi về muôn lối.</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g3faf5860435_0_2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Tựa như mưa tuôn, mưa hồng ân Chúa trên trần đời.</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3faf5860435_0_2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ĐK.</a:t>
            </a:r>
            <a:r>
              <a:rPr b="1" lang="en-US" sz="7500">
                <a:solidFill>
                  <a:srgbClr val="FFFFFF"/>
                </a:solidFill>
                <a:latin typeface="Times New Roman"/>
                <a:ea typeface="Times New Roman"/>
                <a:cs typeface="Times New Roman"/>
                <a:sym typeface="Times New Roman"/>
              </a:rPr>
              <a:t> Thắp sáng lên trong con tình yêu Chúa. </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g3faf5860435_0_2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Thắp sáng lên trong con tình tuyệt vời.</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pic>
        <p:nvPicPr>
          <p:cNvPr id="1118" name="Google Shape;1118;g3faf5860435_0_290"/>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