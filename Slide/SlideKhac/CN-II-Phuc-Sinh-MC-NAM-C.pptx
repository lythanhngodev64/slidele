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Lst>
  <p:sldSz cy="5143500" cx="9144000"/>
  <p:notesSz cx="6858000" cy="9144000"/>
  <p:embeddedFontLst>
    <p:embeddedFont>
      <p:font typeface="Oswald"/>
      <p:regular r:id="rId232"/>
      <p:bold r:id="rId2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4" roundtripDataSignature="AMtx7mg6Q5QqPyBh89PIV9cywpADaEBG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234" Type="http://customschemas.google.com/relationships/presentationmetadata" Target="metadata"/><Relationship Id="rId112" Type="http://schemas.openxmlformats.org/officeDocument/2006/relationships/slide" Target="slides/slide107.xml"/><Relationship Id="rId233" Type="http://schemas.openxmlformats.org/officeDocument/2006/relationships/font" Target="fonts/Oswald-bold.fntdata"/><Relationship Id="rId111" Type="http://schemas.openxmlformats.org/officeDocument/2006/relationships/slide" Target="slides/slide106.xml"/><Relationship Id="rId232" Type="http://schemas.openxmlformats.org/officeDocument/2006/relationships/font" Target="fonts/Oswald-regular.fntdata"/><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1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79" name="Google Shape;679;p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85" name="Google Shape;685;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1" name="Google Shape;691;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7" name="Google Shape;697;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3" name="Google Shape;703;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21" name="Google Shape;721;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27" name="Google Shape;727;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33" name="Google Shape;733;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9" name="Google Shape;739;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5" name="Google Shape;745;p1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1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51" name="Google Shape;751;p1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57" name="Google Shape;757;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3" name="Google Shape;763;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9" name="Google Shape;769;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5" name="Google Shape;775;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1" name="Google Shape;781;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7" name="Google Shape;787;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3" name="Google Shape;793;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9" name="Google Shape;799;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5" name="Google Shape;805;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29" name="Google Shape;829;p1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5" name="Google Shape;835;p1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1" name="Google Shape;841;p1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p1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7" name="Google Shape;847;p1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53" name="Google Shape;853;p1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9" name="Google Shape;859;p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5" name="Google Shape;865;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1" name="Google Shape;871;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77" name="Google Shape;877;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3" name="Google Shape;883;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 name="Google Shape;888;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9" name="Google Shape;889;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5" name="Google Shape;895;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p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8" name="Google Shape;1008;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3" name="Google Shape;1013;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p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1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1" name="Google Shape;1061;p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2" name="Google Shape;1062;p1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8" name="Google Shape;1068;p1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 name="Google Shape;1073;p1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74" name="Google Shape;1074;p1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9" name="Google Shape;1079;p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0" name="Google Shape;1080;p1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6" name="Google Shape;1086;p1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p1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92" name="Google Shape;1092;p1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p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98" name="Google Shape;1098;p1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04" name="Google Shape;1104;p1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9" name="Google Shape;1109;p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10" name="Google Shape;1110;p1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p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16" name="Google Shape;1116;p1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1" name="Google Shape;1121;p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22" name="Google Shape;1122;p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p1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28" name="Google Shape;1128;p1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3" name="Google Shape;1133;p1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34" name="Google Shape;1134;p1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p1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40" name="Google Shape;1140;p1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5" name="Google Shape;1145;p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4" name="Google Shape;1164;p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p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0" name="Google Shape;1170;p2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5" name="Google Shape;1175;p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6" name="Google Shape;1176;p2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1" name="Google Shape;1181;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82" name="Google Shape;1182;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88" name="Google Shape;1188;p2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3" name="Google Shape;1193;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94" name="Google Shape;1194;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0" name="Google Shape;1200;p2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5" name="Google Shape;1205;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6" name="Google Shape;1206;p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1" name="Google Shape;1211;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12" name="Google Shape;1212;p2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p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18" name="Google Shape;1218;p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p2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24" name="Google Shape;1224;p2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p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30" name="Google Shape;1230;p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p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36" name="Google Shape;1236;p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2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42" name="Google Shape;1242;p2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7" name="Google Shape;1247;p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48" name="Google Shape;1248;p2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2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54" name="Google Shape;1254;p2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60" name="Google Shape;1260;p2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5" name="Google Shape;1265;p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66" name="Google Shape;1266;p2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1" name="Google Shape;1271;p2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2" name="Google Shape;1272;p2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2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p2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85" name="Google Shape;1285;p2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0" name="Google Shape;1290;p2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91" name="Google Shape;1291;p2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p2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97" name="Google Shape;1297;p2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p2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03" name="Google Shape;1303;p2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p2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9" name="Google Shape;1309;p2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8"/>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8"/>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0"/>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0"/>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1"/>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1"/>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2"/>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2"/>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2"/>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2"/>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5"/>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5"/>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35"/>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3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6"/>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6"/>
          <p:cNvSpPr/>
          <p:nvPr>
            <p:ph idx="2" type="pic"/>
          </p:nvPr>
        </p:nvSpPr>
        <p:spPr>
          <a:xfrm>
            <a:off x="1792288" y="459581"/>
            <a:ext cx="5486400" cy="3086100"/>
          </a:xfrm>
          <a:prstGeom prst="rect">
            <a:avLst/>
          </a:prstGeom>
          <a:noFill/>
          <a:ln>
            <a:noFill/>
          </a:ln>
        </p:spPr>
      </p:sp>
      <p:sp>
        <p:nvSpPr>
          <p:cNvPr id="68" name="Google Shape;68;p236"/>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3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7"/>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3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8"/>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8"/>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3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7"/>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2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2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2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5400" u="none" cap="none" strike="noStrike">
                <a:solidFill>
                  <a:srgbClr val="FFFFFF"/>
                </a:solidFill>
                <a:latin typeface="Arial"/>
                <a:ea typeface="Arial"/>
                <a:cs typeface="Arial"/>
                <a:sym typeface="Arial"/>
              </a:rPr>
              <a:t>CHÚA NHẬT II PHỤC SINH</a:t>
            </a:r>
            <a:endParaRPr/>
          </a:p>
        </p:txBody>
      </p:sp>
      <p:sp>
        <p:nvSpPr>
          <p:cNvPr id="90" name="Google Shape;90;p1"/>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u="none" cap="none" strike="noStrike">
                <a:solidFill>
                  <a:srgbClr val="FFFFFF"/>
                </a:solidFill>
                <a:latin typeface="Arial"/>
                <a:ea typeface="Arial"/>
                <a:cs typeface="Arial"/>
                <a:sym typeface="Arial"/>
              </a:rPr>
              <a:t>“Tôma, vì con đã xem thấy Thầy, nên con đã tin. Phúc cho những ai </a:t>
            </a:r>
            <a:br>
              <a:rPr b="1" i="1" lang="en-US" sz="4300" u="none" cap="none" strike="noStrike">
                <a:solidFill>
                  <a:srgbClr val="FFFFFF"/>
                </a:solidFill>
                <a:latin typeface="Arial"/>
                <a:ea typeface="Arial"/>
                <a:cs typeface="Arial"/>
                <a:sym typeface="Arial"/>
              </a:rPr>
            </a:br>
            <a:r>
              <a:rPr b="1" i="1" lang="en-US" sz="4300" u="none" cap="none" strike="noStrike">
                <a:solidFill>
                  <a:srgbClr val="FFFFFF"/>
                </a:solidFill>
                <a:latin typeface="Arial"/>
                <a:ea typeface="Arial"/>
                <a:cs typeface="Arial"/>
                <a:sym typeface="Arial"/>
              </a:rPr>
              <a:t>đã không thấy mà tin!”</a:t>
            </a:r>
            <a:endParaRPr b="0" i="0" sz="1800" u="none" cap="none" strike="noStrike">
              <a:solidFill>
                <a:schemeClr val="dk1"/>
              </a:solidFill>
              <a:latin typeface="Arial"/>
              <a:ea typeface="Arial"/>
              <a:cs typeface="Arial"/>
              <a:sym typeface="Arial"/>
            </a:endParaRPr>
          </a:p>
        </p:txBody>
      </p:sp>
      <p:sp>
        <p:nvSpPr>
          <p:cNvPr id="91" name="Google Shape;91;p1"/>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idx="1" type="subTitle"/>
          </p:nvPr>
        </p:nvSpPr>
        <p:spPr>
          <a:xfrm>
            <a:off x="0" y="526381"/>
            <a:ext cx="9144000" cy="4617119"/>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accent1"/>
              </a:buClr>
              <a:buSzPts val="8000"/>
              <a:buNone/>
            </a:pPr>
            <a:r>
              <a:rPr b="1" i="1" lang="en-US" sz="8000" u="sng">
                <a:solidFill>
                  <a:schemeClr val="accent1"/>
                </a:solidFill>
                <a:latin typeface="Times New Roman"/>
                <a:ea typeface="Times New Roman"/>
                <a:cs typeface="Times New Roman"/>
                <a:sym typeface="Times New Roman"/>
              </a:rPr>
              <a:t>Xướng:</a:t>
            </a:r>
            <a:r>
              <a:rPr b="1" lang="en-US" sz="8000">
                <a:solidFill>
                  <a:schemeClr val="accent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Lạy Nữ Vương Thiên Đàng hãy vui mừng – Alleluia</a:t>
            </a:r>
            <a:endParaRPr b="1" sz="8000">
              <a:solidFill>
                <a:schemeClr val="dk1"/>
              </a:solidFill>
              <a:latin typeface="Times New Roman"/>
              <a:ea typeface="Times New Roman"/>
              <a:cs typeface="Times New Roman"/>
              <a:sym typeface="Times New Roman"/>
            </a:endParaRPr>
          </a:p>
          <a:p>
            <a:pPr indent="0" lvl="0" marL="0" rtl="0" algn="just">
              <a:lnSpc>
                <a:spcPct val="120000"/>
              </a:lnSpc>
              <a:spcBef>
                <a:spcPts val="1600"/>
              </a:spcBef>
              <a:spcAft>
                <a:spcPts val="0"/>
              </a:spcAft>
              <a:buClr>
                <a:srgbClr val="888888"/>
              </a:buClr>
              <a:buSzPts val="8000"/>
              <a:buNone/>
            </a:pPr>
            <a:r>
              <a:t/>
            </a:r>
            <a:endParaRPr sz="8000">
              <a:solidFill>
                <a:schemeClr val="lt1"/>
              </a:solidFill>
              <a:latin typeface="Times New Roman"/>
              <a:ea typeface="Times New Roman"/>
              <a:cs typeface="Times New Roman"/>
              <a:sym typeface="Times New Roman"/>
            </a:endParaRPr>
          </a:p>
        </p:txBody>
      </p:sp>
      <p:sp>
        <p:nvSpPr>
          <p:cNvPr id="142" name="Google Shape;142;p11"/>
          <p:cNvSpPr txBox="1"/>
          <p:nvPr/>
        </p:nvSpPr>
        <p:spPr>
          <a:xfrm>
            <a:off x="0" y="-1"/>
            <a:ext cx="9142494"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FF0000"/>
                </a:solidFill>
                <a:latin typeface="Times New Roman"/>
                <a:ea typeface="Times New Roman"/>
                <a:cs typeface="Times New Roman"/>
                <a:sym typeface="Times New Roman"/>
              </a:rPr>
              <a:t>KINH NỮ VƯƠNG THIÊN ĐÀNG</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Vì đấng Mẹ đã đáng cưu mang trong lòng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Xướng:</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Người đã sống lại thật như lời đã phán hứa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Xin cầu cùng Chúa cho chúng con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Xướng:</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Lạy Nữ Đồng Trinh Maria hãy hỉ hoan khoái lạc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Vì Chúa đã sống lại thật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ctr">
              <a:spcBef>
                <a:spcPts val="0"/>
              </a:spcBef>
              <a:spcAft>
                <a:spcPts val="0"/>
              </a:spcAft>
              <a:buClr>
                <a:srgbClr val="FF0000"/>
              </a:buClr>
              <a:buSzPts val="4800"/>
              <a:buNone/>
            </a:pPr>
            <a:r>
              <a:rPr b="1" lang="en-US" sz="4800">
                <a:solidFill>
                  <a:srgbClr val="FF0000"/>
                </a:solidFill>
                <a:latin typeface="Times New Roman"/>
                <a:ea typeface="Times New Roman"/>
                <a:cs typeface="Times New Roman"/>
                <a:sym typeface="Times New Roman"/>
              </a:rPr>
              <a:t>LỜI NGUYỆN:</a:t>
            </a:r>
            <a:r>
              <a:rPr b="1" lang="en-US" sz="4950">
                <a:solidFill>
                  <a:srgbClr val="FF0000"/>
                </a:solidFill>
                <a:latin typeface="Times New Roman"/>
                <a:ea typeface="Times New Roman"/>
                <a:cs typeface="Times New Roman"/>
                <a:sym typeface="Times New Roman"/>
              </a:rPr>
              <a:t> </a:t>
            </a:r>
            <a:endParaRPr/>
          </a:p>
          <a:p>
            <a:pPr indent="0" lvl="0" marL="0" rtl="0" algn="just">
              <a:spcBef>
                <a:spcPts val="172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Lạy Chúa, là đấng đã làm cho thiên hạ vui mừng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quá bội bởi Đức Chúa Giêsu Kitô là Con Chúa cùng là Chúa chúng con đã</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sống lại; xin vì Đức Nữ Đồng Trinh Maria là Thánh Mẫu Người nguyện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cầu cho chúng con được hưởng phúc vui vẻ hằng sống đời đời. Vì công nghiệp</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Chúa Kitô là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NGHĨA ĐỨC TIN</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Ngày Chúa Nhật hôm nay, chúng con hợp nhau kính lạy thờ phượng Chúa,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không khen cám tạ ơn Chúa về mọi ơn lành Chúa đã ban cho chúng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thì chúng con dám xin Chúa hãy khứng ban những ơn cần kíp cho chúng con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được rỗi linh hồn. Nên chúng con cả lòng tin vững vàng mọi điều đạo thánh Chúa dạy, </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nhất là những điều cần kíp này là có một Đức Chúa Trời phép tắc vô cùng,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t/>
            </a:r>
            <a:endParaRPr b="1" sz="20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dựng nên trời đất, mà</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Người</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có Ba Ngôi.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Ngôi Thứ Nhất là Cha, Ngôi Thứ Hai là Con, Ngôi Thứ Ba là Thánh Thần;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tin Ngôi Thứ Hai ra đời làm người, sinh bởi Bà Maria Đồng Trinh,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đặt tên là Giêsu, ở thế gian ba mươi ba năm, đoạn chịu chết trên cây Thánh giá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mà chuộc tội cho thiên hạ, đến ngày thứ ba Người </a:t>
            </a:r>
            <a:br>
              <a:rPr b="1" lang="en-US" sz="8400">
                <a:solidFill>
                  <a:schemeClr val="dk1"/>
                </a:solidFill>
                <a:latin typeface="Times New Roman"/>
                <a:ea typeface="Times New Roman"/>
                <a:cs typeface="Times New Roman"/>
                <a:sym typeface="Times New Roman"/>
              </a:rPr>
            </a:br>
            <a:r>
              <a:rPr b="1" lang="en-US" sz="8400">
                <a:solidFill>
                  <a:schemeClr val="dk1"/>
                </a:solidFill>
                <a:latin typeface="Times New Roman"/>
                <a:ea typeface="Times New Roman"/>
                <a:cs typeface="Times New Roman"/>
                <a:sym typeface="Times New Roman"/>
              </a:rPr>
              <a:t>sống lại;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khỏi bốn mươi ngày lên trời; đủ mười ngày lại cho Đức Chúa Thánh Thần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mà linh hồn là giống thiêng liêng chẳng hề chết đặng;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đến ngày tận thế  xác loài người ta sẽ sống lại mà chịu phán xét;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kẻ lành lên thiên đàng hưởng phúc đời đời; kẻ dữ sa hỏa ngục chịu phạt vô cùng.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Mà chúng con tin các sự ấy mà thôi thì chưa đủ cho đặng lên </a:t>
            </a:r>
            <a:br>
              <a:rPr b="1" lang="en-US" sz="7400">
                <a:solidFill>
                  <a:schemeClr val="dk1"/>
                </a:solidFill>
                <a:latin typeface="Times New Roman"/>
                <a:ea typeface="Times New Roman"/>
                <a:cs typeface="Times New Roman"/>
                <a:sym typeface="Times New Roman"/>
              </a:rPr>
            </a:br>
            <a:r>
              <a:rPr b="1" lang="en-US" sz="7400">
                <a:solidFill>
                  <a:schemeClr val="dk1"/>
                </a:solidFill>
                <a:latin typeface="Times New Roman"/>
                <a:ea typeface="Times New Roman"/>
                <a:cs typeface="Times New Roman"/>
                <a:sym typeface="Times New Roman"/>
              </a:rPr>
              <a:t>thiên đàng;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làm những việc lành phúc đức.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Nhân vì sự ấy, chúng con hằng phải sợ hãi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Chúa</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Giêsu đã truyền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1050"/>
              <a:buNone/>
            </a:pPr>
            <a:r>
              <a:t/>
            </a:r>
            <a:endParaRPr b="1" sz="1050">
              <a:solidFill>
                <a:schemeClr val="dk1"/>
              </a:solidFill>
              <a:latin typeface="Times New Roman"/>
              <a:ea typeface="Times New Roman"/>
              <a:cs typeface="Times New Roman"/>
              <a:sym typeface="Times New Roman"/>
            </a:endParaRPr>
          </a:p>
          <a:p>
            <a:pPr indent="0" lvl="0" marL="0" rtl="0" algn="just">
              <a:spcBef>
                <a:spcPts val="140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tin thật vững vàng mà giữ cẩn thận các điều trước này,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52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thì mới đặng hưởng  phúc thanh nhàn đời đời kiếp kiếp. </a:t>
            </a:r>
            <a:r>
              <a:rPr b="1" lang="en-US" sz="7600">
                <a:solidFill>
                  <a:srgbClr val="FF0000"/>
                </a:solidFill>
                <a:latin typeface="Times New Roman"/>
                <a:ea typeface="Times New Roman"/>
                <a:cs typeface="Times New Roman"/>
                <a:sym typeface="Times New Roman"/>
              </a:rPr>
              <a:t>Amen</a:t>
            </a:r>
            <a:r>
              <a:rPr b="1" lang="en-US" sz="7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4050"/>
              <a:buNone/>
            </a:pPr>
            <a:r>
              <a:rPr b="1" lang="en-US" sz="4050">
                <a:solidFill>
                  <a:srgbClr val="FF0000"/>
                </a:solidFill>
                <a:latin typeface="Times New Roman"/>
                <a:ea typeface="Times New Roman"/>
                <a:cs typeface="Times New Roman"/>
                <a:sym typeface="Times New Roman"/>
              </a:rPr>
              <a:t>Đạo Đức Chúa Trời có mười điều răn:</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Thờ phượng một Đức Chúa Trời và kính mến người trên hết mọi sự</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050"/>
              <a:buNone/>
            </a:pPr>
            <a:r>
              <a:t/>
            </a:r>
            <a:endParaRPr b="1" sz="1050">
              <a:solidFill>
                <a:srgbClr val="FFC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Chớ kêu tên Đức Chúa Trời vô cớ</a:t>
            </a:r>
            <a:endParaRPr b="1" sz="6600">
              <a:solidFill>
                <a:schemeClr val="dk1"/>
              </a:solidFill>
              <a:latin typeface="Times New Roman"/>
              <a:ea typeface="Times New Roman"/>
              <a:cs typeface="Times New Roman"/>
              <a:sym typeface="Times New Roman"/>
            </a:endParaRPr>
          </a:p>
          <a:p>
            <a:pPr indent="0" lvl="0" marL="0" rtl="0" algn="just">
              <a:spcBef>
                <a:spcPts val="56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ba:</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Giữ ngày Chúa Nhật</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ctr">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bốn: </a:t>
            </a:r>
            <a:r>
              <a:rPr b="1" lang="en-US" sz="6600">
                <a:solidFill>
                  <a:schemeClr val="dk1"/>
                </a:solidFill>
                <a:latin typeface="Times New Roman"/>
                <a:ea typeface="Times New Roman"/>
                <a:cs typeface="Times New Roman"/>
                <a:sym typeface="Times New Roman"/>
              </a:rPr>
              <a:t>Thảo kính cha mẹ</a:t>
            </a:r>
            <a:endParaRPr b="1" sz="6000">
              <a:solidFill>
                <a:schemeClr val="dk1"/>
              </a:solidFill>
              <a:latin typeface="Times New Roman"/>
              <a:ea typeface="Times New Roman"/>
              <a:cs typeface="Times New Roman"/>
              <a:sym typeface="Times New Roman"/>
            </a:endParaRPr>
          </a:p>
          <a:p>
            <a:pPr indent="0" lvl="0" marL="0" rtl="0" algn="just">
              <a:spcBef>
                <a:spcPts val="72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600">
                <a:solidFill>
                  <a:schemeClr val="dk1"/>
                </a:solidFill>
                <a:latin typeface="Times New Roman"/>
                <a:ea typeface="Times New Roman"/>
                <a:cs typeface="Times New Roman"/>
                <a:sym typeface="Times New Roman"/>
              </a:rPr>
              <a:t>Chớ giết người</a:t>
            </a:r>
            <a:endParaRPr b="1" sz="6000">
              <a:solidFill>
                <a:schemeClr val="dk1"/>
              </a:solidFill>
              <a:latin typeface="Times New Roman"/>
              <a:ea typeface="Times New Roman"/>
              <a:cs typeface="Times New Roman"/>
              <a:sym typeface="Times New Roman"/>
            </a:endParaRPr>
          </a:p>
          <a:p>
            <a:pPr indent="0" lvl="0" marL="0" rtl="0" algn="just">
              <a:spcBef>
                <a:spcPts val="1080"/>
              </a:spcBef>
              <a:spcAft>
                <a:spcPts val="0"/>
              </a:spcAft>
              <a:buClr>
                <a:srgbClr val="888888"/>
              </a:buClr>
              <a:buSzPts val="5400"/>
              <a:buNone/>
            </a:pPr>
            <a:r>
              <a:t/>
            </a:r>
            <a:endParaRPr b="1" sz="54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làm sự dâm dục</a:t>
            </a:r>
            <a:endParaRPr b="1" sz="6000">
              <a:solidFill>
                <a:schemeClr val="dk1"/>
              </a:solidFill>
              <a:latin typeface="Times New Roman"/>
              <a:ea typeface="Times New Roman"/>
              <a:cs typeface="Times New Roman"/>
              <a:sym typeface="Times New Roman"/>
            </a:endParaRPr>
          </a:p>
          <a:p>
            <a:pPr indent="0" lvl="0" marL="0" rtl="0" algn="just">
              <a:spcBef>
                <a:spcPts val="64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lấy của người</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tám:</a:t>
            </a:r>
            <a:r>
              <a:rPr b="1" lang="en-US" sz="5700">
                <a:solidFill>
                  <a:schemeClr val="dk1"/>
                </a:solidFill>
                <a:latin typeface="Times New Roman"/>
                <a:ea typeface="Times New Roman"/>
                <a:cs typeface="Times New Roman"/>
                <a:sym typeface="Times New Roman"/>
              </a:rPr>
              <a:t> Chớ làm chứng dối</a:t>
            </a:r>
            <a:endParaRPr/>
          </a:p>
          <a:p>
            <a:pPr indent="0" lvl="0" marL="0" rtl="0" algn="just">
              <a:spcBef>
                <a:spcPts val="40"/>
              </a:spcBef>
              <a:spcAft>
                <a:spcPts val="0"/>
              </a:spcAft>
              <a:buClr>
                <a:srgbClr val="888888"/>
              </a:buClr>
              <a:buSzPts val="200"/>
              <a:buNone/>
            </a:pPr>
            <a:r>
              <a:t/>
            </a:r>
            <a:endParaRPr b="1" sz="200">
              <a:solidFill>
                <a:srgbClr val="FF0000"/>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chín:</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muốn vợ</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chồng người</a:t>
            </a:r>
            <a:endParaRPr b="1" sz="5700">
              <a:solidFill>
                <a:schemeClr val="dk1"/>
              </a:solidFill>
              <a:latin typeface="Times New Roman"/>
              <a:ea typeface="Times New Roman"/>
              <a:cs typeface="Times New Roman"/>
              <a:sym typeface="Times New Roman"/>
            </a:endParaRPr>
          </a:p>
          <a:p>
            <a:pPr indent="0" lvl="0" marL="0" rtl="0" algn="just">
              <a:spcBef>
                <a:spcPts val="120"/>
              </a:spcBef>
              <a:spcAft>
                <a:spcPts val="0"/>
              </a:spcAft>
              <a:buClr>
                <a:srgbClr val="888888"/>
              </a:buClr>
              <a:buSzPts val="600"/>
              <a:buNone/>
            </a:pPr>
            <a:r>
              <a:t/>
            </a:r>
            <a:endParaRPr b="1" sz="600">
              <a:solidFill>
                <a:schemeClr val="dk1"/>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mười:</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tham </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của người</a:t>
            </a:r>
            <a:endParaRPr sz="57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Mười điều răn ấy tóm về hai này mà chớ: </a:t>
            </a:r>
            <a:r>
              <a:rPr b="1" lang="en-US" sz="6800">
                <a:solidFill>
                  <a:srgbClr val="FF0000"/>
                </a:solidFill>
                <a:latin typeface="Times New Roman"/>
                <a:ea typeface="Times New Roman"/>
                <a:cs typeface="Times New Roman"/>
                <a:sym typeface="Times New Roman"/>
              </a:rPr>
              <a:t>trước</a:t>
            </a:r>
            <a:r>
              <a:rPr b="1" lang="en-US" sz="6800">
                <a:solidFill>
                  <a:schemeClr val="dk1"/>
                </a:solidFill>
                <a:latin typeface="Times New Roman"/>
                <a:ea typeface="Times New Roman"/>
                <a:cs typeface="Times New Roman"/>
                <a:sym typeface="Times New Roman"/>
              </a:rPr>
              <a:t> kính mến một Đức Chúa Trời trên hết mọi sự</a:t>
            </a:r>
            <a:endParaRPr b="1" i="1" sz="6800">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8800"/>
              <a:buNone/>
            </a:pPr>
            <a:r>
              <a:t/>
            </a:r>
            <a:endParaRPr b="1" sz="88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rgbClr val="FF0000"/>
              </a:buClr>
              <a:buSzPts val="6800"/>
              <a:buNone/>
            </a:pPr>
            <a:r>
              <a:rPr b="1" lang="en-US" sz="6800">
                <a:solidFill>
                  <a:srgbClr val="FF0000"/>
                </a:solidFill>
                <a:latin typeface="Times New Roman"/>
                <a:ea typeface="Times New Roman"/>
                <a:cs typeface="Times New Roman"/>
                <a:sym typeface="Times New Roman"/>
              </a:rPr>
              <a:t>sau</a:t>
            </a:r>
            <a:r>
              <a:rPr b="1" lang="en-US" sz="6800">
                <a:solidFill>
                  <a:schemeClr val="dk1"/>
                </a:solidFill>
                <a:latin typeface="Times New Roman"/>
                <a:ea typeface="Times New Roman"/>
                <a:cs typeface="Times New Roman"/>
                <a:sym typeface="Times New Roman"/>
              </a:rPr>
              <a:t> lại yêu người như mình ta vậy. </a:t>
            </a:r>
            <a:r>
              <a:rPr b="1" i="1" lang="en-US" sz="6800">
                <a:solidFill>
                  <a:srgbClr val="FF0000"/>
                </a:solidFill>
                <a:latin typeface="Times New Roman"/>
                <a:ea typeface="Times New Roman"/>
                <a:cs typeface="Times New Roman"/>
                <a:sym typeface="Times New Roman"/>
              </a:rPr>
              <a:t>Amen</a:t>
            </a:r>
            <a:r>
              <a:rPr b="1" i="1" lang="en-US" sz="68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4500"/>
              <a:buNone/>
            </a:pPr>
            <a:r>
              <a:rPr b="1" lang="en-US" sz="4500">
                <a:solidFill>
                  <a:srgbClr val="FF0000"/>
                </a:solidFill>
                <a:latin typeface="Times New Roman"/>
                <a:ea typeface="Times New Roman"/>
                <a:cs typeface="Times New Roman"/>
                <a:sym typeface="Times New Roman"/>
              </a:rPr>
              <a:t>Hội Thánh có năm điều răn:</a:t>
            </a:r>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Thứ nhất: </a:t>
            </a:r>
            <a:r>
              <a:rPr b="1" lang="en-US" sz="7200">
                <a:solidFill>
                  <a:schemeClr val="dk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xưng tội trong một năm ít là một lần;</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ba: </a:t>
            </a:r>
            <a:r>
              <a:rPr b="1" lang="en-US" sz="6600">
                <a:solidFill>
                  <a:schemeClr val="dk1"/>
                </a:solidFill>
                <a:latin typeface="Times New Roman"/>
                <a:ea typeface="Times New Roman"/>
                <a:cs typeface="Times New Roman"/>
                <a:sym typeface="Times New Roman"/>
              </a:rPr>
              <a:t>rước Mình Thánh Chúa trong mùa Phục Sinh;</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bốn: </a:t>
            </a:r>
            <a:r>
              <a:rPr b="1" lang="en-US" sz="5400">
                <a:solidFill>
                  <a:schemeClr val="dk1"/>
                </a:solidFill>
                <a:latin typeface="Times New Roman"/>
                <a:ea typeface="Times New Roman"/>
                <a:cs typeface="Times New Roman"/>
                <a:sym typeface="Times New Roman"/>
              </a:rPr>
              <a:t>giữ chay và kiêng thịt những ngày Hội Thánh buộc;</a:t>
            </a:r>
            <a:endParaRPr/>
          </a:p>
          <a:p>
            <a:pPr indent="0" lvl="0" marL="0" rtl="0" algn="just">
              <a:spcBef>
                <a:spcPts val="108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năm: </a:t>
            </a:r>
            <a:r>
              <a:rPr b="1" lang="en-US" sz="5400">
                <a:solidFill>
                  <a:schemeClr val="dk1"/>
                </a:solidFill>
                <a:latin typeface="Times New Roman"/>
                <a:ea typeface="Times New Roman"/>
                <a:cs typeface="Times New Roman"/>
                <a:sym typeface="Times New Roman"/>
              </a:rPr>
              <a:t>góp công góp của xây dựng Hội Thánh, tùy theo khả năng của mình.</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Đạo Đức Chúa Trời có bảy phép Bí tích:</a:t>
            </a:r>
            <a:endParaRPr b="1" sz="4800">
              <a:solidFill>
                <a:srgbClr val="FEFEFE"/>
              </a:solidFill>
              <a:latin typeface="Times New Roman"/>
              <a:ea typeface="Times New Roman"/>
              <a:cs typeface="Times New Roman"/>
              <a:sym typeface="Times New Roman"/>
            </a:endParaRPr>
          </a:p>
          <a:p>
            <a:pPr indent="0" lvl="0" marL="0" rtl="0" algn="just">
              <a:spcBef>
                <a:spcPts val="1534"/>
              </a:spcBef>
              <a:spcAft>
                <a:spcPts val="0"/>
              </a:spcAft>
              <a:buClr>
                <a:srgbClr val="FF0000"/>
              </a:buClr>
              <a:buSzPct val="100000"/>
              <a:buNone/>
            </a:pPr>
            <a:r>
              <a:rPr b="1" lang="en-US" sz="9900">
                <a:solidFill>
                  <a:srgbClr val="FF0000"/>
                </a:solidFill>
                <a:latin typeface="Times New Roman"/>
                <a:ea typeface="Times New Roman"/>
                <a:cs typeface="Times New Roman"/>
                <a:sym typeface="Times New Roman"/>
              </a:rPr>
              <a:t>Thứ nhất: </a:t>
            </a:r>
            <a:r>
              <a:rPr b="1" lang="en-US" sz="9900">
                <a:solidFill>
                  <a:schemeClr val="dk1"/>
                </a:solidFill>
                <a:latin typeface="Times New Roman"/>
                <a:ea typeface="Times New Roman"/>
                <a:cs typeface="Times New Roman"/>
                <a:sym typeface="Times New Roman"/>
              </a:rPr>
              <a:t>là phép Rửa tội.</a:t>
            </a:r>
            <a:endParaRPr/>
          </a:p>
          <a:p>
            <a:pPr indent="0" lvl="0" marL="0" rtl="0" algn="just">
              <a:spcBef>
                <a:spcPts val="1534"/>
              </a:spcBef>
              <a:spcAft>
                <a:spcPts val="0"/>
              </a:spcAft>
              <a:buClr>
                <a:srgbClr val="FF0000"/>
              </a:buClr>
              <a:buSzPct val="100000"/>
              <a:buNone/>
            </a:pPr>
            <a:br>
              <a:rPr b="1" lang="en-US" sz="4100">
                <a:solidFill>
                  <a:srgbClr val="FF0000"/>
                </a:solidFill>
                <a:latin typeface="Times New Roman"/>
                <a:ea typeface="Times New Roman"/>
                <a:cs typeface="Times New Roman"/>
                <a:sym typeface="Times New Roman"/>
              </a:rPr>
            </a:br>
            <a:r>
              <a:rPr b="1" lang="en-US" sz="9900">
                <a:solidFill>
                  <a:srgbClr val="FF0000"/>
                </a:solidFill>
                <a:latin typeface="Times New Roman"/>
                <a:ea typeface="Times New Roman"/>
                <a:cs typeface="Times New Roman"/>
                <a:sym typeface="Times New Roman"/>
              </a:rPr>
              <a:t>Thứ hai: </a:t>
            </a:r>
            <a:r>
              <a:rPr b="1" lang="en-US" sz="9900">
                <a:solidFill>
                  <a:schemeClr val="dk1"/>
                </a:solidFill>
                <a:latin typeface="Times New Roman"/>
                <a:ea typeface="Times New Roman"/>
                <a:cs typeface="Times New Roman"/>
                <a:sym typeface="Times New Roman"/>
              </a:rPr>
              <a:t>là phép Thêm sức.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888888"/>
              </a:buClr>
              <a:buSzPct val="100000"/>
              <a:buNone/>
            </a:pPr>
            <a:r>
              <a:t/>
            </a:r>
            <a:endParaRPr b="1" sz="4300">
              <a:solidFill>
                <a:srgbClr val="FF0000"/>
              </a:solidFill>
              <a:latin typeface="Times New Roman"/>
              <a:ea typeface="Times New Roman"/>
              <a:cs typeface="Times New Roman"/>
              <a:sym typeface="Times New Roman"/>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ba: </a:t>
            </a:r>
            <a:r>
              <a:rPr b="1" lang="en-US" sz="8000">
                <a:solidFill>
                  <a:schemeClr val="dk1"/>
                </a:solidFill>
                <a:latin typeface="Times New Roman"/>
                <a:ea typeface="Times New Roman"/>
                <a:cs typeface="Times New Roman"/>
                <a:sym typeface="Times New Roman"/>
              </a:rPr>
              <a:t>là phép Mình Thánh Chúa.</a:t>
            </a:r>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bốn: </a:t>
            </a:r>
            <a:r>
              <a:rPr b="1" lang="en-US" sz="8000">
                <a:solidFill>
                  <a:schemeClr val="dk1"/>
                </a:solidFill>
                <a:latin typeface="Times New Roman"/>
                <a:ea typeface="Times New Roman"/>
                <a:cs typeface="Times New Roman"/>
                <a:sym typeface="Times New Roman"/>
              </a:rPr>
              <a:t>là phép Giải tội.</a:t>
            </a:r>
            <a:endParaRPr b="1" sz="600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năm: </a:t>
            </a:r>
            <a:r>
              <a:rPr b="1" lang="en-US" sz="5800">
                <a:solidFill>
                  <a:srgbClr val="0C0C0C"/>
                </a:solidFill>
                <a:latin typeface="Times New Roman"/>
                <a:ea typeface="Times New Roman"/>
                <a:cs typeface="Times New Roman"/>
                <a:sym typeface="Times New Roman"/>
              </a:rPr>
              <a:t>là phép Xức dầu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sáu: </a:t>
            </a:r>
            <a:r>
              <a:rPr b="1" lang="en-US" sz="5800">
                <a:solidFill>
                  <a:srgbClr val="0C0C0C"/>
                </a:solidFill>
                <a:latin typeface="Times New Roman"/>
                <a:ea typeface="Times New Roman"/>
                <a:cs typeface="Times New Roman"/>
                <a:sym typeface="Times New Roman"/>
              </a:rPr>
              <a:t>là phép Truyền chức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bảy: </a:t>
            </a:r>
            <a:r>
              <a:rPr b="1" lang="en-US" sz="5800">
                <a:solidFill>
                  <a:srgbClr val="0C0C0C"/>
                </a:solidFill>
                <a:latin typeface="Times New Roman"/>
                <a:ea typeface="Times New Roman"/>
                <a:cs typeface="Times New Roman"/>
                <a:sym typeface="Times New Roman"/>
              </a:rPr>
              <a:t>là phép Hôn phối.</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rgbClr val="FFC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lang="en-US" sz="4950">
                <a:solidFill>
                  <a:srgbClr val="FF0000"/>
                </a:solidFill>
                <a:latin typeface="Times New Roman"/>
                <a:ea typeface="Times New Roman"/>
                <a:cs typeface="Times New Roman"/>
                <a:sym typeface="Times New Roman"/>
              </a:rPr>
              <a:t>Thương người có mười bốn mối</a:t>
            </a:r>
            <a:endParaRPr b="1" sz="4950">
              <a:solidFill>
                <a:srgbClr val="FF0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i="1" lang="en-US" sz="4950">
                <a:solidFill>
                  <a:srgbClr val="FF0000"/>
                </a:solidFill>
                <a:latin typeface="Times New Roman"/>
                <a:ea typeface="Times New Roman"/>
                <a:cs typeface="Times New Roman"/>
                <a:sym typeface="Times New Roman"/>
              </a:rPr>
              <a:t>Thương xác bảy mối:</a:t>
            </a:r>
            <a:endParaRPr b="1" sz="49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nhất: </a:t>
            </a:r>
            <a:r>
              <a:rPr b="1" lang="en-US" sz="6450">
                <a:solidFill>
                  <a:schemeClr val="dk1"/>
                </a:solidFill>
                <a:latin typeface="Times New Roman"/>
                <a:ea typeface="Times New Roman"/>
                <a:cs typeface="Times New Roman"/>
                <a:sym typeface="Times New Roman"/>
              </a:rPr>
              <a:t>Cho kẻ đói ăn</a:t>
            </a:r>
            <a:endParaRPr b="1" sz="64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hai: </a:t>
            </a:r>
            <a:r>
              <a:rPr b="1" lang="en-US" sz="6450">
                <a:solidFill>
                  <a:schemeClr val="dk1"/>
                </a:solidFill>
                <a:latin typeface="Times New Roman"/>
                <a:ea typeface="Times New Roman"/>
                <a:cs typeface="Times New Roman"/>
                <a:sym typeface="Times New Roman"/>
              </a:rPr>
              <a:t>Cho kẻ khát uống</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Cho kẻ rách rưới ăn mặc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Viếng kẻ liệt cùng kẻ tù rạc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1400"/>
              <a:buNone/>
            </a:pPr>
            <a:r>
              <a:t/>
            </a:r>
            <a:endParaRPr b="1" sz="1400">
              <a:solidFill>
                <a:srgbClr val="FF0000"/>
              </a:solidFill>
              <a:latin typeface="Times New Roman"/>
              <a:ea typeface="Times New Roman"/>
              <a:cs typeface="Times New Roman"/>
              <a:sym typeface="Times New Roman"/>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Cho khách đỗ nhà</a:t>
            </a:r>
            <a:endParaRPr/>
          </a:p>
          <a:p>
            <a:pPr indent="0" lvl="0" marL="0" rtl="0" algn="l">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Chuộc kẻ làm tôi</a:t>
            </a:r>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5400">
                <a:solidFill>
                  <a:srgbClr val="FF0000"/>
                </a:solidFill>
                <a:latin typeface="Times New Roman"/>
                <a:ea typeface="Times New Roman"/>
                <a:cs typeface="Times New Roman"/>
                <a:sym typeface="Times New Roman"/>
              </a:rPr>
              <a:t> </a:t>
            </a:r>
            <a:r>
              <a:rPr b="1" lang="en-US" sz="6200">
                <a:solidFill>
                  <a:schemeClr val="dk1"/>
                </a:solidFill>
                <a:latin typeface="Times New Roman"/>
                <a:ea typeface="Times New Roman"/>
                <a:cs typeface="Times New Roman"/>
                <a:sym typeface="Times New Roman"/>
              </a:rPr>
              <a:t>Chôn xác kẻ chết</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825"/>
              <a:buNone/>
            </a:pPr>
            <a:r>
              <a:t/>
            </a:r>
            <a:endParaRPr b="1" sz="825">
              <a:solidFill>
                <a:srgbClr val="FEFEFE"/>
              </a:solidFill>
              <a:latin typeface="Times New Roman"/>
              <a:ea typeface="Times New Roman"/>
              <a:cs typeface="Times New Roman"/>
              <a:sym typeface="Times New Roman"/>
            </a:endParaRPr>
          </a:p>
          <a:p>
            <a:pPr indent="0" lvl="0" marL="0" rtl="0" algn="just">
              <a:spcBef>
                <a:spcPts val="1080"/>
              </a:spcBef>
              <a:spcAft>
                <a:spcPts val="0"/>
              </a:spcAft>
              <a:buClr>
                <a:srgbClr val="FEFEFE"/>
              </a:buClr>
              <a:buSzPts val="5400"/>
              <a:buNone/>
            </a:pPr>
            <a:r>
              <a:rPr b="1" i="1" lang="en-US" sz="5400">
                <a:solidFill>
                  <a:srgbClr val="FEFEFE"/>
                </a:solidFill>
                <a:latin typeface="Times New Roman"/>
                <a:ea typeface="Times New Roman"/>
                <a:cs typeface="Times New Roman"/>
                <a:sym typeface="Times New Roman"/>
              </a:rPr>
              <a:t>	</a:t>
            </a:r>
            <a:r>
              <a:rPr b="1" i="1" lang="en-US" sz="5400">
                <a:solidFill>
                  <a:srgbClr val="FF0000"/>
                </a:solidFill>
                <a:latin typeface="Times New Roman"/>
                <a:ea typeface="Times New Roman"/>
                <a:cs typeface="Times New Roman"/>
                <a:sym typeface="Times New Roman"/>
              </a:rPr>
              <a:t>Thương linh hồn bảy mối:</a:t>
            </a:r>
            <a:endParaRPr b="1" i="1" sz="5400">
              <a:solidFill>
                <a:srgbClr val="FF0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Lấy lời lành khuyên người</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hai: </a:t>
            </a:r>
            <a:r>
              <a:rPr b="1" lang="en-US" sz="6600">
                <a:solidFill>
                  <a:schemeClr val="dk1"/>
                </a:solidFill>
                <a:latin typeface="Times New Roman"/>
                <a:ea typeface="Times New Roman"/>
                <a:cs typeface="Times New Roman"/>
                <a:sym typeface="Times New Roman"/>
              </a:rPr>
              <a:t>Mở dạy kẻ mê muội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2400"/>
              <a:buNone/>
            </a:pPr>
            <a:r>
              <a:t/>
            </a:r>
            <a:endParaRPr b="1" sz="2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An ủi kẻ âu lo</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br>
              <a:rPr b="1" lang="en-US" sz="7200">
                <a:solidFill>
                  <a:srgbClr val="FF0000"/>
                </a:solidFill>
                <a:latin typeface="Times New Roman"/>
                <a:ea typeface="Times New Roman"/>
                <a:cs typeface="Times New Roman"/>
                <a:sym typeface="Times New Roman"/>
              </a:rPr>
            </a:b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Răn bảo kẻ có tội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Tha kẻ dể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Nhịn kẻ mất lòng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bảy: </a:t>
            </a:r>
            <a:r>
              <a:rPr b="1" lang="en-US" sz="6200">
                <a:solidFill>
                  <a:schemeClr val="dk1"/>
                </a:solidFill>
                <a:latin typeface="Times New Roman"/>
                <a:ea typeface="Times New Roman"/>
                <a:cs typeface="Times New Roman"/>
                <a:sym typeface="Times New Roman"/>
              </a:rPr>
              <a:t>Cầu cho kẻ sống và kẻ chết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rgbClr val="FEFEFE"/>
              </a:buClr>
              <a:buSzPct val="100000"/>
              <a:buNone/>
            </a:pPr>
            <a:r>
              <a:rPr b="1" lang="en-US" sz="4950">
                <a:solidFill>
                  <a:srgbClr val="FEFEFE"/>
                </a:solidFill>
                <a:latin typeface="Times New Roman"/>
                <a:ea typeface="Times New Roman"/>
                <a:cs typeface="Times New Roman"/>
                <a:sym typeface="Times New Roman"/>
              </a:rPr>
              <a:t>	</a:t>
            </a:r>
            <a:r>
              <a:rPr b="1" lang="en-US" sz="4950">
                <a:solidFill>
                  <a:srgbClr val="FF0000"/>
                </a:solidFill>
                <a:latin typeface="Times New Roman"/>
                <a:ea typeface="Times New Roman"/>
                <a:cs typeface="Times New Roman"/>
                <a:sym typeface="Times New Roman"/>
              </a:rPr>
              <a:t>Cải tội bảy mối có bảy đức</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nhất: </a:t>
            </a:r>
            <a:r>
              <a:rPr b="1" lang="en-US" sz="8500">
                <a:solidFill>
                  <a:schemeClr val="dk1"/>
                </a:solidFill>
                <a:latin typeface="Times New Roman"/>
                <a:ea typeface="Times New Roman"/>
                <a:cs typeface="Times New Roman"/>
                <a:sym typeface="Times New Roman"/>
              </a:rPr>
              <a:t>Khiêm nhượng, chớ kiêu ngạo</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hai: </a:t>
            </a:r>
            <a:r>
              <a:rPr b="1" lang="en-US" sz="8500">
                <a:solidFill>
                  <a:schemeClr val="dk1"/>
                </a:solidFill>
                <a:latin typeface="Times New Roman"/>
                <a:ea typeface="Times New Roman"/>
                <a:cs typeface="Times New Roman"/>
                <a:sym typeface="Times New Roman"/>
              </a:rPr>
              <a:t>Rộng rãi, chớ hà tiện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ba: </a:t>
            </a:r>
            <a:r>
              <a:rPr b="1" lang="en-US" sz="6500">
                <a:solidFill>
                  <a:schemeClr val="dk1"/>
                </a:solidFill>
                <a:latin typeface="Times New Roman"/>
                <a:ea typeface="Times New Roman"/>
                <a:cs typeface="Times New Roman"/>
                <a:sym typeface="Times New Roman"/>
              </a:rPr>
              <a:t>Giữ mình sạch sẽ, chớ mê dâm dục</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bốn: </a:t>
            </a:r>
            <a:r>
              <a:rPr b="1" lang="en-US" sz="6500">
                <a:solidFill>
                  <a:schemeClr val="dk1"/>
                </a:solidFill>
                <a:latin typeface="Times New Roman"/>
                <a:ea typeface="Times New Roman"/>
                <a:cs typeface="Times New Roman"/>
                <a:sym typeface="Times New Roman"/>
              </a:rPr>
              <a:t>Hay nhịn, Chớ hờn giận</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năm: </a:t>
            </a:r>
            <a:r>
              <a:rPr b="1" lang="en-US" sz="6500">
                <a:solidFill>
                  <a:schemeClr val="dk1"/>
                </a:solidFill>
                <a:latin typeface="Times New Roman"/>
                <a:ea typeface="Times New Roman"/>
                <a:cs typeface="Times New Roman"/>
                <a:sym typeface="Times New Roman"/>
              </a:rPr>
              <a:t>Kiêng bớt, chớ mê ăn uống</a:t>
            </a:r>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 </a:t>
            </a:r>
            <a:r>
              <a:rPr b="1" lang="en-US" sz="6600">
                <a:solidFill>
                  <a:schemeClr val="dk1"/>
                </a:solidFill>
                <a:latin typeface="Times New Roman"/>
                <a:ea typeface="Times New Roman"/>
                <a:cs typeface="Times New Roman"/>
                <a:sym typeface="Times New Roman"/>
              </a:rPr>
              <a:t>Yêu người, chớ ghen ghét</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 </a:t>
            </a:r>
            <a:r>
              <a:rPr b="1" lang="en-US" sz="6600">
                <a:solidFill>
                  <a:schemeClr val="dk1"/>
                </a:solidFill>
                <a:latin typeface="Times New Roman"/>
                <a:ea typeface="Times New Roman"/>
                <a:cs typeface="Times New Roman"/>
                <a:sym typeface="Times New Roman"/>
              </a:rPr>
              <a:t>Siêng năng việc Đức Chúa Trời, chớ làm biếng</a:t>
            </a:r>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EFEFE"/>
              </a:buClr>
              <a:buSzPts val="4950"/>
              <a:buNone/>
            </a:pPr>
            <a:r>
              <a:rPr b="1" lang="en-US" sz="4950">
                <a:solidFill>
                  <a:srgbClr val="FEFEFE"/>
                </a:solidFill>
                <a:latin typeface="Times New Roman"/>
                <a:ea typeface="Times New Roman"/>
                <a:cs typeface="Times New Roman"/>
                <a:sym typeface="Times New Roman"/>
              </a:rPr>
              <a:t>		</a:t>
            </a:r>
            <a:r>
              <a:rPr b="1" lang="en-US" sz="5400">
                <a:solidFill>
                  <a:srgbClr val="FF0000"/>
                </a:solidFill>
                <a:latin typeface="Times New Roman"/>
                <a:ea typeface="Times New Roman"/>
                <a:cs typeface="Times New Roman"/>
                <a:sym typeface="Times New Roman"/>
              </a:rPr>
              <a:t>Phước Thật Tám Mối</a:t>
            </a:r>
            <a:endParaRPr b="1">
              <a:solidFill>
                <a:srgbClr val="FF0000"/>
              </a:solidFill>
              <a:latin typeface="Times New Roman"/>
              <a:ea typeface="Times New Roman"/>
              <a:cs typeface="Times New Roman"/>
              <a:sym typeface="Times New Roman"/>
            </a:endParaRPr>
          </a:p>
          <a:p>
            <a:pPr indent="0" lvl="0" marL="0" rtl="0" algn="just">
              <a:spcBef>
                <a:spcPts val="120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a:t>
            </a:r>
            <a:r>
              <a:rPr b="1" lang="en-US" sz="6000">
                <a:solidFill>
                  <a:srgbClr val="FEFEFE"/>
                </a:solidFill>
                <a:latin typeface="Times New Roman"/>
                <a:ea typeface="Times New Roman"/>
                <a:cs typeface="Times New Roman"/>
                <a:sym typeface="Times New Roman"/>
              </a:rPr>
              <a:t>	</a:t>
            </a:r>
            <a:r>
              <a:rPr b="1" lang="en-US" sz="6000">
                <a:solidFill>
                  <a:schemeClr val="dk1"/>
                </a:solidFill>
                <a:latin typeface="Times New Roman"/>
                <a:ea typeface="Times New Roman"/>
                <a:cs typeface="Times New Roman"/>
                <a:sym typeface="Times New Roman"/>
              </a:rPr>
              <a:t>Ai có lòng khó khăn, ấy là phúc thật, vì chưng nước Đức Chúa Trời là của mình vậy.</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hai:</a:t>
            </a:r>
            <a:r>
              <a:rPr b="1" lang="en-US" sz="7200">
                <a:solidFill>
                  <a:schemeClr val="dk1"/>
                </a:solidFill>
                <a:latin typeface="Times New Roman"/>
                <a:ea typeface="Times New Roman"/>
                <a:cs typeface="Times New Roman"/>
                <a:sym typeface="Times New Roman"/>
              </a:rPr>
              <a:t> Ai hiền lành, ấy là phúc thật, vì chưng sẽ được đất Đức Chúa Trời làm của mình vậy.</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8000"/>
              <a:buNone/>
            </a:pPr>
            <a:r>
              <a:rPr b="1" lang="en-US" sz="8000">
                <a:solidFill>
                  <a:srgbClr val="FF0000"/>
                </a:solidFill>
                <a:latin typeface="Times New Roman"/>
                <a:ea typeface="Times New Roman"/>
                <a:cs typeface="Times New Roman"/>
                <a:sym typeface="Times New Roman"/>
              </a:rPr>
              <a:t>Thứ ba:</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khóc lóc, ấy là phúc thật, vì chưng sẽ được yên ủi vậy.</a:t>
            </a:r>
            <a:endParaRPr sz="1800">
              <a:solidFill>
                <a:srgbClr val="FFC000"/>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khao khát nhân đức trọn lành, ấy là phúc thật, vì chưng sẽ được no đủ vậy.</a:t>
            </a:r>
            <a:endParaRPr sz="1600">
              <a:solidFill>
                <a:srgbClr val="FFC000"/>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Thứ năm:</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thương xót người, ấy là phúc thật, vì chưng mình sẽ được thương xót vậy.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sáu:</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giữ lòng sạch sẽ, ấy là phúc thật, vì chưng sẽ được thấy mặt Đức Chúa Trời vậy.</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bảy:</a:t>
            </a:r>
            <a:r>
              <a:rPr b="1" lang="en-US" sz="6600">
                <a:solidFill>
                  <a:schemeClr val="dk1"/>
                </a:solidFill>
                <a:latin typeface="Times New Roman"/>
                <a:ea typeface="Times New Roman"/>
                <a:cs typeface="Times New Roman"/>
                <a:sym typeface="Times New Roman"/>
              </a:rPr>
              <a:t>	Ai làm cho người hòa thuận, ấy là phúc thật, vì chưng sẽ được gọi là con Đức Chúa Trời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tám:</a:t>
            </a:r>
            <a:r>
              <a:rPr b="1" lang="en-US" sz="6600">
                <a:solidFill>
                  <a:srgbClr val="FFC000"/>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Ai chịu khốn nạn vì đạo ngay, ấy là phúc thật, vì chưng nước Đức Chúa Trời là của mình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Ước gì những hạt giống ấy/ biến đổi từ bên trong nhân loại và</a:t>
            </a:r>
            <a:r>
              <a:rPr b="1" lang="en-US" sz="65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toàn</a:t>
            </a:r>
            <a:r>
              <a:rPr b="1" lang="en-US" sz="66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thể</a:t>
            </a:r>
            <a:r>
              <a:rPr b="1" lang="en-US" sz="72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vũ</a:t>
            </a:r>
            <a:r>
              <a:rPr b="1" lang="en-US" sz="70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trụ</a:t>
            </a:r>
            <a:r>
              <a:rPr b="1" lang="en-US" sz="73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này,</a:t>
            </a:r>
            <a:endParaRPr b="1" sz="74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7" name="Shape 667"/>
        <p:cNvGrpSpPr/>
        <p:nvPr/>
      </p:nvGrpSpPr>
      <p:grpSpPr>
        <a:xfrm>
          <a:off x="0" y="0"/>
          <a:ext cx="0" cy="0"/>
          <a:chOff x="0" y="0"/>
          <a:chExt cx="0" cy="0"/>
        </a:xfrm>
      </p:grpSpPr>
      <p:sp>
        <p:nvSpPr>
          <p:cNvPr id="668" name="Google Shape;668;p116"/>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5400" u="none" cap="none" strike="noStrike">
                <a:solidFill>
                  <a:srgbClr val="FFFFFF"/>
                </a:solidFill>
                <a:latin typeface="Arial"/>
                <a:ea typeface="Arial"/>
                <a:cs typeface="Arial"/>
                <a:sym typeface="Arial"/>
              </a:rPr>
              <a:t>CHÚA NHẬT II PHỤC SINH</a:t>
            </a:r>
            <a:endParaRPr/>
          </a:p>
        </p:txBody>
      </p:sp>
      <p:sp>
        <p:nvSpPr>
          <p:cNvPr id="669" name="Google Shape;669;p116"/>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u="none" cap="none" strike="noStrike">
                <a:solidFill>
                  <a:srgbClr val="FFFFFF"/>
                </a:solidFill>
                <a:latin typeface="Arial"/>
                <a:ea typeface="Arial"/>
                <a:cs typeface="Arial"/>
                <a:sym typeface="Arial"/>
              </a:rPr>
              <a:t>“Tôma, vì con đã xem thấy Thầy, nên con đã tin. Phúc cho những ai đã không thấy mà tin!”</a:t>
            </a:r>
            <a:endParaRPr b="0" i="0" sz="1800" u="none" cap="none" strike="noStrike">
              <a:solidFill>
                <a:schemeClr val="dk1"/>
              </a:solidFill>
              <a:latin typeface="Arial"/>
              <a:ea typeface="Arial"/>
              <a:cs typeface="Arial"/>
              <a:sym typeface="Arial"/>
            </a:endParaRPr>
          </a:p>
        </p:txBody>
      </p:sp>
      <p:sp>
        <p:nvSpPr>
          <p:cNvPr id="670" name="Google Shape;670;p116"/>
          <p:cNvSpPr txBox="1"/>
          <p:nvPr/>
        </p:nvSpPr>
        <p:spPr>
          <a:xfrm>
            <a:off x="676145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17"/>
          <p:cNvSpPr txBox="1"/>
          <p:nvPr>
            <p:ph type="ctrTitle"/>
          </p:nvPr>
        </p:nvSpPr>
        <p:spPr>
          <a:xfrm>
            <a:off x="647700" y="1130847"/>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VUI CA</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(Hoài Bắc)</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1. Này giờ Vượt Qua, sự sống chiến thắng tử thần. Qua bao tháng ngày đợi trông ơn Ngài cứu độ.</a:t>
            </a:r>
            <a:endParaRPr b="1" sz="7000">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Tội lụy nhân thế khiến thân Cha thảm hình. Thánh giá vinh quang Ngài nâng đỡ cho tội con.</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ÐK: Chúa đã sống lại rồi người ơi vui ca reo mừng. Chúa chiến thắng tử thần,</a:t>
            </a:r>
            <a:endParaRPr b="1" sz="7200">
              <a:latin typeface="Times"/>
              <a:ea typeface="Times"/>
              <a:cs typeface="Times"/>
              <a:sym typeface="Time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hy vọng cứu thoát đã đến. Allêluia! Hiển vinh chiếu sáng muôn dân.</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Allêluia! Ðem nguồn hạnh phúc khắp nơi.</a:t>
            </a:r>
            <a:endParaRPr b="1" sz="7200">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9" name="Shape 709"/>
        <p:cNvGrpSpPr/>
        <p:nvPr/>
      </p:nvGrpSpPr>
      <p:grpSpPr>
        <a:xfrm>
          <a:off x="0" y="0"/>
          <a:ext cx="0" cy="0"/>
          <a:chOff x="0" y="0"/>
          <a:chExt cx="0" cy="0"/>
        </a:xfrm>
      </p:grpSpPr>
      <p:sp>
        <p:nvSpPr>
          <p:cNvPr id="710" name="Google Shape;710;p1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711" name="Google Shape;711;p12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24"/>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17" name="Google Shape;717;p124"/>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just">
              <a:spcBef>
                <a:spcPts val="0"/>
              </a:spcBef>
              <a:spcAft>
                <a:spcPts val="0"/>
              </a:spcAft>
              <a:buClr>
                <a:schemeClr val="dk1"/>
              </a:buClr>
              <a:buSzPts val="9600"/>
              <a:buFont typeface="Times"/>
              <a:buNone/>
            </a:pP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ca ngợi Chúa,</a:t>
            </a:r>
            <a:endParaRPr b="1" sz="9600">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chúc tụng Chúa,</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thờ lạy Chúa,</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tôn vinh Chúa,</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chúng con cảm tạ Chúa vì vinh quang cao cả Chúa,</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Chúa là Thiên Chúa, là Vua trên trời, là Chúa Cha toàn năng.</a:t>
            </a:r>
            <a:endParaRPr b="1" sz="8800">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Con một Thiên Chúa, Chúa Giêsu Kitô.</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thương xót chúng con,</a:t>
            </a:r>
            <a:endParaRPr b="1" sz="8000">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lạy Chúa Giêsu Kitô, chỉ có Chúa là Ðấng Thánh,</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cùng Ðức Chúa Thánh Thần trong vinh quang Ðức Chúa Cha.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1" name="Shape 811"/>
        <p:cNvGrpSpPr/>
        <p:nvPr/>
      </p:nvGrpSpPr>
      <p:grpSpPr>
        <a:xfrm>
          <a:off x="0" y="0"/>
          <a:ext cx="0" cy="0"/>
          <a:chOff x="0" y="0"/>
          <a:chExt cx="0" cy="0"/>
        </a:xfrm>
      </p:grpSpPr>
      <p:sp>
        <p:nvSpPr>
          <p:cNvPr id="812" name="Google Shape;812;p14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813" name="Google Shape;813;p14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41"/>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sng" cap="none" strike="noStrike">
                <a:solidFill>
                  <a:srgbClr val="FF0000"/>
                </a:solidFill>
                <a:latin typeface="Arial"/>
                <a:ea typeface="Arial"/>
                <a:cs typeface="Arial"/>
                <a:sym typeface="Arial"/>
              </a:rPr>
              <a:t>Bài đọc 1:</a:t>
            </a:r>
            <a:r>
              <a:rPr b="1" i="0" lang="en-US" sz="3800" u="none" cap="none" strike="noStrike">
                <a:solidFill>
                  <a:srgbClr val="FF0000"/>
                </a:solidFill>
                <a:latin typeface="Arial"/>
                <a:ea typeface="Arial"/>
                <a:cs typeface="Arial"/>
                <a:sym typeface="Arial"/>
              </a:rPr>
              <a:t> </a:t>
            </a:r>
            <a:r>
              <a:rPr b="1" i="0" lang="en-US" sz="3800" u="none" cap="none" strike="noStrike">
                <a:solidFill>
                  <a:schemeClr val="dk1"/>
                </a:solidFill>
                <a:latin typeface="Arial"/>
                <a:ea typeface="Arial"/>
                <a:cs typeface="Arial"/>
                <a:sym typeface="Arial"/>
              </a:rPr>
              <a:t>Cv 10, 34a. 37-43</a:t>
            </a:r>
            <a:endParaRPr/>
          </a:p>
        </p:txBody>
      </p:sp>
      <p:sp>
        <p:nvSpPr>
          <p:cNvPr id="819" name="Google Shape;819;p141"/>
          <p:cNvSpPr txBox="1"/>
          <p:nvPr/>
        </p:nvSpPr>
        <p:spPr>
          <a:xfrm>
            <a:off x="0" y="1108055"/>
            <a:ext cx="91440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5400">
                <a:solidFill>
                  <a:srgbClr val="FF0000"/>
                </a:solidFill>
                <a:latin typeface="Arial"/>
                <a:ea typeface="Arial"/>
                <a:cs typeface="Arial"/>
                <a:sym typeface="Arial"/>
              </a:rPr>
              <a:t>"Chúng tôi đã ăn uống với Người, sau khi Người từ cõi chết sống lại".</a:t>
            </a:r>
            <a:endParaRPr/>
          </a:p>
        </p:txBody>
      </p:sp>
      <p:sp>
        <p:nvSpPr>
          <p:cNvPr id="820" name="Google Shape;820;p141"/>
          <p:cNvSpPr txBox="1"/>
          <p:nvPr/>
        </p:nvSpPr>
        <p:spPr>
          <a:xfrm>
            <a:off x="228600" y="4196775"/>
            <a:ext cx="9144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Trích sách Tông đồ Công vụ.</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42"/>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Nhà Israel hãy xướng lên: ngàn đời Chúa vẫn trọn tình thương.</a:t>
            </a:r>
            <a:endParaRPr b="1" sz="8000">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Nhà Aaron hãy xướng lên: ngàn đời Chúa vẫn trọn tình thương.</a:t>
            </a:r>
            <a:endParaRPr b="1" sz="8000">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 Người tôn sợ Chúa hãy nói lên: ngàn đời Chúa vẫn trọn tình thương.</a:t>
            </a:r>
            <a:endParaRPr b="1" sz="8000">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4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Hãy tạ ơn Chúa vì Chúa nhân từ, ngàn đời Chúa vẫn trọn tình thương.</a:t>
            </a:r>
            <a:endParaRPr b="1" sz="8000">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4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Ngài vẫn chở che phù giúp tôi, dù đời giăng mắc đầy hiểm nguy.</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Ngài trở nên Đấng giải thoát tôi vì Ngài là dũng lực đời tôi.</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Mừng vui chiến thắng lời hát vang: kìa này tay Chúa kì diệu thay.</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Hãy tạ ơn Chúa vì Chúa nhân từ, ngàn đời Chúa vẫn trọn tình thương.</a:t>
            </a:r>
            <a:endParaRPr b="1" sz="8000">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3. Là đá thợ nề loại bỏ ra, đã trở nên đá nền tường xây.</a:t>
            </a:r>
            <a:endParaRPr b="1" sz="8500">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Việc do tay Chúa làm lớn lao, thật là cao quý kì diệu thay!</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5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đây ngày Chúa đã tác nên, mọi người ca hát và mừng vui.</a:t>
            </a:r>
            <a:endParaRPr b="1" sz="8000">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Hãy tạ ơn Chúa vì Chúa nhân từ, ngàn đời Chúa vẫn trọn tình thương.</a:t>
            </a:r>
            <a:endParaRPr b="1" sz="8000">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55"/>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800" u="sng">
                <a:solidFill>
                  <a:srgbClr val="FF0000"/>
                </a:solidFill>
                <a:latin typeface="Arial"/>
                <a:ea typeface="Arial"/>
                <a:cs typeface="Arial"/>
                <a:sym typeface="Arial"/>
              </a:rPr>
              <a:t>Bài đọc 2:</a:t>
            </a:r>
            <a:r>
              <a:rPr b="1" lang="en-US" sz="3800">
                <a:solidFill>
                  <a:srgbClr val="FF0000"/>
                </a:solidFill>
                <a:latin typeface="Arial"/>
                <a:ea typeface="Arial"/>
                <a:cs typeface="Arial"/>
                <a:sym typeface="Arial"/>
              </a:rPr>
              <a:t> </a:t>
            </a:r>
            <a:r>
              <a:rPr b="1" lang="en-US" sz="3800">
                <a:solidFill>
                  <a:schemeClr val="dk1"/>
                </a:solidFill>
                <a:latin typeface="Arial"/>
                <a:ea typeface="Arial"/>
                <a:cs typeface="Arial"/>
                <a:sym typeface="Arial"/>
              </a:rPr>
              <a:t>Cl 3, 1-4</a:t>
            </a:r>
            <a:endParaRPr/>
          </a:p>
        </p:txBody>
      </p:sp>
      <p:sp>
        <p:nvSpPr>
          <p:cNvPr id="903" name="Google Shape;903;p155"/>
          <p:cNvSpPr txBox="1"/>
          <p:nvPr/>
        </p:nvSpPr>
        <p:spPr>
          <a:xfrm>
            <a:off x="0" y="1212413"/>
            <a:ext cx="91440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5400">
                <a:solidFill>
                  <a:srgbClr val="FF0000"/>
                </a:solidFill>
                <a:latin typeface="Arial"/>
                <a:ea typeface="Arial"/>
                <a:cs typeface="Arial"/>
                <a:sym typeface="Arial"/>
              </a:rPr>
              <a:t>"Anh em hãy tìm những </a:t>
            </a:r>
            <a:br>
              <a:rPr b="1" i="1" lang="en-US" sz="5400">
                <a:solidFill>
                  <a:srgbClr val="FF0000"/>
                </a:solidFill>
                <a:latin typeface="Arial"/>
                <a:ea typeface="Arial"/>
                <a:cs typeface="Arial"/>
                <a:sym typeface="Arial"/>
              </a:rPr>
            </a:br>
            <a:r>
              <a:rPr b="1" i="1" lang="en-US" sz="5400">
                <a:solidFill>
                  <a:srgbClr val="FF0000"/>
                </a:solidFill>
                <a:latin typeface="Arial"/>
                <a:ea typeface="Arial"/>
                <a:cs typeface="Arial"/>
                <a:sym typeface="Arial"/>
              </a:rPr>
              <a:t>sự trên trời, nơi </a:t>
            </a:r>
            <a:br>
              <a:rPr b="1" i="1" lang="en-US" sz="5400">
                <a:solidFill>
                  <a:srgbClr val="FF0000"/>
                </a:solidFill>
                <a:latin typeface="Arial"/>
                <a:ea typeface="Arial"/>
                <a:cs typeface="Arial"/>
                <a:sym typeface="Arial"/>
              </a:rPr>
            </a:br>
            <a:r>
              <a:rPr b="1" i="1" lang="en-US" sz="5400">
                <a:solidFill>
                  <a:srgbClr val="FF0000"/>
                </a:solidFill>
                <a:latin typeface="Arial"/>
                <a:ea typeface="Arial"/>
                <a:cs typeface="Arial"/>
                <a:sym typeface="Arial"/>
              </a:rPr>
              <a:t>Ðức Kitô ngự".</a:t>
            </a:r>
            <a:endParaRPr/>
          </a:p>
        </p:txBody>
      </p:sp>
      <p:sp>
        <p:nvSpPr>
          <p:cNvPr id="904" name="Google Shape;904;p155"/>
          <p:cNvSpPr txBox="1"/>
          <p:nvPr/>
        </p:nvSpPr>
        <p:spPr>
          <a:xfrm>
            <a:off x="228600" y="4196775"/>
            <a:ext cx="9144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Trích thư Thánh Phaolô Tông đồ gửi tín hữu Côlôxê.</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08" name="Shape 908"/>
        <p:cNvGrpSpPr/>
        <p:nvPr/>
      </p:nvGrpSpPr>
      <p:grpSpPr>
        <a:xfrm>
          <a:off x="0" y="0"/>
          <a:ext cx="0" cy="0"/>
          <a:chOff x="0" y="0"/>
          <a:chExt cx="0" cy="0"/>
        </a:xfrm>
      </p:grpSpPr>
      <p:sp>
        <p:nvSpPr>
          <p:cNvPr id="909" name="Google Shape;909;p15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910" name="Google Shape;910;p15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57"/>
          <p:cNvSpPr txBox="1"/>
          <p:nvPr>
            <p:ph type="ctrTitle"/>
          </p:nvPr>
        </p:nvSpPr>
        <p:spPr>
          <a:xfrm>
            <a:off x="0" y="727710"/>
            <a:ext cx="9144000" cy="41910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7500"/>
              <a:buFont typeface="Times"/>
              <a:buNone/>
            </a:pPr>
            <a:r>
              <a:rPr b="1" lang="en-US" sz="7500">
                <a:latin typeface="Times"/>
                <a:ea typeface="Times"/>
                <a:cs typeface="Times"/>
                <a:sym typeface="Times"/>
              </a:rPr>
              <a:t>Alleluia,</a:t>
            </a:r>
            <a:r>
              <a:rPr b="1" lang="en-US" sz="2800">
                <a:latin typeface="Times"/>
                <a:ea typeface="Times"/>
                <a:cs typeface="Times"/>
                <a:sym typeface="Times"/>
              </a:rPr>
              <a:t> </a:t>
            </a:r>
            <a:r>
              <a:rPr b="1" lang="en-US" sz="7500">
                <a:latin typeface="Times"/>
                <a:ea typeface="Times"/>
                <a:cs typeface="Times"/>
                <a:sym typeface="Times"/>
              </a:rPr>
              <a:t>Alleluia.  </a:t>
            </a:r>
            <a:br>
              <a:rPr b="1" lang="en-US" sz="7500">
                <a:latin typeface="Times"/>
                <a:ea typeface="Times"/>
                <a:cs typeface="Times"/>
                <a:sym typeface="Times"/>
              </a:rPr>
            </a:br>
            <a:r>
              <a:rPr b="1" lang="en-US" sz="7500">
                <a:latin typeface="Times"/>
                <a:ea typeface="Times"/>
                <a:cs typeface="Times"/>
                <a:sym typeface="Times"/>
              </a:rPr>
              <a:t>Tô-ma vì con thấy Thầy nên con đã tin.</a:t>
            </a:r>
            <a:endParaRPr b="1" sz="7500">
              <a:latin typeface="Times"/>
              <a:ea typeface="Times"/>
              <a:cs typeface="Times"/>
              <a:sym typeface="Times"/>
            </a:endParaRPr>
          </a:p>
        </p:txBody>
      </p:sp>
      <p:sp>
        <p:nvSpPr>
          <p:cNvPr id="916" name="Google Shape;916;p157"/>
          <p:cNvSpPr txBox="1"/>
          <p:nvPr/>
        </p:nvSpPr>
        <p:spPr>
          <a:xfrm>
            <a:off x="0" y="0"/>
            <a:ext cx="9144000" cy="8191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Arial"/>
              <a:buNone/>
            </a:pPr>
            <a:r>
              <a:rPr b="1" lang="en-US" sz="3200" u="sng">
                <a:solidFill>
                  <a:srgbClr val="FF0000"/>
                </a:solidFill>
                <a:latin typeface="Arial"/>
                <a:ea typeface="Arial"/>
                <a:cs typeface="Arial"/>
                <a:sym typeface="Arial"/>
              </a:rPr>
              <a:t>CÂU XƯỚNG TRƯỚC PHÚC ÂM</a:t>
            </a:r>
            <a:endParaRPr b="1" sz="3200">
              <a:solidFill>
                <a:srgbClr val="00B050"/>
              </a:solidFill>
              <a:latin typeface="Arial"/>
              <a:ea typeface="Arial"/>
              <a:cs typeface="Arial"/>
              <a:sym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Phúc cho những người đã không thấy mà tin. Alleluia, Alleluia.</a:t>
            </a:r>
            <a:endParaRPr b="1" sz="8800">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6" name="Shape 926"/>
        <p:cNvGrpSpPr/>
        <p:nvPr/>
      </p:nvGrpSpPr>
      <p:grpSpPr>
        <a:xfrm>
          <a:off x="0" y="0"/>
          <a:ext cx="0" cy="0"/>
          <a:chOff x="0" y="0"/>
          <a:chExt cx="0" cy="0"/>
        </a:xfrm>
      </p:grpSpPr>
      <p:sp>
        <p:nvSpPr>
          <p:cNvPr id="927" name="Google Shape;927;p159"/>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II PHỤC SINH</a:t>
            </a:r>
            <a:endParaRPr/>
          </a:p>
        </p:txBody>
      </p:sp>
      <p:sp>
        <p:nvSpPr>
          <p:cNvPr id="928" name="Google Shape;928;p159"/>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a:solidFill>
                  <a:srgbClr val="FFFFFF"/>
                </a:solidFill>
                <a:latin typeface="Arial"/>
                <a:ea typeface="Arial"/>
                <a:cs typeface="Arial"/>
                <a:sym typeface="Arial"/>
              </a:rPr>
              <a:t>“Tôma, vì con đã xem thấy Thầy, nên con đã tin. Phúc cho những ai </a:t>
            </a:r>
            <a:br>
              <a:rPr b="1" i="1" lang="en-US" sz="4300">
                <a:solidFill>
                  <a:srgbClr val="FFFFFF"/>
                </a:solidFill>
                <a:latin typeface="Arial"/>
                <a:ea typeface="Arial"/>
                <a:cs typeface="Arial"/>
                <a:sym typeface="Arial"/>
              </a:rPr>
            </a:br>
            <a:r>
              <a:rPr b="1" i="1" lang="en-US" sz="4300">
                <a:solidFill>
                  <a:srgbClr val="FFFFFF"/>
                </a:solidFill>
                <a:latin typeface="Arial"/>
                <a:ea typeface="Arial"/>
                <a:cs typeface="Arial"/>
                <a:sym typeface="Arial"/>
              </a:rPr>
              <a:t>đã không thấy mà tin!”</a:t>
            </a:r>
            <a:endParaRPr sz="1800">
              <a:solidFill>
                <a:schemeClr val="dk1"/>
              </a:solidFill>
              <a:latin typeface="Arial"/>
              <a:ea typeface="Arial"/>
              <a:cs typeface="Arial"/>
              <a:sym typeface="Arial"/>
            </a:endParaRPr>
          </a:p>
        </p:txBody>
      </p:sp>
      <p:sp>
        <p:nvSpPr>
          <p:cNvPr id="929" name="Google Shape;929;p159"/>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60"/>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kính một Thiên Chúa là Cha toàn năng.</a:t>
            </a:r>
            <a:endParaRPr/>
          </a:p>
        </p:txBody>
      </p:sp>
      <p:sp>
        <p:nvSpPr>
          <p:cNvPr id="935" name="Google Shape;935;p160"/>
          <p:cNvSpPr txBox="1"/>
          <p:nvPr/>
        </p:nvSpPr>
        <p:spPr>
          <a:xfrm>
            <a:off x="0" y="1"/>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KINH TIN KÍNH</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Đấng tạo thành trời đất muôn vật hữu hình và vô hình.</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kính một Chúa Giê-su Ki-tô Con Một Thiên Chúa,</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sinh bởi Đức Chúa Cha từ trước muôn đời.</a:t>
            </a:r>
            <a:endParaRPr b="1" sz="8000">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Thiên Chúa thật bởi Thiên Chúa thật.</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6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nhờ Người mà muôn vật được tạo thành.</a:t>
            </a:r>
            <a:endParaRPr b="1" sz="80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6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6500"/>
              <a:buFont typeface="Times"/>
              <a:buNone/>
            </a:pPr>
            <a:r>
              <a:rPr b="1" lang="en-US" sz="6500">
                <a:latin typeface="Times"/>
                <a:ea typeface="Times"/>
                <a:cs typeface="Times"/>
                <a:sym typeface="Times"/>
              </a:rPr>
              <a:t>Bởi phép Đức Chúa Thánh Thần, Người đã nhập thể trong lòng Trinh Nữ Ma-ri-a, và đã làm người.</a:t>
            </a:r>
            <a:endParaRPr b="1" sz="6500">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chịu đóng đinh vào thập giá vì chúng ta,</a:t>
            </a:r>
            <a:endParaRPr b="1" sz="8000">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thời quan Phong-xi-ô Phi-la-tô; Người chịu khổ hình và mai táng.</a:t>
            </a:r>
            <a:endParaRPr b="1" sz="8000">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Ngày thứ ba Người sống lại như lời Thánh kinh.</a:t>
            </a:r>
            <a:endParaRPr b="1" sz="8000">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lên trời, ngự bên hữu Đức Chúa Cha.</a:t>
            </a:r>
            <a:endParaRPr b="1" sz="8000">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7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7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tinh kính Đức Chúa Thánh Thần là Thiên Chúa, và là Đấng ban sự sống,</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7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được phụng thờ và tôn vinh cùng với Đức Chúa Cha và Đức Chúa Con</a:t>
            </a:r>
            <a:endParaRPr b="1" sz="8000">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8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8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tuyên xưng có một Phép Rửa để tha tội.</a:t>
            </a:r>
            <a:endParaRPr b="1" sz="8000">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8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0" name="Shape 1050"/>
        <p:cNvGrpSpPr/>
        <p:nvPr/>
      </p:nvGrpSpPr>
      <p:grpSpPr>
        <a:xfrm>
          <a:off x="0" y="0"/>
          <a:ext cx="0" cy="0"/>
          <a:chOff x="0" y="0"/>
          <a:chExt cx="0" cy="0"/>
        </a:xfrm>
      </p:grpSpPr>
      <p:sp>
        <p:nvSpPr>
          <p:cNvPr id="1051" name="Google Shape;1051;p183"/>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II PHỤC SINH</a:t>
            </a:r>
            <a:endParaRPr/>
          </a:p>
        </p:txBody>
      </p:sp>
      <p:sp>
        <p:nvSpPr>
          <p:cNvPr id="1052" name="Google Shape;1052;p183"/>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a:solidFill>
                  <a:srgbClr val="FFFFFF"/>
                </a:solidFill>
                <a:latin typeface="Arial"/>
                <a:ea typeface="Arial"/>
                <a:cs typeface="Arial"/>
                <a:sym typeface="Arial"/>
              </a:rPr>
              <a:t>“Tôma, vì con đã xem thấy Thầy, nên con đã tin. Phúc cho những ai </a:t>
            </a:r>
            <a:br>
              <a:rPr b="1" i="1" lang="en-US" sz="4300">
                <a:solidFill>
                  <a:srgbClr val="FFFFFF"/>
                </a:solidFill>
                <a:latin typeface="Arial"/>
                <a:ea typeface="Arial"/>
                <a:cs typeface="Arial"/>
                <a:sym typeface="Arial"/>
              </a:rPr>
            </a:br>
            <a:r>
              <a:rPr b="1" i="1" lang="en-US" sz="4300">
                <a:solidFill>
                  <a:srgbClr val="FFFFFF"/>
                </a:solidFill>
                <a:latin typeface="Arial"/>
                <a:ea typeface="Arial"/>
                <a:cs typeface="Arial"/>
                <a:sym typeface="Arial"/>
              </a:rPr>
              <a:t>đã không thấy mà tin!”</a:t>
            </a:r>
            <a:endParaRPr sz="1800">
              <a:solidFill>
                <a:schemeClr val="dk1"/>
              </a:solidFill>
              <a:latin typeface="Arial"/>
              <a:ea typeface="Arial"/>
              <a:cs typeface="Arial"/>
              <a:sym typeface="Arial"/>
            </a:endParaRPr>
          </a:p>
        </p:txBody>
      </p:sp>
      <p:sp>
        <p:nvSpPr>
          <p:cNvPr id="1053" name="Google Shape;1053;p183"/>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84"/>
          <p:cNvSpPr txBox="1"/>
          <p:nvPr>
            <p:ph type="ctrTitle"/>
          </p:nvPr>
        </p:nvSpPr>
        <p:spPr>
          <a:xfrm>
            <a:off x="609600" y="1123950"/>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TIẾN CA</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(Cát Minh)</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8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Dâng lên Cha nhân lành rượu bánh ngát thơm chân thành.</a:t>
            </a:r>
            <a:endParaRPr b="1" sz="8000">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8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Mừng ngày Chúa khải hoàn tiến dâng. Alleluia!</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8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1. Dâng lên Cha toàn năng, ngàn lời ca hòa thương mến.</a:t>
            </a:r>
            <a:endParaRPr b="1" sz="85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8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Loan tin vui Phục Sinh, ngợi khen Chúa bao hiển vịnh.</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8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Dâng lên Cha nhân lành rượu bánh ngát thơm chân thành.</a:t>
            </a:r>
            <a:endParaRPr b="1" sz="8000">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9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Mừng ngày Chúa khải hoàn tiến dâng. Alleluia!</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9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2. Dâng lên Cha toàn năng, này rượu nho cùng bánh miến.</a:t>
            </a:r>
            <a:endParaRPr b="1" sz="85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9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Bao lao công ngày qua, cùng khúc hát khen tình Cha.</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9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Dâng lên Cha nhân lành rượu bánh ngát thơm chân thành.</a:t>
            </a:r>
            <a:endParaRPr b="1" sz="80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9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Mừng ngày Chúa khải hoàn tiến dâng. Alleluia!</a:t>
            </a:r>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9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1. Dâng lên Cha toàn năng, ngàn lời ca hòa thương mến.</a:t>
            </a:r>
            <a:endParaRPr b="1" sz="85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9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500"/>
              <a:buFont typeface="Times"/>
              <a:buNone/>
            </a:pPr>
            <a:r>
              <a:rPr b="1" lang="en-US" sz="8500">
                <a:latin typeface="Times"/>
                <a:ea typeface="Times"/>
                <a:cs typeface="Times"/>
                <a:sym typeface="Times"/>
              </a:rPr>
              <a:t>Loan tin vui Phục Sinh, ngợi khen Chúa bao hiển vịnh.</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9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Dâng lên Cha nhân lành rượu bánh ngát thơm chân thành.</a:t>
            </a:r>
            <a:endParaRPr b="1" sz="8000">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9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Mừng ngày Chúa khải hoàn tiến dâng. Alleluia!</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7" name="Shape 1147"/>
        <p:cNvGrpSpPr/>
        <p:nvPr/>
      </p:nvGrpSpPr>
      <p:grpSpPr>
        <a:xfrm>
          <a:off x="0" y="0"/>
          <a:ext cx="0" cy="0"/>
          <a:chOff x="0" y="0"/>
          <a:chExt cx="0" cy="0"/>
        </a:xfrm>
      </p:grpSpPr>
      <p:sp>
        <p:nvSpPr>
          <p:cNvPr id="1148" name="Google Shape;1148;p199"/>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II PHỤC SINH</a:t>
            </a:r>
            <a:endParaRPr/>
          </a:p>
        </p:txBody>
      </p:sp>
      <p:sp>
        <p:nvSpPr>
          <p:cNvPr id="1149" name="Google Shape;1149;p199"/>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a:solidFill>
                  <a:srgbClr val="FFFFFF"/>
                </a:solidFill>
                <a:latin typeface="Arial"/>
                <a:ea typeface="Arial"/>
                <a:cs typeface="Arial"/>
                <a:sym typeface="Arial"/>
              </a:rPr>
              <a:t>“Tôma, vì con đã xem thấy Thầy, nên con đã tin. Phúc cho những ai </a:t>
            </a:r>
            <a:br>
              <a:rPr b="1" i="1" lang="en-US" sz="4300">
                <a:solidFill>
                  <a:srgbClr val="FFFFFF"/>
                </a:solidFill>
                <a:latin typeface="Arial"/>
                <a:ea typeface="Arial"/>
                <a:cs typeface="Arial"/>
                <a:sym typeface="Arial"/>
              </a:rPr>
            </a:br>
            <a:r>
              <a:rPr b="1" i="1" lang="en-US" sz="4300">
                <a:solidFill>
                  <a:srgbClr val="FFFFFF"/>
                </a:solidFill>
                <a:latin typeface="Arial"/>
                <a:ea typeface="Arial"/>
                <a:cs typeface="Arial"/>
                <a:sym typeface="Arial"/>
              </a:rPr>
              <a:t>đã không thấy mà tin!”</a:t>
            </a:r>
            <a:endParaRPr sz="1800">
              <a:solidFill>
                <a:schemeClr val="dk1"/>
              </a:solidFill>
              <a:latin typeface="Arial"/>
              <a:ea typeface="Arial"/>
              <a:cs typeface="Arial"/>
              <a:sym typeface="Arial"/>
            </a:endParaRPr>
          </a:p>
        </p:txBody>
      </p:sp>
      <p:sp>
        <p:nvSpPr>
          <p:cNvPr id="1150" name="Google Shape;1150;p199"/>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200"/>
          <p:cNvSpPr txBox="1"/>
          <p:nvPr>
            <p:ph type="ctrTitle"/>
          </p:nvPr>
        </p:nvSpPr>
        <p:spPr>
          <a:xfrm>
            <a:off x="0" y="581891"/>
            <a:ext cx="9144000" cy="4312226"/>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bảo ông Tô-ma: “Hãy đặt tay vào đây và nhìn xem</a:t>
            </a:r>
            <a:endParaRPr b="1" sz="8000">
              <a:latin typeface="Times"/>
              <a:ea typeface="Times"/>
              <a:cs typeface="Times"/>
              <a:sym typeface="Times"/>
            </a:endParaRPr>
          </a:p>
        </p:txBody>
      </p:sp>
      <p:sp>
        <p:nvSpPr>
          <p:cNvPr id="1156" name="Google Shape;1156;p200"/>
          <p:cNvSpPr txBox="1"/>
          <p:nvPr/>
        </p:nvSpPr>
        <p:spPr>
          <a:xfrm>
            <a:off x="0" y="1"/>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CA HIỆP LỄ</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20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những dấu đinh của Thầy. Đừng cứng long nữa, nhưng hãy tin”. Alleluia.</a:t>
            </a:r>
            <a:endParaRPr b="1" sz="8000">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202"/>
          <p:cNvSpPr txBox="1"/>
          <p:nvPr>
            <p:ph type="ctrTitle"/>
          </p:nvPr>
        </p:nvSpPr>
        <p:spPr>
          <a:xfrm>
            <a:off x="647700" y="1092747"/>
            <a:ext cx="7848600" cy="29580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LÒNG THƯƠNG</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XÓT CHÚA</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20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Giêsu ôi Trái Tim vô bờ. Giêsu con mến yêu tôn thờ.</a:t>
            </a:r>
            <a:endParaRPr b="1" sz="8000">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20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Giêsu sự sống con ước mơ, ôi suối ân dạt dào, tình mến luôn dâng trào.</a:t>
            </a:r>
            <a:endParaRPr b="1" sz="8000">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2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Lòng Thương Xót Chúa ôi cao ngất trời mây. Lòng con mê say ôi Trái Tim nhân hậu.</a:t>
            </a:r>
            <a:endParaRPr b="1" sz="7200">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2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Làm sao suy thấu ôi tình yêu nhiệm mầu! Tim con dâng trào niềm cảm mến ân sâu.</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2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Con xin suốt đời ở trong Trái Tim Ngài. Mơ ước ngày mai được mãi mãi thuộc về Chúa.</a:t>
            </a:r>
            <a:endParaRPr b="1" sz="7200">
              <a:latin typeface="Times"/>
              <a:ea typeface="Times"/>
              <a:cs typeface="Times"/>
              <a:sym typeface="Time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20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Giêsu ôi Trái Tim vô bờ. Giêsu con mến yêu tôn thờ.</a:t>
            </a:r>
            <a:endParaRPr b="1" sz="8000">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2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Giêsu sự sống con ước mơ, ôi suối ân dạt dào, tình mến luôn dâng trào.</a:t>
            </a:r>
            <a:endParaRPr b="1" sz="8000">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2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2. Nhìn lên Thánh Giá cho con thấu tình yêu. Một chiều Calvê thân Chúa bao não nề.</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1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Ngài nên hy lễ cho đời con vuông tròn. Yêu thương cho trọn Ngài để máu tim rơi.</a:t>
            </a:r>
            <a:endParaRPr b="1" sz="7200">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1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Bao nhiêu lỗi tội Ngài gánh hết cho đời. Muôn kiếp chẳng vơi lời ngợi ca tình thương Chúa.</a:t>
            </a:r>
            <a:endParaRPr b="1" sz="7000">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1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Giêsu ôi Trái Tim vô bờ. Giêsu con mến yêu tôn thờ.</a:t>
            </a:r>
            <a:endParaRPr b="1" sz="8000">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Giêsu sự sống con ước mơ, ôi suối ân dạt dào, tình mến luôn dâng trào.</a:t>
            </a:r>
            <a:endParaRPr b="1" sz="8000">
              <a:latin typeface="Times"/>
              <a:ea typeface="Times"/>
              <a:cs typeface="Times"/>
              <a:sym typeface="Times"/>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3. Lòng Thương Xót Chúa đã cứu vớt đời con. Đã nâng con lên khỏi tối tăm mịt mù.</a:t>
            </a:r>
            <a:endParaRPr b="1" sz="7200">
              <a:latin typeface="Times"/>
              <a:ea typeface="Times"/>
              <a:cs typeface="Times"/>
              <a:sym typeface="Times"/>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2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Lòng Thương Xót Chúa cho đời con an bình. Bao nhiêu ân tình Ngài ủ ấp tim con.</a:t>
            </a:r>
            <a:endParaRPr b="1" sz="7200">
              <a:latin typeface="Times"/>
              <a:ea typeface="Times"/>
              <a:cs typeface="Times"/>
              <a:sym typeface="Times"/>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21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Nâng niu dắt dìu Ngài bênh đỡ chở che. Xin biến đổi con thành ca khúc tri ân Chúa.</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2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Giêsu ôi Trái Tim vô bờ. Giêsu con mến yêu tôn thờ.</a:t>
            </a:r>
            <a:endParaRPr b="1" sz="8000">
              <a:latin typeface="Times"/>
              <a:ea typeface="Times"/>
              <a:cs typeface="Times"/>
              <a:sym typeface="Times"/>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2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Giêsu sự sống con ước mơ, ôi suối ân dạt dào, tình mến luôn dâng trào.</a:t>
            </a:r>
            <a:endParaRPr b="1" sz="8000">
              <a:latin typeface="Times"/>
              <a:ea typeface="Times"/>
              <a:cs typeface="Times"/>
              <a:sym typeface="Times"/>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3" name="Shape 1273"/>
        <p:cNvGrpSpPr/>
        <p:nvPr/>
      </p:nvGrpSpPr>
      <p:grpSpPr>
        <a:xfrm>
          <a:off x="0" y="0"/>
          <a:ext cx="0" cy="0"/>
          <a:chOff x="0" y="0"/>
          <a:chExt cx="0" cy="0"/>
        </a:xfrm>
      </p:grpSpPr>
      <p:sp>
        <p:nvSpPr>
          <p:cNvPr id="1274" name="Google Shape;1274;p220"/>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II PHỤC SINH</a:t>
            </a:r>
            <a:endParaRPr/>
          </a:p>
        </p:txBody>
      </p:sp>
      <p:sp>
        <p:nvSpPr>
          <p:cNvPr id="1275" name="Google Shape;1275;p220"/>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a:solidFill>
                  <a:srgbClr val="FFFFFF"/>
                </a:solidFill>
                <a:latin typeface="Arial"/>
                <a:ea typeface="Arial"/>
                <a:cs typeface="Arial"/>
                <a:sym typeface="Arial"/>
              </a:rPr>
              <a:t>“Tôma, vì con đã xem thấy Thầy, nên con đã tin. Phúc cho những ai </a:t>
            </a:r>
            <a:br>
              <a:rPr b="1" i="1" lang="en-US" sz="4300">
                <a:solidFill>
                  <a:srgbClr val="FFFFFF"/>
                </a:solidFill>
                <a:latin typeface="Arial"/>
                <a:ea typeface="Arial"/>
                <a:cs typeface="Arial"/>
                <a:sym typeface="Arial"/>
              </a:rPr>
            </a:br>
            <a:r>
              <a:rPr b="1" i="1" lang="en-US" sz="4300">
                <a:solidFill>
                  <a:srgbClr val="FFFFFF"/>
                </a:solidFill>
                <a:latin typeface="Arial"/>
                <a:ea typeface="Arial"/>
                <a:cs typeface="Arial"/>
                <a:sym typeface="Arial"/>
              </a:rPr>
              <a:t>đã không thấy mà tin!”</a:t>
            </a:r>
            <a:endParaRPr sz="1800">
              <a:solidFill>
                <a:schemeClr val="dk1"/>
              </a:solidFill>
              <a:latin typeface="Arial"/>
              <a:ea typeface="Arial"/>
              <a:cs typeface="Arial"/>
              <a:sym typeface="Arial"/>
            </a:endParaRPr>
          </a:p>
        </p:txBody>
      </p:sp>
      <p:sp>
        <p:nvSpPr>
          <p:cNvPr id="1276" name="Google Shape;1276;p220"/>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21"/>
          <p:cNvSpPr txBox="1"/>
          <p:nvPr>
            <p:ph type="ctrTitle"/>
          </p:nvPr>
        </p:nvSpPr>
        <p:spPr>
          <a:xfrm>
            <a:off x="647700" y="1117039"/>
            <a:ext cx="7848600" cy="2909422"/>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MỪNG CHÚA</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(Duy Tân)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2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ĐK: </a:t>
            </a:r>
            <a:br>
              <a:rPr b="1" lang="en-US" sz="8000">
                <a:latin typeface="Times"/>
                <a:ea typeface="Times"/>
                <a:cs typeface="Times"/>
                <a:sym typeface="Times"/>
              </a:rPr>
            </a:br>
            <a:r>
              <a:rPr b="1" lang="en-US" sz="8000">
                <a:latin typeface="Times"/>
                <a:ea typeface="Times"/>
                <a:cs typeface="Times"/>
                <a:sym typeface="Times"/>
              </a:rPr>
              <a:t>Al-le-lu-ia,</a:t>
            </a:r>
            <a:br>
              <a:rPr b="1" lang="en-US" sz="8000">
                <a:latin typeface="Times"/>
                <a:ea typeface="Times"/>
                <a:cs typeface="Times"/>
                <a:sym typeface="Times"/>
              </a:rPr>
            </a:br>
            <a:r>
              <a:rPr b="1" lang="en-US" sz="8000">
                <a:latin typeface="Times"/>
                <a:ea typeface="Times"/>
                <a:cs typeface="Times"/>
                <a:sym typeface="Times"/>
              </a:rPr>
              <a:t>Al-le-lu-ia, </a:t>
            </a:r>
            <a:br>
              <a:rPr b="1" lang="en-US" sz="8000">
                <a:latin typeface="Times"/>
                <a:ea typeface="Times"/>
                <a:cs typeface="Times"/>
                <a:sym typeface="Times"/>
              </a:rPr>
            </a:br>
            <a:r>
              <a:rPr b="1" lang="en-US" sz="8000">
                <a:latin typeface="Times"/>
                <a:ea typeface="Times"/>
                <a:cs typeface="Times"/>
                <a:sym typeface="Times"/>
              </a:rPr>
              <a:t>Al-le-lu-ia.</a:t>
            </a:r>
            <a:endParaRPr b="1" sz="8000">
              <a:latin typeface="Times"/>
              <a:ea typeface="Times"/>
              <a:cs typeface="Times"/>
              <a:sym typeface="Times"/>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2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Trần gian, Thiên Quốc cùng chung tâm hồn. Mừng Con Thiên Chúa</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2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Phục sinh khải hoàn. Hân hoan kính dâng cung hát tiếng đàn. Al-le-lu-ia.</a:t>
            </a:r>
            <a:endParaRPr b="1" sz="7200">
              <a:latin typeface="Times"/>
              <a:ea typeface="Times"/>
              <a:cs typeface="Times"/>
              <a:sym typeface="Times"/>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2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ĐK: </a:t>
            </a:r>
            <a:br>
              <a:rPr b="1" lang="en-US" sz="8000">
                <a:latin typeface="Times"/>
                <a:ea typeface="Times"/>
                <a:cs typeface="Times"/>
                <a:sym typeface="Times"/>
              </a:rPr>
            </a:br>
            <a:r>
              <a:rPr b="1" lang="en-US" sz="8000">
                <a:latin typeface="Times"/>
                <a:ea typeface="Times"/>
                <a:cs typeface="Times"/>
                <a:sym typeface="Times"/>
              </a:rPr>
              <a:t>Al-le-lu-ia,</a:t>
            </a:r>
            <a:br>
              <a:rPr b="1" lang="en-US" sz="8000">
                <a:latin typeface="Times"/>
                <a:ea typeface="Times"/>
                <a:cs typeface="Times"/>
                <a:sym typeface="Times"/>
              </a:rPr>
            </a:br>
            <a:r>
              <a:rPr b="1" lang="en-US" sz="8000">
                <a:latin typeface="Times"/>
                <a:ea typeface="Times"/>
                <a:cs typeface="Times"/>
                <a:sym typeface="Times"/>
              </a:rPr>
              <a:t>Al-le-lu-ia, </a:t>
            </a:r>
            <a:br>
              <a:rPr b="1" lang="en-US" sz="8000">
                <a:latin typeface="Times"/>
                <a:ea typeface="Times"/>
                <a:cs typeface="Times"/>
                <a:sym typeface="Times"/>
              </a:rPr>
            </a:br>
            <a:r>
              <a:rPr b="1" lang="en-US" sz="8000">
                <a:latin typeface="Times"/>
                <a:ea typeface="Times"/>
                <a:cs typeface="Times"/>
                <a:sym typeface="Times"/>
              </a:rPr>
              <a:t>Al-le-lu-ia.</a:t>
            </a:r>
            <a:endParaRPr b="1" sz="8000">
              <a:latin typeface="Times"/>
              <a:ea typeface="Times"/>
              <a:cs typeface="Times"/>
              <a:sym typeface="Times"/>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0" name="Shape 1310"/>
        <p:cNvGrpSpPr/>
        <p:nvPr/>
      </p:nvGrpSpPr>
      <p:grpSpPr>
        <a:xfrm>
          <a:off x="0" y="0"/>
          <a:ext cx="0" cy="0"/>
          <a:chOff x="0" y="0"/>
          <a:chExt cx="0" cy="0"/>
        </a:xfrm>
      </p:grpSpPr>
      <p:sp>
        <p:nvSpPr>
          <p:cNvPr id="1311" name="Google Shape;1311;p226"/>
          <p:cNvSpPr txBox="1"/>
          <p:nvPr/>
        </p:nvSpPr>
        <p:spPr>
          <a:xfrm>
            <a:off x="0" y="239582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II PHỤC SINH</a:t>
            </a:r>
            <a:endParaRPr/>
          </a:p>
        </p:txBody>
      </p:sp>
      <p:sp>
        <p:nvSpPr>
          <p:cNvPr id="1312" name="Google Shape;1312;p226"/>
          <p:cNvSpPr txBox="1"/>
          <p:nvPr/>
        </p:nvSpPr>
        <p:spPr>
          <a:xfrm>
            <a:off x="2288" y="3292761"/>
            <a:ext cx="9141712" cy="1959831"/>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300">
                <a:solidFill>
                  <a:srgbClr val="FFFFFF"/>
                </a:solidFill>
                <a:latin typeface="Arial"/>
                <a:ea typeface="Arial"/>
                <a:cs typeface="Arial"/>
                <a:sym typeface="Arial"/>
              </a:rPr>
              <a:t>“Tôma, vì con đã xem thấy Thầy, nên con đã tin. Phúc cho những ai </a:t>
            </a:r>
            <a:br>
              <a:rPr b="1" i="1" lang="en-US" sz="4300">
                <a:solidFill>
                  <a:srgbClr val="FFFFFF"/>
                </a:solidFill>
                <a:latin typeface="Arial"/>
                <a:ea typeface="Arial"/>
                <a:cs typeface="Arial"/>
                <a:sym typeface="Arial"/>
              </a:rPr>
            </a:br>
            <a:r>
              <a:rPr b="1" i="1" lang="en-US" sz="4300">
                <a:solidFill>
                  <a:srgbClr val="FFFFFF"/>
                </a:solidFill>
                <a:latin typeface="Arial"/>
                <a:ea typeface="Arial"/>
                <a:cs typeface="Arial"/>
                <a:sym typeface="Arial"/>
              </a:rPr>
              <a:t>đã không thấy mà tin!”</a:t>
            </a:r>
            <a:endParaRPr sz="1800">
              <a:solidFill>
                <a:schemeClr val="dk1"/>
              </a:solidFill>
              <a:latin typeface="Arial"/>
              <a:ea typeface="Arial"/>
              <a:cs typeface="Arial"/>
              <a:sym typeface="Arial"/>
            </a:endParaRPr>
          </a:p>
        </p:txBody>
      </p:sp>
      <p:sp>
        <p:nvSpPr>
          <p:cNvPr id="1313" name="Google Shape;1313;p226"/>
          <p:cNvSpPr txBox="1"/>
          <p:nvPr/>
        </p:nvSpPr>
        <p:spPr>
          <a:xfrm>
            <a:off x="7047203" y="4732126"/>
            <a:ext cx="1407125" cy="4099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19-31)</a:t>
            </a:r>
            <a:endParaRPr/>
          </a:p>
        </p:txBody>
      </p:sp>
    </p:spTree>
  </p:cSld>
  <p:clrMapOvr>
    <a:masterClrMapping/>
  </p:clrMapOvr>
  <p:transition spd="slow" p14:dur="800">
    <p:circl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