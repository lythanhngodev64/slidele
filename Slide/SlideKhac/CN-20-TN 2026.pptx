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4" roundtripDataSignature="AMtx7mjkGvotBiQRRU82uXiziUjSIg1r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220" Type="http://schemas.openxmlformats.org/officeDocument/2006/relationships/slide" Target="slides/slide215.xml"/><Relationship Id="rId103" Type="http://schemas.openxmlformats.org/officeDocument/2006/relationships/slide" Target="slides/slide98.xml"/><Relationship Id="rId224" Type="http://customschemas.google.com/relationships/presentationmetadata" Target="metadata"/><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7156d7ccb_0_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7156d7ccb_0_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7156d7ccb_0_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7156d7ccb_0_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69acae762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69acae762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7156d7cc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7156d7cc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7156d7ccb_0_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7156d7ccb_0_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f69acae762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f69acae762_0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7156d7ccb_0_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7156d7ccb_0_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7156d7ccb_0_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7156d7ccb_0_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f69acae762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f69acae762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f7156d7ccb_0_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f7156d7ccb_0_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f95afb83fa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f95afb83fa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f95afb83fa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f95afb83fa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7156d7ccb_0_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f7156d7ccb_0_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7156d7ccb_0_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7156d7ccb_0_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7156d7ccb_0_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7156d7ccb_0_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7156d7ccb_0_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7156d7ccb_0_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7156d7ccb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7156d7ccb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7156d7ccb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f7156d7ccb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7156d7ccb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7156d7ccb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7156d7ccb_0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7156d7ccb_0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7156d7ccb_0_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7156d7ccb_0_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54ad4d3bd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54ad4d3bd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7156d7ccb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7156d7ccb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7156d7ccb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7156d7ccb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7156d7ccb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7156d7ccb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7156d7ccb_0_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7156d7ccb_0_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7156d7ccb_0_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7156d7ccb_0_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7156d7ccb_0_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7156d7ccb_0_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69acae76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69acae76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7156d7ccb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7156d7ccb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69acae762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69acae762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69acae762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69acae762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7156d7ccb_0_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f7156d7ccb_0_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3.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6.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4.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4.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4.jp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7156d7ccb_0_27"/>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7156d7ccb_0_31"/>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 KHÚC</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HỒNG ÂN 1</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Nguyễn Duy</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Hân hoan lời tụng ca dâng Chúa khúc nhạc huyền mơ.</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Một bài thơ trìu mến ân tình đượm nét đơn sơ.</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Hân hoan lời tụng ca đoàn con dâng Chúa đêm ngày.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Hát cho muôn thế hệ hãy ngợi ca hồng ân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69acae762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Muôn đời Chúa thương con người ôi tình Chúa chẳng nhạt phai.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7156d7ccb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Trái tim thơ trả lại tình ca mến yêu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f7156d7ccb_0_35"/>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f69acae762_0_189"/>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66</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Nguyện Chúa xót thương và chúc phúc, xin tỏ ra ánh tôn nhan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để trên địa cầu thiên hạ nhìn biết, cho chư dân được hưởng ơn cứu độ.</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Chư dân hãy ca tụng Ngài, thân lạy Chúa. Nào chư dân hãy ca tụng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Này các dân tộc mừng vui lên, muôn ngàn dân khắp nơi ca mừng.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Chúa thống trị muôn vàn dân nước, công minh chính trực Ngài trên cõi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7156d7ccb_0_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Chư dân hãy ca tụng Ngài, thân lạy Chúa. Nào chư dân hãy ca tụng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Lạy Chúa, ước chi mọi chư dân luôn đồng thanh chúc ca danh Ngài.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Chúa chúc lành cho toàn dân Chúa, cho trên địa cầu đồng tâm kính sợ.</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7156d7ccb_0_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Chư dân hãy ca tụng Ngài, thân lạy Chúa. Nào chư dân hãy ca tụng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2" name="Shape 842"/>
        <p:cNvGrpSpPr/>
        <p:nvPr/>
      </p:nvGrpSpPr>
      <p:grpSpPr>
        <a:xfrm>
          <a:off x="0" y="0"/>
          <a:ext cx="0" cy="0"/>
          <a:chOff x="0" y="0"/>
          <a:chExt cx="0" cy="0"/>
        </a:xfrm>
      </p:grpSpPr>
      <p:sp>
        <p:nvSpPr>
          <p:cNvPr id="843" name="Google Shape;84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44" name="Google Shape;84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phán: “Nếu ai yêu mến Thầy thì sẽ giữ lời Thầy luôn,</a:t>
            </a:r>
            <a:endParaRPr b="1" sz="7200">
              <a:solidFill>
                <a:schemeClr val="lt1"/>
              </a:solidFill>
              <a:latin typeface="Times New Roman"/>
              <a:ea typeface="Times New Roman"/>
              <a:cs typeface="Times New Roman"/>
              <a:sym typeface="Times New Roman"/>
            </a:endParaRPr>
          </a:p>
        </p:txBody>
      </p:sp>
      <p:sp>
        <p:nvSpPr>
          <p:cNvPr id="851" name="Google Shape;85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700">
                <a:solidFill>
                  <a:schemeClr val="lt1"/>
                </a:solidFill>
                <a:latin typeface="Times New Roman"/>
                <a:ea typeface="Times New Roman"/>
                <a:cs typeface="Times New Roman"/>
                <a:sym typeface="Times New Roman"/>
              </a:rPr>
              <a:t>và Cha Thầy sẽ yêu mến người ấy và Chúng Ta đến ở trong người ấy”.</a:t>
            </a:r>
            <a:br>
              <a:rPr b="1" lang="en-US" sz="5600">
                <a:solidFill>
                  <a:schemeClr val="lt1"/>
                </a:solidFill>
                <a:latin typeface="Times New Roman"/>
                <a:ea typeface="Times New Roman"/>
                <a:cs typeface="Times New Roman"/>
                <a:sym typeface="Times New Roman"/>
              </a:rPr>
            </a:br>
            <a:r>
              <a:rPr b="1" i="1" lang="en-US" sz="5600">
                <a:solidFill>
                  <a:srgbClr val="FFFF00"/>
                </a:solidFill>
                <a:latin typeface="Times New Roman"/>
                <a:ea typeface="Times New Roman"/>
                <a:cs typeface="Times New Roman"/>
                <a:sym typeface="Times New Roman"/>
              </a:rPr>
              <a:t>All..</a:t>
            </a:r>
            <a:endParaRPr b="1" sz="5600">
              <a:solidFill>
                <a:srgbClr val="FFFF00"/>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pic>
        <p:nvPicPr>
          <p:cNvPr id="861" name="Google Shape;861;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g3f69acae762_0_193"/>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72" name="Google Shape;87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pic>
        <p:nvPicPr>
          <p:cNvPr id="972" name="Google Shape;972;g3f7156d7ccb_0_23"/>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VẬT ÂN TÌNH</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Lm. Văn Chi</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f95afb83fa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Con nay xin đến làm lễ hy sinh làm lễ ân tình, dâng trọn vẹn về Chúa xác hồn với tâm tư.</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f95afb83fa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Bao nhiêu mơ ước, những đắng cay,</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f7156d7ccb_0_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những muộn phiền dệt thành khúc tân ca mà dâng lên Thiên Chúa làm của lễ tôn thờ.</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a:t>
            </a:r>
            <a:r>
              <a:rPr b="1" lang="en-US" sz="6800">
                <a:solidFill>
                  <a:srgbClr val="FFFF00"/>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Dâng về Thiên Chúa tuổi đời những phôi pha, năm tháng bao nhạt nhoà, tình yêu vẫn thiết tha.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Ngài nhận lấy làm chứng từ mến thương đẹp ngời ý thiên đường bát ngát như trầm 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7156d7ccb_0_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Con nay xin đến làm lễ hy sinh làm lễ ân tình, dâng trọn vẹn về Chúa xác hồn với tâm tư.</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7156d7ccb_0_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Bao nhiêu mơ ước, những đắng cay,</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7156d7ccb_0_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những muộn phiền dệt thành khúc tân ca mà dâng lên Thiên Chúa làm của lễ tôn thờ.</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7156d7ccb_0_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2</a:t>
            </a:r>
            <a:r>
              <a:rPr b="1" lang="en-US" sz="6700">
                <a:solidFill>
                  <a:srgbClr val="FFFF00"/>
                </a:solidFill>
                <a:latin typeface="Times New Roman"/>
                <a:ea typeface="Times New Roman"/>
                <a:cs typeface="Times New Roman"/>
                <a:sym typeface="Times New Roman"/>
              </a:rPr>
              <a:t>. </a:t>
            </a:r>
            <a:r>
              <a:rPr b="1" lang="en-US" sz="6700">
                <a:solidFill>
                  <a:schemeClr val="lt1"/>
                </a:solidFill>
                <a:latin typeface="Times New Roman"/>
                <a:ea typeface="Times New Roman"/>
                <a:cs typeface="Times New Roman"/>
                <a:sym typeface="Times New Roman"/>
              </a:rPr>
              <a:t>Dâng về Thiên Chúa tiếng lòng những mênh mông, là tiếng ca tầm thường, dệt bao ý mến thương.</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f7156d7ccb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Tâm tình dâng hiến nguyện dâng từ sớm mai và cả lúc đêm về hay khi trong chiều sương.</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7156d7ccb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Con nay xin đến làm lễ hy sinh làm lễ ân tình, dâng trọn vẹn về Chúa xác hồn với tâm tư.</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7156d7ccb_0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Bao nhiêu mơ ước, những đắng cay,</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7156d7ccb_0_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những muộn phiền dệt thành khúc tân ca mà dâng lên Thiên Chúa làm của lễ tôn thờ.</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pic>
        <p:nvPicPr>
          <p:cNvPr id="1047" name="Google Shape;104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pic>
        <p:nvPicPr>
          <p:cNvPr id="1067" name="Google Shape;106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pic>
        <p:nvPicPr>
          <p:cNvPr id="1087" name="Google Shape;108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Chúa rộng lượng từ bi, và Chúa rất giàu ơn cứu độ.</a:t>
            </a:r>
            <a:endParaRPr b="1" sz="8000">
              <a:solidFill>
                <a:schemeClr val="lt1"/>
              </a:solidFill>
              <a:latin typeface="Times New Roman"/>
              <a:ea typeface="Times New Roman"/>
              <a:cs typeface="Times New Roman"/>
              <a:sym typeface="Times New Roman"/>
            </a:endParaRPr>
          </a:p>
        </p:txBody>
      </p:sp>
      <p:sp>
        <p:nvSpPr>
          <p:cNvPr id="1093" name="Google Shape;109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pic>
        <p:nvPicPr>
          <p:cNvPr id="1098" name="Google Shape;109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CHO CON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NHẬN BIẾT</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Lm. Thái Nguyên</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Xin cho con biết con và xin cho con biết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Biết con trơ trọi tấm thân, biết Chúa tình yêu vô ngần.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54ad4d3bd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Biết con yếu đuối mỏng giòn, biết Ngài là sức mạnh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cho lòng con chỉ đặt nơi Chúa. Xin cho đời con mãi khát khao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để sống với Chúa sắt son, để yêu mến Chúa vẹn tròn, và hồn con bừng sáng trong Ngài.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7156d7ccb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Xin cho con biết con và xin cho con biết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7156d7ccb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Biết con vẫn hằng khát mong, biết Chúa niềm vui hy vọng.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7156d7ccb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Biết con kiếp sống nửa vời, biết Ngài hạnh phúc nào vơi.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7156d7ccb_0_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cho lòng con chỉ đặt nơi Chúa. Xin cho đời con mãi khát khao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7156d7ccb_0_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để sống với Chúa sắt son, để yêu mến Chúa vẹn tròn, và hồn con bừng sáng trong Ngài.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pic>
        <p:nvPicPr>
          <p:cNvPr id="1158" name="Google Shape;1158;g3f7156d7ccb_0_19"/>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ĐỒNG HÀNH</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VỚI CON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rgbClr val="FFD966"/>
                </a:solidFill>
                <a:latin typeface="Times New Roman"/>
                <a:ea typeface="Times New Roman"/>
                <a:cs typeface="Times New Roman"/>
                <a:sym typeface="Times New Roman"/>
              </a:rPr>
              <a:t>(Ngọc Linh)</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1.</a:t>
            </a:r>
            <a:r>
              <a:rPr b="1" lang="en-US" sz="7000">
                <a:solidFill>
                  <a:srgbClr val="FFFFFF"/>
                </a:solidFill>
                <a:latin typeface="Times New Roman"/>
                <a:ea typeface="Times New Roman"/>
                <a:cs typeface="Times New Roman"/>
                <a:sym typeface="Times New Roman"/>
              </a:rPr>
              <a:t> </a:t>
            </a:r>
            <a:r>
              <a:rPr b="1" lang="en-US" sz="7000">
                <a:solidFill>
                  <a:srgbClr val="FFFFFF"/>
                </a:solidFill>
                <a:latin typeface="Times New Roman"/>
                <a:ea typeface="Times New Roman"/>
                <a:cs typeface="Times New Roman"/>
                <a:sym typeface="Times New Roman"/>
              </a:rPr>
              <a:t>Mẹ ơi, trên con đường đời, xin Mẹ hằng luôn nâng đỡ.</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69acae76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Cùng con gieo chân khắp nơi, đắp xây Nước Trời chẳng ngơi, </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7156d7ccb_0_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giữa nơi gian trần đẹp tươi.</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69acae762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a:t>
            </a:r>
            <a:r>
              <a:rPr b="1" lang="en-US" sz="7000">
                <a:solidFill>
                  <a:srgbClr val="FFFFFF"/>
                </a:solidFill>
                <a:latin typeface="Times New Roman"/>
                <a:ea typeface="Times New Roman"/>
                <a:cs typeface="Times New Roman"/>
                <a:sym typeface="Times New Roman"/>
              </a:rPr>
              <a:t>Kính dâng Mẹ lòng mến yêu nhiều, kính dâng Mẹ tình con không thiếu.</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f69acae762_0_1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Bước bên Mẹ lòng không cô liêu, sống trong Mẹ hồn ngập thương yêu.</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pic>
        <p:nvPicPr>
          <p:cNvPr id="1193" name="Google Shape;1193;g3f7156d7ccb_0_9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