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6" roundtripDataSignature="AMtx7mhY4vecJX2flFCmzIUVXAsTYira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6" Type="http://customschemas.google.com/relationships/presentationmetadata" Target="metadata"/><Relationship Id="rId215" Type="http://schemas.openxmlformats.org/officeDocument/2006/relationships/slide" Target="slides/slide210.xml"/><Relationship Id="rId214" Type="http://schemas.openxmlformats.org/officeDocument/2006/relationships/slide" Target="slides/slide209.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89366497e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d89366497e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d89366497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d89366497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d89366497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d89366497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d89366497e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d89366497e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89366497e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d89366497e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89366497e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d89366497e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911da241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d911da241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d89366497e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d89366497e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3" name="Google Shape;6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09" name="Google Shape;6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5" name="Google Shape;6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1" name="Google Shape;6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7" name="Google Shape;6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3" name="Google Shape;6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9" name="Google Shape;6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5" name="Google Shape;6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1" name="Google Shape;6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7" name="Google Shape;6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3" name="Google Shape;6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9" name="Google Shape;6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5" name="Google Shape;6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89366497e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d89366497e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d33158570_0_5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d33158570_0_5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d33158570_0_5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d33158570_0_5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e4329e4d7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e4329e4d7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89366497e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89366497e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d33158570_0_5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d33158570_0_5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89366497e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d89366497e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d33158570_0_5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d33158570_0_5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d33158570_0_5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d33158570_0_5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e4329e4d7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e4329e4d7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d89366497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d89366497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d89366497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3d89366497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dd33158570_0_5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g3dd33158570_0_5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dd33158570_0_5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6" name="Google Shape;756;g3dd33158570_0_5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de4329e4d7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1" name="Google Shape;761;g3de4329e4d7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d89366497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g3d89366497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d89366497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1" name="Google Shape;771;g3d89366497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6" name="Google Shape;77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d89366497e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g3d89366497e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4" name="Google Shape;80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d89366497e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d89366497e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de4329e4d7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de4329e4d7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d89366497e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d89366497e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d89366497e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d89366497e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d89366497e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d89366497e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d89366497e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d89366497e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d89366497e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d89366497e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d89366497e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d89366497e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d89366497e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d89366497e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d89366497e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d89366497e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d89366497e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d89366497e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d89366497e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d89366497e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d89366497e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d89366497e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d89366497e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d89366497e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dd33158570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dd33158570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dd33158570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dd33158570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d89366497e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d89366497e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d89366497e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d89366497e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d89366497e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d89366497e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d89366497e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d89366497e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d89366497e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d89366497e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d72cc0870c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d72cc0870c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d72cc0870c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d72cc0870c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d72cc0870c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d72cc0870c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d72cc0870c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d72cc0870c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d72cc0870c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d72cc0870c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d89366497e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d89366497e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d89366497e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d89366497e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d911da2414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d911da2414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3.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jp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3.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d89366497e_0_13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CỬA CÔNG CHÍNH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Cửa công chính hãy mở cho tôi vào, cho tôi vào tạ ơn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nơi cung điện ngập quang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d89366497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Chính đây là, chính đây là cửa Thiên Chúa, hỡi người công chính hãy mau tiến vào.</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Hãy cảm tạ Chúa vì Chúa nhân từ. Vì tình Người yêu thương ta bền vững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d89366497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Cửa công chính hãy mở cho tôi vào, cho tôi vào tạ ơn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d89366497e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nơi cung điện ngập quang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d89366497e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Chính đây là, chính đây là cửa Thiên Chúa, hỡi người công chính hãy mau tiến vào.</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d89366497e_0_13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d911da2414_0_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a:solidFill>
                  <a:schemeClr val="lt1"/>
                </a:solidFill>
                <a:latin typeface="Times"/>
                <a:ea typeface="Times"/>
                <a:cs typeface="Times"/>
                <a:sym typeface="Times"/>
              </a:rPr>
              <a:t>Sau Lời nguyện Cộng đồng đáp:</a:t>
            </a:r>
            <a:r>
              <a:rPr b="1" lang="en-US" sz="8000">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pic>
        <p:nvPicPr>
          <p:cNvPr id="593" name="Google Shape;593;g3d89366497e_0_140"/>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99" name="Google Shape;59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0" name="Shape 610"/>
        <p:cNvGrpSpPr/>
        <p:nvPr/>
      </p:nvGrpSpPr>
      <p:grpSpPr>
        <a:xfrm>
          <a:off x="0" y="0"/>
          <a:ext cx="0" cy="0"/>
          <a:chOff x="0" y="0"/>
          <a:chExt cx="0" cy="0"/>
        </a:xfrm>
      </p:grpSpPr>
      <p:sp>
        <p:nvSpPr>
          <p:cNvPr id="611" name="Google Shape;6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pic>
        <p:nvPicPr>
          <p:cNvPr id="682" name="Google Shape;682;g3d89366497e_0_144"/>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6" name="Shape 686"/>
        <p:cNvGrpSpPr/>
        <p:nvPr/>
      </p:nvGrpSpPr>
      <p:grpSpPr>
        <a:xfrm>
          <a:off x="0" y="0"/>
          <a:ext cx="0" cy="0"/>
          <a:chOff x="0" y="0"/>
          <a:chExt cx="0" cy="0"/>
        </a:xfrm>
      </p:grpSpPr>
      <p:sp>
        <p:nvSpPr>
          <p:cNvPr id="687" name="Google Shape;6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88" name="Google Shape;68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d33158570_0_5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Có Chúa đưa dẫn bước tôi đi, nên tôi chẳng thiếu thốn chi.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d33158570_0_5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đồng cỏ xanh rì, Ngài thả tôi đi nằm nghỉ.</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e4329e4d7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Trong nguồn nước chỗ nghỉ ngơi, Ngài cho tôi vào uống,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89366497e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lo bồi dưỡng lại tâm hồn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d33158570_0_5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d89366497e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dd33158570_0_5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Chúa dẫn tôi bước trên đường lành, uy danh Ngài là sức mạnh.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dd33158570_0_5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Tôi chẳng lắng lo gì, vì có Chúa ở cùng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de4329e4d7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Cho dù thung lũng tối tăm, thì roi với gậy Chúa là chính niềm an bình cho hồn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d89366497e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d89366497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dd33158570_0_5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Chúa đã dọn sẵn cho bàn tiệc, ngay trước mặt kẻ đối phương.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dd33158570_0_5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đầu Chúa xức dầu, rượu hồng tươi ôi đầy dư.</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de4329e4d7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Nhân từ ân sủng Chúa ban theo tôi suốt đời sống, và trong nhà Chúa Trời tôi định cư.</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g3d89366497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g3d89366497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7" name="Shape 777"/>
        <p:cNvGrpSpPr/>
        <p:nvPr/>
      </p:nvGrpSpPr>
      <p:grpSpPr>
        <a:xfrm>
          <a:off x="0" y="0"/>
          <a:ext cx="0" cy="0"/>
          <a:chOff x="0" y="0"/>
          <a:chExt cx="0" cy="0"/>
        </a:xfrm>
      </p:grpSpPr>
      <p:sp>
        <p:nvSpPr>
          <p:cNvPr id="778" name="Google Shape;77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79" name="Google Shape;77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6800">
                <a:solidFill>
                  <a:schemeClr val="lt1"/>
                </a:solidFill>
                <a:latin typeface="Times"/>
                <a:ea typeface="Times"/>
                <a:cs typeface="Times"/>
                <a:sym typeface="Times"/>
              </a:rPr>
              <a:t>Chúa phán rằng: "Ta là mục tử tốt lành, Ta biết các chiên Ta,</a:t>
            </a:r>
            <a:endParaRPr b="1" sz="6800">
              <a:solidFill>
                <a:schemeClr val="lt1"/>
              </a:solidFill>
              <a:latin typeface="Times"/>
              <a:ea typeface="Times"/>
              <a:cs typeface="Times"/>
              <a:sym typeface="Times"/>
            </a:endParaRPr>
          </a:p>
        </p:txBody>
      </p:sp>
      <p:sp>
        <p:nvSpPr>
          <p:cNvPr id="786" name="Google Shape;78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900">
                <a:solidFill>
                  <a:schemeClr val="lt1"/>
                </a:solidFill>
                <a:latin typeface="Times"/>
                <a:ea typeface="Times"/>
                <a:cs typeface="Times"/>
                <a:sym typeface="Times"/>
              </a:rPr>
              <a:t>và này đây các </a:t>
            </a:r>
            <a:br>
              <a:rPr b="1" lang="en-US" sz="6900">
                <a:solidFill>
                  <a:schemeClr val="lt1"/>
                </a:solidFill>
                <a:latin typeface="Times"/>
                <a:ea typeface="Times"/>
                <a:cs typeface="Times"/>
                <a:sym typeface="Times"/>
              </a:rPr>
            </a:br>
            <a:r>
              <a:rPr b="1" lang="en-US" sz="6900">
                <a:solidFill>
                  <a:schemeClr val="lt1"/>
                </a:solidFill>
                <a:latin typeface="Times"/>
                <a:ea typeface="Times"/>
                <a:cs typeface="Times"/>
                <a:sym typeface="Times"/>
              </a:rPr>
              <a:t>chiên Ta biết Ta".</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pic>
        <p:nvPicPr>
          <p:cNvPr id="796" name="Google Shape;796;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pic>
        <p:nvPicPr>
          <p:cNvPr id="801" name="Google Shape;801;g3d89366497e_0_14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07" name="Google Shape;80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g3d89366497e_0_15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DÂNG LÊN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Tiến dâng lên Thiên cung này lễ vật là bánh miếng trinh nguyên với rượu nho,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nước mắt tiếng hát trong cuộc đời, xin Chúa nhận đền bù bao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de4329e4d7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d89366497e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 </a:t>
            </a:r>
            <a:r>
              <a:rPr b="1" lang="en-US" sz="7800">
                <a:solidFill>
                  <a:schemeClr val="lt1"/>
                </a:solidFill>
                <a:latin typeface="Times New Roman"/>
                <a:ea typeface="Times New Roman"/>
                <a:cs typeface="Times New Roman"/>
                <a:sym typeface="Times New Roman"/>
              </a:rPr>
              <a:t>Tiến dâng lên Thiên cung lời ước nguyện,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d89366497e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thương ban phúc bình yên,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d89366497e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tựa như nước nối kết trong rượu nồng, muôn tấm lòng hòa đồng trong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d89366497e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d89366497e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d89366497e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3d89366497e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Tiến dâng lên Thiên cung này lễ vật là bánh miếng trinh nguyên với rượu nho,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g3d89366497e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nước mắt tiếng hát trong cuộc đời, xin Chúa nhận đền bù bao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d89366497e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Cùng dâng tiến tiếng hát trên môi nguyện cầu,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d89366497e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nỗi sầu dâng lên cùng những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d89366497e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tiến với hết tâm tình thiết tha tựa hương xa bay lên tòa Chúa bao la.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id="997" name="Google Shape;99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pic>
        <p:nvPicPr>
          <p:cNvPr id="1017" name="Google Shape;101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pic>
        <p:nvPicPr>
          <p:cNvPr id="1037" name="Google Shape;103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800">
                <a:solidFill>
                  <a:schemeClr val="lt1"/>
                </a:solidFill>
                <a:latin typeface="Times"/>
                <a:ea typeface="Times"/>
                <a:cs typeface="Times"/>
                <a:sym typeface="Times"/>
              </a:rPr>
              <a:t>Đấng chăn chiên nhân lành đã phục sinh, Người đã phó mạng sống mình vì con chiên,</a:t>
            </a:r>
            <a:endParaRPr b="1" sz="6800">
              <a:solidFill>
                <a:schemeClr val="lt1"/>
              </a:solidFill>
              <a:latin typeface="Times"/>
              <a:ea typeface="Times"/>
              <a:cs typeface="Times"/>
              <a:sym typeface="Times"/>
            </a:endParaRPr>
          </a:p>
        </p:txBody>
      </p:sp>
      <p:sp>
        <p:nvSpPr>
          <p:cNvPr id="1043" name="Google Shape;104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d89366497e_0_9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a:ea typeface="Times"/>
                <a:cs typeface="Times"/>
                <a:sym typeface="Times"/>
              </a:rPr>
              <a:t>và đã đoái thương chịu chết vì đoàn chiên – Al-lê-lu-ia.</a:t>
            </a:r>
            <a:endParaRPr b="1" sz="7000">
              <a:solidFill>
                <a:schemeClr val="lt1"/>
              </a:solidFill>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pic>
        <p:nvPicPr>
          <p:cNvPr id="1053" name="Google Shape;105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ĐỒNG CỎ TƯƠI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(Nam Hoa)</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Đồng là đồng cỏ tươi, Chúa ban cho tôi nghỉ ngơi,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suối ngọt cỏ non xanh rì tôi nay còn thiếu thốn gì, vui thay mà cũng phúc thay.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dd33158570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Chân tôi theo nẻo chính, Chúa thương tôi như con người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dd33158570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tôi lấy lại sức, Chúa đưa về cõi đời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Đồng là đồng cỏ tươi, Chúa ban cho tôi nghỉ ngơi,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suối ngọt cỏ non xanh rì tôi nay còn thiếu thốn gì, vui thay mà cũng phúc thay.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d89366497e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 </a:t>
            </a:r>
            <a:r>
              <a:rPr b="1" lang="en-US" sz="7600">
                <a:solidFill>
                  <a:schemeClr val="lt1"/>
                </a:solidFill>
                <a:latin typeface="Times New Roman"/>
                <a:ea typeface="Times New Roman"/>
                <a:cs typeface="Times New Roman"/>
                <a:sym typeface="Times New Roman"/>
              </a:rPr>
              <a:t>Tôi an tâm vững trí, dẫu qua nơi âm u hãi hùng.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d89366497e_0_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Lòng tin tưởng tuyệt đối, thấy côn trượng Chúa là mừng.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d89366497e_0_1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Đồng là đồng cỏ tươi, Chúa ban cho tôi nghỉ ngơi,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d89366497e_0_1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suối ngọt cỏ non xanh rì tôi nay còn thiếu thốn gì, vui thay mà cũng phúc thay.</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id="1113" name="Google Shape;1113;g3d89366497e_0_15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d72cc0870c_0_13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HẰNG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CỨU GIÚP</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(Hoài Chiên)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d72cc0870c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Ma-ri-a Mẹ Hằng Cứu Giúp đầy khoan nhân và tình thương xót</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d72cc0870c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hết những ai biết vững tâm xin Mẹ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d72cc0870c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Đoàn con nay thành tâm yêu mến đồng thanh xin Mẹ thương xem đến,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d72cc0870c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dắt chúng con tới quê hương nơi Thiên đường.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d89366497e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Mẹ Cứu Giúp uy quyền Mẹ rất cao sang, là Mẹ Thiên Chúa không vương chi tội lỗi.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d89366497e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Mẹ Cứu Giúp xin Mẹ hãy đoái thương ban ngàn ơn cứu giúp chúng con trên cõi đời.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pic>
        <p:nvPicPr>
          <p:cNvPr id="1153" name="Google Shape;1153;g3d911da2414_0_79" title="ChatGPT Image 13_43_18 24 thg 4, 2026.png"/>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