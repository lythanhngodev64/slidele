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heme/themeOverride1.xml" ContentType="application/vnd.openxmlformats-officedocument.themeOverr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2"/>
  </p:notesMasterIdLst>
  <p:sldIdLst>
    <p:sldId id="10781" r:id="rId2"/>
    <p:sldId id="321" r:id="rId3"/>
    <p:sldId id="371" r:id="rId4"/>
    <p:sldId id="322" r:id="rId5"/>
    <p:sldId id="372" r:id="rId6"/>
    <p:sldId id="323" r:id="rId7"/>
    <p:sldId id="9865" r:id="rId8"/>
    <p:sldId id="324" r:id="rId9"/>
    <p:sldId id="9866" r:id="rId10"/>
    <p:sldId id="9867" r:id="rId11"/>
    <p:sldId id="10719" r:id="rId12"/>
    <p:sldId id="10720" r:id="rId13"/>
    <p:sldId id="9869" r:id="rId14"/>
    <p:sldId id="9870" r:id="rId15"/>
    <p:sldId id="9871" r:id="rId16"/>
    <p:sldId id="9872" r:id="rId17"/>
    <p:sldId id="9873" r:id="rId18"/>
    <p:sldId id="9874" r:id="rId19"/>
    <p:sldId id="10721" r:id="rId20"/>
    <p:sldId id="10722" r:id="rId21"/>
    <p:sldId id="10723" r:id="rId22"/>
    <p:sldId id="10724" r:id="rId23"/>
    <p:sldId id="10725" r:id="rId24"/>
    <p:sldId id="304" r:id="rId25"/>
    <p:sldId id="9879" r:id="rId26"/>
    <p:sldId id="9880" r:id="rId27"/>
    <p:sldId id="9881" r:id="rId28"/>
    <p:sldId id="9882" r:id="rId29"/>
    <p:sldId id="9883" r:id="rId30"/>
    <p:sldId id="9884" r:id="rId31"/>
    <p:sldId id="9885" r:id="rId32"/>
    <p:sldId id="9886" r:id="rId33"/>
    <p:sldId id="9887" r:id="rId34"/>
    <p:sldId id="9889" r:id="rId35"/>
    <p:sldId id="9890" r:id="rId36"/>
    <p:sldId id="9891" r:id="rId37"/>
    <p:sldId id="9892" r:id="rId38"/>
    <p:sldId id="9893" r:id="rId39"/>
    <p:sldId id="9895" r:id="rId40"/>
    <p:sldId id="9897" r:id="rId41"/>
    <p:sldId id="9898" r:id="rId42"/>
    <p:sldId id="9899" r:id="rId43"/>
    <p:sldId id="9900" r:id="rId44"/>
    <p:sldId id="9901" r:id="rId45"/>
    <p:sldId id="9902" r:id="rId46"/>
    <p:sldId id="9904" r:id="rId47"/>
    <p:sldId id="9905" r:id="rId48"/>
    <p:sldId id="9906" r:id="rId49"/>
    <p:sldId id="9907" r:id="rId50"/>
    <p:sldId id="9908" r:id="rId51"/>
    <p:sldId id="9909" r:id="rId52"/>
    <p:sldId id="9910" r:id="rId53"/>
    <p:sldId id="9911" r:id="rId54"/>
    <p:sldId id="9912" r:id="rId55"/>
    <p:sldId id="9913" r:id="rId56"/>
    <p:sldId id="9914" r:id="rId57"/>
    <p:sldId id="9915" r:id="rId58"/>
    <p:sldId id="9916" r:id="rId59"/>
    <p:sldId id="9917" r:id="rId60"/>
    <p:sldId id="9918" r:id="rId61"/>
    <p:sldId id="9919" r:id="rId62"/>
    <p:sldId id="9920" r:id="rId63"/>
    <p:sldId id="9921" r:id="rId64"/>
    <p:sldId id="9922" r:id="rId65"/>
    <p:sldId id="9923" r:id="rId66"/>
    <p:sldId id="9924" r:id="rId67"/>
    <p:sldId id="9925" r:id="rId68"/>
    <p:sldId id="9926" r:id="rId69"/>
    <p:sldId id="9927" r:id="rId70"/>
    <p:sldId id="9928" r:id="rId71"/>
    <p:sldId id="9929" r:id="rId72"/>
    <p:sldId id="9930" r:id="rId73"/>
    <p:sldId id="9931" r:id="rId74"/>
    <p:sldId id="9932" r:id="rId75"/>
    <p:sldId id="9933" r:id="rId76"/>
    <p:sldId id="9934" r:id="rId77"/>
    <p:sldId id="9935" r:id="rId78"/>
    <p:sldId id="341" r:id="rId79"/>
    <p:sldId id="409" r:id="rId80"/>
    <p:sldId id="342" r:id="rId81"/>
    <p:sldId id="417" r:id="rId82"/>
    <p:sldId id="343" r:id="rId83"/>
    <p:sldId id="344" r:id="rId84"/>
    <p:sldId id="9936" r:id="rId85"/>
    <p:sldId id="345" r:id="rId86"/>
    <p:sldId id="418" r:id="rId87"/>
    <p:sldId id="346" r:id="rId88"/>
    <p:sldId id="347" r:id="rId89"/>
    <p:sldId id="412" r:id="rId90"/>
    <p:sldId id="348" r:id="rId91"/>
    <p:sldId id="349" r:id="rId92"/>
    <p:sldId id="350" r:id="rId93"/>
    <p:sldId id="419" r:id="rId94"/>
    <p:sldId id="351" r:id="rId95"/>
    <p:sldId id="413" r:id="rId96"/>
    <p:sldId id="352" r:id="rId97"/>
    <p:sldId id="353" r:id="rId98"/>
    <p:sldId id="415" r:id="rId99"/>
    <p:sldId id="354" r:id="rId100"/>
    <p:sldId id="355" r:id="rId101"/>
    <p:sldId id="401" r:id="rId102"/>
    <p:sldId id="356" r:id="rId103"/>
    <p:sldId id="402" r:id="rId104"/>
    <p:sldId id="357" r:id="rId105"/>
    <p:sldId id="403" r:id="rId106"/>
    <p:sldId id="358" r:id="rId107"/>
    <p:sldId id="359" r:id="rId108"/>
    <p:sldId id="405" r:id="rId109"/>
    <p:sldId id="9984" r:id="rId110"/>
    <p:sldId id="406" r:id="rId111"/>
    <p:sldId id="408" r:id="rId112"/>
    <p:sldId id="365" r:id="rId113"/>
    <p:sldId id="9985" r:id="rId114"/>
    <p:sldId id="366" r:id="rId115"/>
    <p:sldId id="9961" r:id="rId116"/>
    <p:sldId id="423" r:id="rId117"/>
    <p:sldId id="424" r:id="rId118"/>
    <p:sldId id="10789" r:id="rId119"/>
    <p:sldId id="10283" r:id="rId120"/>
    <p:sldId id="10284" r:id="rId121"/>
    <p:sldId id="10790" r:id="rId122"/>
    <p:sldId id="10417" r:id="rId123"/>
    <p:sldId id="10791" r:id="rId124"/>
    <p:sldId id="10792" r:id="rId125"/>
    <p:sldId id="10793" r:id="rId126"/>
    <p:sldId id="10788" r:id="rId127"/>
    <p:sldId id="10180" r:id="rId128"/>
    <p:sldId id="10181" r:id="rId129"/>
    <p:sldId id="10258" r:id="rId130"/>
    <p:sldId id="10259" r:id="rId131"/>
    <p:sldId id="10260" r:id="rId132"/>
    <p:sldId id="10261" r:id="rId133"/>
    <p:sldId id="10262" r:id="rId134"/>
    <p:sldId id="10264" r:id="rId135"/>
    <p:sldId id="10265" r:id="rId136"/>
    <p:sldId id="10266" r:id="rId137"/>
    <p:sldId id="10267" r:id="rId138"/>
    <p:sldId id="10268" r:id="rId139"/>
    <p:sldId id="10269" r:id="rId140"/>
    <p:sldId id="10270" r:id="rId141"/>
    <p:sldId id="10271" r:id="rId142"/>
    <p:sldId id="10272" r:id="rId143"/>
    <p:sldId id="10787" r:id="rId144"/>
    <p:sldId id="10683" r:id="rId145"/>
    <p:sldId id="10256" r:id="rId146"/>
    <p:sldId id="10142" r:id="rId147"/>
    <p:sldId id="10501" r:id="rId148"/>
    <p:sldId id="10143" r:id="rId149"/>
    <p:sldId id="10733" r:id="rId150"/>
    <p:sldId id="10686" r:id="rId151"/>
    <p:sldId id="10734" r:id="rId152"/>
    <p:sldId id="10794" r:id="rId153"/>
    <p:sldId id="10795" r:id="rId154"/>
    <p:sldId id="10796" r:id="rId155"/>
    <p:sldId id="10797" r:id="rId156"/>
    <p:sldId id="10798" r:id="rId157"/>
    <p:sldId id="10799" r:id="rId158"/>
    <p:sldId id="10800" r:id="rId159"/>
    <p:sldId id="10801" r:id="rId160"/>
    <p:sldId id="10802" r:id="rId161"/>
    <p:sldId id="10803" r:id="rId162"/>
    <p:sldId id="10804" r:id="rId163"/>
    <p:sldId id="10805" r:id="rId164"/>
    <p:sldId id="10684" r:id="rId165"/>
    <p:sldId id="10786" r:id="rId166"/>
    <p:sldId id="10280" r:id="rId167"/>
    <p:sldId id="10107" r:id="rId168"/>
    <p:sldId id="10806" r:id="rId169"/>
    <p:sldId id="10778" r:id="rId170"/>
    <p:sldId id="10808" r:id="rId171"/>
    <p:sldId id="9864" r:id="rId172"/>
    <p:sldId id="10316" r:id="rId173"/>
    <p:sldId id="10317" r:id="rId174"/>
    <p:sldId id="10318" r:id="rId175"/>
    <p:sldId id="10319" r:id="rId176"/>
    <p:sldId id="10320" r:id="rId177"/>
    <p:sldId id="10321" r:id="rId178"/>
    <p:sldId id="10322" r:id="rId179"/>
    <p:sldId id="10323" r:id="rId180"/>
    <p:sldId id="10324" r:id="rId181"/>
    <p:sldId id="10325" r:id="rId182"/>
    <p:sldId id="10337" r:id="rId183"/>
    <p:sldId id="10326" r:id="rId184"/>
    <p:sldId id="10327" r:id="rId185"/>
    <p:sldId id="10328" r:id="rId186"/>
    <p:sldId id="10336" r:id="rId187"/>
    <p:sldId id="10329" r:id="rId188"/>
    <p:sldId id="10330" r:id="rId189"/>
    <p:sldId id="10331" r:id="rId190"/>
    <p:sldId id="10332" r:id="rId191"/>
    <p:sldId id="10333" r:id="rId192"/>
    <p:sldId id="10334" r:id="rId193"/>
    <p:sldId id="10335" r:id="rId194"/>
    <p:sldId id="10785" r:id="rId195"/>
    <p:sldId id="10651" r:id="rId196"/>
    <p:sldId id="10652" r:id="rId197"/>
    <p:sldId id="10653" r:id="rId198"/>
    <p:sldId id="10700" r:id="rId199"/>
    <p:sldId id="10753" r:id="rId200"/>
    <p:sldId id="10754" r:id="rId201"/>
    <p:sldId id="10755" r:id="rId202"/>
    <p:sldId id="10756" r:id="rId203"/>
    <p:sldId id="10809" r:id="rId204"/>
    <p:sldId id="10810" r:id="rId205"/>
    <p:sldId id="10811" r:id="rId206"/>
    <p:sldId id="10812" r:id="rId207"/>
    <p:sldId id="10813" r:id="rId208"/>
    <p:sldId id="10814" r:id="rId209"/>
    <p:sldId id="10815" r:id="rId210"/>
    <p:sldId id="10784" r:id="rId211"/>
    <p:sldId id="10252" r:id="rId212"/>
    <p:sldId id="10770" r:id="rId213"/>
    <p:sldId id="10212" r:id="rId214"/>
    <p:sldId id="10823" r:id="rId215"/>
    <p:sldId id="10824" r:id="rId216"/>
    <p:sldId id="10819" r:id="rId217"/>
    <p:sldId id="10820" r:id="rId218"/>
    <p:sldId id="10821" r:id="rId219"/>
    <p:sldId id="10822" r:id="rId220"/>
    <p:sldId id="10213" r:id="rId221"/>
    <p:sldId id="10816" r:id="rId222"/>
    <p:sldId id="10703" r:id="rId223"/>
    <p:sldId id="10702" r:id="rId224"/>
    <p:sldId id="10704" r:id="rId225"/>
    <p:sldId id="10757" r:id="rId226"/>
    <p:sldId id="10817" r:id="rId227"/>
    <p:sldId id="10818" r:id="rId228"/>
    <p:sldId id="10825" r:id="rId229"/>
    <p:sldId id="10826" r:id="rId230"/>
    <p:sldId id="10827" r:id="rId231"/>
    <p:sldId id="10828" r:id="rId232"/>
    <p:sldId id="10829" r:id="rId233"/>
    <p:sldId id="10830" r:id="rId234"/>
    <p:sldId id="10783" r:id="rId235"/>
    <p:sldId id="10769" r:id="rId236"/>
    <p:sldId id="10253" r:id="rId237"/>
    <p:sldId id="10254" r:id="rId238"/>
    <p:sldId id="10767" r:id="rId239"/>
    <p:sldId id="10831" r:id="rId240"/>
    <p:sldId id="10782" r:id="rId24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7FDAF1C-37A2-4320-8278-2F03C36EE5D4}" v="1" dt="2025-04-19T06:36:49.909"/>
    <p1510:client id="{D102BF66-124C-43F9-B354-0B520A23B620}" v="217" dt="2025-04-20T23:27:06.8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00" d="100"/>
          <a:sy n="100" d="100"/>
        </p:scale>
        <p:origin x="1914" y="726"/>
      </p:cViewPr>
      <p:guideLst>
        <p:guide orient="horz" pos="1620"/>
        <p:guide pos="2880"/>
      </p:guideLst>
    </p:cSldViewPr>
  </p:slideViewPr>
  <p:notesTextViewPr>
    <p:cViewPr>
      <p:scale>
        <a:sx n="1" d="1"/>
        <a:sy n="1" d="1"/>
      </p:scale>
      <p:origin x="0" y="0"/>
    </p:cViewPr>
  </p:notesTextViewPr>
  <p:sorterViewPr>
    <p:cViewPr varScale="1">
      <p:scale>
        <a:sx n="100" d="100"/>
        <a:sy n="100" d="100"/>
      </p:scale>
      <p:origin x="0" y="-41436"/>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slide" Target="slides/slide225.xml"/><Relationship Id="rId247" Type="http://schemas.microsoft.com/office/2016/11/relationships/changesInfo" Target="changesInfos/changesInfo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slide" Target="slides/slide215.xml"/><Relationship Id="rId237" Type="http://schemas.openxmlformats.org/officeDocument/2006/relationships/slide" Target="slides/slide236.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slide" Target="slides/slide226.xml"/><Relationship Id="rId248" Type="http://schemas.microsoft.com/office/2015/10/relationships/revisionInfo" Target="revisionInfo.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slide" Target="slides/slide214.xml"/><Relationship Id="rId236" Type="http://schemas.openxmlformats.org/officeDocument/2006/relationships/slide" Target="slides/slide235.xml"/><Relationship Id="rId26" Type="http://schemas.openxmlformats.org/officeDocument/2006/relationships/slide" Target="slides/slide25.xml"/><Relationship Id="rId231" Type="http://schemas.openxmlformats.org/officeDocument/2006/relationships/slide" Target="slides/slide230.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notesMaster" Target="notesMasters/notesMaster1.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presProps" Target="presProps.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viewProps" Target="viewProps.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theme" Target="theme/theme1.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tableStyles" Target="tableStyles.xml"/><Relationship Id="rId106" Type="http://schemas.openxmlformats.org/officeDocument/2006/relationships/slide" Target="slides/slide105.xml"/><Relationship Id="rId127" Type="http://schemas.openxmlformats.org/officeDocument/2006/relationships/slide" Target="slides/slide12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ý Thanh Ngô" userId="d1fb4545a5d636d2" providerId="LiveId" clId="{E4D9CBFD-E110-4D84-9E16-A07CEF4E01B3}"/>
    <pc:docChg chg="undo redo custSel addSld delSld modSld sldOrd">
      <pc:chgData name="Lý Thanh Ngô" userId="d1fb4545a5d636d2" providerId="LiveId" clId="{E4D9CBFD-E110-4D84-9E16-A07CEF4E01B3}" dt="2025-04-05T15:27:48.763" v="4124" actId="1036"/>
      <pc:docMkLst>
        <pc:docMk/>
      </pc:docMkLst>
      <pc:sldChg chg="addSp modSp add mod setBg">
        <pc:chgData name="Lý Thanh Ngô" userId="d1fb4545a5d636d2" providerId="LiveId" clId="{E4D9CBFD-E110-4D84-9E16-A07CEF4E01B3}" dt="2025-04-05T15:20:51.677" v="4100" actId="27636"/>
        <pc:sldMkLst>
          <pc:docMk/>
          <pc:sldMk cId="591027290" sldId="257"/>
        </pc:sldMkLst>
        <pc:spChg chg="add mod">
          <ac:chgData name="Lý Thanh Ngô" userId="d1fb4545a5d636d2" providerId="LiveId" clId="{E4D9CBFD-E110-4D84-9E16-A07CEF4E01B3}" dt="2025-04-05T15:20:51.677" v="4100" actId="27636"/>
          <ac:spMkLst>
            <pc:docMk/>
            <pc:sldMk cId="591027290" sldId="257"/>
            <ac:spMk id="2" creationId="{6D3FAADD-3FA7-BD7E-FE2F-54B5B64F1AD9}"/>
          </ac:spMkLst>
        </pc:spChg>
        <pc:spChg chg="mod">
          <ac:chgData name="Lý Thanh Ngô" userId="d1fb4545a5d636d2" providerId="LiveId" clId="{E4D9CBFD-E110-4D84-9E16-A07CEF4E01B3}" dt="2025-03-30T06:39:18.206" v="331" actId="20577"/>
          <ac:spMkLst>
            <pc:docMk/>
            <pc:sldMk cId="591027290" sldId="257"/>
            <ac:spMk id="3" creationId="{00000000-0000-0000-0000-000000000000}"/>
          </ac:spMkLst>
        </pc:spChg>
      </pc:sldChg>
      <pc:sldChg chg="modSp add mod setBg">
        <pc:chgData name="Lý Thanh Ngô" userId="d1fb4545a5d636d2" providerId="LiveId" clId="{E4D9CBFD-E110-4D84-9E16-A07CEF4E01B3}" dt="2025-03-30T06:31:23.930" v="191" actId="20577"/>
        <pc:sldMkLst>
          <pc:docMk/>
          <pc:sldMk cId="2171119766" sldId="258"/>
        </pc:sldMkLst>
        <pc:spChg chg="mod">
          <ac:chgData name="Lý Thanh Ngô" userId="d1fb4545a5d636d2" providerId="LiveId" clId="{E4D9CBFD-E110-4D84-9E16-A07CEF4E01B3}" dt="2025-03-30T06:31:23.930" v="191" actId="20577"/>
          <ac:spMkLst>
            <pc:docMk/>
            <pc:sldMk cId="2171119766" sldId="258"/>
            <ac:spMk id="7170" creationId="{00000000-0000-0000-0000-000000000000}"/>
          </ac:spMkLst>
        </pc:spChg>
      </pc:sldChg>
      <pc:sldChg chg="modSp add mod setBg">
        <pc:chgData name="Lý Thanh Ngô" userId="d1fb4545a5d636d2" providerId="LiveId" clId="{E4D9CBFD-E110-4D84-9E16-A07CEF4E01B3}" dt="2025-03-30T06:33:39.195" v="234" actId="20577"/>
        <pc:sldMkLst>
          <pc:docMk/>
          <pc:sldMk cId="3057438887" sldId="259"/>
        </pc:sldMkLst>
        <pc:spChg chg="mod">
          <ac:chgData name="Lý Thanh Ngô" userId="d1fb4545a5d636d2" providerId="LiveId" clId="{E4D9CBFD-E110-4D84-9E16-A07CEF4E01B3}" dt="2025-03-30T06:33:39.195" v="234" actId="20577"/>
          <ac:spMkLst>
            <pc:docMk/>
            <pc:sldMk cId="3057438887" sldId="259"/>
            <ac:spMk id="3" creationId="{00000000-0000-0000-0000-000000000000}"/>
          </ac:spMkLst>
        </pc:spChg>
      </pc:sldChg>
      <pc:sldChg chg="modSp add mod setBg">
        <pc:chgData name="Lý Thanh Ngô" userId="d1fb4545a5d636d2" providerId="LiveId" clId="{E4D9CBFD-E110-4D84-9E16-A07CEF4E01B3}" dt="2025-04-04T14:25:03.967" v="1863" actId="20577"/>
        <pc:sldMkLst>
          <pc:docMk/>
          <pc:sldMk cId="532766581" sldId="260"/>
        </pc:sldMkLst>
        <pc:spChg chg="mod">
          <ac:chgData name="Lý Thanh Ngô" userId="d1fb4545a5d636d2" providerId="LiveId" clId="{E4D9CBFD-E110-4D84-9E16-A07CEF4E01B3}" dt="2025-04-04T14:25:03.967" v="1863" actId="20577"/>
          <ac:spMkLst>
            <pc:docMk/>
            <pc:sldMk cId="532766581" sldId="260"/>
            <ac:spMk id="7170" creationId="{00000000-0000-0000-0000-000000000000}"/>
          </ac:spMkLst>
        </pc:spChg>
      </pc:sldChg>
      <pc:sldChg chg="modSp add mod setBg">
        <pc:chgData name="Lý Thanh Ngô" userId="d1fb4545a5d636d2" providerId="LiveId" clId="{E4D9CBFD-E110-4D84-9E16-A07CEF4E01B3}" dt="2025-03-30T06:34:43.517" v="254" actId="20577"/>
        <pc:sldMkLst>
          <pc:docMk/>
          <pc:sldMk cId="1487358291" sldId="261"/>
        </pc:sldMkLst>
        <pc:spChg chg="mod">
          <ac:chgData name="Lý Thanh Ngô" userId="d1fb4545a5d636d2" providerId="LiveId" clId="{E4D9CBFD-E110-4D84-9E16-A07CEF4E01B3}" dt="2025-03-30T06:34:43.517" v="254" actId="20577"/>
          <ac:spMkLst>
            <pc:docMk/>
            <pc:sldMk cId="1487358291" sldId="261"/>
            <ac:spMk id="7170" creationId="{00000000-0000-0000-0000-000000000000}"/>
          </ac:spMkLst>
        </pc:spChg>
      </pc:sldChg>
      <pc:sldChg chg="modSp add del mod setBg">
        <pc:chgData name="Lý Thanh Ngô" userId="d1fb4545a5d636d2" providerId="LiveId" clId="{E4D9CBFD-E110-4D84-9E16-A07CEF4E01B3}" dt="2025-03-30T06:27:46.281" v="75" actId="47"/>
        <pc:sldMkLst>
          <pc:docMk/>
          <pc:sldMk cId="4207669071" sldId="262"/>
        </pc:sldMkLst>
      </pc:sldChg>
      <pc:sldChg chg="modSp add mod setBg">
        <pc:chgData name="Lý Thanh Ngô" userId="d1fb4545a5d636d2" providerId="LiveId" clId="{E4D9CBFD-E110-4D84-9E16-A07CEF4E01B3}" dt="2025-03-30T06:38:58.608" v="329" actId="20577"/>
        <pc:sldMkLst>
          <pc:docMk/>
          <pc:sldMk cId="1140672165" sldId="263"/>
        </pc:sldMkLst>
        <pc:spChg chg="mod">
          <ac:chgData name="Lý Thanh Ngô" userId="d1fb4545a5d636d2" providerId="LiveId" clId="{E4D9CBFD-E110-4D84-9E16-A07CEF4E01B3}" dt="2025-03-30T06:38:58.608" v="329" actId="20577"/>
          <ac:spMkLst>
            <pc:docMk/>
            <pc:sldMk cId="1140672165" sldId="263"/>
            <ac:spMk id="7170" creationId="{00000000-0000-0000-0000-000000000000}"/>
          </ac:spMkLst>
        </pc:spChg>
      </pc:sldChg>
      <pc:sldChg chg="modSp add del mod setBg">
        <pc:chgData name="Lý Thanh Ngô" userId="d1fb4545a5d636d2" providerId="LiveId" clId="{E4D9CBFD-E110-4D84-9E16-A07CEF4E01B3}" dt="2025-03-30T06:39:01.487" v="330" actId="47"/>
        <pc:sldMkLst>
          <pc:docMk/>
          <pc:sldMk cId="746211627" sldId="264"/>
        </pc:sldMkLst>
      </pc:sldChg>
      <pc:sldChg chg="modSp add mod setBg">
        <pc:chgData name="Lý Thanh Ngô" userId="d1fb4545a5d636d2" providerId="LiveId" clId="{E4D9CBFD-E110-4D84-9E16-A07CEF4E01B3}" dt="2025-03-30T06:35:34.904" v="276" actId="20577"/>
        <pc:sldMkLst>
          <pc:docMk/>
          <pc:sldMk cId="1434756872" sldId="265"/>
        </pc:sldMkLst>
        <pc:spChg chg="mod">
          <ac:chgData name="Lý Thanh Ngô" userId="d1fb4545a5d636d2" providerId="LiveId" clId="{E4D9CBFD-E110-4D84-9E16-A07CEF4E01B3}" dt="2025-03-30T06:35:34.904" v="276" actId="20577"/>
          <ac:spMkLst>
            <pc:docMk/>
            <pc:sldMk cId="1434756872" sldId="265"/>
            <ac:spMk id="7170" creationId="{00000000-0000-0000-0000-000000000000}"/>
          </ac:spMkLst>
        </pc:spChg>
      </pc:sldChg>
      <pc:sldChg chg="modSp add mod setBg">
        <pc:chgData name="Lý Thanh Ngô" userId="d1fb4545a5d636d2" providerId="LiveId" clId="{E4D9CBFD-E110-4D84-9E16-A07CEF4E01B3}" dt="2025-03-30T06:36:19.243" v="304" actId="20577"/>
        <pc:sldMkLst>
          <pc:docMk/>
          <pc:sldMk cId="1191164645" sldId="266"/>
        </pc:sldMkLst>
        <pc:spChg chg="mod">
          <ac:chgData name="Lý Thanh Ngô" userId="d1fb4545a5d636d2" providerId="LiveId" clId="{E4D9CBFD-E110-4D84-9E16-A07CEF4E01B3}" dt="2025-03-30T06:36:19.243" v="304" actId="20577"/>
          <ac:spMkLst>
            <pc:docMk/>
            <pc:sldMk cId="1191164645" sldId="266"/>
            <ac:spMk id="7170" creationId="{00000000-0000-0000-0000-000000000000}"/>
          </ac:spMkLst>
        </pc:spChg>
      </pc:sldChg>
      <pc:sldChg chg="add del setBg">
        <pc:chgData name="Lý Thanh Ngô" userId="d1fb4545a5d636d2" providerId="LiveId" clId="{E4D9CBFD-E110-4D84-9E16-A07CEF4E01B3}" dt="2025-03-30T06:36:36.320" v="305" actId="47"/>
        <pc:sldMkLst>
          <pc:docMk/>
          <pc:sldMk cId="3480554668" sldId="267"/>
        </pc:sldMkLst>
      </pc:sldChg>
      <pc:sldChg chg="modSp add del mod setBg">
        <pc:chgData name="Lý Thanh Ngô" userId="d1fb4545a5d636d2" providerId="LiveId" clId="{E4D9CBFD-E110-4D84-9E16-A07CEF4E01B3}" dt="2025-03-30T06:31:54.358" v="205" actId="47"/>
        <pc:sldMkLst>
          <pc:docMk/>
          <pc:sldMk cId="933824949" sldId="268"/>
        </pc:sldMkLst>
      </pc:sldChg>
      <pc:sldChg chg="modSp mod">
        <pc:chgData name="Lý Thanh Ngô" userId="d1fb4545a5d636d2" providerId="LiveId" clId="{E4D9CBFD-E110-4D84-9E16-A07CEF4E01B3}" dt="2025-04-05T14:51:13.255" v="3864" actId="123"/>
        <pc:sldMkLst>
          <pc:docMk/>
          <pc:sldMk cId="0" sldId="344"/>
        </pc:sldMkLst>
        <pc:spChg chg="mod">
          <ac:chgData name="Lý Thanh Ngô" userId="d1fb4545a5d636d2" providerId="LiveId" clId="{E4D9CBFD-E110-4D84-9E16-A07CEF4E01B3}" dt="2025-04-05T14:51:13.255" v="3864" actId="123"/>
          <ac:spMkLst>
            <pc:docMk/>
            <pc:sldMk cId="0" sldId="344"/>
            <ac:spMk id="66562" creationId="{81C76A0F-EF95-2F19-13C9-0D53F5BE8601}"/>
          </ac:spMkLst>
        </pc:spChg>
      </pc:sldChg>
      <pc:sldChg chg="modSp mod">
        <pc:chgData name="Lý Thanh Ngô" userId="d1fb4545a5d636d2" providerId="LiveId" clId="{E4D9CBFD-E110-4D84-9E16-A07CEF4E01B3}" dt="2025-04-05T14:54:00.242" v="3906" actId="255"/>
        <pc:sldMkLst>
          <pc:docMk/>
          <pc:sldMk cId="0" sldId="347"/>
        </pc:sldMkLst>
        <pc:spChg chg="mod">
          <ac:chgData name="Lý Thanh Ngô" userId="d1fb4545a5d636d2" providerId="LiveId" clId="{E4D9CBFD-E110-4D84-9E16-A07CEF4E01B3}" dt="2025-04-05T14:54:00.242" v="3906" actId="255"/>
          <ac:spMkLst>
            <pc:docMk/>
            <pc:sldMk cId="0" sldId="347"/>
            <ac:spMk id="66562" creationId="{4D6D1884-2BBD-1374-8C27-4DF14DF2DBF6}"/>
          </ac:spMkLst>
        </pc:spChg>
      </pc:sldChg>
      <pc:sldChg chg="modSp mod">
        <pc:chgData name="Lý Thanh Ngô" userId="d1fb4545a5d636d2" providerId="LiveId" clId="{E4D9CBFD-E110-4D84-9E16-A07CEF4E01B3}" dt="2025-04-05T14:57:07.351" v="3913" actId="27636"/>
        <pc:sldMkLst>
          <pc:docMk/>
          <pc:sldMk cId="0" sldId="354"/>
        </pc:sldMkLst>
        <pc:spChg chg="mod">
          <ac:chgData name="Lý Thanh Ngô" userId="d1fb4545a5d636d2" providerId="LiveId" clId="{E4D9CBFD-E110-4D84-9E16-A07CEF4E01B3}" dt="2025-04-05T14:57:07.351" v="3913" actId="27636"/>
          <ac:spMkLst>
            <pc:docMk/>
            <pc:sldMk cId="0" sldId="354"/>
            <ac:spMk id="66562" creationId="{433D330E-1ADA-A91D-179B-B45C0AD17696}"/>
          </ac:spMkLst>
        </pc:spChg>
      </pc:sldChg>
      <pc:sldChg chg="modSp mod">
        <pc:chgData name="Lý Thanh Ngô" userId="d1fb4545a5d636d2" providerId="LiveId" clId="{E4D9CBFD-E110-4D84-9E16-A07CEF4E01B3}" dt="2025-04-05T15:09:30.031" v="3993" actId="255"/>
        <pc:sldMkLst>
          <pc:docMk/>
          <pc:sldMk cId="0" sldId="365"/>
        </pc:sldMkLst>
        <pc:spChg chg="mod">
          <ac:chgData name="Lý Thanh Ngô" userId="d1fb4545a5d636d2" providerId="LiveId" clId="{E4D9CBFD-E110-4D84-9E16-A07CEF4E01B3}" dt="2025-04-05T15:09:30.031" v="3993" actId="255"/>
          <ac:spMkLst>
            <pc:docMk/>
            <pc:sldMk cId="0" sldId="365"/>
            <ac:spMk id="102402" creationId="{1084ADDA-DAB6-AF8E-BD14-B16348A1FBD9}"/>
          </ac:spMkLst>
        </pc:spChg>
      </pc:sldChg>
      <pc:sldChg chg="modSp mod">
        <pc:chgData name="Lý Thanh Ngô" userId="d1fb4545a5d636d2" providerId="LiveId" clId="{E4D9CBFD-E110-4D84-9E16-A07CEF4E01B3}" dt="2025-04-05T15:13:15.255" v="4088" actId="20577"/>
        <pc:sldMkLst>
          <pc:docMk/>
          <pc:sldMk cId="0" sldId="366"/>
        </pc:sldMkLst>
        <pc:spChg chg="mod">
          <ac:chgData name="Lý Thanh Ngô" userId="d1fb4545a5d636d2" providerId="LiveId" clId="{E4D9CBFD-E110-4D84-9E16-A07CEF4E01B3}" dt="2025-04-05T15:13:15.255" v="4088" actId="20577"/>
          <ac:spMkLst>
            <pc:docMk/>
            <pc:sldMk cId="0" sldId="366"/>
            <ac:spMk id="103426" creationId="{4757C4C1-B1EF-BBE0-782B-EA4BAADC21D5}"/>
          </ac:spMkLst>
        </pc:spChg>
      </pc:sldChg>
      <pc:sldChg chg="modSp mod">
        <pc:chgData name="Lý Thanh Ngô" userId="d1fb4545a5d636d2" providerId="LiveId" clId="{E4D9CBFD-E110-4D84-9E16-A07CEF4E01B3}" dt="2025-04-04T14:48:22.581" v="2678" actId="20577"/>
        <pc:sldMkLst>
          <pc:docMk/>
          <pc:sldMk cId="2472502028" sldId="385"/>
        </pc:sldMkLst>
        <pc:spChg chg="mod">
          <ac:chgData name="Lý Thanh Ngô" userId="d1fb4545a5d636d2" providerId="LiveId" clId="{E4D9CBFD-E110-4D84-9E16-A07CEF4E01B3}" dt="2025-04-04T14:47:56.073" v="2656" actId="20577"/>
          <ac:spMkLst>
            <pc:docMk/>
            <pc:sldMk cId="2472502028" sldId="385"/>
            <ac:spMk id="4" creationId="{00000000-0000-0000-0000-000000000000}"/>
          </ac:spMkLst>
        </pc:spChg>
        <pc:spChg chg="mod">
          <ac:chgData name="Lý Thanh Ngô" userId="d1fb4545a5d636d2" providerId="LiveId" clId="{E4D9CBFD-E110-4D84-9E16-A07CEF4E01B3}" dt="2025-04-04T14:48:07.380" v="2662" actId="1036"/>
          <ac:spMkLst>
            <pc:docMk/>
            <pc:sldMk cId="2472502028" sldId="385"/>
            <ac:spMk id="5" creationId="{EC9E90A0-57EF-B562-11BD-EFA379BF3A1F}"/>
          </ac:spMkLst>
        </pc:spChg>
        <pc:spChg chg="mod">
          <ac:chgData name="Lý Thanh Ngô" userId="d1fb4545a5d636d2" providerId="LiveId" clId="{E4D9CBFD-E110-4D84-9E16-A07CEF4E01B3}" dt="2025-04-04T14:48:22.581" v="2678" actId="20577"/>
          <ac:spMkLst>
            <pc:docMk/>
            <pc:sldMk cId="2472502028" sldId="385"/>
            <ac:spMk id="7" creationId="{FA7210C8-01DF-51DB-3853-C95430401C95}"/>
          </ac:spMkLst>
        </pc:spChg>
      </pc:sldChg>
      <pc:sldChg chg="modSp mod">
        <pc:chgData name="Lý Thanh Ngô" userId="d1fb4545a5d636d2" providerId="LiveId" clId="{E4D9CBFD-E110-4D84-9E16-A07CEF4E01B3}" dt="2025-04-05T15:05:40.526" v="3955" actId="255"/>
        <pc:sldMkLst>
          <pc:docMk/>
          <pc:sldMk cId="0" sldId="405"/>
        </pc:sldMkLst>
        <pc:spChg chg="mod">
          <ac:chgData name="Lý Thanh Ngô" userId="d1fb4545a5d636d2" providerId="LiveId" clId="{E4D9CBFD-E110-4D84-9E16-A07CEF4E01B3}" dt="2025-04-05T15:05:40.526" v="3955" actId="255"/>
          <ac:spMkLst>
            <pc:docMk/>
            <pc:sldMk cId="0" sldId="405"/>
            <ac:spMk id="101378" creationId="{8B071663-4B6E-994B-582A-6E6D92613C37}"/>
          </ac:spMkLst>
        </pc:spChg>
      </pc:sldChg>
      <pc:sldChg chg="modSp mod">
        <pc:chgData name="Lý Thanh Ngô" userId="d1fb4545a5d636d2" providerId="LiveId" clId="{E4D9CBFD-E110-4D84-9E16-A07CEF4E01B3}" dt="2025-04-05T15:07:14.813" v="3964" actId="27636"/>
        <pc:sldMkLst>
          <pc:docMk/>
          <pc:sldMk cId="0" sldId="406"/>
        </pc:sldMkLst>
        <pc:spChg chg="mod">
          <ac:chgData name="Lý Thanh Ngô" userId="d1fb4545a5d636d2" providerId="LiveId" clId="{E4D9CBFD-E110-4D84-9E16-A07CEF4E01B3}" dt="2025-04-05T15:07:14.813" v="3964" actId="27636"/>
          <ac:spMkLst>
            <pc:docMk/>
            <pc:sldMk cId="0" sldId="406"/>
            <ac:spMk id="99330" creationId="{8A50B797-F9AB-BABB-1B40-19BCA9033AB2}"/>
          </ac:spMkLst>
        </pc:spChg>
      </pc:sldChg>
      <pc:sldChg chg="modSp del mod">
        <pc:chgData name="Lý Thanh Ngô" userId="d1fb4545a5d636d2" providerId="LiveId" clId="{E4D9CBFD-E110-4D84-9E16-A07CEF4E01B3}" dt="2025-04-05T15:07:21.560" v="3965" actId="47"/>
        <pc:sldMkLst>
          <pc:docMk/>
          <pc:sldMk cId="0" sldId="407"/>
        </pc:sldMkLst>
      </pc:sldChg>
      <pc:sldChg chg="modSp mod">
        <pc:chgData name="Lý Thanh Ngô" userId="d1fb4545a5d636d2" providerId="LiveId" clId="{E4D9CBFD-E110-4D84-9E16-A07CEF4E01B3}" dt="2025-04-05T15:08:03.529" v="3968" actId="255"/>
        <pc:sldMkLst>
          <pc:docMk/>
          <pc:sldMk cId="0" sldId="408"/>
        </pc:sldMkLst>
        <pc:spChg chg="mod">
          <ac:chgData name="Lý Thanh Ngô" userId="d1fb4545a5d636d2" providerId="LiveId" clId="{E4D9CBFD-E110-4D84-9E16-A07CEF4E01B3}" dt="2025-04-05T15:08:03.529" v="3968" actId="255"/>
          <ac:spMkLst>
            <pc:docMk/>
            <pc:sldMk cId="0" sldId="408"/>
            <ac:spMk id="101378" creationId="{05CAE2DE-B2EC-A655-F166-350C09BD7435}"/>
          </ac:spMkLst>
        </pc:spChg>
      </pc:sldChg>
      <pc:sldChg chg="modSp del mod">
        <pc:chgData name="Lý Thanh Ngô" userId="d1fb4545a5d636d2" providerId="LiveId" clId="{E4D9CBFD-E110-4D84-9E16-A07CEF4E01B3}" dt="2025-04-05T15:13:26.369" v="4089" actId="2696"/>
        <pc:sldMkLst>
          <pc:docMk/>
          <pc:sldMk cId="0" sldId="422"/>
        </pc:sldMkLst>
      </pc:sldChg>
      <pc:sldChg chg="modSp mod">
        <pc:chgData name="Lý Thanh Ngô" userId="d1fb4545a5d636d2" providerId="LiveId" clId="{E4D9CBFD-E110-4D84-9E16-A07CEF4E01B3}" dt="2025-04-05T15:14:26.618" v="4091" actId="207"/>
        <pc:sldMkLst>
          <pc:docMk/>
          <pc:sldMk cId="0" sldId="424"/>
        </pc:sldMkLst>
        <pc:spChg chg="mod">
          <ac:chgData name="Lý Thanh Ngô" userId="d1fb4545a5d636d2" providerId="LiveId" clId="{E4D9CBFD-E110-4D84-9E16-A07CEF4E01B3}" dt="2025-04-05T15:14:26.618" v="4091" actId="207"/>
          <ac:spMkLst>
            <pc:docMk/>
            <pc:sldMk cId="0" sldId="424"/>
            <ac:spMk id="106498" creationId="{E3BC3CA2-358F-C6F0-6E92-29F63F658DAF}"/>
          </ac:spMkLst>
        </pc:spChg>
      </pc:sldChg>
      <pc:sldChg chg="addSp delSp modSp del mod">
        <pc:chgData name="Lý Thanh Ngô" userId="d1fb4545a5d636d2" providerId="LiveId" clId="{E4D9CBFD-E110-4D84-9E16-A07CEF4E01B3}" dt="2025-04-03T23:12:48.955" v="1151" actId="47"/>
        <pc:sldMkLst>
          <pc:docMk/>
          <pc:sldMk cId="3769639125" sldId="9788"/>
        </pc:sldMkLst>
      </pc:sldChg>
      <pc:sldChg chg="del">
        <pc:chgData name="Lý Thanh Ngô" userId="d1fb4545a5d636d2" providerId="LiveId" clId="{E4D9CBFD-E110-4D84-9E16-A07CEF4E01B3}" dt="2025-04-03T23:28:32.591" v="1312" actId="47"/>
        <pc:sldMkLst>
          <pc:docMk/>
          <pc:sldMk cId="3917989569" sldId="9789"/>
        </pc:sldMkLst>
      </pc:sldChg>
      <pc:sldChg chg="addSp delSp modSp mod modNotesTx">
        <pc:chgData name="Lý Thanh Ngô" userId="d1fb4545a5d636d2" providerId="LiveId" clId="{E4D9CBFD-E110-4D84-9E16-A07CEF4E01B3}" dt="2025-04-05T15:14:52.143" v="4092" actId="14100"/>
        <pc:sldMkLst>
          <pc:docMk/>
          <pc:sldMk cId="3681698675" sldId="9793"/>
        </pc:sldMkLst>
        <pc:spChg chg="mod">
          <ac:chgData name="Lý Thanh Ngô" userId="d1fb4545a5d636d2" providerId="LiveId" clId="{E4D9CBFD-E110-4D84-9E16-A07CEF4E01B3}" dt="2025-04-05T15:14:52.143" v="4092" actId="14100"/>
          <ac:spMkLst>
            <pc:docMk/>
            <pc:sldMk cId="3681698675" sldId="9793"/>
            <ac:spMk id="2" creationId="{224182AB-1A1E-C15F-0016-71E6D272116A}"/>
          </ac:spMkLst>
        </pc:spChg>
      </pc:sldChg>
      <pc:sldChg chg="del">
        <pc:chgData name="Lý Thanh Ngô" userId="d1fb4545a5d636d2" providerId="LiveId" clId="{E4D9CBFD-E110-4D84-9E16-A07CEF4E01B3}" dt="2025-04-04T15:23:46.487" v="3536" actId="2696"/>
        <pc:sldMkLst>
          <pc:docMk/>
          <pc:sldMk cId="2438411217" sldId="9794"/>
        </pc:sldMkLst>
      </pc:sldChg>
      <pc:sldChg chg="del">
        <pc:chgData name="Lý Thanh Ngô" userId="d1fb4545a5d636d2" providerId="LiveId" clId="{E4D9CBFD-E110-4D84-9E16-A07CEF4E01B3}" dt="2025-04-04T15:23:46.487" v="3536" actId="2696"/>
        <pc:sldMkLst>
          <pc:docMk/>
          <pc:sldMk cId="2324261318" sldId="9795"/>
        </pc:sldMkLst>
      </pc:sldChg>
      <pc:sldChg chg="del">
        <pc:chgData name="Lý Thanh Ngô" userId="d1fb4545a5d636d2" providerId="LiveId" clId="{E4D9CBFD-E110-4D84-9E16-A07CEF4E01B3}" dt="2025-04-04T15:23:46.487" v="3536" actId="2696"/>
        <pc:sldMkLst>
          <pc:docMk/>
          <pc:sldMk cId="3427656459" sldId="9796"/>
        </pc:sldMkLst>
      </pc:sldChg>
      <pc:sldChg chg="del">
        <pc:chgData name="Lý Thanh Ngô" userId="d1fb4545a5d636d2" providerId="LiveId" clId="{E4D9CBFD-E110-4D84-9E16-A07CEF4E01B3}" dt="2025-04-04T15:23:46.487" v="3536" actId="2696"/>
        <pc:sldMkLst>
          <pc:docMk/>
          <pc:sldMk cId="2672676719" sldId="9797"/>
        </pc:sldMkLst>
      </pc:sldChg>
      <pc:sldChg chg="del">
        <pc:chgData name="Lý Thanh Ngô" userId="d1fb4545a5d636d2" providerId="LiveId" clId="{E4D9CBFD-E110-4D84-9E16-A07CEF4E01B3}" dt="2025-04-04T15:23:46.487" v="3536" actId="2696"/>
        <pc:sldMkLst>
          <pc:docMk/>
          <pc:sldMk cId="1902892374" sldId="9798"/>
        </pc:sldMkLst>
      </pc:sldChg>
      <pc:sldChg chg="modSp mod modNotesTx">
        <pc:chgData name="Lý Thanh Ngô" userId="d1fb4545a5d636d2" providerId="LiveId" clId="{E4D9CBFD-E110-4D84-9E16-A07CEF4E01B3}" dt="2025-04-04T14:39:08.715" v="2162" actId="255"/>
        <pc:sldMkLst>
          <pc:docMk/>
          <pc:sldMk cId="288514113" sldId="9799"/>
        </pc:sldMkLst>
        <pc:spChg chg="mod">
          <ac:chgData name="Lý Thanh Ngô" userId="d1fb4545a5d636d2" providerId="LiveId" clId="{E4D9CBFD-E110-4D84-9E16-A07CEF4E01B3}" dt="2025-04-04T14:39:08.715" v="2162" actId="255"/>
          <ac:spMkLst>
            <pc:docMk/>
            <pc:sldMk cId="288514113" sldId="9799"/>
            <ac:spMk id="2" creationId="{AD79F752-64A9-AEFA-6988-B977A51087C2}"/>
          </ac:spMkLst>
        </pc:spChg>
      </pc:sldChg>
      <pc:sldChg chg="addSp modSp mod">
        <pc:chgData name="Lý Thanh Ngô" userId="d1fb4545a5d636d2" providerId="LiveId" clId="{E4D9CBFD-E110-4D84-9E16-A07CEF4E01B3}" dt="2025-04-05T15:20:06.469" v="4094" actId="114"/>
        <pc:sldMkLst>
          <pc:docMk/>
          <pc:sldMk cId="1307668271" sldId="9800"/>
        </pc:sldMkLst>
        <pc:spChg chg="mod">
          <ac:chgData name="Lý Thanh Ngô" userId="d1fb4545a5d636d2" providerId="LiveId" clId="{E4D9CBFD-E110-4D84-9E16-A07CEF4E01B3}" dt="2025-04-05T15:20:06.469" v="4094" actId="114"/>
          <ac:spMkLst>
            <pc:docMk/>
            <pc:sldMk cId="1307668271" sldId="9800"/>
            <ac:spMk id="2" creationId="{4712D805-4723-9CE9-42DA-7AE8EBF9C314}"/>
          </ac:spMkLst>
        </pc:spChg>
      </pc:sldChg>
      <pc:sldChg chg="del">
        <pc:chgData name="Lý Thanh Ngô" userId="d1fb4545a5d636d2" providerId="LiveId" clId="{E4D9CBFD-E110-4D84-9E16-A07CEF4E01B3}" dt="2025-04-04T14:31:36.163" v="2071" actId="47"/>
        <pc:sldMkLst>
          <pc:docMk/>
          <pc:sldMk cId="3126393781" sldId="9801"/>
        </pc:sldMkLst>
      </pc:sldChg>
      <pc:sldChg chg="addSp delSp modSp del mod">
        <pc:chgData name="Lý Thanh Ngô" userId="d1fb4545a5d636d2" providerId="LiveId" clId="{E4D9CBFD-E110-4D84-9E16-A07CEF4E01B3}" dt="2025-04-03T23:20:21.800" v="1214" actId="47"/>
        <pc:sldMkLst>
          <pc:docMk/>
          <pc:sldMk cId="3297558619" sldId="9802"/>
        </pc:sldMkLst>
      </pc:sldChg>
      <pc:sldChg chg="modSp mod modNotesTx">
        <pc:chgData name="Lý Thanh Ngô" userId="d1fb4545a5d636d2" providerId="LiveId" clId="{E4D9CBFD-E110-4D84-9E16-A07CEF4E01B3}" dt="2025-04-05T15:25:41.092" v="4104" actId="123"/>
        <pc:sldMkLst>
          <pc:docMk/>
          <pc:sldMk cId="1342301587" sldId="9803"/>
        </pc:sldMkLst>
        <pc:spChg chg="mod">
          <ac:chgData name="Lý Thanh Ngô" userId="d1fb4545a5d636d2" providerId="LiveId" clId="{E4D9CBFD-E110-4D84-9E16-A07CEF4E01B3}" dt="2025-04-05T15:25:41.092" v="4104" actId="123"/>
          <ac:spMkLst>
            <pc:docMk/>
            <pc:sldMk cId="1342301587" sldId="9803"/>
            <ac:spMk id="2" creationId="{D9FDB8AF-DBC1-FC77-9BEB-926C6D7AF5D6}"/>
          </ac:spMkLst>
        </pc:spChg>
      </pc:sldChg>
      <pc:sldChg chg="del">
        <pc:chgData name="Lý Thanh Ngô" userId="d1fb4545a5d636d2" providerId="LiveId" clId="{E4D9CBFD-E110-4D84-9E16-A07CEF4E01B3}" dt="2025-03-30T06:37:17.055" v="321" actId="47"/>
        <pc:sldMkLst>
          <pc:docMk/>
          <pc:sldMk cId="3407074290" sldId="9804"/>
        </pc:sldMkLst>
      </pc:sldChg>
      <pc:sldChg chg="del">
        <pc:chgData name="Lý Thanh Ngô" userId="d1fb4545a5d636d2" providerId="LiveId" clId="{E4D9CBFD-E110-4D84-9E16-A07CEF4E01B3}" dt="2025-03-30T06:37:17.055" v="321" actId="47"/>
        <pc:sldMkLst>
          <pc:docMk/>
          <pc:sldMk cId="3731749232" sldId="9805"/>
        </pc:sldMkLst>
      </pc:sldChg>
      <pc:sldChg chg="del">
        <pc:chgData name="Lý Thanh Ngô" userId="d1fb4545a5d636d2" providerId="LiveId" clId="{E4D9CBFD-E110-4D84-9E16-A07CEF4E01B3}" dt="2025-03-30T06:37:17.055" v="321" actId="47"/>
        <pc:sldMkLst>
          <pc:docMk/>
          <pc:sldMk cId="2605310120" sldId="9806"/>
        </pc:sldMkLst>
      </pc:sldChg>
      <pc:sldChg chg="modSp mod modNotesTx">
        <pc:chgData name="Lý Thanh Ngô" userId="d1fb4545a5d636d2" providerId="LiveId" clId="{E4D9CBFD-E110-4D84-9E16-A07CEF4E01B3}" dt="2025-04-04T14:55:16.591" v="2803" actId="255"/>
        <pc:sldMkLst>
          <pc:docMk/>
          <pc:sldMk cId="3768715522" sldId="9808"/>
        </pc:sldMkLst>
        <pc:spChg chg="mod">
          <ac:chgData name="Lý Thanh Ngô" userId="d1fb4545a5d636d2" providerId="LiveId" clId="{E4D9CBFD-E110-4D84-9E16-A07CEF4E01B3}" dt="2025-04-04T14:55:16.591" v="2803" actId="255"/>
          <ac:spMkLst>
            <pc:docMk/>
            <pc:sldMk cId="3768715522" sldId="9808"/>
            <ac:spMk id="2" creationId="{A94A499C-A97E-79EF-ED19-E090AEBBEC19}"/>
          </ac:spMkLst>
        </pc:spChg>
      </pc:sldChg>
      <pc:sldChg chg="del">
        <pc:chgData name="Lý Thanh Ngô" userId="d1fb4545a5d636d2" providerId="LiveId" clId="{E4D9CBFD-E110-4D84-9E16-A07CEF4E01B3}" dt="2025-04-04T13:48:01.043" v="1617" actId="47"/>
        <pc:sldMkLst>
          <pc:docMk/>
          <pc:sldMk cId="3329939368" sldId="9809"/>
        </pc:sldMkLst>
      </pc:sldChg>
      <pc:sldChg chg="del">
        <pc:chgData name="Lý Thanh Ngô" userId="d1fb4545a5d636d2" providerId="LiveId" clId="{E4D9CBFD-E110-4D84-9E16-A07CEF4E01B3}" dt="2025-04-03T23:28:08.969" v="1303" actId="47"/>
        <pc:sldMkLst>
          <pc:docMk/>
          <pc:sldMk cId="1592849602" sldId="9813"/>
        </pc:sldMkLst>
      </pc:sldChg>
      <pc:sldChg chg="modSp mod modNotesTx">
        <pc:chgData name="Lý Thanh Ngô" userId="d1fb4545a5d636d2" providerId="LiveId" clId="{E4D9CBFD-E110-4D84-9E16-A07CEF4E01B3}" dt="2025-04-04T15:29:56.702" v="3646" actId="20577"/>
        <pc:sldMkLst>
          <pc:docMk/>
          <pc:sldMk cId="627141964" sldId="9814"/>
        </pc:sldMkLst>
        <pc:spChg chg="mod">
          <ac:chgData name="Lý Thanh Ngô" userId="d1fb4545a5d636d2" providerId="LiveId" clId="{E4D9CBFD-E110-4D84-9E16-A07CEF4E01B3}" dt="2025-04-04T15:29:41.060" v="3590" actId="123"/>
          <ac:spMkLst>
            <pc:docMk/>
            <pc:sldMk cId="627141964" sldId="9814"/>
            <ac:spMk id="2" creationId="{ED4DBA0B-0F80-9FB8-2416-207E64980B46}"/>
          </ac:spMkLst>
        </pc:spChg>
      </pc:sldChg>
      <pc:sldChg chg="del">
        <pc:chgData name="Lý Thanh Ngô" userId="d1fb4545a5d636d2" providerId="LiveId" clId="{E4D9CBFD-E110-4D84-9E16-A07CEF4E01B3}" dt="2025-03-30T06:46:28.729" v="450" actId="47"/>
        <pc:sldMkLst>
          <pc:docMk/>
          <pc:sldMk cId="1691264668" sldId="9815"/>
        </pc:sldMkLst>
      </pc:sldChg>
      <pc:sldChg chg="del">
        <pc:chgData name="Lý Thanh Ngô" userId="d1fb4545a5d636d2" providerId="LiveId" clId="{E4D9CBFD-E110-4D84-9E16-A07CEF4E01B3}" dt="2025-04-04T14:36:34.626" v="2128" actId="47"/>
        <pc:sldMkLst>
          <pc:docMk/>
          <pc:sldMk cId="1432816605" sldId="9816"/>
        </pc:sldMkLst>
      </pc:sldChg>
      <pc:sldChg chg="del">
        <pc:chgData name="Lý Thanh Ngô" userId="d1fb4545a5d636d2" providerId="LiveId" clId="{E4D9CBFD-E110-4D84-9E16-A07CEF4E01B3}" dt="2025-03-30T06:47:45.153" v="566" actId="47"/>
        <pc:sldMkLst>
          <pc:docMk/>
          <pc:sldMk cId="448704284" sldId="9817"/>
        </pc:sldMkLst>
      </pc:sldChg>
      <pc:sldChg chg="del">
        <pc:chgData name="Lý Thanh Ngô" userId="d1fb4545a5d636d2" providerId="LiveId" clId="{E4D9CBFD-E110-4D84-9E16-A07CEF4E01B3}" dt="2025-03-30T06:36:43.140" v="306" actId="47"/>
        <pc:sldMkLst>
          <pc:docMk/>
          <pc:sldMk cId="2205802082" sldId="9818"/>
        </pc:sldMkLst>
      </pc:sldChg>
      <pc:sldChg chg="del">
        <pc:chgData name="Lý Thanh Ngô" userId="d1fb4545a5d636d2" providerId="LiveId" clId="{E4D9CBFD-E110-4D84-9E16-A07CEF4E01B3}" dt="2025-03-30T06:36:43.140" v="306" actId="47"/>
        <pc:sldMkLst>
          <pc:docMk/>
          <pc:sldMk cId="1646080519" sldId="9819"/>
        </pc:sldMkLst>
      </pc:sldChg>
      <pc:sldChg chg="del">
        <pc:chgData name="Lý Thanh Ngô" userId="d1fb4545a5d636d2" providerId="LiveId" clId="{E4D9CBFD-E110-4D84-9E16-A07CEF4E01B3}" dt="2025-03-30T06:36:43.140" v="306" actId="47"/>
        <pc:sldMkLst>
          <pc:docMk/>
          <pc:sldMk cId="1398243246" sldId="9820"/>
        </pc:sldMkLst>
      </pc:sldChg>
      <pc:sldChg chg="del">
        <pc:chgData name="Lý Thanh Ngô" userId="d1fb4545a5d636d2" providerId="LiveId" clId="{E4D9CBFD-E110-4D84-9E16-A07CEF4E01B3}" dt="2025-03-30T06:36:43.140" v="306" actId="47"/>
        <pc:sldMkLst>
          <pc:docMk/>
          <pc:sldMk cId="4135302213" sldId="9821"/>
        </pc:sldMkLst>
      </pc:sldChg>
      <pc:sldChg chg="del">
        <pc:chgData name="Lý Thanh Ngô" userId="d1fb4545a5d636d2" providerId="LiveId" clId="{E4D9CBFD-E110-4D84-9E16-A07CEF4E01B3}" dt="2025-03-30T06:36:43.140" v="306" actId="47"/>
        <pc:sldMkLst>
          <pc:docMk/>
          <pc:sldMk cId="148545705" sldId="9822"/>
        </pc:sldMkLst>
      </pc:sldChg>
      <pc:sldChg chg="del">
        <pc:chgData name="Lý Thanh Ngô" userId="d1fb4545a5d636d2" providerId="LiveId" clId="{E4D9CBFD-E110-4D84-9E16-A07CEF4E01B3}" dt="2025-03-30T06:36:43.140" v="306" actId="47"/>
        <pc:sldMkLst>
          <pc:docMk/>
          <pc:sldMk cId="832378762" sldId="9823"/>
        </pc:sldMkLst>
      </pc:sldChg>
      <pc:sldChg chg="del">
        <pc:chgData name="Lý Thanh Ngô" userId="d1fb4545a5d636d2" providerId="LiveId" clId="{E4D9CBFD-E110-4D84-9E16-A07CEF4E01B3}" dt="2025-03-30T06:36:43.140" v="306" actId="47"/>
        <pc:sldMkLst>
          <pc:docMk/>
          <pc:sldMk cId="2506181314" sldId="9824"/>
        </pc:sldMkLst>
      </pc:sldChg>
      <pc:sldChg chg="del">
        <pc:chgData name="Lý Thanh Ngô" userId="d1fb4545a5d636d2" providerId="LiveId" clId="{E4D9CBFD-E110-4D84-9E16-A07CEF4E01B3}" dt="2025-03-30T06:36:43.140" v="306" actId="47"/>
        <pc:sldMkLst>
          <pc:docMk/>
          <pc:sldMk cId="609497434" sldId="9825"/>
        </pc:sldMkLst>
      </pc:sldChg>
      <pc:sldChg chg="del">
        <pc:chgData name="Lý Thanh Ngô" userId="d1fb4545a5d636d2" providerId="LiveId" clId="{E4D9CBFD-E110-4D84-9E16-A07CEF4E01B3}" dt="2025-03-30T06:36:43.140" v="306" actId="47"/>
        <pc:sldMkLst>
          <pc:docMk/>
          <pc:sldMk cId="1250538440" sldId="9826"/>
        </pc:sldMkLst>
      </pc:sldChg>
      <pc:sldChg chg="modSp mod modNotesTx">
        <pc:chgData name="Lý Thanh Ngô" userId="d1fb4545a5d636d2" providerId="LiveId" clId="{E4D9CBFD-E110-4D84-9E16-A07CEF4E01B3}" dt="2025-04-04T15:20:19.386" v="3450" actId="123"/>
        <pc:sldMkLst>
          <pc:docMk/>
          <pc:sldMk cId="2958806556" sldId="9827"/>
        </pc:sldMkLst>
        <pc:spChg chg="mod">
          <ac:chgData name="Lý Thanh Ngô" userId="d1fb4545a5d636d2" providerId="LiveId" clId="{E4D9CBFD-E110-4D84-9E16-A07CEF4E01B3}" dt="2025-04-04T15:20:19.386" v="3450" actId="123"/>
          <ac:spMkLst>
            <pc:docMk/>
            <pc:sldMk cId="2958806556" sldId="9827"/>
            <ac:spMk id="2" creationId="{D0DB7A7C-C6BF-BBBA-3631-B0614733E958}"/>
          </ac:spMkLst>
        </pc:spChg>
      </pc:sldChg>
      <pc:sldChg chg="del">
        <pc:chgData name="Lý Thanh Ngô" userId="d1fb4545a5d636d2" providerId="LiveId" clId="{E4D9CBFD-E110-4D84-9E16-A07CEF4E01B3}" dt="2025-03-30T06:47:59.406" v="570" actId="47"/>
        <pc:sldMkLst>
          <pc:docMk/>
          <pc:sldMk cId="3958862344" sldId="9828"/>
        </pc:sldMkLst>
      </pc:sldChg>
      <pc:sldChg chg="del">
        <pc:chgData name="Lý Thanh Ngô" userId="d1fb4545a5d636d2" providerId="LiveId" clId="{E4D9CBFD-E110-4D84-9E16-A07CEF4E01B3}" dt="2025-03-30T06:37:04.178" v="312" actId="47"/>
        <pc:sldMkLst>
          <pc:docMk/>
          <pc:sldMk cId="1647823718" sldId="9829"/>
        </pc:sldMkLst>
      </pc:sldChg>
      <pc:sldChg chg="del">
        <pc:chgData name="Lý Thanh Ngô" userId="d1fb4545a5d636d2" providerId="LiveId" clId="{E4D9CBFD-E110-4D84-9E16-A07CEF4E01B3}" dt="2025-03-30T06:37:04.178" v="312" actId="47"/>
        <pc:sldMkLst>
          <pc:docMk/>
          <pc:sldMk cId="3449617028" sldId="9830"/>
        </pc:sldMkLst>
      </pc:sldChg>
      <pc:sldChg chg="del">
        <pc:chgData name="Lý Thanh Ngô" userId="d1fb4545a5d636d2" providerId="LiveId" clId="{E4D9CBFD-E110-4D84-9E16-A07CEF4E01B3}" dt="2025-03-30T06:37:04.178" v="312" actId="47"/>
        <pc:sldMkLst>
          <pc:docMk/>
          <pc:sldMk cId="1592406097" sldId="9831"/>
        </pc:sldMkLst>
      </pc:sldChg>
      <pc:sldChg chg="del">
        <pc:chgData name="Lý Thanh Ngô" userId="d1fb4545a5d636d2" providerId="LiveId" clId="{E4D9CBFD-E110-4D84-9E16-A07CEF4E01B3}" dt="2025-03-30T06:37:04.178" v="312" actId="47"/>
        <pc:sldMkLst>
          <pc:docMk/>
          <pc:sldMk cId="3410915460" sldId="9832"/>
        </pc:sldMkLst>
      </pc:sldChg>
      <pc:sldChg chg="del">
        <pc:chgData name="Lý Thanh Ngô" userId="d1fb4545a5d636d2" providerId="LiveId" clId="{E4D9CBFD-E110-4D84-9E16-A07CEF4E01B3}" dt="2025-03-30T06:37:04.178" v="312" actId="47"/>
        <pc:sldMkLst>
          <pc:docMk/>
          <pc:sldMk cId="272661577" sldId="9833"/>
        </pc:sldMkLst>
      </pc:sldChg>
      <pc:sldChg chg="del">
        <pc:chgData name="Lý Thanh Ngô" userId="d1fb4545a5d636d2" providerId="LiveId" clId="{E4D9CBFD-E110-4D84-9E16-A07CEF4E01B3}" dt="2025-03-30T06:37:04.178" v="312" actId="47"/>
        <pc:sldMkLst>
          <pc:docMk/>
          <pc:sldMk cId="1232266678" sldId="9834"/>
        </pc:sldMkLst>
      </pc:sldChg>
      <pc:sldChg chg="del">
        <pc:chgData name="Lý Thanh Ngô" userId="d1fb4545a5d636d2" providerId="LiveId" clId="{E4D9CBFD-E110-4D84-9E16-A07CEF4E01B3}" dt="2025-03-30T06:37:04.178" v="312" actId="47"/>
        <pc:sldMkLst>
          <pc:docMk/>
          <pc:sldMk cId="496433219" sldId="9835"/>
        </pc:sldMkLst>
      </pc:sldChg>
      <pc:sldChg chg="del">
        <pc:chgData name="Lý Thanh Ngô" userId="d1fb4545a5d636d2" providerId="LiveId" clId="{E4D9CBFD-E110-4D84-9E16-A07CEF4E01B3}" dt="2025-03-30T06:37:04.178" v="312" actId="47"/>
        <pc:sldMkLst>
          <pc:docMk/>
          <pc:sldMk cId="331621706" sldId="9836"/>
        </pc:sldMkLst>
      </pc:sldChg>
      <pc:sldChg chg="del">
        <pc:chgData name="Lý Thanh Ngô" userId="d1fb4545a5d636d2" providerId="LiveId" clId="{E4D9CBFD-E110-4D84-9E16-A07CEF4E01B3}" dt="2025-03-30T06:37:04.178" v="312" actId="47"/>
        <pc:sldMkLst>
          <pc:docMk/>
          <pc:sldMk cId="3840654511" sldId="9837"/>
        </pc:sldMkLst>
      </pc:sldChg>
      <pc:sldChg chg="del">
        <pc:chgData name="Lý Thanh Ngô" userId="d1fb4545a5d636d2" providerId="LiveId" clId="{E4D9CBFD-E110-4D84-9E16-A07CEF4E01B3}" dt="2025-03-30T06:37:04.178" v="312" actId="47"/>
        <pc:sldMkLst>
          <pc:docMk/>
          <pc:sldMk cId="3105827102" sldId="9838"/>
        </pc:sldMkLst>
      </pc:sldChg>
      <pc:sldChg chg="del">
        <pc:chgData name="Lý Thanh Ngô" userId="d1fb4545a5d636d2" providerId="LiveId" clId="{E4D9CBFD-E110-4D84-9E16-A07CEF4E01B3}" dt="2025-03-30T06:37:04.178" v="312" actId="47"/>
        <pc:sldMkLst>
          <pc:docMk/>
          <pc:sldMk cId="1302606052" sldId="9839"/>
        </pc:sldMkLst>
      </pc:sldChg>
      <pc:sldChg chg="del">
        <pc:chgData name="Lý Thanh Ngô" userId="d1fb4545a5d636d2" providerId="LiveId" clId="{E4D9CBFD-E110-4D84-9E16-A07CEF4E01B3}" dt="2025-03-30T06:37:04.178" v="312" actId="47"/>
        <pc:sldMkLst>
          <pc:docMk/>
          <pc:sldMk cId="2880974531" sldId="9840"/>
        </pc:sldMkLst>
      </pc:sldChg>
      <pc:sldChg chg="del">
        <pc:chgData name="Lý Thanh Ngô" userId="d1fb4545a5d636d2" providerId="LiveId" clId="{E4D9CBFD-E110-4D84-9E16-A07CEF4E01B3}" dt="2025-03-30T06:37:04.178" v="312" actId="47"/>
        <pc:sldMkLst>
          <pc:docMk/>
          <pc:sldMk cId="331976115" sldId="9841"/>
        </pc:sldMkLst>
      </pc:sldChg>
      <pc:sldChg chg="del">
        <pc:chgData name="Lý Thanh Ngô" userId="d1fb4545a5d636d2" providerId="LiveId" clId="{E4D9CBFD-E110-4D84-9E16-A07CEF4E01B3}" dt="2025-03-30T06:37:04.178" v="312" actId="47"/>
        <pc:sldMkLst>
          <pc:docMk/>
          <pc:sldMk cId="974659310" sldId="9842"/>
        </pc:sldMkLst>
      </pc:sldChg>
      <pc:sldChg chg="del">
        <pc:chgData name="Lý Thanh Ngô" userId="d1fb4545a5d636d2" providerId="LiveId" clId="{E4D9CBFD-E110-4D84-9E16-A07CEF4E01B3}" dt="2025-03-30T06:37:04.178" v="312" actId="47"/>
        <pc:sldMkLst>
          <pc:docMk/>
          <pc:sldMk cId="3839078036" sldId="9843"/>
        </pc:sldMkLst>
      </pc:sldChg>
      <pc:sldChg chg="del">
        <pc:chgData name="Lý Thanh Ngô" userId="d1fb4545a5d636d2" providerId="LiveId" clId="{E4D9CBFD-E110-4D84-9E16-A07CEF4E01B3}" dt="2025-03-30T06:37:04.178" v="312" actId="47"/>
        <pc:sldMkLst>
          <pc:docMk/>
          <pc:sldMk cId="848203935" sldId="9844"/>
        </pc:sldMkLst>
      </pc:sldChg>
      <pc:sldChg chg="del">
        <pc:chgData name="Lý Thanh Ngô" userId="d1fb4545a5d636d2" providerId="LiveId" clId="{E4D9CBFD-E110-4D84-9E16-A07CEF4E01B3}" dt="2025-03-30T06:37:04.178" v="312" actId="47"/>
        <pc:sldMkLst>
          <pc:docMk/>
          <pc:sldMk cId="2393921006" sldId="9845"/>
        </pc:sldMkLst>
      </pc:sldChg>
      <pc:sldChg chg="del">
        <pc:chgData name="Lý Thanh Ngô" userId="d1fb4545a5d636d2" providerId="LiveId" clId="{E4D9CBFD-E110-4D84-9E16-A07CEF4E01B3}" dt="2025-03-30T06:48:27.681" v="592" actId="47"/>
        <pc:sldMkLst>
          <pc:docMk/>
          <pc:sldMk cId="1623123200" sldId="9846"/>
        </pc:sldMkLst>
      </pc:sldChg>
      <pc:sldChg chg="modSp mod modNotesTx">
        <pc:chgData name="Lý Thanh Ngô" userId="d1fb4545a5d636d2" providerId="LiveId" clId="{E4D9CBFD-E110-4D84-9E16-A07CEF4E01B3}" dt="2025-04-04T14:38:55.562" v="2159" actId="255"/>
        <pc:sldMkLst>
          <pc:docMk/>
          <pc:sldMk cId="3438506491" sldId="9847"/>
        </pc:sldMkLst>
      </pc:sldChg>
      <pc:sldChg chg="modSp mod modNotesTx">
        <pc:chgData name="Lý Thanh Ngô" userId="d1fb4545a5d636d2" providerId="LiveId" clId="{E4D9CBFD-E110-4D84-9E16-A07CEF4E01B3}" dt="2025-04-04T14:39:03.281" v="2161" actId="255"/>
        <pc:sldMkLst>
          <pc:docMk/>
          <pc:sldMk cId="3111587494" sldId="9848"/>
        </pc:sldMkLst>
        <pc:spChg chg="mod">
          <ac:chgData name="Lý Thanh Ngô" userId="d1fb4545a5d636d2" providerId="LiveId" clId="{E4D9CBFD-E110-4D84-9E16-A07CEF4E01B3}" dt="2025-04-04T14:39:03.281" v="2161" actId="255"/>
          <ac:spMkLst>
            <pc:docMk/>
            <pc:sldMk cId="3111587494" sldId="9848"/>
            <ac:spMk id="2" creationId="{63F0A5E2-77DC-7B9F-1C02-600C97B0A748}"/>
          </ac:spMkLst>
        </pc:spChg>
      </pc:sldChg>
      <pc:sldChg chg="modSp mod modNotesTx">
        <pc:chgData name="Lý Thanh Ngô" userId="d1fb4545a5d636d2" providerId="LiveId" clId="{E4D9CBFD-E110-4D84-9E16-A07CEF4E01B3}" dt="2025-04-04T14:39:17.247" v="2163" actId="255"/>
        <pc:sldMkLst>
          <pc:docMk/>
          <pc:sldMk cId="3414643596" sldId="9849"/>
        </pc:sldMkLst>
        <pc:spChg chg="mod">
          <ac:chgData name="Lý Thanh Ngô" userId="d1fb4545a5d636d2" providerId="LiveId" clId="{E4D9CBFD-E110-4D84-9E16-A07CEF4E01B3}" dt="2025-04-04T14:39:17.247" v="2163" actId="255"/>
          <ac:spMkLst>
            <pc:docMk/>
            <pc:sldMk cId="3414643596" sldId="9849"/>
            <ac:spMk id="2" creationId="{875313AE-8DE9-EF7A-A539-00E8E5418705}"/>
          </ac:spMkLst>
        </pc:spChg>
      </pc:sldChg>
      <pc:sldChg chg="modSp mod">
        <pc:chgData name="Lý Thanh Ngô" userId="d1fb4545a5d636d2" providerId="LiveId" clId="{E4D9CBFD-E110-4D84-9E16-A07CEF4E01B3}" dt="2025-04-04T14:39:23.735" v="2165" actId="255"/>
        <pc:sldMkLst>
          <pc:docMk/>
          <pc:sldMk cId="3238211235" sldId="9850"/>
        </pc:sldMkLst>
        <pc:spChg chg="mod">
          <ac:chgData name="Lý Thanh Ngô" userId="d1fb4545a5d636d2" providerId="LiveId" clId="{E4D9CBFD-E110-4D84-9E16-A07CEF4E01B3}" dt="2025-04-04T14:39:23.735" v="2165" actId="255"/>
          <ac:spMkLst>
            <pc:docMk/>
            <pc:sldMk cId="3238211235" sldId="9850"/>
            <ac:spMk id="2" creationId="{9EB41746-D780-1DA4-8C37-16E02E72EE06}"/>
          </ac:spMkLst>
        </pc:spChg>
      </pc:sldChg>
      <pc:sldChg chg="del">
        <pc:chgData name="Lý Thanh Ngô" userId="d1fb4545a5d636d2" providerId="LiveId" clId="{E4D9CBFD-E110-4D84-9E16-A07CEF4E01B3}" dt="2025-04-04T14:39:33.933" v="2169" actId="47"/>
        <pc:sldMkLst>
          <pc:docMk/>
          <pc:sldMk cId="1186045386" sldId="9851"/>
        </pc:sldMkLst>
      </pc:sldChg>
      <pc:sldChg chg="del">
        <pc:chgData name="Lý Thanh Ngô" userId="d1fb4545a5d636d2" providerId="LiveId" clId="{E4D9CBFD-E110-4D84-9E16-A07CEF4E01B3}" dt="2025-04-04T14:39:35.520" v="2170" actId="47"/>
        <pc:sldMkLst>
          <pc:docMk/>
          <pc:sldMk cId="887314122" sldId="9852"/>
        </pc:sldMkLst>
      </pc:sldChg>
      <pc:sldChg chg="modSp mod modNotesTx">
        <pc:chgData name="Lý Thanh Ngô" userId="d1fb4545a5d636d2" providerId="LiveId" clId="{E4D9CBFD-E110-4D84-9E16-A07CEF4E01B3}" dt="2025-04-04T14:40:22.207" v="2186" actId="255"/>
        <pc:sldMkLst>
          <pc:docMk/>
          <pc:sldMk cId="2696584302" sldId="9853"/>
        </pc:sldMkLst>
      </pc:sldChg>
      <pc:sldChg chg="del">
        <pc:chgData name="Lý Thanh Ngô" userId="d1fb4545a5d636d2" providerId="LiveId" clId="{E4D9CBFD-E110-4D84-9E16-A07CEF4E01B3}" dt="2025-04-04T14:40:42.164" v="2188" actId="47"/>
        <pc:sldMkLst>
          <pc:docMk/>
          <pc:sldMk cId="3862663970" sldId="9854"/>
        </pc:sldMkLst>
      </pc:sldChg>
      <pc:sldChg chg="del">
        <pc:chgData name="Lý Thanh Ngô" userId="d1fb4545a5d636d2" providerId="LiveId" clId="{E4D9CBFD-E110-4D84-9E16-A07CEF4E01B3}" dt="2025-04-04T14:41:14.598" v="2195" actId="47"/>
        <pc:sldMkLst>
          <pc:docMk/>
          <pc:sldMk cId="3848865846" sldId="9855"/>
        </pc:sldMkLst>
      </pc:sldChg>
      <pc:sldChg chg="del">
        <pc:chgData name="Lý Thanh Ngô" userId="d1fb4545a5d636d2" providerId="LiveId" clId="{E4D9CBFD-E110-4D84-9E16-A07CEF4E01B3}" dt="2025-04-04T14:41:16.132" v="2196" actId="47"/>
        <pc:sldMkLst>
          <pc:docMk/>
          <pc:sldMk cId="1777329158" sldId="9856"/>
        </pc:sldMkLst>
      </pc:sldChg>
      <pc:sldChg chg="modSp mod">
        <pc:chgData name="Lý Thanh Ngô" userId="d1fb4545a5d636d2" providerId="LiveId" clId="{E4D9CBFD-E110-4D84-9E16-A07CEF4E01B3}" dt="2025-04-04T14:46:41.297" v="2635" actId="122"/>
        <pc:sldMkLst>
          <pc:docMk/>
          <pc:sldMk cId="1640538101" sldId="9857"/>
        </pc:sldMkLst>
        <pc:spChg chg="mod">
          <ac:chgData name="Lý Thanh Ngô" userId="d1fb4545a5d636d2" providerId="LiveId" clId="{E4D9CBFD-E110-4D84-9E16-A07CEF4E01B3}" dt="2025-04-04T14:42:38.836" v="2221" actId="20577"/>
          <ac:spMkLst>
            <pc:docMk/>
            <pc:sldMk cId="1640538101" sldId="9857"/>
            <ac:spMk id="4" creationId="{C83C1662-DE3B-485E-D039-6DAF01222417}"/>
          </ac:spMkLst>
        </pc:spChg>
        <pc:spChg chg="mod">
          <ac:chgData name="Lý Thanh Ngô" userId="d1fb4545a5d636d2" providerId="LiveId" clId="{E4D9CBFD-E110-4D84-9E16-A07CEF4E01B3}" dt="2025-04-04T14:46:41.297" v="2635" actId="122"/>
          <ac:spMkLst>
            <pc:docMk/>
            <pc:sldMk cId="1640538101" sldId="9857"/>
            <ac:spMk id="5" creationId="{885A7151-12D0-D5E7-4150-116F20C67271}"/>
          </ac:spMkLst>
        </pc:spChg>
        <pc:spChg chg="mod">
          <ac:chgData name="Lý Thanh Ngô" userId="d1fb4545a5d636d2" providerId="LiveId" clId="{E4D9CBFD-E110-4D84-9E16-A07CEF4E01B3}" dt="2025-04-04T14:44:55.863" v="2509" actId="1076"/>
          <ac:spMkLst>
            <pc:docMk/>
            <pc:sldMk cId="1640538101" sldId="9857"/>
            <ac:spMk id="7" creationId="{27682D36-7139-D43C-8AC6-2259120A3B6A}"/>
          </ac:spMkLst>
        </pc:spChg>
      </pc:sldChg>
      <pc:sldChg chg="del">
        <pc:chgData name="Lý Thanh Ngô" userId="d1fb4545a5d636d2" providerId="LiveId" clId="{E4D9CBFD-E110-4D84-9E16-A07CEF4E01B3}" dt="2025-04-04T15:23:46.487" v="3536" actId="2696"/>
        <pc:sldMkLst>
          <pc:docMk/>
          <pc:sldMk cId="130758898" sldId="9858"/>
        </pc:sldMkLst>
      </pc:sldChg>
      <pc:sldChg chg="del">
        <pc:chgData name="Lý Thanh Ngô" userId="d1fb4545a5d636d2" providerId="LiveId" clId="{E4D9CBFD-E110-4D84-9E16-A07CEF4E01B3}" dt="2025-04-04T15:23:46.487" v="3536" actId="2696"/>
        <pc:sldMkLst>
          <pc:docMk/>
          <pc:sldMk cId="826091572" sldId="9859"/>
        </pc:sldMkLst>
      </pc:sldChg>
      <pc:sldChg chg="del">
        <pc:chgData name="Lý Thanh Ngô" userId="d1fb4545a5d636d2" providerId="LiveId" clId="{E4D9CBFD-E110-4D84-9E16-A07CEF4E01B3}" dt="2025-04-04T15:23:46.487" v="3536" actId="2696"/>
        <pc:sldMkLst>
          <pc:docMk/>
          <pc:sldMk cId="3848815841" sldId="9860"/>
        </pc:sldMkLst>
      </pc:sldChg>
      <pc:sldChg chg="del">
        <pc:chgData name="Lý Thanh Ngô" userId="d1fb4545a5d636d2" providerId="LiveId" clId="{E4D9CBFD-E110-4D84-9E16-A07CEF4E01B3}" dt="2025-04-04T15:23:46.487" v="3536" actId="2696"/>
        <pc:sldMkLst>
          <pc:docMk/>
          <pc:sldMk cId="3207059514" sldId="9861"/>
        </pc:sldMkLst>
      </pc:sldChg>
      <pc:sldChg chg="del">
        <pc:chgData name="Lý Thanh Ngô" userId="d1fb4545a5d636d2" providerId="LiveId" clId="{E4D9CBFD-E110-4D84-9E16-A07CEF4E01B3}" dt="2025-04-04T15:23:46.487" v="3536" actId="2696"/>
        <pc:sldMkLst>
          <pc:docMk/>
          <pc:sldMk cId="416133720" sldId="9862"/>
        </pc:sldMkLst>
      </pc:sldChg>
      <pc:sldChg chg="del">
        <pc:chgData name="Lý Thanh Ngô" userId="d1fb4545a5d636d2" providerId="LiveId" clId="{E4D9CBFD-E110-4D84-9E16-A07CEF4E01B3}" dt="2025-04-04T15:23:46.487" v="3536" actId="2696"/>
        <pc:sldMkLst>
          <pc:docMk/>
          <pc:sldMk cId="2711831379" sldId="9863"/>
        </pc:sldMkLst>
      </pc:sldChg>
      <pc:sldChg chg="modSp mod">
        <pc:chgData name="Lý Thanh Ngô" userId="d1fb4545a5d636d2" providerId="LiveId" clId="{E4D9CBFD-E110-4D84-9E16-A07CEF4E01B3}" dt="2025-04-05T15:25:18.021" v="4103" actId="115"/>
        <pc:sldMkLst>
          <pc:docMk/>
          <pc:sldMk cId="2722460507" sldId="9864"/>
        </pc:sldMkLst>
        <pc:spChg chg="mod">
          <ac:chgData name="Lý Thanh Ngô" userId="d1fb4545a5d636d2" providerId="LiveId" clId="{E4D9CBFD-E110-4D84-9E16-A07CEF4E01B3}" dt="2025-04-04T15:07:12.736" v="3150" actId="20577"/>
          <ac:spMkLst>
            <pc:docMk/>
            <pc:sldMk cId="2722460507" sldId="9864"/>
            <ac:spMk id="2" creationId="{C5AC7524-1DCF-5012-325A-112DC29DE05E}"/>
          </ac:spMkLst>
        </pc:spChg>
        <pc:spChg chg="mod">
          <ac:chgData name="Lý Thanh Ngô" userId="d1fb4545a5d636d2" providerId="LiveId" clId="{E4D9CBFD-E110-4D84-9E16-A07CEF4E01B3}" dt="2025-04-05T15:25:18.021" v="4103" actId="115"/>
          <ac:spMkLst>
            <pc:docMk/>
            <pc:sldMk cId="2722460507" sldId="9864"/>
            <ac:spMk id="4" creationId="{9B130C5D-607E-1CBB-D591-F748074BB843}"/>
          </ac:spMkLst>
        </pc:spChg>
      </pc:sldChg>
      <pc:sldChg chg="modSp mod">
        <pc:chgData name="Lý Thanh Ngô" userId="d1fb4545a5d636d2" providerId="LiveId" clId="{E4D9CBFD-E110-4D84-9E16-A07CEF4E01B3}" dt="2025-04-05T14:22:55.901" v="3698" actId="122"/>
        <pc:sldMkLst>
          <pc:docMk/>
          <pc:sldMk cId="2160185228" sldId="9889"/>
        </pc:sldMkLst>
        <pc:spChg chg="mod">
          <ac:chgData name="Lý Thanh Ngô" userId="d1fb4545a5d636d2" providerId="LiveId" clId="{E4D9CBFD-E110-4D84-9E16-A07CEF4E01B3}" dt="2025-04-05T14:22:55.901" v="3698" actId="122"/>
          <ac:spMkLst>
            <pc:docMk/>
            <pc:sldMk cId="2160185228" sldId="9889"/>
            <ac:spMk id="46082" creationId="{7F10E4E4-09C3-1CB5-C4A2-CFBEECAD9E94}"/>
          </ac:spMkLst>
        </pc:spChg>
      </pc:sldChg>
      <pc:sldChg chg="modSp mod">
        <pc:chgData name="Lý Thanh Ngô" userId="d1fb4545a5d636d2" providerId="LiveId" clId="{E4D9CBFD-E110-4D84-9E16-A07CEF4E01B3}" dt="2025-04-05T14:24:58.879" v="3721" actId="27636"/>
        <pc:sldMkLst>
          <pc:docMk/>
          <pc:sldMk cId="3359446926" sldId="9892"/>
        </pc:sldMkLst>
        <pc:spChg chg="mod">
          <ac:chgData name="Lý Thanh Ngô" userId="d1fb4545a5d636d2" providerId="LiveId" clId="{E4D9CBFD-E110-4D84-9E16-A07CEF4E01B3}" dt="2025-04-05T14:24:58.879" v="3721" actId="27636"/>
          <ac:spMkLst>
            <pc:docMk/>
            <pc:sldMk cId="3359446926" sldId="9892"/>
            <ac:spMk id="46082" creationId="{3893F0D4-65DD-5D42-B970-F583E8012BD1}"/>
          </ac:spMkLst>
        </pc:spChg>
      </pc:sldChg>
      <pc:sldChg chg="modSp mod">
        <pc:chgData name="Lý Thanh Ngô" userId="d1fb4545a5d636d2" providerId="LiveId" clId="{E4D9CBFD-E110-4D84-9E16-A07CEF4E01B3}" dt="2025-04-05T14:32:58.614" v="3833" actId="403"/>
        <pc:sldMkLst>
          <pc:docMk/>
          <pc:sldMk cId="3719311503" sldId="9893"/>
        </pc:sldMkLst>
        <pc:spChg chg="mod">
          <ac:chgData name="Lý Thanh Ngô" userId="d1fb4545a5d636d2" providerId="LiveId" clId="{E4D9CBFD-E110-4D84-9E16-A07CEF4E01B3}" dt="2025-04-05T14:32:58.614" v="3833" actId="403"/>
          <ac:spMkLst>
            <pc:docMk/>
            <pc:sldMk cId="3719311503" sldId="9893"/>
            <ac:spMk id="87042" creationId="{9D6177F0-5E6C-608E-3A88-D9044B9315F4}"/>
          </ac:spMkLst>
        </pc:spChg>
      </pc:sldChg>
      <pc:sldChg chg="modSp del mod">
        <pc:chgData name="Lý Thanh Ngô" userId="d1fb4545a5d636d2" providerId="LiveId" clId="{E4D9CBFD-E110-4D84-9E16-A07CEF4E01B3}" dt="2025-04-05T14:26:25.452" v="3735" actId="47"/>
        <pc:sldMkLst>
          <pc:docMk/>
          <pc:sldMk cId="316058304" sldId="9894"/>
        </pc:sldMkLst>
      </pc:sldChg>
      <pc:sldChg chg="modSp mod">
        <pc:chgData name="Lý Thanh Ngô" userId="d1fb4545a5d636d2" providerId="LiveId" clId="{E4D9CBFD-E110-4D84-9E16-A07CEF4E01B3}" dt="2025-04-05T14:33:12.952" v="3837" actId="255"/>
        <pc:sldMkLst>
          <pc:docMk/>
          <pc:sldMk cId="1521856680" sldId="9895"/>
        </pc:sldMkLst>
        <pc:spChg chg="mod">
          <ac:chgData name="Lý Thanh Ngô" userId="d1fb4545a5d636d2" providerId="LiveId" clId="{E4D9CBFD-E110-4D84-9E16-A07CEF4E01B3}" dt="2025-04-05T14:33:12.952" v="3837" actId="255"/>
          <ac:spMkLst>
            <pc:docMk/>
            <pc:sldMk cId="1521856680" sldId="9895"/>
            <ac:spMk id="87042" creationId="{5E4C3294-384A-CFC9-ED45-0243B0AA62AF}"/>
          </ac:spMkLst>
        </pc:spChg>
      </pc:sldChg>
      <pc:sldChg chg="modSp del mod">
        <pc:chgData name="Lý Thanh Ngô" userId="d1fb4545a5d636d2" providerId="LiveId" clId="{E4D9CBFD-E110-4D84-9E16-A07CEF4E01B3}" dt="2025-04-05T14:28:15.727" v="3790" actId="47"/>
        <pc:sldMkLst>
          <pc:docMk/>
          <pc:sldMk cId="367318003" sldId="9896"/>
        </pc:sldMkLst>
      </pc:sldChg>
      <pc:sldChg chg="modSp mod">
        <pc:chgData name="Lý Thanh Ngô" userId="d1fb4545a5d636d2" providerId="LiveId" clId="{E4D9CBFD-E110-4D84-9E16-A07CEF4E01B3}" dt="2025-04-05T14:33:40.051" v="3840" actId="255"/>
        <pc:sldMkLst>
          <pc:docMk/>
          <pc:sldMk cId="121284145" sldId="9897"/>
        </pc:sldMkLst>
        <pc:spChg chg="mod">
          <ac:chgData name="Lý Thanh Ngô" userId="d1fb4545a5d636d2" providerId="LiveId" clId="{E4D9CBFD-E110-4D84-9E16-A07CEF4E01B3}" dt="2025-04-05T14:33:40.051" v="3840" actId="255"/>
          <ac:spMkLst>
            <pc:docMk/>
            <pc:sldMk cId="121284145" sldId="9897"/>
            <ac:spMk id="87042" creationId="{EF956515-5E3A-1C60-EEC1-B8BC2F8729E5}"/>
          </ac:spMkLst>
        </pc:spChg>
      </pc:sldChg>
      <pc:sldChg chg="modSp mod">
        <pc:chgData name="Lý Thanh Ngô" userId="d1fb4545a5d636d2" providerId="LiveId" clId="{E4D9CBFD-E110-4D84-9E16-A07CEF4E01B3}" dt="2025-04-05T14:35:28.241" v="3842" actId="207"/>
        <pc:sldMkLst>
          <pc:docMk/>
          <pc:sldMk cId="2539266509" sldId="9899"/>
        </pc:sldMkLst>
        <pc:spChg chg="mod">
          <ac:chgData name="Lý Thanh Ngô" userId="d1fb4545a5d636d2" providerId="LiveId" clId="{E4D9CBFD-E110-4D84-9E16-A07CEF4E01B3}" dt="2025-04-05T14:35:28.241" v="3842" actId="207"/>
          <ac:spMkLst>
            <pc:docMk/>
            <pc:sldMk cId="2539266509" sldId="9899"/>
            <ac:spMk id="87042" creationId="{2B2286D7-605B-DB63-0781-00C69EDA5C3E}"/>
          </ac:spMkLst>
        </pc:spChg>
      </pc:sldChg>
      <pc:sldChg chg="del">
        <pc:chgData name="Lý Thanh Ngô" userId="d1fb4545a5d636d2" providerId="LiveId" clId="{E4D9CBFD-E110-4D84-9E16-A07CEF4E01B3}" dt="2025-04-05T14:36:55.241" v="3843" actId="2696"/>
        <pc:sldMkLst>
          <pc:docMk/>
          <pc:sldMk cId="1290835927" sldId="9903"/>
        </pc:sldMkLst>
      </pc:sldChg>
      <pc:sldChg chg="modSp mod">
        <pc:chgData name="Lý Thanh Ngô" userId="d1fb4545a5d636d2" providerId="LiveId" clId="{E4D9CBFD-E110-4D84-9E16-A07CEF4E01B3}" dt="2025-04-05T14:37:18.551" v="3858" actId="6549"/>
        <pc:sldMkLst>
          <pc:docMk/>
          <pc:sldMk cId="4150645961" sldId="9904"/>
        </pc:sldMkLst>
        <pc:spChg chg="mod">
          <ac:chgData name="Lý Thanh Ngô" userId="d1fb4545a5d636d2" providerId="LiveId" clId="{E4D9CBFD-E110-4D84-9E16-A07CEF4E01B3}" dt="2025-04-05T14:37:18.551" v="3858" actId="6549"/>
          <ac:spMkLst>
            <pc:docMk/>
            <pc:sldMk cId="4150645961" sldId="9904"/>
            <ac:spMk id="46082" creationId="{236B643C-42FE-0444-4FEE-828177A8F322}"/>
          </ac:spMkLst>
        </pc:spChg>
      </pc:sldChg>
      <pc:sldChg chg="modSp mod">
        <pc:chgData name="Lý Thanh Ngô" userId="d1fb4545a5d636d2" providerId="LiveId" clId="{E4D9CBFD-E110-4D84-9E16-A07CEF4E01B3}" dt="2025-04-05T14:39:52.599" v="3863" actId="255"/>
        <pc:sldMkLst>
          <pc:docMk/>
          <pc:sldMk cId="574032678" sldId="9918"/>
        </pc:sldMkLst>
        <pc:spChg chg="mod">
          <ac:chgData name="Lý Thanh Ngô" userId="d1fb4545a5d636d2" providerId="LiveId" clId="{E4D9CBFD-E110-4D84-9E16-A07CEF4E01B3}" dt="2025-04-05T14:39:52.599" v="3863" actId="255"/>
          <ac:spMkLst>
            <pc:docMk/>
            <pc:sldMk cId="574032678" sldId="9918"/>
            <ac:spMk id="46082" creationId="{61F1A4DB-79ED-8B9A-714E-8288BF017CD5}"/>
          </ac:spMkLst>
        </pc:spChg>
      </pc:sldChg>
      <pc:sldChg chg="modSp mod">
        <pc:chgData name="Lý Thanh Ngô" userId="d1fb4545a5d636d2" providerId="LiveId" clId="{E4D9CBFD-E110-4D84-9E16-A07CEF4E01B3}" dt="2025-04-05T14:51:27.754" v="3865" actId="123"/>
        <pc:sldMkLst>
          <pc:docMk/>
          <pc:sldMk cId="2840395799" sldId="9936"/>
        </pc:sldMkLst>
        <pc:spChg chg="mod">
          <ac:chgData name="Lý Thanh Ngô" userId="d1fb4545a5d636d2" providerId="LiveId" clId="{E4D9CBFD-E110-4D84-9E16-A07CEF4E01B3}" dt="2025-04-05T14:51:27.754" v="3865" actId="123"/>
          <ac:spMkLst>
            <pc:docMk/>
            <pc:sldMk cId="2840395799" sldId="9936"/>
            <ac:spMk id="66562" creationId="{21102977-3B5A-1558-31A1-C4E1BFDE937F}"/>
          </ac:spMkLst>
        </pc:spChg>
      </pc:sldChg>
      <pc:sldChg chg="del">
        <pc:chgData name="Lý Thanh Ngô" userId="d1fb4545a5d636d2" providerId="LiveId" clId="{E4D9CBFD-E110-4D84-9E16-A07CEF4E01B3}" dt="2025-04-05T14:57:44.231" v="3914" actId="47"/>
        <pc:sldMkLst>
          <pc:docMk/>
          <pc:sldMk cId="1696849316" sldId="9937"/>
        </pc:sldMkLst>
      </pc:sldChg>
      <pc:sldChg chg="add">
        <pc:chgData name="Lý Thanh Ngô" userId="d1fb4545a5d636d2" providerId="LiveId" clId="{E4D9CBFD-E110-4D84-9E16-A07CEF4E01B3}" dt="2025-03-30T06:24:12.228" v="0" actId="2890"/>
        <pc:sldMkLst>
          <pc:docMk/>
          <pc:sldMk cId="3153557228" sldId="9938"/>
        </pc:sldMkLst>
      </pc:sldChg>
      <pc:sldChg chg="modSp add mod modNotesTx">
        <pc:chgData name="Lý Thanh Ngô" userId="d1fb4545a5d636d2" providerId="LiveId" clId="{E4D9CBFD-E110-4D84-9E16-A07CEF4E01B3}" dt="2025-04-04T14:55:42.549" v="2808" actId="20577"/>
        <pc:sldMkLst>
          <pc:docMk/>
          <pc:sldMk cId="813544249" sldId="9939"/>
        </pc:sldMkLst>
        <pc:spChg chg="mod">
          <ac:chgData name="Lý Thanh Ngô" userId="d1fb4545a5d636d2" providerId="LiveId" clId="{E4D9CBFD-E110-4D84-9E16-A07CEF4E01B3}" dt="2025-04-04T14:55:32.984" v="2806" actId="255"/>
          <ac:spMkLst>
            <pc:docMk/>
            <pc:sldMk cId="813544249" sldId="9939"/>
            <ac:spMk id="2" creationId="{0FDF8E87-4413-7DB9-20AC-EF6EA30AFFF6}"/>
          </ac:spMkLst>
        </pc:spChg>
      </pc:sldChg>
      <pc:sldChg chg="modSp add mod modNotesTx">
        <pc:chgData name="Lý Thanh Ngô" userId="d1fb4545a5d636d2" providerId="LiveId" clId="{E4D9CBFD-E110-4D84-9E16-A07CEF4E01B3}" dt="2025-04-04T14:57:25.293" v="2825" actId="255"/>
        <pc:sldMkLst>
          <pc:docMk/>
          <pc:sldMk cId="268761183" sldId="9940"/>
        </pc:sldMkLst>
        <pc:spChg chg="mod">
          <ac:chgData name="Lý Thanh Ngô" userId="d1fb4545a5d636d2" providerId="LiveId" clId="{E4D9CBFD-E110-4D84-9E16-A07CEF4E01B3}" dt="2025-04-04T14:57:25.293" v="2825" actId="255"/>
          <ac:spMkLst>
            <pc:docMk/>
            <pc:sldMk cId="268761183" sldId="9940"/>
            <ac:spMk id="2" creationId="{D74C8315-A309-A147-0C1E-6D1C1ABAA66F}"/>
          </ac:spMkLst>
        </pc:spChg>
      </pc:sldChg>
      <pc:sldChg chg="modSp add mod ord">
        <pc:chgData name="Lý Thanh Ngô" userId="d1fb4545a5d636d2" providerId="LiveId" clId="{E4D9CBFD-E110-4D84-9E16-A07CEF4E01B3}" dt="2025-04-04T14:45:07.970" v="2514" actId="20577"/>
        <pc:sldMkLst>
          <pc:docMk/>
          <pc:sldMk cId="990936998" sldId="9941"/>
        </pc:sldMkLst>
        <pc:spChg chg="mod">
          <ac:chgData name="Lý Thanh Ngô" userId="d1fb4545a5d636d2" providerId="LiveId" clId="{E4D9CBFD-E110-4D84-9E16-A07CEF4E01B3}" dt="2025-04-04T14:45:07.970" v="2514" actId="20577"/>
          <ac:spMkLst>
            <pc:docMk/>
            <pc:sldMk cId="990936998" sldId="9941"/>
            <ac:spMk id="2" creationId="{F7C3BBC3-CF78-1F09-8F73-5276A745A17C}"/>
          </ac:spMkLst>
        </pc:spChg>
      </pc:sldChg>
      <pc:sldChg chg="addSp delSp modSp add del mod setBg addAnim delDesignElem">
        <pc:chgData name="Lý Thanh Ngô" userId="d1fb4545a5d636d2" providerId="LiveId" clId="{E4D9CBFD-E110-4D84-9E16-A07CEF4E01B3}" dt="2025-03-30T06:45:31.535" v="372" actId="47"/>
        <pc:sldMkLst>
          <pc:docMk/>
          <pc:sldMk cId="3030894678" sldId="9941"/>
        </pc:sldMkLst>
      </pc:sldChg>
      <pc:sldChg chg="modSp add mod ord">
        <pc:chgData name="Lý Thanh Ngô" userId="d1fb4545a5d636d2" providerId="LiveId" clId="{E4D9CBFD-E110-4D84-9E16-A07CEF4E01B3}" dt="2025-04-04T14:53:48.328" v="2776" actId="27636"/>
        <pc:sldMkLst>
          <pc:docMk/>
          <pc:sldMk cId="2810394137" sldId="9942"/>
        </pc:sldMkLst>
        <pc:spChg chg="mod">
          <ac:chgData name="Lý Thanh Ngô" userId="d1fb4545a5d636d2" providerId="LiveId" clId="{E4D9CBFD-E110-4D84-9E16-A07CEF4E01B3}" dt="2025-04-04T14:53:48.328" v="2776" actId="27636"/>
          <ac:spMkLst>
            <pc:docMk/>
            <pc:sldMk cId="2810394137" sldId="9942"/>
            <ac:spMk id="2" creationId="{312F32DC-9B83-B46C-8BF4-6344E3FAAC74}"/>
          </ac:spMkLst>
        </pc:spChg>
      </pc:sldChg>
      <pc:sldChg chg="modSp add mod ord">
        <pc:chgData name="Lý Thanh Ngô" userId="d1fb4545a5d636d2" providerId="LiveId" clId="{E4D9CBFD-E110-4D84-9E16-A07CEF4E01B3}" dt="2025-04-04T15:12:15.111" v="3231" actId="27636"/>
        <pc:sldMkLst>
          <pc:docMk/>
          <pc:sldMk cId="378811415" sldId="9943"/>
        </pc:sldMkLst>
        <pc:spChg chg="mod">
          <ac:chgData name="Lý Thanh Ngô" userId="d1fb4545a5d636d2" providerId="LiveId" clId="{E4D9CBFD-E110-4D84-9E16-A07CEF4E01B3}" dt="2025-04-04T15:12:15.111" v="3231" actId="27636"/>
          <ac:spMkLst>
            <pc:docMk/>
            <pc:sldMk cId="378811415" sldId="9943"/>
            <ac:spMk id="2" creationId="{DC1B0499-28FB-DE88-7ED6-4994F19B6B34}"/>
          </ac:spMkLst>
        </pc:spChg>
      </pc:sldChg>
      <pc:sldChg chg="modSp add mod ord">
        <pc:chgData name="Lý Thanh Ngô" userId="d1fb4545a5d636d2" providerId="LiveId" clId="{E4D9CBFD-E110-4D84-9E16-A07CEF4E01B3}" dt="2025-04-04T15:23:06.636" v="3535" actId="20577"/>
        <pc:sldMkLst>
          <pc:docMk/>
          <pc:sldMk cId="3779287100" sldId="9944"/>
        </pc:sldMkLst>
        <pc:spChg chg="mod">
          <ac:chgData name="Lý Thanh Ngô" userId="d1fb4545a5d636d2" providerId="LiveId" clId="{E4D9CBFD-E110-4D84-9E16-A07CEF4E01B3}" dt="2025-04-04T15:23:06.636" v="3535" actId="20577"/>
          <ac:spMkLst>
            <pc:docMk/>
            <pc:sldMk cId="3779287100" sldId="9944"/>
            <ac:spMk id="2" creationId="{2084C655-90FD-8D43-D091-30E94757F522}"/>
          </ac:spMkLst>
        </pc:spChg>
      </pc:sldChg>
      <pc:sldChg chg="addSp delSp modSp add mod setBg">
        <pc:chgData name="Lý Thanh Ngô" userId="d1fb4545a5d636d2" providerId="LiveId" clId="{E4D9CBFD-E110-4D84-9E16-A07CEF4E01B3}" dt="2025-04-05T15:27:27.079" v="4121"/>
        <pc:sldMkLst>
          <pc:docMk/>
          <pc:sldMk cId="2454869540" sldId="9945"/>
        </pc:sldMkLst>
        <pc:spChg chg="add mod">
          <ac:chgData name="Lý Thanh Ngô" userId="d1fb4545a5d636d2" providerId="LiveId" clId="{E4D9CBFD-E110-4D84-9E16-A07CEF4E01B3}" dt="2025-04-04T13:37:21.096" v="1313" actId="2711"/>
          <ac:spMkLst>
            <pc:docMk/>
            <pc:sldMk cId="2454869540" sldId="9945"/>
            <ac:spMk id="13" creationId="{71869B43-3F2C-19D6-D0DA-39ABE8B36ADE}"/>
          </ac:spMkLst>
        </pc:spChg>
        <pc:spChg chg="add mod">
          <ac:chgData name="Lý Thanh Ngô" userId="d1fb4545a5d636d2" providerId="LiveId" clId="{E4D9CBFD-E110-4D84-9E16-A07CEF4E01B3}" dt="2025-04-04T13:40:35.204" v="1446" actId="2085"/>
          <ac:spMkLst>
            <pc:docMk/>
            <pc:sldMk cId="2454869540" sldId="9945"/>
            <ac:spMk id="14" creationId="{508DD08E-8C99-DFA9-6A8B-8A4ACC50DF72}"/>
          </ac:spMkLst>
        </pc:spChg>
        <pc:spChg chg="add mod">
          <ac:chgData name="Lý Thanh Ngô" userId="d1fb4545a5d636d2" providerId="LiveId" clId="{E4D9CBFD-E110-4D84-9E16-A07CEF4E01B3}" dt="2025-04-05T15:27:27.079" v="4121"/>
          <ac:spMkLst>
            <pc:docMk/>
            <pc:sldMk cId="2454869540" sldId="9945"/>
            <ac:spMk id="15" creationId="{C6A41391-A817-7ACA-7186-E5CB90A28449}"/>
          </ac:spMkLst>
        </pc:spChg>
        <pc:picChg chg="add mod ord">
          <ac:chgData name="Lý Thanh Ngô" userId="d1fb4545a5d636d2" providerId="LiveId" clId="{E4D9CBFD-E110-4D84-9E16-A07CEF4E01B3}" dt="2025-04-03T23:05:04.910" v="1018" actId="26606"/>
          <ac:picMkLst>
            <pc:docMk/>
            <pc:sldMk cId="2454869540" sldId="9945"/>
            <ac:picMk id="12" creationId="{DC7CB448-D008-3FF2-DF07-3502D8D92D3B}"/>
          </ac:picMkLst>
        </pc:picChg>
      </pc:sldChg>
      <pc:sldChg chg="addSp delSp add del setBg delDesignElem">
        <pc:chgData name="Lý Thanh Ngô" userId="d1fb4545a5d636d2" providerId="LiveId" clId="{E4D9CBFD-E110-4D84-9E16-A07CEF4E01B3}" dt="2025-04-03T23:13:18.578" v="1154"/>
        <pc:sldMkLst>
          <pc:docMk/>
          <pc:sldMk cId="1533085762" sldId="9946"/>
        </pc:sldMkLst>
      </pc:sldChg>
      <pc:sldChg chg="addSp delSp modSp add del mod ord">
        <pc:chgData name="Lý Thanh Ngô" userId="d1fb4545a5d636d2" providerId="LiveId" clId="{E4D9CBFD-E110-4D84-9E16-A07CEF4E01B3}" dt="2025-04-04T13:41:58.213" v="1453" actId="47"/>
        <pc:sldMkLst>
          <pc:docMk/>
          <pc:sldMk cId="3701650730" sldId="9946"/>
        </pc:sldMkLst>
      </pc:sldChg>
      <pc:sldChg chg="add del">
        <pc:chgData name="Lý Thanh Ngô" userId="d1fb4545a5d636d2" providerId="LiveId" clId="{E4D9CBFD-E110-4D84-9E16-A07CEF4E01B3}" dt="2025-04-03T23:16:04.067" v="1205" actId="2890"/>
        <pc:sldMkLst>
          <pc:docMk/>
          <pc:sldMk cId="290238042" sldId="9947"/>
        </pc:sldMkLst>
      </pc:sldChg>
      <pc:sldChg chg="addSp delSp modSp add mod modTransition setBg addAnim delAnim modAnim setClrOvrMap">
        <pc:chgData name="Lý Thanh Ngô" userId="d1fb4545a5d636d2" providerId="LiveId" clId="{E4D9CBFD-E110-4D84-9E16-A07CEF4E01B3}" dt="2025-04-04T14:49:31.423" v="2680"/>
        <pc:sldMkLst>
          <pc:docMk/>
          <pc:sldMk cId="3944630175" sldId="9947"/>
        </pc:sldMkLst>
      </pc:sldChg>
      <pc:sldChg chg="addSp delSp add del setBg delDesignElem">
        <pc:chgData name="Lý Thanh Ngô" userId="d1fb4545a5d636d2" providerId="LiveId" clId="{E4D9CBFD-E110-4D84-9E16-A07CEF4E01B3}" dt="2025-04-03T23:28:21.068" v="1308"/>
        <pc:sldMkLst>
          <pc:docMk/>
          <pc:sldMk cId="391373228" sldId="9948"/>
        </pc:sldMkLst>
      </pc:sldChg>
      <pc:sldChg chg="add del ord">
        <pc:chgData name="Lý Thanh Ngô" userId="d1fb4545a5d636d2" providerId="LiveId" clId="{E4D9CBFD-E110-4D84-9E16-A07CEF4E01B3}" dt="2025-04-04T15:21:34.119" v="3459" actId="47"/>
        <pc:sldMkLst>
          <pc:docMk/>
          <pc:sldMk cId="2125520960" sldId="9948"/>
        </pc:sldMkLst>
      </pc:sldChg>
      <pc:sldChg chg="addSp delSp modSp add mod ord modTransition">
        <pc:chgData name="Lý Thanh Ngô" userId="d1fb4545a5d636d2" providerId="LiveId" clId="{E4D9CBFD-E110-4D84-9E16-A07CEF4E01B3}" dt="2025-04-04T15:40:47.317" v="3687"/>
        <pc:sldMkLst>
          <pc:docMk/>
          <pc:sldMk cId="3262154031" sldId="9949"/>
        </pc:sldMkLst>
      </pc:sldChg>
      <pc:sldChg chg="addSp delSp modSp add mod ord modTransition setBg delAnim modAnim delDesignElem">
        <pc:chgData name="Lý Thanh Ngô" userId="d1fb4545a5d636d2" providerId="LiveId" clId="{E4D9CBFD-E110-4D84-9E16-A07CEF4E01B3}" dt="2025-04-04T15:41:48.147" v="3688"/>
        <pc:sldMkLst>
          <pc:docMk/>
          <pc:sldMk cId="721610287" sldId="9950"/>
        </pc:sldMkLst>
      </pc:sldChg>
      <pc:sldChg chg="modSp add mod ord modTransition modAnim">
        <pc:chgData name="Lý Thanh Ngô" userId="d1fb4545a5d636d2" providerId="LiveId" clId="{E4D9CBFD-E110-4D84-9E16-A07CEF4E01B3}" dt="2025-04-05T15:27:48.763" v="4124" actId="1036"/>
        <pc:sldMkLst>
          <pc:docMk/>
          <pc:sldMk cId="4124360639" sldId="9951"/>
        </pc:sldMkLst>
      </pc:sldChg>
      <pc:sldChg chg="add del ord">
        <pc:chgData name="Lý Thanh Ngô" userId="d1fb4545a5d636d2" providerId="LiveId" clId="{E4D9CBFD-E110-4D84-9E16-A07CEF4E01B3}" dt="2025-04-04T14:20:22.693" v="1834" actId="47"/>
        <pc:sldMkLst>
          <pc:docMk/>
          <pc:sldMk cId="4203696164" sldId="9951"/>
        </pc:sldMkLst>
      </pc:sldChg>
      <pc:sldChg chg="add ord">
        <pc:chgData name="Lý Thanh Ngô" userId="d1fb4545a5d636d2" providerId="LiveId" clId="{E4D9CBFD-E110-4D84-9E16-A07CEF4E01B3}" dt="2025-04-04T14:39:31.490" v="2168"/>
        <pc:sldMkLst>
          <pc:docMk/>
          <pc:sldMk cId="624180952" sldId="9952"/>
        </pc:sldMkLst>
      </pc:sldChg>
      <pc:sldChg chg="modSp add mod">
        <pc:chgData name="Lý Thanh Ngô" userId="d1fb4545a5d636d2" providerId="LiveId" clId="{E4D9CBFD-E110-4D84-9E16-A07CEF4E01B3}" dt="2025-04-04T14:40:59.660" v="2191" actId="255"/>
        <pc:sldMkLst>
          <pc:docMk/>
          <pc:sldMk cId="185798073" sldId="9953"/>
        </pc:sldMkLst>
      </pc:sldChg>
      <pc:sldChg chg="add ord">
        <pc:chgData name="Lý Thanh Ngô" userId="d1fb4545a5d636d2" providerId="LiveId" clId="{E4D9CBFD-E110-4D84-9E16-A07CEF4E01B3}" dt="2025-04-04T14:41:12.810" v="2194"/>
        <pc:sldMkLst>
          <pc:docMk/>
          <pc:sldMk cId="1054668953" sldId="9954"/>
        </pc:sldMkLst>
      </pc:sldChg>
      <pc:sldChg chg="add">
        <pc:chgData name="Lý Thanh Ngô" userId="d1fb4545a5d636d2" providerId="LiveId" clId="{E4D9CBFD-E110-4D84-9E16-A07CEF4E01B3}" dt="2025-04-04T14:57:04.084" v="2821" actId="2890"/>
        <pc:sldMkLst>
          <pc:docMk/>
          <pc:sldMk cId="516085141" sldId="9955"/>
        </pc:sldMkLst>
      </pc:sldChg>
      <pc:sldChg chg="modSp add mod ord">
        <pc:chgData name="Lý Thanh Ngô" userId="d1fb4545a5d636d2" providerId="LiveId" clId="{E4D9CBFD-E110-4D84-9E16-A07CEF4E01B3}" dt="2025-04-04T14:58:14.286" v="2833"/>
        <pc:sldMkLst>
          <pc:docMk/>
          <pc:sldMk cId="1431207373" sldId="9956"/>
        </pc:sldMkLst>
      </pc:sldChg>
      <pc:sldChg chg="modSp add mod ord replId">
        <pc:chgData name="Lý Thanh Ngô" userId="d1fb4545a5d636d2" providerId="LiveId" clId="{E4D9CBFD-E110-4D84-9E16-A07CEF4E01B3}" dt="2025-04-04T14:58:28.455" v="2837" actId="20577"/>
        <pc:sldMkLst>
          <pc:docMk/>
          <pc:sldMk cId="3987162015" sldId="9957"/>
        </pc:sldMkLst>
      </pc:sldChg>
      <pc:sldChg chg="add ord">
        <pc:chgData name="Lý Thanh Ngô" userId="d1fb4545a5d636d2" providerId="LiveId" clId="{E4D9CBFD-E110-4D84-9E16-A07CEF4E01B3}" dt="2025-04-04T14:58:40.539" v="2840"/>
        <pc:sldMkLst>
          <pc:docMk/>
          <pc:sldMk cId="2282112537" sldId="9958"/>
        </pc:sldMkLst>
      </pc:sldChg>
      <pc:sldChg chg="add ord replId">
        <pc:chgData name="Lý Thanh Ngô" userId="d1fb4545a5d636d2" providerId="LiveId" clId="{E4D9CBFD-E110-4D84-9E16-A07CEF4E01B3}" dt="2025-04-04T14:58:40.539" v="2840"/>
        <pc:sldMkLst>
          <pc:docMk/>
          <pc:sldMk cId="165752441" sldId="9959"/>
        </pc:sldMkLst>
      </pc:sldChg>
      <pc:sldChg chg="add del">
        <pc:chgData name="Lý Thanh Ngô" userId="d1fb4545a5d636d2" providerId="LiveId" clId="{E4D9CBFD-E110-4D84-9E16-A07CEF4E01B3}" dt="2025-04-04T15:05:03.382" v="3119" actId="47"/>
        <pc:sldMkLst>
          <pc:docMk/>
          <pc:sldMk cId="1705467564" sldId="9960"/>
        </pc:sldMkLst>
      </pc:sldChg>
      <pc:sldChg chg="delSp modSp add mod">
        <pc:chgData name="Lý Thanh Ngô" userId="d1fb4545a5d636d2" providerId="LiveId" clId="{E4D9CBFD-E110-4D84-9E16-A07CEF4E01B3}" dt="2025-04-04T15:07:08.452" v="3149" actId="20577"/>
        <pc:sldMkLst>
          <pc:docMk/>
          <pc:sldMk cId="3408874133" sldId="9960"/>
        </pc:sldMkLst>
      </pc:sldChg>
      <pc:sldChg chg="modSp add mod">
        <pc:chgData name="Lý Thanh Ngô" userId="d1fb4545a5d636d2" providerId="LiveId" clId="{E4D9CBFD-E110-4D84-9E16-A07CEF4E01B3}" dt="2025-04-04T15:08:18.563" v="3158" actId="255"/>
        <pc:sldMkLst>
          <pc:docMk/>
          <pc:sldMk cId="1306729375" sldId="9961"/>
        </pc:sldMkLst>
        <pc:spChg chg="mod">
          <ac:chgData name="Lý Thanh Ngô" userId="d1fb4545a5d636d2" providerId="LiveId" clId="{E4D9CBFD-E110-4D84-9E16-A07CEF4E01B3}" dt="2025-04-04T15:08:18.563" v="3158" actId="255"/>
          <ac:spMkLst>
            <pc:docMk/>
            <pc:sldMk cId="1306729375" sldId="9961"/>
            <ac:spMk id="118786" creationId="{92D4C300-2034-9AFA-5F60-80E2C8FE73DB}"/>
          </ac:spMkLst>
        </pc:spChg>
      </pc:sldChg>
      <pc:sldChg chg="modSp add mod">
        <pc:chgData name="Lý Thanh Ngô" userId="d1fb4545a5d636d2" providerId="LiveId" clId="{E4D9CBFD-E110-4D84-9E16-A07CEF4E01B3}" dt="2025-04-05T15:25:45.555" v="4105" actId="123"/>
        <pc:sldMkLst>
          <pc:docMk/>
          <pc:sldMk cId="624766837" sldId="9962"/>
        </pc:sldMkLst>
        <pc:spChg chg="mod">
          <ac:chgData name="Lý Thanh Ngô" userId="d1fb4545a5d636d2" providerId="LiveId" clId="{E4D9CBFD-E110-4D84-9E16-A07CEF4E01B3}" dt="2025-04-05T15:25:45.555" v="4105" actId="123"/>
          <ac:spMkLst>
            <pc:docMk/>
            <pc:sldMk cId="624766837" sldId="9962"/>
            <ac:spMk id="2" creationId="{BD44D9BF-8FAF-06D2-C497-C7325FD962E4}"/>
          </ac:spMkLst>
        </pc:spChg>
      </pc:sldChg>
      <pc:sldChg chg="modSp add mod">
        <pc:chgData name="Lý Thanh Ngô" userId="d1fb4545a5d636d2" providerId="LiveId" clId="{E4D9CBFD-E110-4D84-9E16-A07CEF4E01B3}" dt="2025-04-05T15:25:48.898" v="4106" actId="123"/>
        <pc:sldMkLst>
          <pc:docMk/>
          <pc:sldMk cId="3695098983" sldId="9963"/>
        </pc:sldMkLst>
        <pc:spChg chg="mod">
          <ac:chgData name="Lý Thanh Ngô" userId="d1fb4545a5d636d2" providerId="LiveId" clId="{E4D9CBFD-E110-4D84-9E16-A07CEF4E01B3}" dt="2025-04-05T15:25:48.898" v="4106" actId="123"/>
          <ac:spMkLst>
            <pc:docMk/>
            <pc:sldMk cId="3695098983" sldId="9963"/>
            <ac:spMk id="2" creationId="{9DFE1CDA-F7C0-DFA3-CE14-4A3AE39E6BBA}"/>
          </ac:spMkLst>
        </pc:spChg>
      </pc:sldChg>
      <pc:sldChg chg="modSp add mod">
        <pc:chgData name="Lý Thanh Ngô" userId="d1fb4545a5d636d2" providerId="LiveId" clId="{E4D9CBFD-E110-4D84-9E16-A07CEF4E01B3}" dt="2025-04-05T15:25:51.559" v="4107" actId="123"/>
        <pc:sldMkLst>
          <pc:docMk/>
          <pc:sldMk cId="3393974807" sldId="9964"/>
        </pc:sldMkLst>
        <pc:spChg chg="mod">
          <ac:chgData name="Lý Thanh Ngô" userId="d1fb4545a5d636d2" providerId="LiveId" clId="{E4D9CBFD-E110-4D84-9E16-A07CEF4E01B3}" dt="2025-04-05T15:25:51.559" v="4107" actId="123"/>
          <ac:spMkLst>
            <pc:docMk/>
            <pc:sldMk cId="3393974807" sldId="9964"/>
            <ac:spMk id="2" creationId="{3905EDAE-1302-69EE-349A-5A614EA702FF}"/>
          </ac:spMkLst>
        </pc:spChg>
      </pc:sldChg>
      <pc:sldChg chg="modSp add mod ord">
        <pc:chgData name="Lý Thanh Ngô" userId="d1fb4545a5d636d2" providerId="LiveId" clId="{E4D9CBFD-E110-4D84-9E16-A07CEF4E01B3}" dt="2025-04-05T15:25:55.564" v="4108" actId="123"/>
        <pc:sldMkLst>
          <pc:docMk/>
          <pc:sldMk cId="1366274867" sldId="9965"/>
        </pc:sldMkLst>
        <pc:spChg chg="mod">
          <ac:chgData name="Lý Thanh Ngô" userId="d1fb4545a5d636d2" providerId="LiveId" clId="{E4D9CBFD-E110-4D84-9E16-A07CEF4E01B3}" dt="2025-04-05T15:25:55.564" v="4108" actId="123"/>
          <ac:spMkLst>
            <pc:docMk/>
            <pc:sldMk cId="1366274867" sldId="9965"/>
            <ac:spMk id="2" creationId="{68744D67-9CCE-ACF0-7B66-ED1BE1AB6929}"/>
          </ac:spMkLst>
        </pc:spChg>
      </pc:sldChg>
      <pc:sldChg chg="modSp add mod ord replId">
        <pc:chgData name="Lý Thanh Ngô" userId="d1fb4545a5d636d2" providerId="LiveId" clId="{E4D9CBFD-E110-4D84-9E16-A07CEF4E01B3}" dt="2025-04-05T15:25:58.068" v="4109" actId="123"/>
        <pc:sldMkLst>
          <pc:docMk/>
          <pc:sldMk cId="2478253930" sldId="9966"/>
        </pc:sldMkLst>
        <pc:spChg chg="mod">
          <ac:chgData name="Lý Thanh Ngô" userId="d1fb4545a5d636d2" providerId="LiveId" clId="{E4D9CBFD-E110-4D84-9E16-A07CEF4E01B3}" dt="2025-04-05T15:25:58.068" v="4109" actId="123"/>
          <ac:spMkLst>
            <pc:docMk/>
            <pc:sldMk cId="2478253930" sldId="9966"/>
            <ac:spMk id="2" creationId="{84D71C44-9F8C-8117-7112-6861DCEED389}"/>
          </ac:spMkLst>
        </pc:spChg>
      </pc:sldChg>
      <pc:sldChg chg="modSp add mod ord">
        <pc:chgData name="Lý Thanh Ngô" userId="d1fb4545a5d636d2" providerId="LiveId" clId="{E4D9CBFD-E110-4D84-9E16-A07CEF4E01B3}" dt="2025-04-05T15:26:04.110" v="4110" actId="123"/>
        <pc:sldMkLst>
          <pc:docMk/>
          <pc:sldMk cId="747948205" sldId="9967"/>
        </pc:sldMkLst>
      </pc:sldChg>
      <pc:sldChg chg="modSp add mod ord replId">
        <pc:chgData name="Lý Thanh Ngô" userId="d1fb4545a5d636d2" providerId="LiveId" clId="{E4D9CBFD-E110-4D84-9E16-A07CEF4E01B3}" dt="2025-04-05T15:26:17.414" v="4111" actId="123"/>
        <pc:sldMkLst>
          <pc:docMk/>
          <pc:sldMk cId="631962786" sldId="9968"/>
        </pc:sldMkLst>
      </pc:sldChg>
      <pc:sldChg chg="modSp add mod ord">
        <pc:chgData name="Lý Thanh Ngô" userId="d1fb4545a5d636d2" providerId="LiveId" clId="{E4D9CBFD-E110-4D84-9E16-A07CEF4E01B3}" dt="2025-04-05T15:26:21.383" v="4112" actId="123"/>
        <pc:sldMkLst>
          <pc:docMk/>
          <pc:sldMk cId="3954064163" sldId="9969"/>
        </pc:sldMkLst>
      </pc:sldChg>
      <pc:sldChg chg="modSp add mod ord replId">
        <pc:chgData name="Lý Thanh Ngô" userId="d1fb4545a5d636d2" providerId="LiveId" clId="{E4D9CBFD-E110-4D84-9E16-A07CEF4E01B3}" dt="2025-04-05T15:26:26.164" v="4113" actId="123"/>
        <pc:sldMkLst>
          <pc:docMk/>
          <pc:sldMk cId="525939841" sldId="9970"/>
        </pc:sldMkLst>
      </pc:sldChg>
      <pc:sldChg chg="modSp add mod ord">
        <pc:chgData name="Lý Thanh Ngô" userId="d1fb4545a5d636d2" providerId="LiveId" clId="{E4D9CBFD-E110-4D84-9E16-A07CEF4E01B3}" dt="2025-04-05T15:26:29.768" v="4114" actId="123"/>
        <pc:sldMkLst>
          <pc:docMk/>
          <pc:sldMk cId="1664256530" sldId="9971"/>
        </pc:sldMkLst>
      </pc:sldChg>
      <pc:sldChg chg="modSp add mod ord replId">
        <pc:chgData name="Lý Thanh Ngô" userId="d1fb4545a5d636d2" providerId="LiveId" clId="{E4D9CBFD-E110-4D84-9E16-A07CEF4E01B3}" dt="2025-04-05T15:26:34.860" v="4115" actId="123"/>
        <pc:sldMkLst>
          <pc:docMk/>
          <pc:sldMk cId="3471029095" sldId="9972"/>
        </pc:sldMkLst>
      </pc:sldChg>
      <pc:sldChg chg="modSp add mod ord">
        <pc:chgData name="Lý Thanh Ngô" userId="d1fb4545a5d636d2" providerId="LiveId" clId="{E4D9CBFD-E110-4D84-9E16-A07CEF4E01B3}" dt="2025-04-05T15:26:39.275" v="4116" actId="123"/>
        <pc:sldMkLst>
          <pc:docMk/>
          <pc:sldMk cId="3500693299" sldId="9973"/>
        </pc:sldMkLst>
      </pc:sldChg>
      <pc:sldChg chg="modSp add mod ord replId">
        <pc:chgData name="Lý Thanh Ngô" userId="d1fb4545a5d636d2" providerId="LiveId" clId="{E4D9CBFD-E110-4D84-9E16-A07CEF4E01B3}" dt="2025-04-05T15:26:41.533" v="4117" actId="123"/>
        <pc:sldMkLst>
          <pc:docMk/>
          <pc:sldMk cId="3417300399" sldId="9974"/>
        </pc:sldMkLst>
      </pc:sldChg>
      <pc:sldChg chg="modSp add mod">
        <pc:chgData name="Lý Thanh Ngô" userId="d1fb4545a5d636d2" providerId="LiveId" clId="{E4D9CBFD-E110-4D84-9E16-A07CEF4E01B3}" dt="2025-04-04T15:20:14.887" v="3449" actId="123"/>
        <pc:sldMkLst>
          <pc:docMk/>
          <pc:sldMk cId="1284839365" sldId="9975"/>
        </pc:sldMkLst>
        <pc:spChg chg="mod">
          <ac:chgData name="Lý Thanh Ngô" userId="d1fb4545a5d636d2" providerId="LiveId" clId="{E4D9CBFD-E110-4D84-9E16-A07CEF4E01B3}" dt="2025-04-04T15:20:14.887" v="3449" actId="123"/>
          <ac:spMkLst>
            <pc:docMk/>
            <pc:sldMk cId="1284839365" sldId="9975"/>
            <ac:spMk id="2" creationId="{C79F052F-BCA6-166F-AEC4-767EBEF53B1F}"/>
          </ac:spMkLst>
        </pc:spChg>
      </pc:sldChg>
      <pc:sldChg chg="modSp add mod">
        <pc:chgData name="Lý Thanh Ngô" userId="d1fb4545a5d636d2" providerId="LiveId" clId="{E4D9CBFD-E110-4D84-9E16-A07CEF4E01B3}" dt="2025-04-04T15:20:53.727" v="3454" actId="404"/>
        <pc:sldMkLst>
          <pc:docMk/>
          <pc:sldMk cId="165486286" sldId="9976"/>
        </pc:sldMkLst>
        <pc:spChg chg="mod">
          <ac:chgData name="Lý Thanh Ngô" userId="d1fb4545a5d636d2" providerId="LiveId" clId="{E4D9CBFD-E110-4D84-9E16-A07CEF4E01B3}" dt="2025-04-04T15:20:53.727" v="3454" actId="404"/>
          <ac:spMkLst>
            <pc:docMk/>
            <pc:sldMk cId="165486286" sldId="9976"/>
            <ac:spMk id="2" creationId="{A1D82AA7-F1D0-AEA4-1FAD-4748502A37C4}"/>
          </ac:spMkLst>
        </pc:spChg>
      </pc:sldChg>
      <pc:sldChg chg="modSp add mod">
        <pc:chgData name="Lý Thanh Ngô" userId="d1fb4545a5d636d2" providerId="LiveId" clId="{E4D9CBFD-E110-4D84-9E16-A07CEF4E01B3}" dt="2025-04-04T15:21:18.927" v="3458" actId="255"/>
        <pc:sldMkLst>
          <pc:docMk/>
          <pc:sldMk cId="3587934167" sldId="9977"/>
        </pc:sldMkLst>
        <pc:spChg chg="mod">
          <ac:chgData name="Lý Thanh Ngô" userId="d1fb4545a5d636d2" providerId="LiveId" clId="{E4D9CBFD-E110-4D84-9E16-A07CEF4E01B3}" dt="2025-04-04T15:21:18.927" v="3458" actId="255"/>
          <ac:spMkLst>
            <pc:docMk/>
            <pc:sldMk cId="3587934167" sldId="9977"/>
            <ac:spMk id="2" creationId="{6880B61F-5F7A-1892-A99C-045C6383F15E}"/>
          </ac:spMkLst>
        </pc:spChg>
      </pc:sldChg>
      <pc:sldChg chg="add ord modTransition">
        <pc:chgData name="Lý Thanh Ngô" userId="d1fb4545a5d636d2" providerId="LiveId" clId="{E4D9CBFD-E110-4D84-9E16-A07CEF4E01B3}" dt="2025-04-04T15:22:14.367" v="3463"/>
        <pc:sldMkLst>
          <pc:docMk/>
          <pc:sldMk cId="3904146026" sldId="9978"/>
        </pc:sldMkLst>
      </pc:sldChg>
      <pc:sldChg chg="modSp add mod modNotesTx">
        <pc:chgData name="Lý Thanh Ngô" userId="d1fb4545a5d636d2" providerId="LiveId" clId="{E4D9CBFD-E110-4D84-9E16-A07CEF4E01B3}" dt="2025-04-04T15:30:24.600" v="3653"/>
        <pc:sldMkLst>
          <pc:docMk/>
          <pc:sldMk cId="1474904797" sldId="9979"/>
        </pc:sldMkLst>
        <pc:spChg chg="mod">
          <ac:chgData name="Lý Thanh Ngô" userId="d1fb4545a5d636d2" providerId="LiveId" clId="{E4D9CBFD-E110-4D84-9E16-A07CEF4E01B3}" dt="2025-04-04T15:30:24.600" v="3653"/>
          <ac:spMkLst>
            <pc:docMk/>
            <pc:sldMk cId="1474904797" sldId="9979"/>
            <ac:spMk id="2" creationId="{9565030A-77B7-AF6C-4507-19108EDCD44B}"/>
          </ac:spMkLst>
        </pc:spChg>
      </pc:sldChg>
      <pc:sldChg chg="modSp add mod modNotesTx">
        <pc:chgData name="Lý Thanh Ngô" userId="d1fb4545a5d636d2" providerId="LiveId" clId="{E4D9CBFD-E110-4D84-9E16-A07CEF4E01B3}" dt="2025-04-04T15:30:52.970" v="3658" actId="20577"/>
        <pc:sldMkLst>
          <pc:docMk/>
          <pc:sldMk cId="359517249" sldId="9980"/>
        </pc:sldMkLst>
        <pc:spChg chg="mod">
          <ac:chgData name="Lý Thanh Ngô" userId="d1fb4545a5d636d2" providerId="LiveId" clId="{E4D9CBFD-E110-4D84-9E16-A07CEF4E01B3}" dt="2025-04-04T15:30:52.970" v="3658" actId="20577"/>
          <ac:spMkLst>
            <pc:docMk/>
            <pc:sldMk cId="359517249" sldId="9980"/>
            <ac:spMk id="2" creationId="{3E920A8F-4979-A34A-7B28-174A4193BDAA}"/>
          </ac:spMkLst>
        </pc:spChg>
      </pc:sldChg>
      <pc:sldChg chg="modSp add mod">
        <pc:chgData name="Lý Thanh Ngô" userId="d1fb4545a5d636d2" providerId="LiveId" clId="{E4D9CBFD-E110-4D84-9E16-A07CEF4E01B3}" dt="2025-04-04T15:31:17.511" v="3661"/>
        <pc:sldMkLst>
          <pc:docMk/>
          <pc:sldMk cId="3935681365" sldId="9981"/>
        </pc:sldMkLst>
      </pc:sldChg>
      <pc:sldChg chg="modSp add mod">
        <pc:chgData name="Lý Thanh Ngô" userId="d1fb4545a5d636d2" providerId="LiveId" clId="{E4D9CBFD-E110-4D84-9E16-A07CEF4E01B3}" dt="2025-04-04T15:31:31.867" v="3664"/>
        <pc:sldMkLst>
          <pc:docMk/>
          <pc:sldMk cId="3286551496" sldId="9982"/>
        </pc:sldMkLst>
      </pc:sldChg>
      <pc:sldChg chg="add ord">
        <pc:chgData name="Lý Thanh Ngô" userId="d1fb4545a5d636d2" providerId="LiveId" clId="{E4D9CBFD-E110-4D84-9E16-A07CEF4E01B3}" dt="2025-04-04T15:31:42.256" v="3667"/>
        <pc:sldMkLst>
          <pc:docMk/>
          <pc:sldMk cId="1816306348" sldId="9983"/>
        </pc:sldMkLst>
      </pc:sldChg>
      <pc:sldChg chg="modSp add mod">
        <pc:chgData name="Lý Thanh Ngô" userId="d1fb4545a5d636d2" providerId="LiveId" clId="{E4D9CBFD-E110-4D84-9E16-A07CEF4E01B3}" dt="2025-04-05T15:06:32.391" v="3960" actId="27636"/>
        <pc:sldMkLst>
          <pc:docMk/>
          <pc:sldMk cId="263607885" sldId="9984"/>
        </pc:sldMkLst>
        <pc:spChg chg="mod">
          <ac:chgData name="Lý Thanh Ngô" userId="d1fb4545a5d636d2" providerId="LiveId" clId="{E4D9CBFD-E110-4D84-9E16-A07CEF4E01B3}" dt="2025-04-05T15:06:32.391" v="3960" actId="27636"/>
          <ac:spMkLst>
            <pc:docMk/>
            <pc:sldMk cId="263607885" sldId="9984"/>
            <ac:spMk id="101378" creationId="{E8B5C425-1613-646D-3D74-69D653656685}"/>
          </ac:spMkLst>
        </pc:spChg>
      </pc:sldChg>
      <pc:sldChg chg="modSp add mod">
        <pc:chgData name="Lý Thanh Ngô" userId="d1fb4545a5d636d2" providerId="LiveId" clId="{E4D9CBFD-E110-4D84-9E16-A07CEF4E01B3}" dt="2025-04-05T15:10:14.843" v="4083"/>
        <pc:sldMkLst>
          <pc:docMk/>
          <pc:sldMk cId="2501544215" sldId="9985"/>
        </pc:sldMkLst>
        <pc:spChg chg="mod">
          <ac:chgData name="Lý Thanh Ngô" userId="d1fb4545a5d636d2" providerId="LiveId" clId="{E4D9CBFD-E110-4D84-9E16-A07CEF4E01B3}" dt="2025-04-05T15:10:14.843" v="4083"/>
          <ac:spMkLst>
            <pc:docMk/>
            <pc:sldMk cId="2501544215" sldId="9985"/>
            <ac:spMk id="102402" creationId="{48725B39-9AEA-3831-39AD-A3C80A34459D}"/>
          </ac:spMkLst>
        </pc:spChg>
      </pc:sldChg>
    </pc:docChg>
  </pc:docChgLst>
  <pc:docChgLst>
    <pc:chgData name="Lý Thanh Ngô" userId="d1fb4545a5d636d2" providerId="LiveId" clId="{3EBE4935-0AA5-7D46-87F5-3833BB1987ED}"/>
    <pc:docChg chg="undo custSel addSld modSld sldOrd">
      <pc:chgData name="Lý Thanh Ngô" userId="d1fb4545a5d636d2" providerId="LiveId" clId="{3EBE4935-0AA5-7D46-87F5-3833BB1987ED}" dt="2025-03-29T16:43:48.894" v="478" actId="20577"/>
      <pc:docMkLst>
        <pc:docMk/>
      </pc:docMkLst>
      <pc:sldChg chg="modSp">
        <pc:chgData name="Lý Thanh Ngô" userId="d1fb4545a5d636d2" providerId="LiveId" clId="{3EBE4935-0AA5-7D46-87F5-3833BB1987ED}" dt="2025-03-27T01:41:42.704" v="1" actId="1076"/>
        <pc:sldMkLst>
          <pc:docMk/>
          <pc:sldMk cId="2472502028" sldId="385"/>
        </pc:sldMkLst>
      </pc:sldChg>
      <pc:sldChg chg="modSp">
        <pc:chgData name="Lý Thanh Ngô" userId="d1fb4545a5d636d2" providerId="LiveId" clId="{3EBE4935-0AA5-7D46-87F5-3833BB1987ED}" dt="2025-03-29T16:43:48.894" v="478" actId="20577"/>
        <pc:sldMkLst>
          <pc:docMk/>
          <pc:sldMk cId="1623123200" sldId="9846"/>
        </pc:sldMkLst>
      </pc:sldChg>
      <pc:sldChg chg="modSp add ord">
        <pc:chgData name="Lý Thanh Ngô" userId="d1fb4545a5d636d2" providerId="LiveId" clId="{3EBE4935-0AA5-7D46-87F5-3833BB1987ED}" dt="2025-03-28T23:15:48.217" v="290" actId="20577"/>
        <pc:sldMkLst>
          <pc:docMk/>
          <pc:sldMk cId="2722460507" sldId="9864"/>
        </pc:sldMkLst>
        <pc:spChg chg="mod">
          <ac:chgData name="Lý Thanh Ngô" userId="d1fb4545a5d636d2" providerId="LiveId" clId="{3EBE4935-0AA5-7D46-87F5-3833BB1987ED}" dt="2025-03-28T23:15:48.217" v="290" actId="20577"/>
          <ac:spMkLst>
            <pc:docMk/>
            <pc:sldMk cId="2722460507" sldId="9864"/>
            <ac:spMk id="2" creationId="{C5AC7524-1DCF-5012-325A-112DC29DE05E}"/>
          </ac:spMkLst>
        </pc:spChg>
        <pc:spChg chg="mod">
          <ac:chgData name="Lý Thanh Ngô" userId="d1fb4545a5d636d2" providerId="LiveId" clId="{3EBE4935-0AA5-7D46-87F5-3833BB1987ED}" dt="2025-03-28T23:13:58.894" v="241" actId="20577"/>
          <ac:spMkLst>
            <pc:docMk/>
            <pc:sldMk cId="2722460507" sldId="9864"/>
            <ac:spMk id="4" creationId="{9B130C5D-607E-1CBB-D591-F748074BB843}"/>
          </ac:spMkLst>
        </pc:spChg>
      </pc:sldChg>
    </pc:docChg>
  </pc:docChgLst>
  <pc:docChgLst>
    <pc:chgData name="Lý Thanh Ngô" userId="d1fb4545a5d636d2" providerId="Windows Live" clId="Web-{D102BF66-124C-43F9-B354-0B520A23B620}"/>
    <pc:docChg chg="addSld delSld modSld sldOrd">
      <pc:chgData name="Lý Thanh Ngô" userId="d1fb4545a5d636d2" providerId="Windows Live" clId="Web-{D102BF66-124C-43F9-B354-0B520A23B620}" dt="2025-04-20T23:27:04.567" v="212" actId="20577"/>
      <pc:docMkLst>
        <pc:docMk/>
      </pc:docMkLst>
      <pc:sldChg chg="addSp modSp">
        <pc:chgData name="Lý Thanh Ngô" userId="d1fb4545a5d636d2" providerId="Windows Live" clId="Web-{D102BF66-124C-43F9-B354-0B520A23B620}" dt="2025-04-20T23:22:24.635" v="139" actId="20577"/>
        <pc:sldMkLst>
          <pc:docMk/>
          <pc:sldMk cId="3709593179" sldId="992"/>
        </pc:sldMkLst>
        <pc:spChg chg="add mod">
          <ac:chgData name="Lý Thanh Ngô" userId="d1fb4545a5d636d2" providerId="Windows Live" clId="Web-{D102BF66-124C-43F9-B354-0B520A23B620}" dt="2025-04-20T23:20:48.147" v="110" actId="20577"/>
          <ac:spMkLst>
            <pc:docMk/>
            <pc:sldMk cId="3709593179" sldId="992"/>
            <ac:spMk id="2" creationId="{C57F27C5-F0BD-6C31-DD7A-EE663B2AC4BF}"/>
          </ac:spMkLst>
        </pc:spChg>
        <pc:spChg chg="mod">
          <ac:chgData name="Lý Thanh Ngô" userId="d1fb4545a5d636d2" providerId="Windows Live" clId="Web-{D102BF66-124C-43F9-B354-0B520A23B620}" dt="2025-04-20T23:22:24.635" v="139" actId="20577"/>
          <ac:spMkLst>
            <pc:docMk/>
            <pc:sldMk cId="3709593179" sldId="992"/>
            <ac:spMk id="46082" creationId="{00000000-0000-0000-0000-000000000000}"/>
          </ac:spMkLst>
        </pc:spChg>
      </pc:sldChg>
      <pc:sldChg chg="modSp">
        <pc:chgData name="Lý Thanh Ngô" userId="d1fb4545a5d636d2" providerId="Windows Live" clId="Web-{D102BF66-124C-43F9-B354-0B520A23B620}" dt="2025-04-20T23:25:54.737" v="194" actId="20577"/>
        <pc:sldMkLst>
          <pc:docMk/>
          <pc:sldMk cId="926735322" sldId="1000"/>
        </pc:sldMkLst>
        <pc:spChg chg="mod">
          <ac:chgData name="Lý Thanh Ngô" userId="d1fb4545a5d636d2" providerId="Windows Live" clId="Web-{D102BF66-124C-43F9-B354-0B520A23B620}" dt="2025-04-20T23:25:54.737" v="194" actId="20577"/>
          <ac:spMkLst>
            <pc:docMk/>
            <pc:sldMk cId="926735322" sldId="1000"/>
            <ac:spMk id="86018" creationId="{00000000-0000-0000-0000-000000000000}"/>
          </ac:spMkLst>
        </pc:spChg>
      </pc:sldChg>
      <pc:sldChg chg="modSp">
        <pc:chgData name="Lý Thanh Ngô" userId="d1fb4545a5d636d2" providerId="Windows Live" clId="Web-{D102BF66-124C-43F9-B354-0B520A23B620}" dt="2025-04-20T23:26:13.050" v="200" actId="20577"/>
        <pc:sldMkLst>
          <pc:docMk/>
          <pc:sldMk cId="2279159345" sldId="1001"/>
        </pc:sldMkLst>
        <pc:spChg chg="mod">
          <ac:chgData name="Lý Thanh Ngô" userId="d1fb4545a5d636d2" providerId="Windows Live" clId="Web-{D102BF66-124C-43F9-B354-0B520A23B620}" dt="2025-04-20T23:26:13.050" v="200" actId="20577"/>
          <ac:spMkLst>
            <pc:docMk/>
            <pc:sldMk cId="2279159345" sldId="1001"/>
            <ac:spMk id="87042" creationId="{00000000-0000-0000-0000-000000000000}"/>
          </ac:spMkLst>
        </pc:spChg>
      </pc:sldChg>
      <pc:sldChg chg="modSp">
        <pc:chgData name="Lý Thanh Ngô" userId="d1fb4545a5d636d2" providerId="Windows Live" clId="Web-{D102BF66-124C-43F9-B354-0B520A23B620}" dt="2025-04-20T23:22:53.589" v="146" actId="20577"/>
        <pc:sldMkLst>
          <pc:docMk/>
          <pc:sldMk cId="164018825" sldId="9868"/>
        </pc:sldMkLst>
        <pc:spChg chg="mod">
          <ac:chgData name="Lý Thanh Ngô" userId="d1fb4545a5d636d2" providerId="Windows Live" clId="Web-{D102BF66-124C-43F9-B354-0B520A23B620}" dt="2025-04-20T23:22:53.589" v="146" actId="20577"/>
          <ac:spMkLst>
            <pc:docMk/>
            <pc:sldMk cId="164018825" sldId="9868"/>
            <ac:spMk id="46082" creationId="{C11C8183-3786-BCD8-8D04-15856141B202}"/>
          </ac:spMkLst>
        </pc:spChg>
      </pc:sldChg>
      <pc:sldChg chg="del">
        <pc:chgData name="Lý Thanh Ngô" userId="d1fb4545a5d636d2" providerId="Windows Live" clId="Web-{D102BF66-124C-43F9-B354-0B520A23B620}" dt="2025-04-20T23:24:06.014" v="176"/>
        <pc:sldMkLst>
          <pc:docMk/>
          <pc:sldMk cId="2013522262" sldId="9869"/>
        </pc:sldMkLst>
      </pc:sldChg>
      <pc:sldChg chg="del">
        <pc:chgData name="Lý Thanh Ngô" userId="d1fb4545a5d636d2" providerId="Windows Live" clId="Web-{D102BF66-124C-43F9-B354-0B520A23B620}" dt="2025-04-20T23:24:06.014" v="175"/>
        <pc:sldMkLst>
          <pc:docMk/>
          <pc:sldMk cId="3673572297" sldId="9870"/>
        </pc:sldMkLst>
      </pc:sldChg>
      <pc:sldChg chg="del">
        <pc:chgData name="Lý Thanh Ngô" userId="d1fb4545a5d636d2" providerId="Windows Live" clId="Web-{D102BF66-124C-43F9-B354-0B520A23B620}" dt="2025-04-20T23:24:09.951" v="180"/>
        <pc:sldMkLst>
          <pc:docMk/>
          <pc:sldMk cId="908324352" sldId="9871"/>
        </pc:sldMkLst>
      </pc:sldChg>
      <pc:sldChg chg="del">
        <pc:chgData name="Lý Thanh Ngô" userId="d1fb4545a5d636d2" providerId="Windows Live" clId="Web-{D102BF66-124C-43F9-B354-0B520A23B620}" dt="2025-04-20T23:24:09.951" v="179"/>
        <pc:sldMkLst>
          <pc:docMk/>
          <pc:sldMk cId="2985367123" sldId="9872"/>
        </pc:sldMkLst>
      </pc:sldChg>
      <pc:sldChg chg="del">
        <pc:chgData name="Lý Thanh Ngô" userId="d1fb4545a5d636d2" providerId="Windows Live" clId="Web-{D102BF66-124C-43F9-B354-0B520A23B620}" dt="2025-04-20T23:24:09.951" v="178"/>
        <pc:sldMkLst>
          <pc:docMk/>
          <pc:sldMk cId="3195392803" sldId="9873"/>
        </pc:sldMkLst>
      </pc:sldChg>
      <pc:sldChg chg="del">
        <pc:chgData name="Lý Thanh Ngô" userId="d1fb4545a5d636d2" providerId="Windows Live" clId="Web-{D102BF66-124C-43F9-B354-0B520A23B620}" dt="2025-04-20T23:24:09.951" v="177"/>
        <pc:sldMkLst>
          <pc:docMk/>
          <pc:sldMk cId="2946253812" sldId="9874"/>
        </pc:sldMkLst>
      </pc:sldChg>
      <pc:sldChg chg="modSp">
        <pc:chgData name="Lý Thanh Ngô" userId="d1fb4545a5d636d2" providerId="Windows Live" clId="Web-{D102BF66-124C-43F9-B354-0B520A23B620}" dt="2025-04-20T23:26:28.972" v="204" actId="20577"/>
        <pc:sldMkLst>
          <pc:docMk/>
          <pc:sldMk cId="746019610" sldId="9876"/>
        </pc:sldMkLst>
        <pc:spChg chg="mod">
          <ac:chgData name="Lý Thanh Ngô" userId="d1fb4545a5d636d2" providerId="Windows Live" clId="Web-{D102BF66-124C-43F9-B354-0B520A23B620}" dt="2025-04-20T23:26:28.972" v="204" actId="20577"/>
          <ac:spMkLst>
            <pc:docMk/>
            <pc:sldMk cId="746019610" sldId="9876"/>
            <ac:spMk id="87042" creationId="{A5EF2E5F-0C1C-E7B3-90DB-68BB610F6C55}"/>
          </ac:spMkLst>
        </pc:spChg>
      </pc:sldChg>
      <pc:sldChg chg="modSp">
        <pc:chgData name="Lý Thanh Ngô" userId="d1fb4545a5d636d2" providerId="Windows Live" clId="Web-{D102BF66-124C-43F9-B354-0B520A23B620}" dt="2025-04-20T23:26:54.676" v="208" actId="20577"/>
        <pc:sldMkLst>
          <pc:docMk/>
          <pc:sldMk cId="2746057718" sldId="9877"/>
        </pc:sldMkLst>
        <pc:spChg chg="mod">
          <ac:chgData name="Lý Thanh Ngô" userId="d1fb4545a5d636d2" providerId="Windows Live" clId="Web-{D102BF66-124C-43F9-B354-0B520A23B620}" dt="2025-04-20T23:26:54.676" v="208" actId="20577"/>
          <ac:spMkLst>
            <pc:docMk/>
            <pc:sldMk cId="2746057718" sldId="9877"/>
            <ac:spMk id="87042" creationId="{082AC1DB-1601-1A29-A69E-4B030B8CA4DC}"/>
          </ac:spMkLst>
        </pc:spChg>
      </pc:sldChg>
      <pc:sldChg chg="modSp">
        <pc:chgData name="Lý Thanh Ngô" userId="d1fb4545a5d636d2" providerId="Windows Live" clId="Web-{D102BF66-124C-43F9-B354-0B520A23B620}" dt="2025-04-20T23:27:04.567" v="212" actId="20577"/>
        <pc:sldMkLst>
          <pc:docMk/>
          <pc:sldMk cId="1631203887" sldId="9878"/>
        </pc:sldMkLst>
        <pc:spChg chg="mod">
          <ac:chgData name="Lý Thanh Ngô" userId="d1fb4545a5d636d2" providerId="Windows Live" clId="Web-{D102BF66-124C-43F9-B354-0B520A23B620}" dt="2025-04-20T23:27:04.567" v="212" actId="20577"/>
          <ac:spMkLst>
            <pc:docMk/>
            <pc:sldMk cId="1631203887" sldId="9878"/>
            <ac:spMk id="87042" creationId="{9CD209B4-C587-CC4B-44C2-38608CFC7E4A}"/>
          </ac:spMkLst>
        </pc:spChg>
      </pc:sldChg>
      <pc:sldChg chg="modSp mod setBg">
        <pc:chgData name="Lý Thanh Ngô" userId="d1fb4545a5d636d2" providerId="Windows Live" clId="Web-{D102BF66-124C-43F9-B354-0B520A23B620}" dt="2025-04-20T23:12:54.036" v="45" actId="1076"/>
        <pc:sldMkLst>
          <pc:docMk/>
          <pc:sldMk cId="3725756604" sldId="10092"/>
        </pc:sldMkLst>
        <pc:spChg chg="mod">
          <ac:chgData name="Lý Thanh Ngô" userId="d1fb4545a5d636d2" providerId="Windows Live" clId="Web-{D102BF66-124C-43F9-B354-0B520A23B620}" dt="2025-04-20T23:12:54.036" v="45" actId="1076"/>
          <ac:spMkLst>
            <pc:docMk/>
            <pc:sldMk cId="3725756604" sldId="10092"/>
            <ac:spMk id="2" creationId="{0F6A5CE5-B4D8-BCF6-5EFF-F208569F478C}"/>
          </ac:spMkLst>
        </pc:spChg>
        <pc:spChg chg="mod">
          <ac:chgData name="Lý Thanh Ngô" userId="d1fb4545a5d636d2" providerId="Windows Live" clId="Web-{D102BF66-124C-43F9-B354-0B520A23B620}" dt="2025-04-20T23:07:09.066" v="17" actId="1076"/>
          <ac:spMkLst>
            <pc:docMk/>
            <pc:sldMk cId="3725756604" sldId="10092"/>
            <ac:spMk id="13" creationId="{C79F8ACD-B8D8-2529-26AB-4599224970D9}"/>
          </ac:spMkLst>
        </pc:spChg>
        <pc:spChg chg="mod">
          <ac:chgData name="Lý Thanh Ngô" userId="d1fb4545a5d636d2" providerId="Windows Live" clId="Web-{D102BF66-124C-43F9-B354-0B520A23B620}" dt="2025-04-20T23:12:49.989" v="44" actId="20577"/>
          <ac:spMkLst>
            <pc:docMk/>
            <pc:sldMk cId="3725756604" sldId="10092"/>
            <ac:spMk id="14" creationId="{DE350219-EF26-FDCA-6A74-0CFB9B7CEA3D}"/>
          </ac:spMkLst>
        </pc:spChg>
      </pc:sldChg>
      <pc:sldChg chg="del">
        <pc:chgData name="Lý Thanh Ngô" userId="d1fb4545a5d636d2" providerId="Windows Live" clId="Web-{D102BF66-124C-43F9-B354-0B520A23B620}" dt="2025-04-20T23:08:01.958" v="21"/>
        <pc:sldMkLst>
          <pc:docMk/>
          <pc:sldMk cId="1904792399" sldId="10273"/>
        </pc:sldMkLst>
      </pc:sldChg>
      <pc:sldChg chg="del">
        <pc:chgData name="Lý Thanh Ngô" userId="d1fb4545a5d636d2" providerId="Windows Live" clId="Web-{D102BF66-124C-43F9-B354-0B520A23B620}" dt="2025-04-20T23:08:13.818" v="24"/>
        <pc:sldMkLst>
          <pc:docMk/>
          <pc:sldMk cId="2298115398" sldId="10276"/>
        </pc:sldMkLst>
      </pc:sldChg>
      <pc:sldChg chg="del">
        <pc:chgData name="Lý Thanh Ngô" userId="d1fb4545a5d636d2" providerId="Windows Live" clId="Web-{D102BF66-124C-43F9-B354-0B520A23B620}" dt="2025-04-20T23:08:39.679" v="33"/>
        <pc:sldMkLst>
          <pc:docMk/>
          <pc:sldMk cId="1565759562" sldId="10277"/>
        </pc:sldMkLst>
      </pc:sldChg>
      <pc:sldChg chg="del">
        <pc:chgData name="Lý Thanh Ngô" userId="d1fb4545a5d636d2" providerId="Windows Live" clId="Web-{D102BF66-124C-43F9-B354-0B520A23B620}" dt="2025-04-20T23:08:47.741" v="36"/>
        <pc:sldMkLst>
          <pc:docMk/>
          <pc:sldMk cId="2059986902" sldId="10278"/>
        </pc:sldMkLst>
      </pc:sldChg>
      <pc:sldChg chg="del">
        <pc:chgData name="Lý Thanh Ngô" userId="d1fb4545a5d636d2" providerId="Windows Live" clId="Web-{D102BF66-124C-43F9-B354-0B520A23B620}" dt="2025-04-20T23:08:29.053" v="30"/>
        <pc:sldMkLst>
          <pc:docMk/>
          <pc:sldMk cId="3038942686" sldId="10279"/>
        </pc:sldMkLst>
      </pc:sldChg>
      <pc:sldChg chg="del">
        <pc:chgData name="Lý Thanh Ngô" userId="d1fb4545a5d636d2" providerId="Windows Live" clId="Web-{D102BF66-124C-43F9-B354-0B520A23B620}" dt="2025-04-20T23:08:22.490" v="27"/>
        <pc:sldMkLst>
          <pc:docMk/>
          <pc:sldMk cId="3743221985" sldId="10314"/>
        </pc:sldMkLst>
      </pc:sldChg>
      <pc:sldChg chg="add mod ord replId setBg">
        <pc:chgData name="Lý Thanh Ngô" userId="d1fb4545a5d636d2" providerId="Windows Live" clId="Web-{D102BF66-124C-43F9-B354-0B520A23B620}" dt="2025-04-20T23:11:19.434" v="38"/>
        <pc:sldMkLst>
          <pc:docMk/>
          <pc:sldMk cId="1297061217" sldId="10339"/>
        </pc:sldMkLst>
      </pc:sldChg>
      <pc:sldChg chg="add del mod ord replId setBg">
        <pc:chgData name="Lý Thanh Ngô" userId="d1fb4545a5d636d2" providerId="Windows Live" clId="Web-{D102BF66-124C-43F9-B354-0B520A23B620}" dt="2025-04-20T23:14:01.820" v="80"/>
        <pc:sldMkLst>
          <pc:docMk/>
          <pc:sldMk cId="1429353144" sldId="10340"/>
        </pc:sldMkLst>
      </pc:sldChg>
      <pc:sldChg chg="add del mod ord replId setBg">
        <pc:chgData name="Lý Thanh Ngô" userId="d1fb4545a5d636d2" providerId="Windows Live" clId="Web-{D102BF66-124C-43F9-B354-0B520A23B620}" dt="2025-04-20T23:14:12.274" v="83"/>
        <pc:sldMkLst>
          <pc:docMk/>
          <pc:sldMk cId="2038434055" sldId="10341"/>
        </pc:sldMkLst>
      </pc:sldChg>
      <pc:sldChg chg="add del mod ord replId setBg">
        <pc:chgData name="Lý Thanh Ngô" userId="d1fb4545a5d636d2" providerId="Windows Live" clId="Web-{D102BF66-124C-43F9-B354-0B520A23B620}" dt="2025-04-20T23:14:20.586" v="86"/>
        <pc:sldMkLst>
          <pc:docMk/>
          <pc:sldMk cId="4275852868" sldId="10342"/>
        </pc:sldMkLst>
      </pc:sldChg>
      <pc:sldChg chg="add del mod ord replId setBg">
        <pc:chgData name="Lý Thanh Ngô" userId="d1fb4545a5d636d2" providerId="Windows Live" clId="Web-{D102BF66-124C-43F9-B354-0B520A23B620}" dt="2025-04-20T23:14:30.665" v="89"/>
        <pc:sldMkLst>
          <pc:docMk/>
          <pc:sldMk cId="379401526" sldId="10343"/>
        </pc:sldMkLst>
      </pc:sldChg>
      <pc:sldChg chg="add del mod ord replId setBg">
        <pc:chgData name="Lý Thanh Ngô" userId="d1fb4545a5d636d2" providerId="Windows Live" clId="Web-{D102BF66-124C-43F9-B354-0B520A23B620}" dt="2025-04-20T23:14:47.556" v="92"/>
        <pc:sldMkLst>
          <pc:docMk/>
          <pc:sldMk cId="14268833" sldId="10344"/>
        </pc:sldMkLst>
      </pc:sldChg>
      <pc:sldChg chg="add del replId">
        <pc:chgData name="Lý Thanh Ngô" userId="d1fb4545a5d636d2" providerId="Windows Live" clId="Web-{D102BF66-124C-43F9-B354-0B520A23B620}" dt="2025-04-20T23:13:42.507" v="72"/>
        <pc:sldMkLst>
          <pc:docMk/>
          <pc:sldMk cId="2906770932" sldId="10345"/>
        </pc:sldMkLst>
      </pc:sldChg>
      <pc:sldChg chg="add del replId">
        <pc:chgData name="Lý Thanh Ngô" userId="d1fb4545a5d636d2" providerId="Windows Live" clId="Web-{D102BF66-124C-43F9-B354-0B520A23B620}" dt="2025-04-20T23:13:42.772" v="73"/>
        <pc:sldMkLst>
          <pc:docMk/>
          <pc:sldMk cId="1980861627" sldId="10346"/>
        </pc:sldMkLst>
      </pc:sldChg>
      <pc:sldChg chg="add del replId">
        <pc:chgData name="Lý Thanh Ngô" userId="d1fb4545a5d636d2" providerId="Windows Live" clId="Web-{D102BF66-124C-43F9-B354-0B520A23B620}" dt="2025-04-20T23:13:43.038" v="74"/>
        <pc:sldMkLst>
          <pc:docMk/>
          <pc:sldMk cId="3892877944" sldId="10347"/>
        </pc:sldMkLst>
      </pc:sldChg>
      <pc:sldChg chg="add">
        <pc:chgData name="Lý Thanh Ngô" userId="d1fb4545a5d636d2" providerId="Windows Live" clId="Web-{D102BF66-124C-43F9-B354-0B520A23B620}" dt="2025-04-20T23:13:48.429" v="75"/>
        <pc:sldMkLst>
          <pc:docMk/>
          <pc:sldMk cId="1650330413" sldId="10348"/>
        </pc:sldMkLst>
      </pc:sldChg>
      <pc:sldChg chg="add ord replId">
        <pc:chgData name="Lý Thanh Ngô" userId="d1fb4545a5d636d2" providerId="Windows Live" clId="Web-{D102BF66-124C-43F9-B354-0B520A23B620}" dt="2025-04-20T23:14:08.805" v="82"/>
        <pc:sldMkLst>
          <pc:docMk/>
          <pc:sldMk cId="34406757" sldId="10349"/>
        </pc:sldMkLst>
      </pc:sldChg>
      <pc:sldChg chg="add del">
        <pc:chgData name="Lý Thanh Ngô" userId="d1fb4545a5d636d2" providerId="Windows Live" clId="Web-{D102BF66-124C-43F9-B354-0B520A23B620}" dt="2025-04-20T23:13:59.523" v="79"/>
        <pc:sldMkLst>
          <pc:docMk/>
          <pc:sldMk cId="515834520" sldId="10349"/>
        </pc:sldMkLst>
      </pc:sldChg>
      <pc:sldChg chg="add ord replId">
        <pc:chgData name="Lý Thanh Ngô" userId="d1fb4545a5d636d2" providerId="Windows Live" clId="Web-{D102BF66-124C-43F9-B354-0B520A23B620}" dt="2025-04-20T23:14:18.618" v="85"/>
        <pc:sldMkLst>
          <pc:docMk/>
          <pc:sldMk cId="1297571981" sldId="10350"/>
        </pc:sldMkLst>
      </pc:sldChg>
      <pc:sldChg chg="add del">
        <pc:chgData name="Lý Thanh Ngô" userId="d1fb4545a5d636d2" providerId="Windows Live" clId="Web-{D102BF66-124C-43F9-B354-0B520A23B620}" dt="2025-04-20T23:13:59.523" v="78"/>
        <pc:sldMkLst>
          <pc:docMk/>
          <pc:sldMk cId="3428822464" sldId="10350"/>
        </pc:sldMkLst>
      </pc:sldChg>
      <pc:sldChg chg="add ord replId">
        <pc:chgData name="Lý Thanh Ngô" userId="d1fb4545a5d636d2" providerId="Windows Live" clId="Web-{D102BF66-124C-43F9-B354-0B520A23B620}" dt="2025-04-20T23:14:28.571" v="88"/>
        <pc:sldMkLst>
          <pc:docMk/>
          <pc:sldMk cId="3854325399" sldId="10351"/>
        </pc:sldMkLst>
      </pc:sldChg>
      <pc:sldChg chg="add ord replId">
        <pc:chgData name="Lý Thanh Ngô" userId="d1fb4545a5d636d2" providerId="Windows Live" clId="Web-{D102BF66-124C-43F9-B354-0B520A23B620}" dt="2025-04-20T23:14:44.650" v="91"/>
        <pc:sldMkLst>
          <pc:docMk/>
          <pc:sldMk cId="1644976485" sldId="10352"/>
        </pc:sldMkLst>
      </pc:sldChg>
      <pc:sldChg chg="modSp add replId">
        <pc:chgData name="Lý Thanh Ngô" userId="d1fb4545a5d636d2" providerId="Windows Live" clId="Web-{D102BF66-124C-43F9-B354-0B520A23B620}" dt="2025-04-20T23:23:21.262" v="162" actId="20577"/>
        <pc:sldMkLst>
          <pc:docMk/>
          <pc:sldMk cId="3178957577" sldId="10353"/>
        </pc:sldMkLst>
        <pc:spChg chg="mod">
          <ac:chgData name="Lý Thanh Ngô" userId="d1fb4545a5d636d2" providerId="Windows Live" clId="Web-{D102BF66-124C-43F9-B354-0B520A23B620}" dt="2025-04-20T23:23:21.262" v="162" actId="20577"/>
          <ac:spMkLst>
            <pc:docMk/>
            <pc:sldMk cId="3178957577" sldId="10353"/>
            <ac:spMk id="46082" creationId="{85C17735-7BAA-CD89-B52A-1F4BFF494069}"/>
          </ac:spMkLst>
        </pc:spChg>
      </pc:sldChg>
      <pc:sldChg chg="modSp add replId">
        <pc:chgData name="Lý Thanh Ngô" userId="d1fb4545a5d636d2" providerId="Windows Live" clId="Web-{D102BF66-124C-43F9-B354-0B520A23B620}" dt="2025-04-20T23:23:44.747" v="169" actId="20577"/>
        <pc:sldMkLst>
          <pc:docMk/>
          <pc:sldMk cId="2521317777" sldId="10354"/>
        </pc:sldMkLst>
        <pc:spChg chg="mod">
          <ac:chgData name="Lý Thanh Ngô" userId="d1fb4545a5d636d2" providerId="Windows Live" clId="Web-{D102BF66-124C-43F9-B354-0B520A23B620}" dt="2025-04-20T23:23:44.747" v="169" actId="20577"/>
          <ac:spMkLst>
            <pc:docMk/>
            <pc:sldMk cId="2521317777" sldId="10354"/>
            <ac:spMk id="46082" creationId="{C3A5766B-4D44-0F7E-1A28-3CDA078B45CA}"/>
          </ac:spMkLst>
        </pc:spChg>
      </pc:sldChg>
      <pc:sldChg chg="modSp add ord replId">
        <pc:chgData name="Lý Thanh Ngô" userId="d1fb4545a5d636d2" providerId="Windows Live" clId="Web-{D102BF66-124C-43F9-B354-0B520A23B620}" dt="2025-04-20T23:24:00.092" v="174" actId="20577"/>
        <pc:sldMkLst>
          <pc:docMk/>
          <pc:sldMk cId="70965490" sldId="10355"/>
        </pc:sldMkLst>
        <pc:spChg chg="mod">
          <ac:chgData name="Lý Thanh Ngô" userId="d1fb4545a5d636d2" providerId="Windows Live" clId="Web-{D102BF66-124C-43F9-B354-0B520A23B620}" dt="2025-04-20T23:24:00.092" v="174" actId="20577"/>
          <ac:spMkLst>
            <pc:docMk/>
            <pc:sldMk cId="70965490" sldId="10355"/>
            <ac:spMk id="46082" creationId="{CE50AFAC-2F18-11DB-748C-1801D7FA0169}"/>
          </ac:spMkLst>
        </pc:spChg>
      </pc:sldChg>
      <pc:sldChg chg="modSp add ord replId">
        <pc:chgData name="Lý Thanh Ngô" userId="d1fb4545a5d636d2" providerId="Windows Live" clId="Web-{D102BF66-124C-43F9-B354-0B520A23B620}" dt="2025-04-20T23:25:36.517" v="189" actId="20577"/>
        <pc:sldMkLst>
          <pc:docMk/>
          <pc:sldMk cId="1907014761" sldId="10356"/>
        </pc:sldMkLst>
        <pc:spChg chg="mod">
          <ac:chgData name="Lý Thanh Ngô" userId="d1fb4545a5d636d2" providerId="Windows Live" clId="Web-{D102BF66-124C-43F9-B354-0B520A23B620}" dt="2025-04-20T23:25:36.517" v="189" actId="20577"/>
          <ac:spMkLst>
            <pc:docMk/>
            <pc:sldMk cId="1907014761" sldId="10356"/>
            <ac:spMk id="46082" creationId="{3C7A8091-E4E8-CEF6-4BE6-C20A9169193C}"/>
          </ac:spMkLst>
        </pc:spChg>
      </pc:sldChg>
    </pc:docChg>
  </pc:docChgLst>
  <pc:docChgLst>
    <pc:chgData name="Lý Thanh Ngô" userId="d1fb4545a5d636d2" providerId="Windows Live" clId="Web-{67FDAF1C-37A2-4320-8278-2F03C36EE5D4}"/>
    <pc:docChg chg="modSld">
      <pc:chgData name="Lý Thanh Ngô" userId="d1fb4545a5d636d2" providerId="Windows Live" clId="Web-{67FDAF1C-37A2-4320-8278-2F03C36EE5D4}" dt="2025-04-19T06:36:49.909" v="0" actId="14100"/>
      <pc:docMkLst>
        <pc:docMk/>
      </pc:docMkLst>
      <pc:sldChg chg="modSp">
        <pc:chgData name="Lý Thanh Ngô" userId="d1fb4545a5d636d2" providerId="Windows Live" clId="Web-{67FDAF1C-37A2-4320-8278-2F03C36EE5D4}" dt="2025-04-19T06:36:49.909" v="0" actId="14100"/>
        <pc:sldMkLst>
          <pc:docMk/>
          <pc:sldMk cId="2157675428" sldId="10252"/>
        </pc:sldMkLst>
        <pc:spChg chg="mod">
          <ac:chgData name="Lý Thanh Ngô" userId="d1fb4545a5d636d2" providerId="Windows Live" clId="Web-{67FDAF1C-37A2-4320-8278-2F03C36EE5D4}" dt="2025-04-19T06:36:49.909" v="0" actId="14100"/>
          <ac:spMkLst>
            <pc:docMk/>
            <pc:sldMk cId="2157675428" sldId="10252"/>
            <ac:spMk id="2" creationId="{7245C7E0-AD08-9DB0-D243-A28F8F7A3746}"/>
          </ac:spMkLst>
        </pc:spChg>
      </pc:sldChg>
    </pc:docChg>
  </pc:docChgLst>
  <pc:docChgLst>
    <pc:chgData name="Người dùng Khách" providerId="Windows Live" clId="Web-{1B100269-CCA5-42B0-A349-0021EC7AED96}"/>
    <pc:docChg chg="addSld delSld modSld">
      <pc:chgData name="Người dùng Khách" userId="" providerId="Windows Live" clId="Web-{1B100269-CCA5-42B0-A349-0021EC7AED96}" dt="2025-03-29T17:05:52.474" v="107"/>
      <pc:docMkLst>
        <pc:docMk/>
      </pc:docMkLst>
      <pc:sldChg chg="modTransition">
        <pc:chgData name="Người dùng Khách" userId="" providerId="Windows Live" clId="Web-{1B100269-CCA5-42B0-A349-0021EC7AED96}" dt="2025-03-29T17:05:49.302" v="106"/>
        <pc:sldMkLst>
          <pc:docMk/>
          <pc:sldMk cId="3297558619" sldId="9802"/>
        </pc:sldMkLst>
      </pc:sldChg>
      <pc:sldChg chg="modSp">
        <pc:chgData name="Người dùng Khách" userId="" providerId="Windows Live" clId="Web-{1B100269-CCA5-42B0-A349-0021EC7AED96}" dt="2025-03-29T17:03:17.563" v="101"/>
        <pc:sldMkLst>
          <pc:docMk/>
          <pc:sldMk cId="3407074290" sldId="9804"/>
        </pc:sldMkLst>
      </pc:sldChg>
      <pc:sldChg chg="modSp">
        <pc:chgData name="Người dùng Khách" userId="" providerId="Windows Live" clId="Web-{1B100269-CCA5-42B0-A349-0021EC7AED96}" dt="2025-03-29T16:56:35.910" v="59" actId="20577"/>
        <pc:sldMkLst>
          <pc:docMk/>
          <pc:sldMk cId="3731749232" sldId="9805"/>
        </pc:sldMkLst>
      </pc:sldChg>
      <pc:sldChg chg="modSp add del">
        <pc:chgData name="Người dùng Khách" userId="" providerId="Windows Live" clId="Web-{1B100269-CCA5-42B0-A349-0021EC7AED96}" dt="2025-03-29T17:01:56.827" v="94"/>
        <pc:sldMkLst>
          <pc:docMk/>
          <pc:sldMk cId="2605310120" sldId="9806"/>
        </pc:sldMkLst>
      </pc:sldChg>
      <pc:sldChg chg="del">
        <pc:chgData name="Người dùng Khách" userId="" providerId="Windows Live" clId="Web-{1B100269-CCA5-42B0-A349-0021EC7AED96}" dt="2025-03-29T17:02:02.608" v="95"/>
        <pc:sldMkLst>
          <pc:docMk/>
          <pc:sldMk cId="1065535235" sldId="9807"/>
        </pc:sldMkLst>
      </pc:sldChg>
      <pc:sldChg chg="modTransition">
        <pc:chgData name="Người dùng Khách" userId="" providerId="Windows Live" clId="Web-{1B100269-CCA5-42B0-A349-0021EC7AED96}" dt="2025-03-29T17:05:52.474" v="107"/>
        <pc:sldMkLst>
          <pc:docMk/>
          <pc:sldMk cId="1592849602" sldId="9813"/>
        </pc:sldMkLst>
      </pc:sldChg>
      <pc:sldChg chg="modSp">
        <pc:chgData name="Người dùng Khách" userId="" providerId="Windows Live" clId="Web-{1B100269-CCA5-42B0-A349-0021EC7AED96}" dt="2025-03-29T17:03:20.360" v="102"/>
        <pc:sldMkLst>
          <pc:docMk/>
          <pc:sldMk cId="2958806556" sldId="9827"/>
        </pc:sldMkLst>
        <pc:spChg chg="mod">
          <ac:chgData name="Người dùng Khách" userId="" providerId="Windows Live" clId="Web-{1B100269-CCA5-42B0-A349-0021EC7AED96}" dt="2025-03-29T17:03:20.360" v="102"/>
          <ac:spMkLst>
            <pc:docMk/>
            <pc:sldMk cId="2958806556" sldId="9827"/>
            <ac:spMk id="2" creationId="{D0DB7A7C-C6BF-BBBA-3631-B0614733E958}"/>
          </ac:spMkLst>
        </pc:spChg>
      </pc:sldChg>
      <pc:sldChg chg="modSp">
        <pc:chgData name="Người dùng Khách" userId="" providerId="Windows Live" clId="Web-{1B100269-CCA5-42B0-A349-0021EC7AED96}" dt="2025-03-29T16:45:46.704" v="6" actId="20577"/>
        <pc:sldMkLst>
          <pc:docMk/>
          <pc:sldMk cId="1623123200" sldId="9846"/>
        </pc:sldMkLst>
      </pc:sldChg>
      <pc:sldChg chg="modSp">
        <pc:chgData name="Người dùng Khách" userId="" providerId="Windows Live" clId="Web-{1B100269-CCA5-42B0-A349-0021EC7AED96}" dt="2025-03-29T17:04:03.440" v="105"/>
        <pc:sldMkLst>
          <pc:docMk/>
          <pc:sldMk cId="2722460507" sldId="9864"/>
        </pc:sldMkLst>
        <pc:spChg chg="mod">
          <ac:chgData name="Người dùng Khách" userId="" providerId="Windows Live" clId="Web-{1B100269-CCA5-42B0-A349-0021EC7AED96}" dt="2025-03-29T17:04:03.440" v="105"/>
          <ac:spMkLst>
            <pc:docMk/>
            <pc:sldMk cId="2722460507" sldId="9864"/>
            <ac:spMk id="2" creationId="{C5AC7524-1DCF-5012-325A-112DC29DE05E}"/>
          </ac:spMkLst>
        </pc:spChg>
        <pc:spChg chg="mod">
          <ac:chgData name="Người dùng Khách" userId="" providerId="Windows Live" clId="Web-{1B100269-CCA5-42B0-A349-0021EC7AED96}" dt="2025-03-29T17:03:51.049" v="104"/>
          <ac:spMkLst>
            <pc:docMk/>
            <pc:sldMk cId="2722460507" sldId="9864"/>
            <ac:spMk id="4" creationId="{9B130C5D-607E-1CBB-D591-F748074BB843}"/>
          </ac:spMkLst>
        </pc:spChg>
      </pc:sldChg>
    </pc:docChg>
  </pc:docChgLst>
  <pc:docChgLst>
    <pc:chgData name="Lý Thanh Ngô" userId="d1fb4545a5d636d2" providerId="LiveId" clId="{572A53DC-FA1E-40D6-9AFD-601B456BF9DD}"/>
    <pc:docChg chg="undo custSel addSld delSld modSld">
      <pc:chgData name="Lý Thanh Ngô" userId="d1fb4545a5d636d2" providerId="LiveId" clId="{572A53DC-FA1E-40D6-9AFD-601B456BF9DD}" dt="2025-04-13T02:16:12.493" v="104" actId="14100"/>
      <pc:docMkLst>
        <pc:docMk/>
      </pc:docMkLst>
      <pc:sldChg chg="modSp mod">
        <pc:chgData name="Lý Thanh Ngô" userId="d1fb4545a5d636d2" providerId="LiveId" clId="{572A53DC-FA1E-40D6-9AFD-601B456BF9DD}" dt="2025-04-13T02:15:53.319" v="103" actId="403"/>
        <pc:sldMkLst>
          <pc:docMk/>
          <pc:sldMk cId="591027290" sldId="257"/>
        </pc:sldMkLst>
        <pc:spChg chg="mod">
          <ac:chgData name="Lý Thanh Ngô" userId="d1fb4545a5d636d2" providerId="LiveId" clId="{572A53DC-FA1E-40D6-9AFD-601B456BF9DD}" dt="2025-04-13T02:15:53.319" v="103" actId="403"/>
          <ac:spMkLst>
            <pc:docMk/>
            <pc:sldMk cId="591027290" sldId="257"/>
            <ac:spMk id="3" creationId="{00000000-0000-0000-0000-000000000000}"/>
          </ac:spMkLst>
        </pc:spChg>
      </pc:sldChg>
      <pc:sldChg chg="modSp mod">
        <pc:chgData name="Lý Thanh Ngô" userId="d1fb4545a5d636d2" providerId="LiveId" clId="{572A53DC-FA1E-40D6-9AFD-601B456BF9DD}" dt="2025-04-13T02:16:12.493" v="104" actId="14100"/>
        <pc:sldMkLst>
          <pc:docMk/>
          <pc:sldMk cId="2171119766" sldId="258"/>
        </pc:sldMkLst>
        <pc:spChg chg="mod">
          <ac:chgData name="Lý Thanh Ngô" userId="d1fb4545a5d636d2" providerId="LiveId" clId="{572A53DC-FA1E-40D6-9AFD-601B456BF9DD}" dt="2025-04-13T02:16:12.493" v="104" actId="14100"/>
          <ac:spMkLst>
            <pc:docMk/>
            <pc:sldMk cId="2171119766" sldId="258"/>
            <ac:spMk id="7170" creationId="{00000000-0000-0000-0000-000000000000}"/>
          </ac:spMkLst>
        </pc:spChg>
      </pc:sldChg>
      <pc:sldChg chg="modSp mod">
        <pc:chgData name="Lý Thanh Ngô" userId="d1fb4545a5d636d2" providerId="LiveId" clId="{572A53DC-FA1E-40D6-9AFD-601B456BF9DD}" dt="2025-04-13T02:11:57.845" v="20" actId="20577"/>
        <pc:sldMkLst>
          <pc:docMk/>
          <pc:sldMk cId="3057438887" sldId="259"/>
        </pc:sldMkLst>
        <pc:spChg chg="mod">
          <ac:chgData name="Lý Thanh Ngô" userId="d1fb4545a5d636d2" providerId="LiveId" clId="{572A53DC-FA1E-40D6-9AFD-601B456BF9DD}" dt="2025-04-13T02:11:57.845" v="20" actId="20577"/>
          <ac:spMkLst>
            <pc:docMk/>
            <pc:sldMk cId="3057438887" sldId="259"/>
            <ac:spMk id="3" creationId="{00000000-0000-0000-0000-000000000000}"/>
          </ac:spMkLst>
        </pc:spChg>
      </pc:sldChg>
      <pc:sldChg chg="modSp mod">
        <pc:chgData name="Lý Thanh Ngô" userId="d1fb4545a5d636d2" providerId="LiveId" clId="{572A53DC-FA1E-40D6-9AFD-601B456BF9DD}" dt="2025-04-13T02:12:12.258" v="26" actId="20577"/>
        <pc:sldMkLst>
          <pc:docMk/>
          <pc:sldMk cId="532766581" sldId="260"/>
        </pc:sldMkLst>
        <pc:spChg chg="mod">
          <ac:chgData name="Lý Thanh Ngô" userId="d1fb4545a5d636d2" providerId="LiveId" clId="{572A53DC-FA1E-40D6-9AFD-601B456BF9DD}" dt="2025-04-13T02:12:12.258" v="26" actId="20577"/>
          <ac:spMkLst>
            <pc:docMk/>
            <pc:sldMk cId="532766581" sldId="260"/>
            <ac:spMk id="7170" creationId="{00000000-0000-0000-0000-000000000000}"/>
          </ac:spMkLst>
        </pc:spChg>
      </pc:sldChg>
      <pc:sldChg chg="modSp mod">
        <pc:chgData name="Lý Thanh Ngô" userId="d1fb4545a5d636d2" providerId="LiveId" clId="{572A53DC-FA1E-40D6-9AFD-601B456BF9DD}" dt="2025-04-13T02:12:28.041" v="33" actId="20577"/>
        <pc:sldMkLst>
          <pc:docMk/>
          <pc:sldMk cId="1487358291" sldId="261"/>
        </pc:sldMkLst>
        <pc:spChg chg="mod">
          <ac:chgData name="Lý Thanh Ngô" userId="d1fb4545a5d636d2" providerId="LiveId" clId="{572A53DC-FA1E-40D6-9AFD-601B456BF9DD}" dt="2025-04-13T02:12:28.041" v="33" actId="20577"/>
          <ac:spMkLst>
            <pc:docMk/>
            <pc:sldMk cId="1487358291" sldId="261"/>
            <ac:spMk id="7170" creationId="{00000000-0000-0000-0000-000000000000}"/>
          </ac:spMkLst>
        </pc:spChg>
      </pc:sldChg>
      <pc:sldChg chg="modSp mod">
        <pc:chgData name="Lý Thanh Ngô" userId="d1fb4545a5d636d2" providerId="LiveId" clId="{572A53DC-FA1E-40D6-9AFD-601B456BF9DD}" dt="2025-04-13T02:13:01.536" v="47" actId="20577"/>
        <pc:sldMkLst>
          <pc:docMk/>
          <pc:sldMk cId="1140672165" sldId="263"/>
        </pc:sldMkLst>
        <pc:spChg chg="mod">
          <ac:chgData name="Lý Thanh Ngô" userId="d1fb4545a5d636d2" providerId="LiveId" clId="{572A53DC-FA1E-40D6-9AFD-601B456BF9DD}" dt="2025-04-13T02:13:01.536" v="47" actId="20577"/>
          <ac:spMkLst>
            <pc:docMk/>
            <pc:sldMk cId="1140672165" sldId="263"/>
            <ac:spMk id="7170" creationId="{00000000-0000-0000-0000-000000000000}"/>
          </ac:spMkLst>
        </pc:spChg>
      </pc:sldChg>
      <pc:sldChg chg="modSp mod">
        <pc:chgData name="Lý Thanh Ngô" userId="d1fb4545a5d636d2" providerId="LiveId" clId="{572A53DC-FA1E-40D6-9AFD-601B456BF9DD}" dt="2025-04-13T02:13:11.801" v="50" actId="27636"/>
        <pc:sldMkLst>
          <pc:docMk/>
          <pc:sldMk cId="1434756872" sldId="265"/>
        </pc:sldMkLst>
        <pc:spChg chg="mod">
          <ac:chgData name="Lý Thanh Ngô" userId="d1fb4545a5d636d2" providerId="LiveId" clId="{572A53DC-FA1E-40D6-9AFD-601B456BF9DD}" dt="2025-04-13T02:13:11.801" v="50" actId="27636"/>
          <ac:spMkLst>
            <pc:docMk/>
            <pc:sldMk cId="1434756872" sldId="265"/>
            <ac:spMk id="7170" creationId="{00000000-0000-0000-0000-000000000000}"/>
          </ac:spMkLst>
        </pc:spChg>
      </pc:sldChg>
      <pc:sldChg chg="modSp mod">
        <pc:chgData name="Lý Thanh Ngô" userId="d1fb4545a5d636d2" providerId="LiveId" clId="{572A53DC-FA1E-40D6-9AFD-601B456BF9DD}" dt="2025-04-13T02:13:25.104" v="53" actId="27636"/>
        <pc:sldMkLst>
          <pc:docMk/>
          <pc:sldMk cId="1191164645" sldId="266"/>
        </pc:sldMkLst>
        <pc:spChg chg="mod">
          <ac:chgData name="Lý Thanh Ngô" userId="d1fb4545a5d636d2" providerId="LiveId" clId="{572A53DC-FA1E-40D6-9AFD-601B456BF9DD}" dt="2025-04-13T02:13:25.104" v="53" actId="27636"/>
          <ac:spMkLst>
            <pc:docMk/>
            <pc:sldMk cId="1191164645" sldId="266"/>
            <ac:spMk id="7170" creationId="{00000000-0000-0000-0000-000000000000}"/>
          </ac:spMkLst>
        </pc:spChg>
      </pc:sldChg>
      <pc:sldChg chg="modSp add mod">
        <pc:chgData name="Lý Thanh Ngô" userId="d1fb4545a5d636d2" providerId="LiveId" clId="{572A53DC-FA1E-40D6-9AFD-601B456BF9DD}" dt="2025-04-13T02:14:13.720" v="74" actId="255"/>
        <pc:sldMkLst>
          <pc:docMk/>
          <pc:sldMk cId="3745318228" sldId="10025"/>
        </pc:sldMkLst>
        <pc:spChg chg="mod">
          <ac:chgData name="Lý Thanh Ngô" userId="d1fb4545a5d636d2" providerId="LiveId" clId="{572A53DC-FA1E-40D6-9AFD-601B456BF9DD}" dt="2025-04-13T02:14:13.720" v="74" actId="255"/>
          <ac:spMkLst>
            <pc:docMk/>
            <pc:sldMk cId="3745318228" sldId="10025"/>
            <ac:spMk id="7170" creationId="{B03D3875-C065-9232-5CCB-9E4598D6B32B}"/>
          </ac:spMkLst>
        </pc:spChg>
      </pc:sldChg>
      <pc:sldChg chg="add del">
        <pc:chgData name="Lý Thanh Ngô" userId="d1fb4545a5d636d2" providerId="LiveId" clId="{572A53DC-FA1E-40D6-9AFD-601B456BF9DD}" dt="2025-04-13T02:15:41.047" v="102" actId="47"/>
        <pc:sldMkLst>
          <pc:docMk/>
          <pc:sldMk cId="4186013731" sldId="10026"/>
        </pc:sldMkLst>
      </pc:sldChg>
      <pc:sldChg chg="modSp add mod">
        <pc:chgData name="Lý Thanh Ngô" userId="d1fb4545a5d636d2" providerId="LiveId" clId="{572A53DC-FA1E-40D6-9AFD-601B456BF9DD}" dt="2025-04-13T02:14:42.368" v="85" actId="20577"/>
        <pc:sldMkLst>
          <pc:docMk/>
          <pc:sldMk cId="2805427209" sldId="10027"/>
        </pc:sldMkLst>
        <pc:spChg chg="mod">
          <ac:chgData name="Lý Thanh Ngô" userId="d1fb4545a5d636d2" providerId="LiveId" clId="{572A53DC-FA1E-40D6-9AFD-601B456BF9DD}" dt="2025-04-13T02:14:42.368" v="85" actId="20577"/>
          <ac:spMkLst>
            <pc:docMk/>
            <pc:sldMk cId="2805427209" sldId="10027"/>
            <ac:spMk id="7170" creationId="{6C388B8F-92EB-F8BC-C719-6F704A7EB62E}"/>
          </ac:spMkLst>
        </pc:spChg>
      </pc:sldChg>
      <pc:sldChg chg="modSp add mod">
        <pc:chgData name="Lý Thanh Ngô" userId="d1fb4545a5d636d2" providerId="LiveId" clId="{572A53DC-FA1E-40D6-9AFD-601B456BF9DD}" dt="2025-04-13T02:14:55.407" v="87"/>
        <pc:sldMkLst>
          <pc:docMk/>
          <pc:sldMk cId="400344294" sldId="10028"/>
        </pc:sldMkLst>
        <pc:spChg chg="mod">
          <ac:chgData name="Lý Thanh Ngô" userId="d1fb4545a5d636d2" providerId="LiveId" clId="{572A53DC-FA1E-40D6-9AFD-601B456BF9DD}" dt="2025-04-13T02:14:55.407" v="87"/>
          <ac:spMkLst>
            <pc:docMk/>
            <pc:sldMk cId="400344294" sldId="10028"/>
            <ac:spMk id="7170" creationId="{74836C57-81A1-171A-0033-498FC909B48D}"/>
          </ac:spMkLst>
        </pc:spChg>
      </pc:sldChg>
      <pc:sldChg chg="modSp add mod">
        <pc:chgData name="Lý Thanh Ngô" userId="d1fb4545a5d636d2" providerId="LiveId" clId="{572A53DC-FA1E-40D6-9AFD-601B456BF9DD}" dt="2025-04-13T02:15:15.361" v="92" actId="20577"/>
        <pc:sldMkLst>
          <pc:docMk/>
          <pc:sldMk cId="2530891263" sldId="10029"/>
        </pc:sldMkLst>
        <pc:spChg chg="mod">
          <ac:chgData name="Lý Thanh Ngô" userId="d1fb4545a5d636d2" providerId="LiveId" clId="{572A53DC-FA1E-40D6-9AFD-601B456BF9DD}" dt="2025-04-13T02:15:15.361" v="92" actId="20577"/>
          <ac:spMkLst>
            <pc:docMk/>
            <pc:sldMk cId="2530891263" sldId="10029"/>
            <ac:spMk id="7170" creationId="{1725084F-0C50-CE5E-ED27-E9FD6D0F6769}"/>
          </ac:spMkLst>
        </pc:spChg>
      </pc:sldChg>
      <pc:sldChg chg="modSp add mod">
        <pc:chgData name="Lý Thanh Ngô" userId="d1fb4545a5d636d2" providerId="LiveId" clId="{572A53DC-FA1E-40D6-9AFD-601B456BF9DD}" dt="2025-04-13T02:15:39.547" v="101" actId="207"/>
        <pc:sldMkLst>
          <pc:docMk/>
          <pc:sldMk cId="4195677237" sldId="10030"/>
        </pc:sldMkLst>
        <pc:spChg chg="mod">
          <ac:chgData name="Lý Thanh Ngô" userId="d1fb4545a5d636d2" providerId="LiveId" clId="{572A53DC-FA1E-40D6-9AFD-601B456BF9DD}" dt="2025-04-13T02:15:39.547" v="101" actId="207"/>
          <ac:spMkLst>
            <pc:docMk/>
            <pc:sldMk cId="4195677237" sldId="10030"/>
            <ac:spMk id="7170" creationId="{1FA55E2C-9F42-E4AD-447A-B8389F4E6E51}"/>
          </ac:spMkLst>
        </pc:spChg>
      </pc:sldChg>
    </pc:docChg>
  </pc:docChgLst>
  <pc:docChgLst>
    <pc:chgData name="Lý Thanh Ngô" userId="d1fb4545a5d636d2" providerId="LiveId" clId="{ABD4904B-081A-47C6-B87B-1F2506E329D6}"/>
    <pc:docChg chg="undo redo custSel addSld delSld modSld sldOrd delMainMaster">
      <pc:chgData name="Lý Thanh Ngô" userId="d1fb4545a5d636d2" providerId="LiveId" clId="{ABD4904B-081A-47C6-B87B-1F2506E329D6}" dt="2025-03-30T06:10:53.274" v="2014" actId="123"/>
      <pc:docMkLst>
        <pc:docMk/>
      </pc:docMkLst>
      <pc:sldChg chg="modSp mod">
        <pc:chgData name="Lý Thanh Ngô" userId="d1fb4545a5d636d2" providerId="LiveId" clId="{ABD4904B-081A-47C6-B87B-1F2506E329D6}" dt="2025-03-30T04:54:23.912" v="1799" actId="122"/>
        <pc:sldMkLst>
          <pc:docMk/>
          <pc:sldMk cId="0" sldId="304"/>
        </pc:sldMkLst>
        <pc:spChg chg="mod">
          <ac:chgData name="Lý Thanh Ngô" userId="d1fb4545a5d636d2" providerId="LiveId" clId="{ABD4904B-081A-47C6-B87B-1F2506E329D6}" dt="2025-03-30T04:54:23.912" v="1799" actId="122"/>
          <ac:spMkLst>
            <pc:docMk/>
            <pc:sldMk cId="0" sldId="304"/>
            <ac:spMk id="46082" creationId="{E17C6E24-CB11-9ED3-E73D-25EE4CA00827}"/>
          </ac:spMkLst>
        </pc:spChg>
      </pc:sldChg>
      <pc:sldChg chg="modSp mod">
        <pc:chgData name="Lý Thanh Ngô" userId="d1fb4545a5d636d2" providerId="LiveId" clId="{ABD4904B-081A-47C6-B87B-1F2506E329D6}" dt="2025-03-30T04:52:57.906" v="1763" actId="123"/>
        <pc:sldMkLst>
          <pc:docMk/>
          <pc:sldMk cId="0" sldId="321"/>
        </pc:sldMkLst>
        <pc:spChg chg="mod">
          <ac:chgData name="Lý Thanh Ngô" userId="d1fb4545a5d636d2" providerId="LiveId" clId="{ABD4904B-081A-47C6-B87B-1F2506E329D6}" dt="2025-03-30T04:52:57.906" v="1763" actId="123"/>
          <ac:spMkLst>
            <pc:docMk/>
            <pc:sldMk cId="0" sldId="321"/>
            <ac:spMk id="66562" creationId="{D884BA29-1F76-D50D-3220-7C4834945777}"/>
          </ac:spMkLst>
        </pc:spChg>
      </pc:sldChg>
      <pc:sldChg chg="modSp mod">
        <pc:chgData name="Lý Thanh Ngô" userId="d1fb4545a5d636d2" providerId="LiveId" clId="{ABD4904B-081A-47C6-B87B-1F2506E329D6}" dt="2025-03-30T04:53:05.836" v="1765" actId="123"/>
        <pc:sldMkLst>
          <pc:docMk/>
          <pc:sldMk cId="0" sldId="322"/>
        </pc:sldMkLst>
        <pc:spChg chg="mod">
          <ac:chgData name="Lý Thanh Ngô" userId="d1fb4545a5d636d2" providerId="LiveId" clId="{ABD4904B-081A-47C6-B87B-1F2506E329D6}" dt="2025-03-30T04:53:05.836" v="1765" actId="123"/>
          <ac:spMkLst>
            <pc:docMk/>
            <pc:sldMk cId="0" sldId="322"/>
            <ac:spMk id="66562" creationId="{DB96D1C1-1479-6C6E-261C-24F0694D7BDD}"/>
          </ac:spMkLst>
        </pc:spChg>
      </pc:sldChg>
      <pc:sldChg chg="modSp mod">
        <pc:chgData name="Lý Thanh Ngô" userId="d1fb4545a5d636d2" providerId="LiveId" clId="{ABD4904B-081A-47C6-B87B-1F2506E329D6}" dt="2025-03-30T04:53:10.913" v="1766" actId="123"/>
        <pc:sldMkLst>
          <pc:docMk/>
          <pc:sldMk cId="0" sldId="323"/>
        </pc:sldMkLst>
        <pc:spChg chg="mod">
          <ac:chgData name="Lý Thanh Ngô" userId="d1fb4545a5d636d2" providerId="LiveId" clId="{ABD4904B-081A-47C6-B87B-1F2506E329D6}" dt="2025-03-30T04:53:10.913" v="1766" actId="123"/>
          <ac:spMkLst>
            <pc:docMk/>
            <pc:sldMk cId="0" sldId="323"/>
            <ac:spMk id="66562" creationId="{C3F13C7A-5304-48FF-CAD8-39A6B663E1B7}"/>
          </ac:spMkLst>
        </pc:spChg>
      </pc:sldChg>
      <pc:sldChg chg="modSp mod">
        <pc:chgData name="Lý Thanh Ngô" userId="d1fb4545a5d636d2" providerId="LiveId" clId="{ABD4904B-081A-47C6-B87B-1F2506E329D6}" dt="2025-03-30T04:53:17.920" v="1768" actId="123"/>
        <pc:sldMkLst>
          <pc:docMk/>
          <pc:sldMk cId="0" sldId="324"/>
        </pc:sldMkLst>
        <pc:spChg chg="mod">
          <ac:chgData name="Lý Thanh Ngô" userId="d1fb4545a5d636d2" providerId="LiveId" clId="{ABD4904B-081A-47C6-B87B-1F2506E329D6}" dt="2025-03-30T04:53:17.920" v="1768" actId="123"/>
          <ac:spMkLst>
            <pc:docMk/>
            <pc:sldMk cId="0" sldId="324"/>
            <ac:spMk id="66562" creationId="{030630BD-3423-7E1C-CA80-A2B4DAF1EA01}"/>
          </ac:spMkLst>
        </pc:spChg>
      </pc:sldChg>
      <pc:sldChg chg="modSp mod">
        <pc:chgData name="Lý Thanh Ngô" userId="d1fb4545a5d636d2" providerId="LiveId" clId="{ABD4904B-081A-47C6-B87B-1F2506E329D6}" dt="2025-03-30T05:03:04.716" v="1993" actId="404"/>
        <pc:sldMkLst>
          <pc:docMk/>
          <pc:sldMk cId="0" sldId="341"/>
        </pc:sldMkLst>
        <pc:spChg chg="mod">
          <ac:chgData name="Lý Thanh Ngô" userId="d1fb4545a5d636d2" providerId="LiveId" clId="{ABD4904B-081A-47C6-B87B-1F2506E329D6}" dt="2025-03-30T05:03:04.716" v="1993" actId="404"/>
          <ac:spMkLst>
            <pc:docMk/>
            <pc:sldMk cId="0" sldId="341"/>
            <ac:spMk id="66562" creationId="{A4D685C3-35A5-ED4F-2DCC-7FD5DCCE7257}"/>
          </ac:spMkLst>
        </pc:spChg>
      </pc:sldChg>
      <pc:sldChg chg="modSp mod">
        <pc:chgData name="Lý Thanh Ngô" userId="d1fb4545a5d636d2" providerId="LiveId" clId="{ABD4904B-081A-47C6-B87B-1F2506E329D6}" dt="2025-03-30T04:25:33.214" v="996" actId="20577"/>
        <pc:sldMkLst>
          <pc:docMk/>
          <pc:sldMk cId="0" sldId="342"/>
        </pc:sldMkLst>
        <pc:spChg chg="mod">
          <ac:chgData name="Lý Thanh Ngô" userId="d1fb4545a5d636d2" providerId="LiveId" clId="{ABD4904B-081A-47C6-B87B-1F2506E329D6}" dt="2025-03-30T04:25:33.214" v="996" actId="20577"/>
          <ac:spMkLst>
            <pc:docMk/>
            <pc:sldMk cId="0" sldId="342"/>
            <ac:spMk id="66562" creationId="{ACD56851-6628-4177-9AD5-458996848715}"/>
          </ac:spMkLst>
        </pc:spChg>
      </pc:sldChg>
      <pc:sldChg chg="modSp mod">
        <pc:chgData name="Lý Thanh Ngô" userId="d1fb4545a5d636d2" providerId="LiveId" clId="{ABD4904B-081A-47C6-B87B-1F2506E329D6}" dt="2025-03-30T04:30:22.957" v="1197" actId="20577"/>
        <pc:sldMkLst>
          <pc:docMk/>
          <pc:sldMk cId="0" sldId="343"/>
        </pc:sldMkLst>
        <pc:spChg chg="mod">
          <ac:chgData name="Lý Thanh Ngô" userId="d1fb4545a5d636d2" providerId="LiveId" clId="{ABD4904B-081A-47C6-B87B-1F2506E329D6}" dt="2025-03-30T04:30:22.957" v="1197" actId="20577"/>
          <ac:spMkLst>
            <pc:docMk/>
            <pc:sldMk cId="0" sldId="343"/>
            <ac:spMk id="66562" creationId="{9BFAB20C-8B8D-DA6D-B8B2-28F039EE254E}"/>
          </ac:spMkLst>
        </pc:spChg>
      </pc:sldChg>
      <pc:sldChg chg="modSp mod">
        <pc:chgData name="Lý Thanh Ngô" userId="d1fb4545a5d636d2" providerId="LiveId" clId="{ABD4904B-081A-47C6-B87B-1F2506E329D6}" dt="2025-03-30T04:32:47.457" v="1237" actId="255"/>
        <pc:sldMkLst>
          <pc:docMk/>
          <pc:sldMk cId="0" sldId="344"/>
        </pc:sldMkLst>
        <pc:spChg chg="mod">
          <ac:chgData name="Lý Thanh Ngô" userId="d1fb4545a5d636d2" providerId="LiveId" clId="{ABD4904B-081A-47C6-B87B-1F2506E329D6}" dt="2025-03-30T04:32:47.457" v="1237" actId="255"/>
          <ac:spMkLst>
            <pc:docMk/>
            <pc:sldMk cId="0" sldId="344"/>
            <ac:spMk id="66562" creationId="{81C76A0F-EF95-2F19-13C9-0D53F5BE8601}"/>
          </ac:spMkLst>
        </pc:spChg>
      </pc:sldChg>
      <pc:sldChg chg="modSp mod">
        <pc:chgData name="Lý Thanh Ngô" userId="d1fb4545a5d636d2" providerId="LiveId" clId="{ABD4904B-081A-47C6-B87B-1F2506E329D6}" dt="2025-03-30T04:34:45.903" v="1259" actId="27636"/>
        <pc:sldMkLst>
          <pc:docMk/>
          <pc:sldMk cId="0" sldId="345"/>
        </pc:sldMkLst>
        <pc:spChg chg="mod">
          <ac:chgData name="Lý Thanh Ngô" userId="d1fb4545a5d636d2" providerId="LiveId" clId="{ABD4904B-081A-47C6-B87B-1F2506E329D6}" dt="2025-03-30T04:34:45.903" v="1259" actId="27636"/>
          <ac:spMkLst>
            <pc:docMk/>
            <pc:sldMk cId="0" sldId="345"/>
            <ac:spMk id="66562" creationId="{AB065F11-4BDC-5D36-3AC6-A4C4BFF5DBC3}"/>
          </ac:spMkLst>
        </pc:spChg>
      </pc:sldChg>
      <pc:sldChg chg="modSp mod">
        <pc:chgData name="Lý Thanh Ngô" userId="d1fb4545a5d636d2" providerId="LiveId" clId="{ABD4904B-081A-47C6-B87B-1F2506E329D6}" dt="2025-03-30T04:35:53.052" v="1281" actId="6549"/>
        <pc:sldMkLst>
          <pc:docMk/>
          <pc:sldMk cId="0" sldId="346"/>
        </pc:sldMkLst>
        <pc:spChg chg="mod">
          <ac:chgData name="Lý Thanh Ngô" userId="d1fb4545a5d636d2" providerId="LiveId" clId="{ABD4904B-081A-47C6-B87B-1F2506E329D6}" dt="2025-03-30T04:35:53.052" v="1281" actId="6549"/>
          <ac:spMkLst>
            <pc:docMk/>
            <pc:sldMk cId="0" sldId="346"/>
            <ac:spMk id="66562" creationId="{C4A6B55D-2891-6BDC-DED5-E5F0D700E625}"/>
          </ac:spMkLst>
        </pc:spChg>
      </pc:sldChg>
      <pc:sldChg chg="modSp mod">
        <pc:chgData name="Lý Thanh Ngô" userId="d1fb4545a5d636d2" providerId="LiveId" clId="{ABD4904B-081A-47C6-B87B-1F2506E329D6}" dt="2025-03-30T04:36:57.323" v="1302" actId="403"/>
        <pc:sldMkLst>
          <pc:docMk/>
          <pc:sldMk cId="0" sldId="347"/>
        </pc:sldMkLst>
        <pc:spChg chg="mod">
          <ac:chgData name="Lý Thanh Ngô" userId="d1fb4545a5d636d2" providerId="LiveId" clId="{ABD4904B-081A-47C6-B87B-1F2506E329D6}" dt="2025-03-30T04:36:57.323" v="1302" actId="403"/>
          <ac:spMkLst>
            <pc:docMk/>
            <pc:sldMk cId="0" sldId="347"/>
            <ac:spMk id="66562" creationId="{4D6D1884-2BBD-1374-8C27-4DF14DF2DBF6}"/>
          </ac:spMkLst>
        </pc:spChg>
      </pc:sldChg>
      <pc:sldChg chg="modSp mod">
        <pc:chgData name="Lý Thanh Ngô" userId="d1fb4545a5d636d2" providerId="LiveId" clId="{ABD4904B-081A-47C6-B87B-1F2506E329D6}" dt="2025-03-30T04:38:51.572" v="1358" actId="27636"/>
        <pc:sldMkLst>
          <pc:docMk/>
          <pc:sldMk cId="0" sldId="348"/>
        </pc:sldMkLst>
        <pc:spChg chg="mod">
          <ac:chgData name="Lý Thanh Ngô" userId="d1fb4545a5d636d2" providerId="LiveId" clId="{ABD4904B-081A-47C6-B87B-1F2506E329D6}" dt="2025-03-30T04:38:51.572" v="1358" actId="27636"/>
          <ac:spMkLst>
            <pc:docMk/>
            <pc:sldMk cId="0" sldId="348"/>
            <ac:spMk id="66562" creationId="{33CC4CD7-1B60-C439-112A-F5719E6F93AB}"/>
          </ac:spMkLst>
        </pc:spChg>
      </pc:sldChg>
      <pc:sldChg chg="modSp mod">
        <pc:chgData name="Lý Thanh Ngô" userId="d1fb4545a5d636d2" providerId="LiveId" clId="{ABD4904B-081A-47C6-B87B-1F2506E329D6}" dt="2025-03-30T04:39:46.769" v="1372" actId="27636"/>
        <pc:sldMkLst>
          <pc:docMk/>
          <pc:sldMk cId="0" sldId="349"/>
        </pc:sldMkLst>
        <pc:spChg chg="mod">
          <ac:chgData name="Lý Thanh Ngô" userId="d1fb4545a5d636d2" providerId="LiveId" clId="{ABD4904B-081A-47C6-B87B-1F2506E329D6}" dt="2025-03-30T04:39:46.769" v="1372" actId="27636"/>
          <ac:spMkLst>
            <pc:docMk/>
            <pc:sldMk cId="0" sldId="349"/>
            <ac:spMk id="66562" creationId="{C0F1FE32-B775-A81C-6666-6F3DFFF789A0}"/>
          </ac:spMkLst>
        </pc:spChg>
      </pc:sldChg>
      <pc:sldChg chg="modSp mod">
        <pc:chgData name="Lý Thanh Ngô" userId="d1fb4545a5d636d2" providerId="LiveId" clId="{ABD4904B-081A-47C6-B87B-1F2506E329D6}" dt="2025-03-30T04:40:14.375" v="1384" actId="403"/>
        <pc:sldMkLst>
          <pc:docMk/>
          <pc:sldMk cId="0" sldId="350"/>
        </pc:sldMkLst>
        <pc:spChg chg="mod">
          <ac:chgData name="Lý Thanh Ngô" userId="d1fb4545a5d636d2" providerId="LiveId" clId="{ABD4904B-081A-47C6-B87B-1F2506E329D6}" dt="2025-03-30T04:40:14.375" v="1384" actId="403"/>
          <ac:spMkLst>
            <pc:docMk/>
            <pc:sldMk cId="0" sldId="350"/>
            <ac:spMk id="66562" creationId="{F76B668E-C196-E29B-D15F-AFB22C66E040}"/>
          </ac:spMkLst>
        </pc:spChg>
      </pc:sldChg>
      <pc:sldChg chg="modSp mod">
        <pc:chgData name="Lý Thanh Ngô" userId="d1fb4545a5d636d2" providerId="LiveId" clId="{ABD4904B-081A-47C6-B87B-1F2506E329D6}" dt="2025-03-30T04:42:53.021" v="1535" actId="403"/>
        <pc:sldMkLst>
          <pc:docMk/>
          <pc:sldMk cId="0" sldId="351"/>
        </pc:sldMkLst>
        <pc:spChg chg="mod">
          <ac:chgData name="Lý Thanh Ngô" userId="d1fb4545a5d636d2" providerId="LiveId" clId="{ABD4904B-081A-47C6-B87B-1F2506E329D6}" dt="2025-03-30T04:42:53.021" v="1535" actId="403"/>
          <ac:spMkLst>
            <pc:docMk/>
            <pc:sldMk cId="0" sldId="351"/>
            <ac:spMk id="66562" creationId="{B66FF892-2DFC-35F5-832D-65ECBE15DADD}"/>
          </ac:spMkLst>
        </pc:spChg>
      </pc:sldChg>
      <pc:sldChg chg="modSp mod">
        <pc:chgData name="Lý Thanh Ngô" userId="d1fb4545a5d636d2" providerId="LiveId" clId="{ABD4904B-081A-47C6-B87B-1F2506E329D6}" dt="2025-03-30T04:44:46.538" v="1586" actId="120"/>
        <pc:sldMkLst>
          <pc:docMk/>
          <pc:sldMk cId="0" sldId="352"/>
        </pc:sldMkLst>
        <pc:spChg chg="mod">
          <ac:chgData name="Lý Thanh Ngô" userId="d1fb4545a5d636d2" providerId="LiveId" clId="{ABD4904B-081A-47C6-B87B-1F2506E329D6}" dt="2025-03-30T04:44:46.538" v="1586" actId="120"/>
          <ac:spMkLst>
            <pc:docMk/>
            <pc:sldMk cId="0" sldId="352"/>
            <ac:spMk id="66562" creationId="{BE0D3BF3-E3D0-B397-F77F-20BAF3B2FA4A}"/>
          </ac:spMkLst>
        </pc:spChg>
      </pc:sldChg>
      <pc:sldChg chg="modSp mod">
        <pc:chgData name="Lý Thanh Ngô" userId="d1fb4545a5d636d2" providerId="LiveId" clId="{ABD4904B-081A-47C6-B87B-1F2506E329D6}" dt="2025-03-30T04:48:59.585" v="1669" actId="120"/>
        <pc:sldMkLst>
          <pc:docMk/>
          <pc:sldMk cId="0" sldId="353"/>
        </pc:sldMkLst>
        <pc:spChg chg="mod">
          <ac:chgData name="Lý Thanh Ngô" userId="d1fb4545a5d636d2" providerId="LiveId" clId="{ABD4904B-081A-47C6-B87B-1F2506E329D6}" dt="2025-03-30T04:48:59.585" v="1669" actId="120"/>
          <ac:spMkLst>
            <pc:docMk/>
            <pc:sldMk cId="0" sldId="353"/>
            <ac:spMk id="66562" creationId="{EA9068C9-9945-05A1-E593-DF0FB5AFE597}"/>
          </ac:spMkLst>
        </pc:spChg>
      </pc:sldChg>
      <pc:sldChg chg="modSp mod">
        <pc:chgData name="Lý Thanh Ngô" userId="d1fb4545a5d636d2" providerId="LiveId" clId="{ABD4904B-081A-47C6-B87B-1F2506E329D6}" dt="2025-03-30T04:49:51.228" v="1699" actId="207"/>
        <pc:sldMkLst>
          <pc:docMk/>
          <pc:sldMk cId="0" sldId="354"/>
        </pc:sldMkLst>
        <pc:spChg chg="mod">
          <ac:chgData name="Lý Thanh Ngô" userId="d1fb4545a5d636d2" providerId="LiveId" clId="{ABD4904B-081A-47C6-B87B-1F2506E329D6}" dt="2025-03-30T04:49:51.228" v="1699" actId="207"/>
          <ac:spMkLst>
            <pc:docMk/>
            <pc:sldMk cId="0" sldId="354"/>
            <ac:spMk id="66562" creationId="{433D330E-1ADA-A91D-179B-B45C0AD17696}"/>
          </ac:spMkLst>
        </pc:spChg>
      </pc:sldChg>
      <pc:sldChg chg="modSp mod">
        <pc:chgData name="Lý Thanh Ngô" userId="d1fb4545a5d636d2" providerId="LiveId" clId="{ABD4904B-081A-47C6-B87B-1F2506E329D6}" dt="2025-03-30T04:50:10.327" v="1705" actId="207"/>
        <pc:sldMkLst>
          <pc:docMk/>
          <pc:sldMk cId="0" sldId="355"/>
        </pc:sldMkLst>
        <pc:spChg chg="mod">
          <ac:chgData name="Lý Thanh Ngô" userId="d1fb4545a5d636d2" providerId="LiveId" clId="{ABD4904B-081A-47C6-B87B-1F2506E329D6}" dt="2025-03-30T04:50:10.327" v="1705" actId="207"/>
          <ac:spMkLst>
            <pc:docMk/>
            <pc:sldMk cId="0" sldId="355"/>
            <ac:spMk id="66562" creationId="{B29CBAD3-9A59-1290-3F2E-48D6B157815B}"/>
          </ac:spMkLst>
        </pc:spChg>
      </pc:sldChg>
      <pc:sldChg chg="modSp mod">
        <pc:chgData name="Lý Thanh Ngô" userId="d1fb4545a5d636d2" providerId="LiveId" clId="{ABD4904B-081A-47C6-B87B-1F2506E329D6}" dt="2025-03-30T04:52:20.889" v="1756" actId="403"/>
        <pc:sldMkLst>
          <pc:docMk/>
          <pc:sldMk cId="0" sldId="356"/>
        </pc:sldMkLst>
        <pc:spChg chg="mod">
          <ac:chgData name="Lý Thanh Ngô" userId="d1fb4545a5d636d2" providerId="LiveId" clId="{ABD4904B-081A-47C6-B87B-1F2506E329D6}" dt="2025-03-30T04:52:20.889" v="1756" actId="403"/>
          <ac:spMkLst>
            <pc:docMk/>
            <pc:sldMk cId="0" sldId="356"/>
            <ac:spMk id="91138" creationId="{7897A9CE-D9A3-DFCA-186C-54A0F3C6308C}"/>
          </ac:spMkLst>
        </pc:spChg>
      </pc:sldChg>
      <pc:sldChg chg="modSp mod">
        <pc:chgData name="Lý Thanh Ngô" userId="d1fb4545a5d636d2" providerId="LiveId" clId="{ABD4904B-081A-47C6-B87B-1F2506E329D6}" dt="2025-03-30T04:51:47.981" v="1742" actId="27636"/>
        <pc:sldMkLst>
          <pc:docMk/>
          <pc:sldMk cId="0" sldId="357"/>
        </pc:sldMkLst>
        <pc:spChg chg="mod">
          <ac:chgData name="Lý Thanh Ngô" userId="d1fb4545a5d636d2" providerId="LiveId" clId="{ABD4904B-081A-47C6-B87B-1F2506E329D6}" dt="2025-03-30T04:51:47.981" v="1742" actId="27636"/>
          <ac:spMkLst>
            <pc:docMk/>
            <pc:sldMk cId="0" sldId="357"/>
            <ac:spMk id="66562" creationId="{8CAC1D55-A1D3-AA61-1F0B-406CD71DF7FD}"/>
          </ac:spMkLst>
        </pc:spChg>
      </pc:sldChg>
      <pc:sldChg chg="modSp mod setBg">
        <pc:chgData name="Lý Thanh Ngô" userId="d1fb4545a5d636d2" providerId="LiveId" clId="{ABD4904B-081A-47C6-B87B-1F2506E329D6}" dt="2025-03-30T04:51:32.892" v="1733" actId="403"/>
        <pc:sldMkLst>
          <pc:docMk/>
          <pc:sldMk cId="0" sldId="358"/>
        </pc:sldMkLst>
        <pc:spChg chg="mod">
          <ac:chgData name="Lý Thanh Ngô" userId="d1fb4545a5d636d2" providerId="LiveId" clId="{ABD4904B-081A-47C6-B87B-1F2506E329D6}" dt="2025-03-30T04:51:32.892" v="1733" actId="403"/>
          <ac:spMkLst>
            <pc:docMk/>
            <pc:sldMk cId="0" sldId="358"/>
            <ac:spMk id="66562" creationId="{0EBC0F20-DD81-3105-D8C6-A7937474A117}"/>
          </ac:spMkLst>
        </pc:spChg>
      </pc:sldChg>
      <pc:sldChg chg="modSp mod">
        <pc:chgData name="Lý Thanh Ngô" userId="d1fb4545a5d636d2" providerId="LiveId" clId="{ABD4904B-081A-47C6-B87B-1F2506E329D6}" dt="2025-03-30T04:51:25.241" v="1730" actId="403"/>
        <pc:sldMkLst>
          <pc:docMk/>
          <pc:sldMk cId="0" sldId="359"/>
        </pc:sldMkLst>
        <pc:spChg chg="mod">
          <ac:chgData name="Lý Thanh Ngô" userId="d1fb4545a5d636d2" providerId="LiveId" clId="{ABD4904B-081A-47C6-B87B-1F2506E329D6}" dt="2025-03-30T04:51:25.241" v="1730" actId="403"/>
          <ac:spMkLst>
            <pc:docMk/>
            <pc:sldMk cId="0" sldId="359"/>
            <ac:spMk id="59394" creationId="{E52F8858-16E8-FD5D-17B5-C5641CE3D4ED}"/>
          </ac:spMkLst>
        </pc:spChg>
      </pc:sldChg>
      <pc:sldChg chg="modSp mod">
        <pc:chgData name="Lý Thanh Ngô" userId="d1fb4545a5d636d2" providerId="LiveId" clId="{ABD4904B-081A-47C6-B87B-1F2506E329D6}" dt="2025-03-30T04:46:23.095" v="1611" actId="27636"/>
        <pc:sldMkLst>
          <pc:docMk/>
          <pc:sldMk cId="0" sldId="365"/>
        </pc:sldMkLst>
        <pc:spChg chg="mod">
          <ac:chgData name="Lý Thanh Ngô" userId="d1fb4545a5d636d2" providerId="LiveId" clId="{ABD4904B-081A-47C6-B87B-1F2506E329D6}" dt="2025-03-30T04:46:23.095" v="1611" actId="27636"/>
          <ac:spMkLst>
            <pc:docMk/>
            <pc:sldMk cId="0" sldId="365"/>
            <ac:spMk id="102402" creationId="{1084ADDA-DAB6-AF8E-BD14-B16348A1FBD9}"/>
          </ac:spMkLst>
        </pc:spChg>
      </pc:sldChg>
      <pc:sldChg chg="modSp mod">
        <pc:chgData name="Lý Thanh Ngô" userId="d1fb4545a5d636d2" providerId="LiveId" clId="{ABD4904B-081A-47C6-B87B-1F2506E329D6}" dt="2025-03-30T04:46:10.645" v="1605" actId="403"/>
        <pc:sldMkLst>
          <pc:docMk/>
          <pc:sldMk cId="0" sldId="366"/>
        </pc:sldMkLst>
        <pc:spChg chg="mod">
          <ac:chgData name="Lý Thanh Ngô" userId="d1fb4545a5d636d2" providerId="LiveId" clId="{ABD4904B-081A-47C6-B87B-1F2506E329D6}" dt="2025-03-30T04:46:10.645" v="1605" actId="403"/>
          <ac:spMkLst>
            <pc:docMk/>
            <pc:sldMk cId="0" sldId="366"/>
            <ac:spMk id="103426" creationId="{4757C4C1-B1EF-BBE0-782B-EA4BAADC21D5}"/>
          </ac:spMkLst>
        </pc:spChg>
      </pc:sldChg>
      <pc:sldChg chg="modSp mod">
        <pc:chgData name="Lý Thanh Ngô" userId="d1fb4545a5d636d2" providerId="LiveId" clId="{ABD4904B-081A-47C6-B87B-1F2506E329D6}" dt="2025-03-30T04:53:02.270" v="1764" actId="123"/>
        <pc:sldMkLst>
          <pc:docMk/>
          <pc:sldMk cId="0" sldId="371"/>
        </pc:sldMkLst>
        <pc:spChg chg="mod">
          <ac:chgData name="Lý Thanh Ngô" userId="d1fb4545a5d636d2" providerId="LiveId" clId="{ABD4904B-081A-47C6-B87B-1F2506E329D6}" dt="2025-03-30T04:53:02.270" v="1764" actId="123"/>
          <ac:spMkLst>
            <pc:docMk/>
            <pc:sldMk cId="0" sldId="371"/>
            <ac:spMk id="5122" creationId="{3A534A11-9DFE-A5EC-8139-2FB818022E44}"/>
          </ac:spMkLst>
        </pc:spChg>
      </pc:sldChg>
      <pc:sldChg chg="addSp delSp modSp mod modTransition">
        <pc:chgData name="Lý Thanh Ngô" userId="d1fb4545a5d636d2" providerId="LiveId" clId="{ABD4904B-081A-47C6-B87B-1F2506E329D6}" dt="2025-03-27T07:50:57.978" v="473" actId="1076"/>
        <pc:sldMkLst>
          <pc:docMk/>
          <pc:sldMk cId="2472502028" sldId="385"/>
        </pc:sldMkLst>
        <pc:spChg chg="mod">
          <ac:chgData name="Lý Thanh Ngô" userId="d1fb4545a5d636d2" providerId="LiveId" clId="{ABD4904B-081A-47C6-B87B-1F2506E329D6}" dt="2025-03-27T07:49:52.966" v="450" actId="1076"/>
          <ac:spMkLst>
            <pc:docMk/>
            <pc:sldMk cId="2472502028" sldId="385"/>
            <ac:spMk id="4" creationId="{00000000-0000-0000-0000-000000000000}"/>
          </ac:spMkLst>
        </pc:spChg>
        <pc:spChg chg="add mod">
          <ac:chgData name="Lý Thanh Ngô" userId="d1fb4545a5d636d2" providerId="LiveId" clId="{ABD4904B-081A-47C6-B87B-1F2506E329D6}" dt="2025-03-27T07:50:54.110" v="472" actId="1076"/>
          <ac:spMkLst>
            <pc:docMk/>
            <pc:sldMk cId="2472502028" sldId="385"/>
            <ac:spMk id="5" creationId="{EC9E90A0-57EF-B562-11BD-EFA379BF3A1F}"/>
          </ac:spMkLst>
        </pc:spChg>
        <pc:spChg chg="add mod">
          <ac:chgData name="Lý Thanh Ngô" userId="d1fb4545a5d636d2" providerId="LiveId" clId="{ABD4904B-081A-47C6-B87B-1F2506E329D6}" dt="2025-03-27T07:50:57.978" v="473" actId="1076"/>
          <ac:spMkLst>
            <pc:docMk/>
            <pc:sldMk cId="2472502028" sldId="385"/>
            <ac:spMk id="7" creationId="{FA7210C8-01DF-51DB-3853-C95430401C95}"/>
          </ac:spMkLst>
        </pc:spChg>
      </pc:sldChg>
      <pc:sldChg chg="modSp del mod modTransition">
        <pc:chgData name="Lý Thanh Ngô" userId="d1fb4545a5d636d2" providerId="LiveId" clId="{ABD4904B-081A-47C6-B87B-1F2506E329D6}" dt="2025-03-27T07:54:44.862" v="623" actId="47"/>
        <pc:sldMkLst>
          <pc:docMk/>
          <pc:sldMk cId="1775292808" sldId="390"/>
        </pc:sldMkLst>
      </pc:sldChg>
      <pc:sldChg chg="modSp mod">
        <pc:chgData name="Lý Thanh Ngô" userId="d1fb4545a5d636d2" providerId="LiveId" clId="{ABD4904B-081A-47C6-B87B-1F2506E329D6}" dt="2025-03-30T04:52:34.414" v="1762" actId="207"/>
        <pc:sldMkLst>
          <pc:docMk/>
          <pc:sldMk cId="0" sldId="401"/>
        </pc:sldMkLst>
        <pc:spChg chg="mod">
          <ac:chgData name="Lý Thanh Ngô" userId="d1fb4545a5d636d2" providerId="LiveId" clId="{ABD4904B-081A-47C6-B87B-1F2506E329D6}" dt="2025-03-30T04:52:34.414" v="1762" actId="207"/>
          <ac:spMkLst>
            <pc:docMk/>
            <pc:sldMk cId="0" sldId="401"/>
            <ac:spMk id="5122" creationId="{24DA8356-44F2-FA16-4947-37F52C5817CB}"/>
          </ac:spMkLst>
        </pc:spChg>
      </pc:sldChg>
      <pc:sldChg chg="modSp mod">
        <pc:chgData name="Lý Thanh Ngô" userId="d1fb4545a5d636d2" providerId="LiveId" clId="{ABD4904B-081A-47C6-B87B-1F2506E329D6}" dt="2025-03-30T04:52:05.124" v="1749" actId="6549"/>
        <pc:sldMkLst>
          <pc:docMk/>
          <pc:sldMk cId="0" sldId="402"/>
        </pc:sldMkLst>
        <pc:spChg chg="mod">
          <ac:chgData name="Lý Thanh Ngô" userId="d1fb4545a5d636d2" providerId="LiveId" clId="{ABD4904B-081A-47C6-B87B-1F2506E329D6}" dt="2025-03-30T04:52:05.124" v="1749" actId="6549"/>
          <ac:spMkLst>
            <pc:docMk/>
            <pc:sldMk cId="0" sldId="402"/>
            <ac:spMk id="92162" creationId="{1F9C0583-6028-786C-0F2C-B6F741646725}"/>
          </ac:spMkLst>
        </pc:spChg>
      </pc:sldChg>
      <pc:sldChg chg="modSp mod">
        <pc:chgData name="Lý Thanh Ngô" userId="d1fb4545a5d636d2" providerId="LiveId" clId="{ABD4904B-081A-47C6-B87B-1F2506E329D6}" dt="2025-03-30T04:51:19.252" v="1727" actId="27636"/>
        <pc:sldMkLst>
          <pc:docMk/>
          <pc:sldMk cId="0" sldId="403"/>
        </pc:sldMkLst>
        <pc:spChg chg="mod">
          <ac:chgData name="Lý Thanh Ngô" userId="d1fb4545a5d636d2" providerId="LiveId" clId="{ABD4904B-081A-47C6-B87B-1F2506E329D6}" dt="2025-03-30T04:51:19.252" v="1727" actId="27636"/>
          <ac:spMkLst>
            <pc:docMk/>
            <pc:sldMk cId="0" sldId="403"/>
            <ac:spMk id="5122" creationId="{4999B0E5-5D06-2694-2C01-33327C15E3DC}"/>
          </ac:spMkLst>
        </pc:spChg>
      </pc:sldChg>
      <pc:sldChg chg="modSp mod">
        <pc:chgData name="Lý Thanh Ngô" userId="d1fb4545a5d636d2" providerId="LiveId" clId="{ABD4904B-081A-47C6-B87B-1F2506E329D6}" dt="2025-03-30T04:47:32.942" v="1640" actId="403"/>
        <pc:sldMkLst>
          <pc:docMk/>
          <pc:sldMk cId="0" sldId="405"/>
        </pc:sldMkLst>
        <pc:spChg chg="mod">
          <ac:chgData name="Lý Thanh Ngô" userId="d1fb4545a5d636d2" providerId="LiveId" clId="{ABD4904B-081A-47C6-B87B-1F2506E329D6}" dt="2025-03-30T04:47:32.942" v="1640" actId="403"/>
          <ac:spMkLst>
            <pc:docMk/>
            <pc:sldMk cId="0" sldId="405"/>
            <ac:spMk id="101378" creationId="{8B071663-4B6E-994B-582A-6E6D92613C37}"/>
          </ac:spMkLst>
        </pc:spChg>
      </pc:sldChg>
      <pc:sldChg chg="modSp mod">
        <pc:chgData name="Lý Thanh Ngô" userId="d1fb4545a5d636d2" providerId="LiveId" clId="{ABD4904B-081A-47C6-B87B-1F2506E329D6}" dt="2025-03-30T04:47:02.750" v="1626" actId="403"/>
        <pc:sldMkLst>
          <pc:docMk/>
          <pc:sldMk cId="0" sldId="406"/>
        </pc:sldMkLst>
        <pc:spChg chg="mod">
          <ac:chgData name="Lý Thanh Ngô" userId="d1fb4545a5d636d2" providerId="LiveId" clId="{ABD4904B-081A-47C6-B87B-1F2506E329D6}" dt="2025-03-30T04:47:02.750" v="1626" actId="403"/>
          <ac:spMkLst>
            <pc:docMk/>
            <pc:sldMk cId="0" sldId="406"/>
            <ac:spMk id="99330" creationId="{8A50B797-F9AB-BABB-1B40-19BCA9033AB2}"/>
          </ac:spMkLst>
        </pc:spChg>
      </pc:sldChg>
      <pc:sldChg chg="modSp mod">
        <pc:chgData name="Lý Thanh Ngô" userId="d1fb4545a5d636d2" providerId="LiveId" clId="{ABD4904B-081A-47C6-B87B-1F2506E329D6}" dt="2025-03-30T04:46:46.660" v="1619" actId="403"/>
        <pc:sldMkLst>
          <pc:docMk/>
          <pc:sldMk cId="0" sldId="407"/>
        </pc:sldMkLst>
      </pc:sldChg>
      <pc:sldChg chg="modSp mod">
        <pc:chgData name="Lý Thanh Ngô" userId="d1fb4545a5d636d2" providerId="LiveId" clId="{ABD4904B-081A-47C6-B87B-1F2506E329D6}" dt="2025-03-30T04:46:36.099" v="1614" actId="207"/>
        <pc:sldMkLst>
          <pc:docMk/>
          <pc:sldMk cId="0" sldId="408"/>
        </pc:sldMkLst>
        <pc:spChg chg="mod">
          <ac:chgData name="Lý Thanh Ngô" userId="d1fb4545a5d636d2" providerId="LiveId" clId="{ABD4904B-081A-47C6-B87B-1F2506E329D6}" dt="2025-03-30T04:46:36.099" v="1614" actId="207"/>
          <ac:spMkLst>
            <pc:docMk/>
            <pc:sldMk cId="0" sldId="408"/>
            <ac:spMk id="101378" creationId="{05CAE2DE-B2EC-A655-F166-350C09BD7435}"/>
          </ac:spMkLst>
        </pc:spChg>
      </pc:sldChg>
      <pc:sldChg chg="modSp mod">
        <pc:chgData name="Lý Thanh Ngô" userId="d1fb4545a5d636d2" providerId="LiveId" clId="{ABD4904B-081A-47C6-B87B-1F2506E329D6}" dt="2025-03-30T04:23:56.539" v="921" actId="27636"/>
        <pc:sldMkLst>
          <pc:docMk/>
          <pc:sldMk cId="0" sldId="409"/>
        </pc:sldMkLst>
        <pc:spChg chg="mod">
          <ac:chgData name="Lý Thanh Ngô" userId="d1fb4545a5d636d2" providerId="LiveId" clId="{ABD4904B-081A-47C6-B87B-1F2506E329D6}" dt="2025-03-30T04:23:56.539" v="921" actId="27636"/>
          <ac:spMkLst>
            <pc:docMk/>
            <pc:sldMk cId="0" sldId="409"/>
            <ac:spMk id="5122" creationId="{93146006-FC1B-E6F9-1314-494063FCD611}"/>
          </ac:spMkLst>
        </pc:spChg>
      </pc:sldChg>
      <pc:sldChg chg="modSp mod">
        <pc:chgData name="Lý Thanh Ngô" userId="d1fb4545a5d636d2" providerId="LiveId" clId="{ABD4904B-081A-47C6-B87B-1F2506E329D6}" dt="2025-03-30T04:38:17.474" v="1342" actId="20577"/>
        <pc:sldMkLst>
          <pc:docMk/>
          <pc:sldMk cId="0" sldId="412"/>
        </pc:sldMkLst>
        <pc:spChg chg="mod">
          <ac:chgData name="Lý Thanh Ngô" userId="d1fb4545a5d636d2" providerId="LiveId" clId="{ABD4904B-081A-47C6-B87B-1F2506E329D6}" dt="2025-03-30T04:38:17.474" v="1342" actId="20577"/>
          <ac:spMkLst>
            <pc:docMk/>
            <pc:sldMk cId="0" sldId="412"/>
            <ac:spMk id="5122" creationId="{F3468EC2-34F2-4845-07D9-246E727B0E59}"/>
          </ac:spMkLst>
        </pc:spChg>
      </pc:sldChg>
      <pc:sldChg chg="modSp mod">
        <pc:chgData name="Lý Thanh Ngô" userId="d1fb4545a5d636d2" providerId="LiveId" clId="{ABD4904B-081A-47C6-B87B-1F2506E329D6}" dt="2025-03-30T04:43:42.148" v="1565" actId="27636"/>
        <pc:sldMkLst>
          <pc:docMk/>
          <pc:sldMk cId="0" sldId="413"/>
        </pc:sldMkLst>
        <pc:spChg chg="mod">
          <ac:chgData name="Lý Thanh Ngô" userId="d1fb4545a5d636d2" providerId="LiveId" clId="{ABD4904B-081A-47C6-B87B-1F2506E329D6}" dt="2025-03-30T04:43:42.148" v="1565" actId="27636"/>
          <ac:spMkLst>
            <pc:docMk/>
            <pc:sldMk cId="0" sldId="413"/>
            <ac:spMk id="5122" creationId="{D09B7431-80A5-5A29-5F59-7AE97BB61221}"/>
          </ac:spMkLst>
        </pc:spChg>
      </pc:sldChg>
      <pc:sldChg chg="modSp mod">
        <pc:chgData name="Lý Thanh Ngô" userId="d1fb4545a5d636d2" providerId="LiveId" clId="{ABD4904B-081A-47C6-B87B-1F2506E329D6}" dt="2025-03-30T04:49:30.407" v="1691" actId="403"/>
        <pc:sldMkLst>
          <pc:docMk/>
          <pc:sldMk cId="0" sldId="415"/>
        </pc:sldMkLst>
        <pc:spChg chg="mod">
          <ac:chgData name="Lý Thanh Ngô" userId="d1fb4545a5d636d2" providerId="LiveId" clId="{ABD4904B-081A-47C6-B87B-1F2506E329D6}" dt="2025-03-30T04:49:30.407" v="1691" actId="403"/>
          <ac:spMkLst>
            <pc:docMk/>
            <pc:sldMk cId="0" sldId="415"/>
            <ac:spMk id="5122" creationId="{2B9A6706-C428-3E6A-5662-C680C893E988}"/>
          </ac:spMkLst>
        </pc:spChg>
      </pc:sldChg>
      <pc:sldChg chg="modSp mod">
        <pc:chgData name="Lý Thanh Ngô" userId="d1fb4545a5d636d2" providerId="LiveId" clId="{ABD4904B-081A-47C6-B87B-1F2506E329D6}" dt="2025-03-30T06:10:53.274" v="2014" actId="123"/>
        <pc:sldMkLst>
          <pc:docMk/>
          <pc:sldMk cId="0" sldId="417"/>
        </pc:sldMkLst>
        <pc:spChg chg="mod">
          <ac:chgData name="Lý Thanh Ngô" userId="d1fb4545a5d636d2" providerId="LiveId" clId="{ABD4904B-081A-47C6-B87B-1F2506E329D6}" dt="2025-03-30T06:10:53.274" v="2014" actId="123"/>
          <ac:spMkLst>
            <pc:docMk/>
            <pc:sldMk cId="0" sldId="417"/>
            <ac:spMk id="5122" creationId="{FAEBB9A1-4055-E178-C71E-8310588A2AB3}"/>
          </ac:spMkLst>
        </pc:spChg>
      </pc:sldChg>
      <pc:sldChg chg="modSp mod">
        <pc:chgData name="Lý Thanh Ngô" userId="d1fb4545a5d636d2" providerId="LiveId" clId="{ABD4904B-081A-47C6-B87B-1F2506E329D6}" dt="2025-03-30T04:35:24.079" v="1271" actId="6549"/>
        <pc:sldMkLst>
          <pc:docMk/>
          <pc:sldMk cId="0" sldId="418"/>
        </pc:sldMkLst>
        <pc:spChg chg="mod">
          <ac:chgData name="Lý Thanh Ngô" userId="d1fb4545a5d636d2" providerId="LiveId" clId="{ABD4904B-081A-47C6-B87B-1F2506E329D6}" dt="2025-03-30T04:35:24.079" v="1271" actId="6549"/>
          <ac:spMkLst>
            <pc:docMk/>
            <pc:sldMk cId="0" sldId="418"/>
            <ac:spMk id="5122" creationId="{B841D53A-75CD-A498-2FF8-51D3779388B8}"/>
          </ac:spMkLst>
        </pc:spChg>
      </pc:sldChg>
      <pc:sldChg chg="modSp mod">
        <pc:chgData name="Lý Thanh Ngô" userId="d1fb4545a5d636d2" providerId="LiveId" clId="{ABD4904B-081A-47C6-B87B-1F2506E329D6}" dt="2025-03-30T04:42:18.685" v="1524" actId="20577"/>
        <pc:sldMkLst>
          <pc:docMk/>
          <pc:sldMk cId="0" sldId="419"/>
        </pc:sldMkLst>
        <pc:spChg chg="mod">
          <ac:chgData name="Lý Thanh Ngô" userId="d1fb4545a5d636d2" providerId="LiveId" clId="{ABD4904B-081A-47C6-B87B-1F2506E329D6}" dt="2025-03-30T04:42:18.685" v="1524" actId="20577"/>
          <ac:spMkLst>
            <pc:docMk/>
            <pc:sldMk cId="0" sldId="419"/>
            <ac:spMk id="5122" creationId="{662F0F59-F73C-087E-1261-EE0E44712400}"/>
          </ac:spMkLst>
        </pc:spChg>
      </pc:sldChg>
      <pc:sldChg chg="modSp mod">
        <pc:chgData name="Lý Thanh Ngô" userId="d1fb4545a5d636d2" providerId="LiveId" clId="{ABD4904B-081A-47C6-B87B-1F2506E329D6}" dt="2025-03-30T04:45:56.103" v="1600" actId="255"/>
        <pc:sldMkLst>
          <pc:docMk/>
          <pc:sldMk cId="0" sldId="422"/>
        </pc:sldMkLst>
      </pc:sldChg>
      <pc:sldChg chg="modSp mod">
        <pc:chgData name="Lý Thanh Ngô" userId="d1fb4545a5d636d2" providerId="LiveId" clId="{ABD4904B-081A-47C6-B87B-1F2506E329D6}" dt="2025-03-30T04:45:39.579" v="1594" actId="207"/>
        <pc:sldMkLst>
          <pc:docMk/>
          <pc:sldMk cId="0" sldId="423"/>
        </pc:sldMkLst>
        <pc:spChg chg="mod">
          <ac:chgData name="Lý Thanh Ngô" userId="d1fb4545a5d636d2" providerId="LiveId" clId="{ABD4904B-081A-47C6-B87B-1F2506E329D6}" dt="2025-03-30T04:45:39.579" v="1594" actId="207"/>
          <ac:spMkLst>
            <pc:docMk/>
            <pc:sldMk cId="0" sldId="423"/>
            <ac:spMk id="105474" creationId="{41602E03-DCD1-488B-D053-47495648D28F}"/>
          </ac:spMkLst>
        </pc:spChg>
      </pc:sldChg>
      <pc:sldChg chg="modSp mod">
        <pc:chgData name="Lý Thanh Ngô" userId="d1fb4545a5d636d2" providerId="LiveId" clId="{ABD4904B-081A-47C6-B87B-1F2506E329D6}" dt="2025-03-30T04:45:22.350" v="1590" actId="207"/>
        <pc:sldMkLst>
          <pc:docMk/>
          <pc:sldMk cId="0" sldId="424"/>
        </pc:sldMkLst>
        <pc:spChg chg="mod">
          <ac:chgData name="Lý Thanh Ngô" userId="d1fb4545a5d636d2" providerId="LiveId" clId="{ABD4904B-081A-47C6-B87B-1F2506E329D6}" dt="2025-03-30T04:45:22.350" v="1590" actId="207"/>
          <ac:spMkLst>
            <pc:docMk/>
            <pc:sldMk cId="0" sldId="424"/>
            <ac:spMk id="106498" creationId="{E3BC3CA2-358F-C6F0-6E92-29F63F658DAF}"/>
          </ac:spMkLst>
        </pc:spChg>
      </pc:sldChg>
      <pc:sldChg chg="del">
        <pc:chgData name="Lý Thanh Ngô" userId="d1fb4545a5d636d2" providerId="LiveId" clId="{ABD4904B-081A-47C6-B87B-1F2506E329D6}" dt="2025-03-30T04:47:44.445" v="1641" actId="47"/>
        <pc:sldMkLst>
          <pc:docMk/>
          <pc:sldMk cId="0" sldId="432"/>
        </pc:sldMkLst>
      </pc:sldChg>
      <pc:sldChg chg="modSp mod">
        <pc:chgData name="Lý Thanh Ngô" userId="d1fb4545a5d636d2" providerId="LiveId" clId="{ABD4904B-081A-47C6-B87B-1F2506E329D6}" dt="2025-03-30T04:20:16.669" v="713" actId="20577"/>
        <pc:sldMkLst>
          <pc:docMk/>
          <pc:sldMk cId="3709593179" sldId="992"/>
        </pc:sldMkLst>
        <pc:spChg chg="mod">
          <ac:chgData name="Lý Thanh Ngô" userId="d1fb4545a5d636d2" providerId="LiveId" clId="{ABD4904B-081A-47C6-B87B-1F2506E329D6}" dt="2025-03-30T04:20:16.669" v="713" actId="20577"/>
          <ac:spMkLst>
            <pc:docMk/>
            <pc:sldMk cId="3709593179" sldId="992"/>
            <ac:spMk id="46082" creationId="{00000000-0000-0000-0000-000000000000}"/>
          </ac:spMkLst>
        </pc:spChg>
      </pc:sldChg>
      <pc:sldChg chg="modSp mod">
        <pc:chgData name="Lý Thanh Ngô" userId="d1fb4545a5d636d2" providerId="LiveId" clId="{ABD4904B-081A-47C6-B87B-1F2506E329D6}" dt="2025-03-30T04:54:28.909" v="1800" actId="122"/>
        <pc:sldMkLst>
          <pc:docMk/>
          <pc:sldMk cId="926735322" sldId="1000"/>
        </pc:sldMkLst>
        <pc:spChg chg="mod">
          <ac:chgData name="Lý Thanh Ngô" userId="d1fb4545a5d636d2" providerId="LiveId" clId="{ABD4904B-081A-47C6-B87B-1F2506E329D6}" dt="2025-03-30T04:54:28.909" v="1800" actId="122"/>
          <ac:spMkLst>
            <pc:docMk/>
            <pc:sldMk cId="926735322" sldId="1000"/>
            <ac:spMk id="86018" creationId="{00000000-0000-0000-0000-000000000000}"/>
          </ac:spMkLst>
        </pc:spChg>
      </pc:sldChg>
      <pc:sldChg chg="modSp mod">
        <pc:chgData name="Lý Thanh Ngô" userId="d1fb4545a5d636d2" providerId="LiveId" clId="{ABD4904B-081A-47C6-B87B-1F2506E329D6}" dt="2025-03-30T04:53:37.152" v="1772" actId="123"/>
        <pc:sldMkLst>
          <pc:docMk/>
          <pc:sldMk cId="2279159345" sldId="1001"/>
        </pc:sldMkLst>
        <pc:spChg chg="mod">
          <ac:chgData name="Lý Thanh Ngô" userId="d1fb4545a5d636d2" providerId="LiveId" clId="{ABD4904B-081A-47C6-B87B-1F2506E329D6}" dt="2025-03-30T04:53:37.152" v="1772" actId="123"/>
          <ac:spMkLst>
            <pc:docMk/>
            <pc:sldMk cId="2279159345" sldId="1001"/>
            <ac:spMk id="87042" creationId="{00000000-0000-0000-0000-000000000000}"/>
          </ac:spMkLst>
        </pc:spChg>
      </pc:sldChg>
      <pc:sldChg chg="modSp mod modTransition">
        <pc:chgData name="Lý Thanh Ngô" userId="d1fb4545a5d636d2" providerId="LiveId" clId="{ABD4904B-081A-47C6-B87B-1F2506E329D6}" dt="2025-03-27T01:37:25.084" v="6"/>
        <pc:sldMkLst>
          <pc:docMk/>
          <pc:sldMk cId="3769639125" sldId="9788"/>
        </pc:sldMkLst>
      </pc:sldChg>
      <pc:sldChg chg="modTransition">
        <pc:chgData name="Lý Thanh Ngô" userId="d1fb4545a5d636d2" providerId="LiveId" clId="{ABD4904B-081A-47C6-B87B-1F2506E329D6}" dt="2025-03-27T01:37:25.084" v="6"/>
        <pc:sldMkLst>
          <pc:docMk/>
          <pc:sldMk cId="3917989569" sldId="9789"/>
        </pc:sldMkLst>
      </pc:sldChg>
      <pc:sldChg chg="addSp delSp modSp mod modTransition">
        <pc:chgData name="Lý Thanh Ngô" userId="d1fb4545a5d636d2" providerId="LiveId" clId="{ABD4904B-081A-47C6-B87B-1F2506E329D6}" dt="2025-03-27T07:59:12.257" v="636" actId="26606"/>
        <pc:sldMkLst>
          <pc:docMk/>
          <pc:sldMk cId="3681698675" sldId="9793"/>
        </pc:sldMkLst>
        <pc:spChg chg="mod">
          <ac:chgData name="Lý Thanh Ngô" userId="d1fb4545a5d636d2" providerId="LiveId" clId="{ABD4904B-081A-47C6-B87B-1F2506E329D6}" dt="2025-03-27T07:59:12.257" v="636" actId="26606"/>
          <ac:spMkLst>
            <pc:docMk/>
            <pc:sldMk cId="3681698675" sldId="9793"/>
            <ac:spMk id="2" creationId="{224182AB-1A1E-C15F-0016-71E6D272116A}"/>
          </ac:spMkLst>
        </pc:spChg>
      </pc:sldChg>
      <pc:sldChg chg="modTransition">
        <pc:chgData name="Lý Thanh Ngô" userId="d1fb4545a5d636d2" providerId="LiveId" clId="{ABD4904B-081A-47C6-B87B-1F2506E329D6}" dt="2025-03-27T01:37:25.084" v="6"/>
        <pc:sldMkLst>
          <pc:docMk/>
          <pc:sldMk cId="2438411217" sldId="9794"/>
        </pc:sldMkLst>
      </pc:sldChg>
      <pc:sldChg chg="modTransition">
        <pc:chgData name="Lý Thanh Ngô" userId="d1fb4545a5d636d2" providerId="LiveId" clId="{ABD4904B-081A-47C6-B87B-1F2506E329D6}" dt="2025-03-27T01:37:25.084" v="6"/>
        <pc:sldMkLst>
          <pc:docMk/>
          <pc:sldMk cId="2324261318" sldId="9795"/>
        </pc:sldMkLst>
      </pc:sldChg>
      <pc:sldChg chg="modTransition">
        <pc:chgData name="Lý Thanh Ngô" userId="d1fb4545a5d636d2" providerId="LiveId" clId="{ABD4904B-081A-47C6-B87B-1F2506E329D6}" dt="2025-03-27T01:37:25.084" v="6"/>
        <pc:sldMkLst>
          <pc:docMk/>
          <pc:sldMk cId="3427656459" sldId="9796"/>
        </pc:sldMkLst>
      </pc:sldChg>
      <pc:sldChg chg="modTransition">
        <pc:chgData name="Lý Thanh Ngô" userId="d1fb4545a5d636d2" providerId="LiveId" clId="{ABD4904B-081A-47C6-B87B-1F2506E329D6}" dt="2025-03-27T01:37:25.084" v="6"/>
        <pc:sldMkLst>
          <pc:docMk/>
          <pc:sldMk cId="2672676719" sldId="9797"/>
        </pc:sldMkLst>
      </pc:sldChg>
      <pc:sldChg chg="modTransition">
        <pc:chgData name="Lý Thanh Ngô" userId="d1fb4545a5d636d2" providerId="LiveId" clId="{ABD4904B-081A-47C6-B87B-1F2506E329D6}" dt="2025-03-27T01:37:25.084" v="6"/>
        <pc:sldMkLst>
          <pc:docMk/>
          <pc:sldMk cId="1902892374" sldId="9798"/>
        </pc:sldMkLst>
      </pc:sldChg>
      <pc:sldChg chg="modSp mod modTransition modNotesTx">
        <pc:chgData name="Lý Thanh Ngô" userId="d1fb4545a5d636d2" providerId="LiveId" clId="{ABD4904B-081A-47C6-B87B-1F2506E329D6}" dt="2025-03-27T07:32:12.597" v="89"/>
        <pc:sldMkLst>
          <pc:docMk/>
          <pc:sldMk cId="288514113" sldId="9799"/>
        </pc:sldMkLst>
        <pc:spChg chg="mod">
          <ac:chgData name="Lý Thanh Ngô" userId="d1fb4545a5d636d2" providerId="LiveId" clId="{ABD4904B-081A-47C6-B87B-1F2506E329D6}" dt="2025-03-27T07:32:12.597" v="89"/>
          <ac:spMkLst>
            <pc:docMk/>
            <pc:sldMk cId="288514113" sldId="9799"/>
            <ac:spMk id="2" creationId="{AD79F752-64A9-AEFA-6988-B977A51087C2}"/>
          </ac:spMkLst>
        </pc:spChg>
      </pc:sldChg>
      <pc:sldChg chg="modTransition">
        <pc:chgData name="Lý Thanh Ngô" userId="d1fb4545a5d636d2" providerId="LiveId" clId="{ABD4904B-081A-47C6-B87B-1F2506E329D6}" dt="2025-03-27T01:37:25.084" v="6"/>
        <pc:sldMkLst>
          <pc:docMk/>
          <pc:sldMk cId="1307668271" sldId="9800"/>
        </pc:sldMkLst>
      </pc:sldChg>
      <pc:sldChg chg="modTransition">
        <pc:chgData name="Lý Thanh Ngô" userId="d1fb4545a5d636d2" providerId="LiveId" clId="{ABD4904B-081A-47C6-B87B-1F2506E329D6}" dt="2025-03-27T01:37:25.084" v="6"/>
        <pc:sldMkLst>
          <pc:docMk/>
          <pc:sldMk cId="3126393781" sldId="9801"/>
        </pc:sldMkLst>
      </pc:sldChg>
      <pc:sldChg chg="modTransition">
        <pc:chgData name="Lý Thanh Ngô" userId="d1fb4545a5d636d2" providerId="LiveId" clId="{ABD4904B-081A-47C6-B87B-1F2506E329D6}" dt="2025-03-27T08:06:03.339" v="671"/>
        <pc:sldMkLst>
          <pc:docMk/>
          <pc:sldMk cId="3297558619" sldId="9802"/>
        </pc:sldMkLst>
      </pc:sldChg>
      <pc:sldChg chg="modTransition">
        <pc:chgData name="Lý Thanh Ngô" userId="d1fb4545a5d636d2" providerId="LiveId" clId="{ABD4904B-081A-47C6-B87B-1F2506E329D6}" dt="2025-03-27T01:37:25.084" v="6"/>
        <pc:sldMkLst>
          <pc:docMk/>
          <pc:sldMk cId="1342301587" sldId="9803"/>
        </pc:sldMkLst>
      </pc:sldChg>
      <pc:sldChg chg="modTransition">
        <pc:chgData name="Lý Thanh Ngô" userId="d1fb4545a5d636d2" providerId="LiveId" clId="{ABD4904B-081A-47C6-B87B-1F2506E329D6}" dt="2025-03-27T01:37:25.084" v="6"/>
        <pc:sldMkLst>
          <pc:docMk/>
          <pc:sldMk cId="3407074290" sldId="9804"/>
        </pc:sldMkLst>
      </pc:sldChg>
      <pc:sldChg chg="modTransition">
        <pc:chgData name="Lý Thanh Ngô" userId="d1fb4545a5d636d2" providerId="LiveId" clId="{ABD4904B-081A-47C6-B87B-1F2506E329D6}" dt="2025-03-27T01:37:25.084" v="6"/>
        <pc:sldMkLst>
          <pc:docMk/>
          <pc:sldMk cId="3731749232" sldId="9805"/>
        </pc:sldMkLst>
      </pc:sldChg>
      <pc:sldChg chg="modTransition">
        <pc:chgData name="Lý Thanh Ngô" userId="d1fb4545a5d636d2" providerId="LiveId" clId="{ABD4904B-081A-47C6-B87B-1F2506E329D6}" dt="2025-03-27T01:37:25.084" v="6"/>
        <pc:sldMkLst>
          <pc:docMk/>
          <pc:sldMk cId="2605310120" sldId="9806"/>
        </pc:sldMkLst>
      </pc:sldChg>
      <pc:sldChg chg="modTransition">
        <pc:chgData name="Lý Thanh Ngô" userId="d1fb4545a5d636d2" providerId="LiveId" clId="{ABD4904B-081A-47C6-B87B-1F2506E329D6}" dt="2025-03-27T01:37:25.084" v="6"/>
        <pc:sldMkLst>
          <pc:docMk/>
          <pc:sldMk cId="1065535235" sldId="9807"/>
        </pc:sldMkLst>
      </pc:sldChg>
      <pc:sldChg chg="modTransition">
        <pc:chgData name="Lý Thanh Ngô" userId="d1fb4545a5d636d2" providerId="LiveId" clId="{ABD4904B-081A-47C6-B87B-1F2506E329D6}" dt="2025-03-27T01:37:25.084" v="6"/>
        <pc:sldMkLst>
          <pc:docMk/>
          <pc:sldMk cId="3768715522" sldId="9808"/>
        </pc:sldMkLst>
      </pc:sldChg>
      <pc:sldChg chg="modTransition setBg">
        <pc:chgData name="Lý Thanh Ngô" userId="d1fb4545a5d636d2" providerId="LiveId" clId="{ABD4904B-081A-47C6-B87B-1F2506E329D6}" dt="2025-03-27T08:06:36.822" v="673"/>
        <pc:sldMkLst>
          <pc:docMk/>
          <pc:sldMk cId="3329939368" sldId="9809"/>
        </pc:sldMkLst>
      </pc:sldChg>
      <pc:sldChg chg="modTransition">
        <pc:chgData name="Lý Thanh Ngô" userId="d1fb4545a5d636d2" providerId="LiveId" clId="{ABD4904B-081A-47C6-B87B-1F2506E329D6}" dt="2025-03-27T01:37:25.084" v="6"/>
        <pc:sldMkLst>
          <pc:docMk/>
          <pc:sldMk cId="2775538961" sldId="9810"/>
        </pc:sldMkLst>
      </pc:sldChg>
      <pc:sldChg chg="modTransition">
        <pc:chgData name="Lý Thanh Ngô" userId="d1fb4545a5d636d2" providerId="LiveId" clId="{ABD4904B-081A-47C6-B87B-1F2506E329D6}" dt="2025-03-27T01:37:25.084" v="6"/>
        <pc:sldMkLst>
          <pc:docMk/>
          <pc:sldMk cId="734214333" sldId="9811"/>
        </pc:sldMkLst>
      </pc:sldChg>
      <pc:sldChg chg="modTransition">
        <pc:chgData name="Lý Thanh Ngô" userId="d1fb4545a5d636d2" providerId="LiveId" clId="{ABD4904B-081A-47C6-B87B-1F2506E329D6}" dt="2025-03-27T01:37:25.084" v="6"/>
        <pc:sldMkLst>
          <pc:docMk/>
          <pc:sldMk cId="3396412669" sldId="9812"/>
        </pc:sldMkLst>
      </pc:sldChg>
      <pc:sldChg chg="modTransition">
        <pc:chgData name="Lý Thanh Ngô" userId="d1fb4545a5d636d2" providerId="LiveId" clId="{ABD4904B-081A-47C6-B87B-1F2506E329D6}" dt="2025-03-27T08:03:45.274" v="661"/>
        <pc:sldMkLst>
          <pc:docMk/>
          <pc:sldMk cId="1592849602" sldId="9813"/>
        </pc:sldMkLst>
      </pc:sldChg>
      <pc:sldChg chg="modSp mod modTransition">
        <pc:chgData name="Lý Thanh Ngô" userId="d1fb4545a5d636d2" providerId="LiveId" clId="{ABD4904B-081A-47C6-B87B-1F2506E329D6}" dt="2025-03-27T01:37:25.084" v="6"/>
        <pc:sldMkLst>
          <pc:docMk/>
          <pc:sldMk cId="627141964" sldId="9814"/>
        </pc:sldMkLst>
        <pc:spChg chg="mod">
          <ac:chgData name="Lý Thanh Ngô" userId="d1fb4545a5d636d2" providerId="LiveId" clId="{ABD4904B-081A-47C6-B87B-1F2506E329D6}" dt="2025-03-27T01:35:00.838" v="1" actId="113"/>
          <ac:spMkLst>
            <pc:docMk/>
            <pc:sldMk cId="627141964" sldId="9814"/>
            <ac:spMk id="2" creationId="{ED4DBA0B-0F80-9FB8-2416-207E64980B46}"/>
          </ac:spMkLst>
        </pc:spChg>
      </pc:sldChg>
      <pc:sldChg chg="modSp mod modTransition">
        <pc:chgData name="Lý Thanh Ngô" userId="d1fb4545a5d636d2" providerId="LiveId" clId="{ABD4904B-081A-47C6-B87B-1F2506E329D6}" dt="2025-03-27T07:57:01.325" v="632" actId="255"/>
        <pc:sldMkLst>
          <pc:docMk/>
          <pc:sldMk cId="1691264668" sldId="9815"/>
        </pc:sldMkLst>
      </pc:sldChg>
      <pc:sldChg chg="modTransition">
        <pc:chgData name="Lý Thanh Ngô" userId="d1fb4545a5d636d2" providerId="LiveId" clId="{ABD4904B-081A-47C6-B87B-1F2506E329D6}" dt="2025-03-27T01:37:25.084" v="6"/>
        <pc:sldMkLst>
          <pc:docMk/>
          <pc:sldMk cId="1432816605" sldId="9816"/>
        </pc:sldMkLst>
      </pc:sldChg>
      <pc:sldChg chg="modSp mod modTransition">
        <pc:chgData name="Lý Thanh Ngô" userId="d1fb4545a5d636d2" providerId="LiveId" clId="{ABD4904B-081A-47C6-B87B-1F2506E329D6}" dt="2025-03-27T07:56:39.364" v="627" actId="14100"/>
        <pc:sldMkLst>
          <pc:docMk/>
          <pc:sldMk cId="448704284" sldId="9817"/>
        </pc:sldMkLst>
      </pc:sldChg>
      <pc:sldChg chg="modTransition">
        <pc:chgData name="Lý Thanh Ngô" userId="d1fb4545a5d636d2" providerId="LiveId" clId="{ABD4904B-081A-47C6-B87B-1F2506E329D6}" dt="2025-03-27T01:37:25.084" v="6"/>
        <pc:sldMkLst>
          <pc:docMk/>
          <pc:sldMk cId="2205802082" sldId="9818"/>
        </pc:sldMkLst>
      </pc:sldChg>
      <pc:sldChg chg="modTransition">
        <pc:chgData name="Lý Thanh Ngô" userId="d1fb4545a5d636d2" providerId="LiveId" clId="{ABD4904B-081A-47C6-B87B-1F2506E329D6}" dt="2025-03-27T01:37:25.084" v="6"/>
        <pc:sldMkLst>
          <pc:docMk/>
          <pc:sldMk cId="1646080519" sldId="9819"/>
        </pc:sldMkLst>
      </pc:sldChg>
      <pc:sldChg chg="modTransition">
        <pc:chgData name="Lý Thanh Ngô" userId="d1fb4545a5d636d2" providerId="LiveId" clId="{ABD4904B-081A-47C6-B87B-1F2506E329D6}" dt="2025-03-27T01:37:25.084" v="6"/>
        <pc:sldMkLst>
          <pc:docMk/>
          <pc:sldMk cId="1398243246" sldId="9820"/>
        </pc:sldMkLst>
      </pc:sldChg>
      <pc:sldChg chg="modTransition">
        <pc:chgData name="Lý Thanh Ngô" userId="d1fb4545a5d636d2" providerId="LiveId" clId="{ABD4904B-081A-47C6-B87B-1F2506E329D6}" dt="2025-03-27T01:37:25.084" v="6"/>
        <pc:sldMkLst>
          <pc:docMk/>
          <pc:sldMk cId="4135302213" sldId="9821"/>
        </pc:sldMkLst>
      </pc:sldChg>
      <pc:sldChg chg="modTransition">
        <pc:chgData name="Lý Thanh Ngô" userId="d1fb4545a5d636d2" providerId="LiveId" clId="{ABD4904B-081A-47C6-B87B-1F2506E329D6}" dt="2025-03-27T01:37:25.084" v="6"/>
        <pc:sldMkLst>
          <pc:docMk/>
          <pc:sldMk cId="148545705" sldId="9822"/>
        </pc:sldMkLst>
      </pc:sldChg>
      <pc:sldChg chg="modTransition">
        <pc:chgData name="Lý Thanh Ngô" userId="d1fb4545a5d636d2" providerId="LiveId" clId="{ABD4904B-081A-47C6-B87B-1F2506E329D6}" dt="2025-03-27T01:37:25.084" v="6"/>
        <pc:sldMkLst>
          <pc:docMk/>
          <pc:sldMk cId="832378762" sldId="9823"/>
        </pc:sldMkLst>
      </pc:sldChg>
      <pc:sldChg chg="modTransition">
        <pc:chgData name="Lý Thanh Ngô" userId="d1fb4545a5d636d2" providerId="LiveId" clId="{ABD4904B-081A-47C6-B87B-1F2506E329D6}" dt="2025-03-27T01:37:25.084" v="6"/>
        <pc:sldMkLst>
          <pc:docMk/>
          <pc:sldMk cId="2506181314" sldId="9824"/>
        </pc:sldMkLst>
      </pc:sldChg>
      <pc:sldChg chg="modTransition">
        <pc:chgData name="Lý Thanh Ngô" userId="d1fb4545a5d636d2" providerId="LiveId" clId="{ABD4904B-081A-47C6-B87B-1F2506E329D6}" dt="2025-03-27T01:37:25.084" v="6"/>
        <pc:sldMkLst>
          <pc:docMk/>
          <pc:sldMk cId="609497434" sldId="9825"/>
        </pc:sldMkLst>
      </pc:sldChg>
      <pc:sldChg chg="modTransition">
        <pc:chgData name="Lý Thanh Ngô" userId="d1fb4545a5d636d2" providerId="LiveId" clId="{ABD4904B-081A-47C6-B87B-1F2506E329D6}" dt="2025-03-27T01:37:25.084" v="6"/>
        <pc:sldMkLst>
          <pc:docMk/>
          <pc:sldMk cId="1250538440" sldId="9826"/>
        </pc:sldMkLst>
      </pc:sldChg>
      <pc:sldChg chg="modTransition">
        <pc:chgData name="Lý Thanh Ngô" userId="d1fb4545a5d636d2" providerId="LiveId" clId="{ABD4904B-081A-47C6-B87B-1F2506E329D6}" dt="2025-03-27T01:37:25.084" v="6"/>
        <pc:sldMkLst>
          <pc:docMk/>
          <pc:sldMk cId="2958806556" sldId="9827"/>
        </pc:sldMkLst>
      </pc:sldChg>
      <pc:sldChg chg="modSp mod modTransition">
        <pc:chgData name="Lý Thanh Ngô" userId="d1fb4545a5d636d2" providerId="LiveId" clId="{ABD4904B-081A-47C6-B87B-1F2506E329D6}" dt="2025-03-27T07:57:38.855" v="633" actId="255"/>
        <pc:sldMkLst>
          <pc:docMk/>
          <pc:sldMk cId="3958862344" sldId="9828"/>
        </pc:sldMkLst>
      </pc:sldChg>
      <pc:sldChg chg="modTransition">
        <pc:chgData name="Lý Thanh Ngô" userId="d1fb4545a5d636d2" providerId="LiveId" clId="{ABD4904B-081A-47C6-B87B-1F2506E329D6}" dt="2025-03-27T01:37:25.084" v="6"/>
        <pc:sldMkLst>
          <pc:docMk/>
          <pc:sldMk cId="1647823718" sldId="9829"/>
        </pc:sldMkLst>
      </pc:sldChg>
      <pc:sldChg chg="modTransition">
        <pc:chgData name="Lý Thanh Ngô" userId="d1fb4545a5d636d2" providerId="LiveId" clId="{ABD4904B-081A-47C6-B87B-1F2506E329D6}" dt="2025-03-27T01:37:25.084" v="6"/>
        <pc:sldMkLst>
          <pc:docMk/>
          <pc:sldMk cId="3449617028" sldId="9830"/>
        </pc:sldMkLst>
      </pc:sldChg>
      <pc:sldChg chg="modTransition">
        <pc:chgData name="Lý Thanh Ngô" userId="d1fb4545a5d636d2" providerId="LiveId" clId="{ABD4904B-081A-47C6-B87B-1F2506E329D6}" dt="2025-03-27T01:37:25.084" v="6"/>
        <pc:sldMkLst>
          <pc:docMk/>
          <pc:sldMk cId="1592406097" sldId="9831"/>
        </pc:sldMkLst>
      </pc:sldChg>
      <pc:sldChg chg="modTransition">
        <pc:chgData name="Lý Thanh Ngô" userId="d1fb4545a5d636d2" providerId="LiveId" clId="{ABD4904B-081A-47C6-B87B-1F2506E329D6}" dt="2025-03-27T01:37:25.084" v="6"/>
        <pc:sldMkLst>
          <pc:docMk/>
          <pc:sldMk cId="3410915460" sldId="9832"/>
        </pc:sldMkLst>
      </pc:sldChg>
      <pc:sldChg chg="modTransition">
        <pc:chgData name="Lý Thanh Ngô" userId="d1fb4545a5d636d2" providerId="LiveId" clId="{ABD4904B-081A-47C6-B87B-1F2506E329D6}" dt="2025-03-27T01:37:25.084" v="6"/>
        <pc:sldMkLst>
          <pc:docMk/>
          <pc:sldMk cId="272661577" sldId="9833"/>
        </pc:sldMkLst>
      </pc:sldChg>
      <pc:sldChg chg="modTransition">
        <pc:chgData name="Lý Thanh Ngô" userId="d1fb4545a5d636d2" providerId="LiveId" clId="{ABD4904B-081A-47C6-B87B-1F2506E329D6}" dt="2025-03-27T01:37:25.084" v="6"/>
        <pc:sldMkLst>
          <pc:docMk/>
          <pc:sldMk cId="1232266678" sldId="9834"/>
        </pc:sldMkLst>
      </pc:sldChg>
      <pc:sldChg chg="modTransition">
        <pc:chgData name="Lý Thanh Ngô" userId="d1fb4545a5d636d2" providerId="LiveId" clId="{ABD4904B-081A-47C6-B87B-1F2506E329D6}" dt="2025-03-27T01:37:25.084" v="6"/>
        <pc:sldMkLst>
          <pc:docMk/>
          <pc:sldMk cId="496433219" sldId="9835"/>
        </pc:sldMkLst>
      </pc:sldChg>
      <pc:sldChg chg="modTransition">
        <pc:chgData name="Lý Thanh Ngô" userId="d1fb4545a5d636d2" providerId="LiveId" clId="{ABD4904B-081A-47C6-B87B-1F2506E329D6}" dt="2025-03-27T01:37:25.084" v="6"/>
        <pc:sldMkLst>
          <pc:docMk/>
          <pc:sldMk cId="331621706" sldId="9836"/>
        </pc:sldMkLst>
      </pc:sldChg>
      <pc:sldChg chg="modTransition">
        <pc:chgData name="Lý Thanh Ngô" userId="d1fb4545a5d636d2" providerId="LiveId" clId="{ABD4904B-081A-47C6-B87B-1F2506E329D6}" dt="2025-03-27T01:37:25.084" v="6"/>
        <pc:sldMkLst>
          <pc:docMk/>
          <pc:sldMk cId="3840654511" sldId="9837"/>
        </pc:sldMkLst>
      </pc:sldChg>
      <pc:sldChg chg="modTransition">
        <pc:chgData name="Lý Thanh Ngô" userId="d1fb4545a5d636d2" providerId="LiveId" clId="{ABD4904B-081A-47C6-B87B-1F2506E329D6}" dt="2025-03-27T01:37:25.084" v="6"/>
        <pc:sldMkLst>
          <pc:docMk/>
          <pc:sldMk cId="3105827102" sldId="9838"/>
        </pc:sldMkLst>
      </pc:sldChg>
      <pc:sldChg chg="modTransition">
        <pc:chgData name="Lý Thanh Ngô" userId="d1fb4545a5d636d2" providerId="LiveId" clId="{ABD4904B-081A-47C6-B87B-1F2506E329D6}" dt="2025-03-27T01:37:25.084" v="6"/>
        <pc:sldMkLst>
          <pc:docMk/>
          <pc:sldMk cId="1302606052" sldId="9839"/>
        </pc:sldMkLst>
      </pc:sldChg>
      <pc:sldChg chg="modTransition">
        <pc:chgData name="Lý Thanh Ngô" userId="d1fb4545a5d636d2" providerId="LiveId" clId="{ABD4904B-081A-47C6-B87B-1F2506E329D6}" dt="2025-03-27T01:37:25.084" v="6"/>
        <pc:sldMkLst>
          <pc:docMk/>
          <pc:sldMk cId="2880974531" sldId="9840"/>
        </pc:sldMkLst>
      </pc:sldChg>
      <pc:sldChg chg="modTransition">
        <pc:chgData name="Lý Thanh Ngô" userId="d1fb4545a5d636d2" providerId="LiveId" clId="{ABD4904B-081A-47C6-B87B-1F2506E329D6}" dt="2025-03-27T01:37:25.084" v="6"/>
        <pc:sldMkLst>
          <pc:docMk/>
          <pc:sldMk cId="331976115" sldId="9841"/>
        </pc:sldMkLst>
      </pc:sldChg>
      <pc:sldChg chg="modTransition">
        <pc:chgData name="Lý Thanh Ngô" userId="d1fb4545a5d636d2" providerId="LiveId" clId="{ABD4904B-081A-47C6-B87B-1F2506E329D6}" dt="2025-03-27T01:37:25.084" v="6"/>
        <pc:sldMkLst>
          <pc:docMk/>
          <pc:sldMk cId="974659310" sldId="9842"/>
        </pc:sldMkLst>
      </pc:sldChg>
      <pc:sldChg chg="modTransition">
        <pc:chgData name="Lý Thanh Ngô" userId="d1fb4545a5d636d2" providerId="LiveId" clId="{ABD4904B-081A-47C6-B87B-1F2506E329D6}" dt="2025-03-27T01:37:25.084" v="6"/>
        <pc:sldMkLst>
          <pc:docMk/>
          <pc:sldMk cId="3839078036" sldId="9843"/>
        </pc:sldMkLst>
      </pc:sldChg>
      <pc:sldChg chg="modTransition">
        <pc:chgData name="Lý Thanh Ngô" userId="d1fb4545a5d636d2" providerId="LiveId" clId="{ABD4904B-081A-47C6-B87B-1F2506E329D6}" dt="2025-03-27T01:37:25.084" v="6"/>
        <pc:sldMkLst>
          <pc:docMk/>
          <pc:sldMk cId="848203935" sldId="9844"/>
        </pc:sldMkLst>
      </pc:sldChg>
      <pc:sldChg chg="modTransition">
        <pc:chgData name="Lý Thanh Ngô" userId="d1fb4545a5d636d2" providerId="LiveId" clId="{ABD4904B-081A-47C6-B87B-1F2506E329D6}" dt="2025-03-27T01:37:25.084" v="6"/>
        <pc:sldMkLst>
          <pc:docMk/>
          <pc:sldMk cId="2393921006" sldId="9845"/>
        </pc:sldMkLst>
      </pc:sldChg>
      <pc:sldChg chg="modSp mod modTransition">
        <pc:chgData name="Lý Thanh Ngô" userId="d1fb4545a5d636d2" providerId="LiveId" clId="{ABD4904B-081A-47C6-B87B-1F2506E329D6}" dt="2025-03-27T08:07:08.232" v="675" actId="20577"/>
        <pc:sldMkLst>
          <pc:docMk/>
          <pc:sldMk cId="1623123200" sldId="9846"/>
        </pc:sldMkLst>
      </pc:sldChg>
      <pc:sldChg chg="add">
        <pc:chgData name="Lý Thanh Ngô" userId="d1fb4545a5d636d2" providerId="LiveId" clId="{ABD4904B-081A-47C6-B87B-1F2506E329D6}" dt="2025-03-27T07:31:35.061" v="8" actId="2890"/>
        <pc:sldMkLst>
          <pc:docMk/>
          <pc:sldMk cId="3438506491" sldId="9847"/>
        </pc:sldMkLst>
      </pc:sldChg>
      <pc:sldChg chg="modSp add mod">
        <pc:chgData name="Lý Thanh Ngô" userId="d1fb4545a5d636d2" providerId="LiveId" clId="{ABD4904B-081A-47C6-B87B-1F2506E329D6}" dt="2025-03-27T07:32:23.398" v="92"/>
        <pc:sldMkLst>
          <pc:docMk/>
          <pc:sldMk cId="3111587494" sldId="9848"/>
        </pc:sldMkLst>
        <pc:spChg chg="mod">
          <ac:chgData name="Lý Thanh Ngô" userId="d1fb4545a5d636d2" providerId="LiveId" clId="{ABD4904B-081A-47C6-B87B-1F2506E329D6}" dt="2025-03-27T07:32:23.398" v="92"/>
          <ac:spMkLst>
            <pc:docMk/>
            <pc:sldMk cId="3111587494" sldId="9848"/>
            <ac:spMk id="2" creationId="{63F0A5E2-77DC-7B9F-1C02-600C97B0A748}"/>
          </ac:spMkLst>
        </pc:spChg>
      </pc:sldChg>
      <pc:sldChg chg="modSp add mod modNotesTx">
        <pc:chgData name="Lý Thanh Ngô" userId="d1fb4545a5d636d2" providerId="LiveId" clId="{ABD4904B-081A-47C6-B87B-1F2506E329D6}" dt="2025-03-27T07:33:07.719" v="179" actId="20577"/>
        <pc:sldMkLst>
          <pc:docMk/>
          <pc:sldMk cId="3414643596" sldId="9849"/>
        </pc:sldMkLst>
        <pc:spChg chg="mod">
          <ac:chgData name="Lý Thanh Ngô" userId="d1fb4545a5d636d2" providerId="LiveId" clId="{ABD4904B-081A-47C6-B87B-1F2506E329D6}" dt="2025-03-27T07:33:07.719" v="179" actId="20577"/>
          <ac:spMkLst>
            <pc:docMk/>
            <pc:sldMk cId="3414643596" sldId="9849"/>
            <ac:spMk id="2" creationId="{875313AE-8DE9-EF7A-A539-00E8E5418705}"/>
          </ac:spMkLst>
        </pc:spChg>
      </pc:sldChg>
      <pc:sldChg chg="modSp add mod">
        <pc:chgData name="Lý Thanh Ngô" userId="d1fb4545a5d636d2" providerId="LiveId" clId="{ABD4904B-081A-47C6-B87B-1F2506E329D6}" dt="2025-03-27T07:33:14.037" v="181"/>
        <pc:sldMkLst>
          <pc:docMk/>
          <pc:sldMk cId="3238211235" sldId="9850"/>
        </pc:sldMkLst>
        <pc:spChg chg="mod">
          <ac:chgData name="Lý Thanh Ngô" userId="d1fb4545a5d636d2" providerId="LiveId" clId="{ABD4904B-081A-47C6-B87B-1F2506E329D6}" dt="2025-03-27T07:33:14.037" v="181"/>
          <ac:spMkLst>
            <pc:docMk/>
            <pc:sldMk cId="3238211235" sldId="9850"/>
            <ac:spMk id="2" creationId="{9EB41746-D780-1DA4-8C37-16E02E72EE06}"/>
          </ac:spMkLst>
        </pc:spChg>
      </pc:sldChg>
      <pc:sldChg chg="add">
        <pc:chgData name="Lý Thanh Ngô" userId="d1fb4545a5d636d2" providerId="LiveId" clId="{ABD4904B-081A-47C6-B87B-1F2506E329D6}" dt="2025-03-27T07:33:19.449" v="182"/>
        <pc:sldMkLst>
          <pc:docMk/>
          <pc:sldMk cId="1186045386" sldId="9851"/>
        </pc:sldMkLst>
      </pc:sldChg>
      <pc:sldChg chg="add">
        <pc:chgData name="Lý Thanh Ngô" userId="d1fb4545a5d636d2" providerId="LiveId" clId="{ABD4904B-081A-47C6-B87B-1F2506E329D6}" dt="2025-03-27T07:33:19.449" v="182"/>
        <pc:sldMkLst>
          <pc:docMk/>
          <pc:sldMk cId="887314122" sldId="9852"/>
        </pc:sldMkLst>
      </pc:sldChg>
      <pc:sldChg chg="modSp add mod modNotesTx">
        <pc:chgData name="Lý Thanh Ngô" userId="d1fb4545a5d636d2" providerId="LiveId" clId="{ABD4904B-081A-47C6-B87B-1F2506E329D6}" dt="2025-03-27T07:33:41.081" v="265" actId="20577"/>
        <pc:sldMkLst>
          <pc:docMk/>
          <pc:sldMk cId="2696584302" sldId="9853"/>
        </pc:sldMkLst>
      </pc:sldChg>
      <pc:sldChg chg="modSp add mod">
        <pc:chgData name="Lý Thanh Ngô" userId="d1fb4545a5d636d2" providerId="LiveId" clId="{ABD4904B-081A-47C6-B87B-1F2506E329D6}" dt="2025-03-27T07:33:47.606" v="267"/>
        <pc:sldMkLst>
          <pc:docMk/>
          <pc:sldMk cId="3862663970" sldId="9854"/>
        </pc:sldMkLst>
      </pc:sldChg>
      <pc:sldChg chg="add">
        <pc:chgData name="Lý Thanh Ngô" userId="d1fb4545a5d636d2" providerId="LiveId" clId="{ABD4904B-081A-47C6-B87B-1F2506E329D6}" dt="2025-03-27T07:33:51.314" v="268"/>
        <pc:sldMkLst>
          <pc:docMk/>
          <pc:sldMk cId="3848865846" sldId="9855"/>
        </pc:sldMkLst>
      </pc:sldChg>
      <pc:sldChg chg="add">
        <pc:chgData name="Lý Thanh Ngô" userId="d1fb4545a5d636d2" providerId="LiveId" clId="{ABD4904B-081A-47C6-B87B-1F2506E329D6}" dt="2025-03-27T07:33:51.314" v="268"/>
        <pc:sldMkLst>
          <pc:docMk/>
          <pc:sldMk cId="1777329158" sldId="9856"/>
        </pc:sldMkLst>
      </pc:sldChg>
      <pc:sldChg chg="modSp add mod ord">
        <pc:chgData name="Lý Thanh Ngô" userId="d1fb4545a5d636d2" providerId="LiveId" clId="{ABD4904B-081A-47C6-B87B-1F2506E329D6}" dt="2025-03-27T07:55:45.767" v="625"/>
        <pc:sldMkLst>
          <pc:docMk/>
          <pc:sldMk cId="1640538101" sldId="9857"/>
        </pc:sldMkLst>
        <pc:spChg chg="mod">
          <ac:chgData name="Lý Thanh Ngô" userId="d1fb4545a5d636d2" providerId="LiveId" clId="{ABD4904B-081A-47C6-B87B-1F2506E329D6}" dt="2025-03-27T07:52:54.768" v="489" actId="20577"/>
          <ac:spMkLst>
            <pc:docMk/>
            <pc:sldMk cId="1640538101" sldId="9857"/>
            <ac:spMk id="4" creationId="{C83C1662-DE3B-485E-D039-6DAF01222417}"/>
          </ac:spMkLst>
        </pc:spChg>
        <pc:spChg chg="mod">
          <ac:chgData name="Lý Thanh Ngô" userId="d1fb4545a5d636d2" providerId="LiveId" clId="{ABD4904B-081A-47C6-B87B-1F2506E329D6}" dt="2025-03-27T07:54:15.964" v="618" actId="1076"/>
          <ac:spMkLst>
            <pc:docMk/>
            <pc:sldMk cId="1640538101" sldId="9857"/>
            <ac:spMk id="5" creationId="{885A7151-12D0-D5E7-4150-116F20C67271}"/>
          </ac:spMkLst>
        </pc:spChg>
        <pc:spChg chg="mod">
          <ac:chgData name="Lý Thanh Ngô" userId="d1fb4545a5d636d2" providerId="LiveId" clId="{ABD4904B-081A-47C6-B87B-1F2506E329D6}" dt="2025-03-27T07:54:40.690" v="622" actId="113"/>
          <ac:spMkLst>
            <pc:docMk/>
            <pc:sldMk cId="1640538101" sldId="9857"/>
            <ac:spMk id="7" creationId="{27682D36-7139-D43C-8AC6-2259120A3B6A}"/>
          </ac:spMkLst>
        </pc:spChg>
      </pc:sldChg>
      <pc:sldChg chg="modSp add mod setBg modNotesTx">
        <pc:chgData name="Lý Thanh Ngô" userId="d1fb4545a5d636d2" providerId="LiveId" clId="{ABD4904B-081A-47C6-B87B-1F2506E329D6}" dt="2025-03-27T08:01:14.171" v="640" actId="20577"/>
        <pc:sldMkLst>
          <pc:docMk/>
          <pc:sldMk cId="130758898" sldId="9858"/>
        </pc:sldMkLst>
      </pc:sldChg>
      <pc:sldChg chg="modSp add mod setBg modNotesTx">
        <pc:chgData name="Lý Thanh Ngô" userId="d1fb4545a5d636d2" providerId="LiveId" clId="{ABD4904B-081A-47C6-B87B-1F2506E329D6}" dt="2025-03-27T08:01:56.112" v="648" actId="255"/>
        <pc:sldMkLst>
          <pc:docMk/>
          <pc:sldMk cId="826091572" sldId="9859"/>
        </pc:sldMkLst>
      </pc:sldChg>
      <pc:sldChg chg="modSp add mod setBg modNotesTx">
        <pc:chgData name="Lý Thanh Ngô" userId="d1fb4545a5d636d2" providerId="LiveId" clId="{ABD4904B-081A-47C6-B87B-1F2506E329D6}" dt="2025-03-27T08:02:17.352" v="653" actId="20577"/>
        <pc:sldMkLst>
          <pc:docMk/>
          <pc:sldMk cId="3848815841" sldId="9860"/>
        </pc:sldMkLst>
      </pc:sldChg>
      <pc:sldChg chg="add setBg">
        <pc:chgData name="Lý Thanh Ngô" userId="d1fb4545a5d636d2" providerId="LiveId" clId="{ABD4904B-081A-47C6-B87B-1F2506E329D6}" dt="2025-03-27T08:02:37.387" v="654"/>
        <pc:sldMkLst>
          <pc:docMk/>
          <pc:sldMk cId="3207059514" sldId="9861"/>
        </pc:sldMkLst>
      </pc:sldChg>
      <pc:sldChg chg="add setBg">
        <pc:chgData name="Lý Thanh Ngô" userId="d1fb4545a5d636d2" providerId="LiveId" clId="{ABD4904B-081A-47C6-B87B-1F2506E329D6}" dt="2025-03-27T08:02:37.387" v="654"/>
        <pc:sldMkLst>
          <pc:docMk/>
          <pc:sldMk cId="416133720" sldId="9862"/>
        </pc:sldMkLst>
      </pc:sldChg>
      <pc:sldChg chg="add">
        <pc:chgData name="Lý Thanh Ngô" userId="d1fb4545a5d636d2" providerId="LiveId" clId="{ABD4904B-081A-47C6-B87B-1F2506E329D6}" dt="2025-03-27T08:02:37.387" v="654"/>
        <pc:sldMkLst>
          <pc:docMk/>
          <pc:sldMk cId="2711831379" sldId="9863"/>
        </pc:sldMkLst>
      </pc:sldChg>
      <pc:sldChg chg="modSp mod">
        <pc:chgData name="Lý Thanh Ngô" userId="d1fb4545a5d636d2" providerId="LiveId" clId="{ABD4904B-081A-47C6-B87B-1F2506E329D6}" dt="2025-03-30T04:53:14.930" v="1767" actId="123"/>
        <pc:sldMkLst>
          <pc:docMk/>
          <pc:sldMk cId="607866452" sldId="9865"/>
        </pc:sldMkLst>
        <pc:spChg chg="mod">
          <ac:chgData name="Lý Thanh Ngô" userId="d1fb4545a5d636d2" providerId="LiveId" clId="{ABD4904B-081A-47C6-B87B-1F2506E329D6}" dt="2025-03-30T04:53:14.930" v="1767" actId="123"/>
          <ac:spMkLst>
            <pc:docMk/>
            <pc:sldMk cId="607866452" sldId="9865"/>
            <ac:spMk id="66562" creationId="{82047D14-E417-5DE6-C9C7-9B82C82EDE0B}"/>
          </ac:spMkLst>
        </pc:spChg>
      </pc:sldChg>
      <pc:sldChg chg="modSp mod">
        <pc:chgData name="Lý Thanh Ngô" userId="d1fb4545a5d636d2" providerId="LiveId" clId="{ABD4904B-081A-47C6-B87B-1F2506E329D6}" dt="2025-03-30T04:53:20.900" v="1769" actId="123"/>
        <pc:sldMkLst>
          <pc:docMk/>
          <pc:sldMk cId="1170284011" sldId="9866"/>
        </pc:sldMkLst>
        <pc:spChg chg="mod">
          <ac:chgData name="Lý Thanh Ngô" userId="d1fb4545a5d636d2" providerId="LiveId" clId="{ABD4904B-081A-47C6-B87B-1F2506E329D6}" dt="2025-03-30T04:53:20.900" v="1769" actId="123"/>
          <ac:spMkLst>
            <pc:docMk/>
            <pc:sldMk cId="1170284011" sldId="9866"/>
            <ac:spMk id="66562" creationId="{4C5D4E35-9549-4095-21EF-FC5243A37787}"/>
          </ac:spMkLst>
        </pc:spChg>
      </pc:sldChg>
      <pc:sldChg chg="modSp mod">
        <pc:chgData name="Lý Thanh Ngô" userId="d1fb4545a5d636d2" providerId="LiveId" clId="{ABD4904B-081A-47C6-B87B-1F2506E329D6}" dt="2025-03-30T04:53:23.724" v="1770" actId="123"/>
        <pc:sldMkLst>
          <pc:docMk/>
          <pc:sldMk cId="1063818607" sldId="9867"/>
        </pc:sldMkLst>
        <pc:spChg chg="mod">
          <ac:chgData name="Lý Thanh Ngô" userId="d1fb4545a5d636d2" providerId="LiveId" clId="{ABD4904B-081A-47C6-B87B-1F2506E329D6}" dt="2025-03-30T04:53:23.724" v="1770" actId="123"/>
          <ac:spMkLst>
            <pc:docMk/>
            <pc:sldMk cId="1063818607" sldId="9867"/>
            <ac:spMk id="66562" creationId="{FF75AC47-1F6D-EA79-ADBF-809C6278BEEB}"/>
          </ac:spMkLst>
        </pc:spChg>
      </pc:sldChg>
      <pc:sldChg chg="modSp mod">
        <pc:chgData name="Lý Thanh Ngô" userId="d1fb4545a5d636d2" providerId="LiveId" clId="{ABD4904B-081A-47C6-B87B-1F2506E329D6}" dt="2025-03-30T04:53:49.285" v="1778" actId="20577"/>
        <pc:sldMkLst>
          <pc:docMk/>
          <pc:sldMk cId="746019610" sldId="9876"/>
        </pc:sldMkLst>
        <pc:spChg chg="mod">
          <ac:chgData name="Lý Thanh Ngô" userId="d1fb4545a5d636d2" providerId="LiveId" clId="{ABD4904B-081A-47C6-B87B-1F2506E329D6}" dt="2025-03-30T04:53:49.285" v="1778" actId="20577"/>
          <ac:spMkLst>
            <pc:docMk/>
            <pc:sldMk cId="746019610" sldId="9876"/>
            <ac:spMk id="87042" creationId="{A5EF2E5F-0C1C-E7B3-90DB-68BB610F6C55}"/>
          </ac:spMkLst>
        </pc:spChg>
      </pc:sldChg>
      <pc:sldChg chg="modSp mod">
        <pc:chgData name="Lý Thanh Ngô" userId="d1fb4545a5d636d2" providerId="LiveId" clId="{ABD4904B-081A-47C6-B87B-1F2506E329D6}" dt="2025-03-30T04:53:54.239" v="1779" actId="123"/>
        <pc:sldMkLst>
          <pc:docMk/>
          <pc:sldMk cId="2746057718" sldId="9877"/>
        </pc:sldMkLst>
        <pc:spChg chg="mod">
          <ac:chgData name="Lý Thanh Ngô" userId="d1fb4545a5d636d2" providerId="LiveId" clId="{ABD4904B-081A-47C6-B87B-1F2506E329D6}" dt="2025-03-30T04:53:54.239" v="1779" actId="123"/>
          <ac:spMkLst>
            <pc:docMk/>
            <pc:sldMk cId="2746057718" sldId="9877"/>
            <ac:spMk id="87042" creationId="{082AC1DB-1601-1A29-A69E-4B030B8CA4DC}"/>
          </ac:spMkLst>
        </pc:spChg>
      </pc:sldChg>
      <pc:sldChg chg="modSp mod">
        <pc:chgData name="Lý Thanh Ngô" userId="d1fb4545a5d636d2" providerId="LiveId" clId="{ABD4904B-081A-47C6-B87B-1F2506E329D6}" dt="2025-03-30T04:54:14.872" v="1797" actId="404"/>
        <pc:sldMkLst>
          <pc:docMk/>
          <pc:sldMk cId="1631203887" sldId="9878"/>
        </pc:sldMkLst>
        <pc:spChg chg="mod">
          <ac:chgData name="Lý Thanh Ngô" userId="d1fb4545a5d636d2" providerId="LiveId" clId="{ABD4904B-081A-47C6-B87B-1F2506E329D6}" dt="2025-03-30T04:54:14.872" v="1797" actId="404"/>
          <ac:spMkLst>
            <pc:docMk/>
            <pc:sldMk cId="1631203887" sldId="9878"/>
            <ac:spMk id="87042" creationId="{9CD209B4-C587-CC4B-44C2-38608CFC7E4A}"/>
          </ac:spMkLst>
        </pc:spChg>
      </pc:sldChg>
      <pc:sldChg chg="modSp mod">
        <pc:chgData name="Lý Thanh Ngô" userId="d1fb4545a5d636d2" providerId="LiveId" clId="{ABD4904B-081A-47C6-B87B-1F2506E329D6}" dt="2025-03-30T04:54:35.635" v="1801" actId="123"/>
        <pc:sldMkLst>
          <pc:docMk/>
          <pc:sldMk cId="2568018836" sldId="9879"/>
        </pc:sldMkLst>
        <pc:spChg chg="mod">
          <ac:chgData name="Lý Thanh Ngô" userId="d1fb4545a5d636d2" providerId="LiveId" clId="{ABD4904B-081A-47C6-B87B-1F2506E329D6}" dt="2025-03-30T04:54:35.635" v="1801" actId="123"/>
          <ac:spMkLst>
            <pc:docMk/>
            <pc:sldMk cId="2568018836" sldId="9879"/>
            <ac:spMk id="87042" creationId="{B23F1D18-B7C7-5D52-9DE7-348C04BB5C0B}"/>
          </ac:spMkLst>
        </pc:spChg>
      </pc:sldChg>
      <pc:sldChg chg="modSp mod">
        <pc:chgData name="Lý Thanh Ngô" userId="d1fb4545a5d636d2" providerId="LiveId" clId="{ABD4904B-081A-47C6-B87B-1F2506E329D6}" dt="2025-03-30T04:54:37.445" v="1802" actId="123"/>
        <pc:sldMkLst>
          <pc:docMk/>
          <pc:sldMk cId="181995151" sldId="9880"/>
        </pc:sldMkLst>
        <pc:spChg chg="mod">
          <ac:chgData name="Lý Thanh Ngô" userId="d1fb4545a5d636d2" providerId="LiveId" clId="{ABD4904B-081A-47C6-B87B-1F2506E329D6}" dt="2025-03-30T04:54:37.445" v="1802" actId="123"/>
          <ac:spMkLst>
            <pc:docMk/>
            <pc:sldMk cId="181995151" sldId="9880"/>
            <ac:spMk id="87042" creationId="{E23A55D2-39BC-5ACF-FF01-3A1F0C6DE876}"/>
          </ac:spMkLst>
        </pc:spChg>
      </pc:sldChg>
      <pc:sldChg chg="modSp mod">
        <pc:chgData name="Lý Thanh Ngô" userId="d1fb4545a5d636d2" providerId="LiveId" clId="{ABD4904B-081A-47C6-B87B-1F2506E329D6}" dt="2025-03-30T04:54:39.610" v="1803" actId="123"/>
        <pc:sldMkLst>
          <pc:docMk/>
          <pc:sldMk cId="1703213285" sldId="9881"/>
        </pc:sldMkLst>
        <pc:spChg chg="mod">
          <ac:chgData name="Lý Thanh Ngô" userId="d1fb4545a5d636d2" providerId="LiveId" clId="{ABD4904B-081A-47C6-B87B-1F2506E329D6}" dt="2025-03-30T04:54:39.610" v="1803" actId="123"/>
          <ac:spMkLst>
            <pc:docMk/>
            <pc:sldMk cId="1703213285" sldId="9881"/>
            <ac:spMk id="87042" creationId="{7A7F8A57-795D-5BE7-E136-BD0DC0766313}"/>
          </ac:spMkLst>
        </pc:spChg>
      </pc:sldChg>
      <pc:sldChg chg="modSp mod">
        <pc:chgData name="Lý Thanh Ngô" userId="d1fb4545a5d636d2" providerId="LiveId" clId="{ABD4904B-081A-47C6-B87B-1F2506E329D6}" dt="2025-03-30T04:54:43.176" v="1804" actId="123"/>
        <pc:sldMkLst>
          <pc:docMk/>
          <pc:sldMk cId="1438407309" sldId="9882"/>
        </pc:sldMkLst>
        <pc:spChg chg="mod">
          <ac:chgData name="Lý Thanh Ngô" userId="d1fb4545a5d636d2" providerId="LiveId" clId="{ABD4904B-081A-47C6-B87B-1F2506E329D6}" dt="2025-03-30T04:54:43.176" v="1804" actId="123"/>
          <ac:spMkLst>
            <pc:docMk/>
            <pc:sldMk cId="1438407309" sldId="9882"/>
            <ac:spMk id="87042" creationId="{1D590097-05BA-8268-85A9-60C2D6A2446A}"/>
          </ac:spMkLst>
        </pc:spChg>
      </pc:sldChg>
      <pc:sldChg chg="modSp mod">
        <pc:chgData name="Lý Thanh Ngô" userId="d1fb4545a5d636d2" providerId="LiveId" clId="{ABD4904B-081A-47C6-B87B-1F2506E329D6}" dt="2025-03-30T04:55:20.520" v="1816" actId="404"/>
        <pc:sldMkLst>
          <pc:docMk/>
          <pc:sldMk cId="1954565109" sldId="9883"/>
        </pc:sldMkLst>
        <pc:spChg chg="mod">
          <ac:chgData name="Lý Thanh Ngô" userId="d1fb4545a5d636d2" providerId="LiveId" clId="{ABD4904B-081A-47C6-B87B-1F2506E329D6}" dt="2025-03-30T04:55:20.520" v="1816" actId="404"/>
          <ac:spMkLst>
            <pc:docMk/>
            <pc:sldMk cId="1954565109" sldId="9883"/>
            <ac:spMk id="87042" creationId="{22699D2C-8763-156D-F51D-1784997923B6}"/>
          </ac:spMkLst>
        </pc:spChg>
      </pc:sldChg>
      <pc:sldChg chg="modSp mod">
        <pc:chgData name="Lý Thanh Ngô" userId="d1fb4545a5d636d2" providerId="LiveId" clId="{ABD4904B-081A-47C6-B87B-1F2506E329D6}" dt="2025-03-30T04:55:44.735" v="1826" actId="123"/>
        <pc:sldMkLst>
          <pc:docMk/>
          <pc:sldMk cId="2188824168" sldId="9884"/>
        </pc:sldMkLst>
        <pc:spChg chg="mod">
          <ac:chgData name="Lý Thanh Ngô" userId="d1fb4545a5d636d2" providerId="LiveId" clId="{ABD4904B-081A-47C6-B87B-1F2506E329D6}" dt="2025-03-30T04:55:44.735" v="1826" actId="123"/>
          <ac:spMkLst>
            <pc:docMk/>
            <pc:sldMk cId="2188824168" sldId="9884"/>
            <ac:spMk id="46082" creationId="{8476D6E7-324D-C6DE-B47D-867879947BB0}"/>
          </ac:spMkLst>
        </pc:spChg>
      </pc:sldChg>
      <pc:sldChg chg="modSp mod">
        <pc:chgData name="Lý Thanh Ngô" userId="d1fb4545a5d636d2" providerId="LiveId" clId="{ABD4904B-081A-47C6-B87B-1F2506E329D6}" dt="2025-03-30T04:55:30.455" v="1817" actId="123"/>
        <pc:sldMkLst>
          <pc:docMk/>
          <pc:sldMk cId="662654963" sldId="9885"/>
        </pc:sldMkLst>
        <pc:spChg chg="mod">
          <ac:chgData name="Lý Thanh Ngô" userId="d1fb4545a5d636d2" providerId="LiveId" clId="{ABD4904B-081A-47C6-B87B-1F2506E329D6}" dt="2025-03-30T04:55:30.455" v="1817" actId="123"/>
          <ac:spMkLst>
            <pc:docMk/>
            <pc:sldMk cId="662654963" sldId="9885"/>
            <ac:spMk id="87042" creationId="{D8A71609-0C98-EEF0-2D2E-B1E587497947}"/>
          </ac:spMkLst>
        </pc:spChg>
      </pc:sldChg>
      <pc:sldChg chg="modSp mod">
        <pc:chgData name="Lý Thanh Ngô" userId="d1fb4545a5d636d2" providerId="LiveId" clId="{ABD4904B-081A-47C6-B87B-1F2506E329D6}" dt="2025-03-30T04:57:01.172" v="1877" actId="255"/>
        <pc:sldMkLst>
          <pc:docMk/>
          <pc:sldMk cId="4290998353" sldId="9886"/>
        </pc:sldMkLst>
        <pc:spChg chg="mod">
          <ac:chgData name="Lý Thanh Ngô" userId="d1fb4545a5d636d2" providerId="LiveId" clId="{ABD4904B-081A-47C6-B87B-1F2506E329D6}" dt="2025-03-30T04:57:01.172" v="1877" actId="255"/>
          <ac:spMkLst>
            <pc:docMk/>
            <pc:sldMk cId="4290998353" sldId="9886"/>
            <ac:spMk id="87042" creationId="{4F796875-2FDD-ED52-CF5B-B6F4CA724F54}"/>
          </ac:spMkLst>
        </pc:spChg>
      </pc:sldChg>
      <pc:sldChg chg="modSp mod">
        <pc:chgData name="Lý Thanh Ngô" userId="d1fb4545a5d636d2" providerId="LiveId" clId="{ABD4904B-081A-47C6-B87B-1F2506E329D6}" dt="2025-03-30T04:57:28.801" v="1886" actId="255"/>
        <pc:sldMkLst>
          <pc:docMk/>
          <pc:sldMk cId="3520831965" sldId="9887"/>
        </pc:sldMkLst>
        <pc:spChg chg="mod">
          <ac:chgData name="Lý Thanh Ngô" userId="d1fb4545a5d636d2" providerId="LiveId" clId="{ABD4904B-081A-47C6-B87B-1F2506E329D6}" dt="2025-03-30T04:57:28.801" v="1886" actId="255"/>
          <ac:spMkLst>
            <pc:docMk/>
            <pc:sldMk cId="3520831965" sldId="9887"/>
            <ac:spMk id="87042" creationId="{47B993B1-4E7E-3623-5845-358F89A38981}"/>
          </ac:spMkLst>
        </pc:spChg>
      </pc:sldChg>
      <pc:sldChg chg="modSp del mod">
        <pc:chgData name="Lý Thanh Ngô" userId="d1fb4545a5d636d2" providerId="LiveId" clId="{ABD4904B-081A-47C6-B87B-1F2506E329D6}" dt="2025-03-30T04:57:32.745" v="1887" actId="47"/>
        <pc:sldMkLst>
          <pc:docMk/>
          <pc:sldMk cId="1525044725" sldId="9888"/>
        </pc:sldMkLst>
      </pc:sldChg>
      <pc:sldChg chg="modSp mod">
        <pc:chgData name="Lý Thanh Ngô" userId="d1fb4545a5d636d2" providerId="LiveId" clId="{ABD4904B-081A-47C6-B87B-1F2506E329D6}" dt="2025-03-30T04:20:46.642" v="768" actId="20577"/>
        <pc:sldMkLst>
          <pc:docMk/>
          <pc:sldMk cId="2160185228" sldId="9889"/>
        </pc:sldMkLst>
        <pc:spChg chg="mod">
          <ac:chgData name="Lý Thanh Ngô" userId="d1fb4545a5d636d2" providerId="LiveId" clId="{ABD4904B-081A-47C6-B87B-1F2506E329D6}" dt="2025-03-30T04:20:46.642" v="768" actId="20577"/>
          <ac:spMkLst>
            <pc:docMk/>
            <pc:sldMk cId="2160185228" sldId="9889"/>
            <ac:spMk id="46082" creationId="{7F10E4E4-09C3-1CB5-C4A2-CFBEECAD9E94}"/>
          </ac:spMkLst>
        </pc:spChg>
      </pc:sldChg>
      <pc:sldChg chg="modSp mod">
        <pc:chgData name="Lý Thanh Ngô" userId="d1fb4545a5d636d2" providerId="LiveId" clId="{ABD4904B-081A-47C6-B87B-1F2506E329D6}" dt="2025-03-30T04:58:20.969" v="1904" actId="255"/>
        <pc:sldMkLst>
          <pc:docMk/>
          <pc:sldMk cId="13721989" sldId="9890"/>
        </pc:sldMkLst>
        <pc:spChg chg="mod">
          <ac:chgData name="Lý Thanh Ngô" userId="d1fb4545a5d636d2" providerId="LiveId" clId="{ABD4904B-081A-47C6-B87B-1F2506E329D6}" dt="2025-03-30T04:58:20.969" v="1904" actId="255"/>
          <ac:spMkLst>
            <pc:docMk/>
            <pc:sldMk cId="13721989" sldId="9890"/>
            <ac:spMk id="87042" creationId="{EA32DEC4-77F7-E4F0-E43C-66DB26030237}"/>
          </ac:spMkLst>
        </pc:spChg>
      </pc:sldChg>
      <pc:sldChg chg="modSp mod">
        <pc:chgData name="Lý Thanh Ngô" userId="d1fb4545a5d636d2" providerId="LiveId" clId="{ABD4904B-081A-47C6-B87B-1F2506E329D6}" dt="2025-03-30T04:58:28.020" v="1905" actId="123"/>
        <pc:sldMkLst>
          <pc:docMk/>
          <pc:sldMk cId="1952414727" sldId="9891"/>
        </pc:sldMkLst>
        <pc:spChg chg="mod">
          <ac:chgData name="Lý Thanh Ngô" userId="d1fb4545a5d636d2" providerId="LiveId" clId="{ABD4904B-081A-47C6-B87B-1F2506E329D6}" dt="2025-03-30T04:58:28.020" v="1905" actId="123"/>
          <ac:spMkLst>
            <pc:docMk/>
            <pc:sldMk cId="1952414727" sldId="9891"/>
            <ac:spMk id="87042" creationId="{8B5415F9-5B1C-F1AB-A470-19E098C759C2}"/>
          </ac:spMkLst>
        </pc:spChg>
      </pc:sldChg>
      <pc:sldChg chg="modSp mod">
        <pc:chgData name="Lý Thanh Ngô" userId="d1fb4545a5d636d2" providerId="LiveId" clId="{ABD4904B-081A-47C6-B87B-1F2506E329D6}" dt="2025-03-30T04:20:55.749" v="802" actId="20577"/>
        <pc:sldMkLst>
          <pc:docMk/>
          <pc:sldMk cId="3359446926" sldId="9892"/>
        </pc:sldMkLst>
        <pc:spChg chg="mod">
          <ac:chgData name="Lý Thanh Ngô" userId="d1fb4545a5d636d2" providerId="LiveId" clId="{ABD4904B-081A-47C6-B87B-1F2506E329D6}" dt="2025-03-30T04:20:55.749" v="802" actId="20577"/>
          <ac:spMkLst>
            <pc:docMk/>
            <pc:sldMk cId="3359446926" sldId="9892"/>
            <ac:spMk id="46082" creationId="{3893F0D4-65DD-5D42-B970-F583E8012BD1}"/>
          </ac:spMkLst>
        </pc:spChg>
      </pc:sldChg>
      <pc:sldChg chg="modSp mod">
        <pc:chgData name="Lý Thanh Ngô" userId="d1fb4545a5d636d2" providerId="LiveId" clId="{ABD4904B-081A-47C6-B87B-1F2506E329D6}" dt="2025-03-30T04:58:42.064" v="1906" actId="123"/>
        <pc:sldMkLst>
          <pc:docMk/>
          <pc:sldMk cId="3719311503" sldId="9893"/>
        </pc:sldMkLst>
        <pc:spChg chg="mod">
          <ac:chgData name="Lý Thanh Ngô" userId="d1fb4545a5d636d2" providerId="LiveId" clId="{ABD4904B-081A-47C6-B87B-1F2506E329D6}" dt="2025-03-30T04:58:42.064" v="1906" actId="123"/>
          <ac:spMkLst>
            <pc:docMk/>
            <pc:sldMk cId="3719311503" sldId="9893"/>
            <ac:spMk id="87042" creationId="{9D6177F0-5E6C-608E-3A88-D9044B9315F4}"/>
          </ac:spMkLst>
        </pc:spChg>
      </pc:sldChg>
      <pc:sldChg chg="modSp mod">
        <pc:chgData name="Lý Thanh Ngô" userId="d1fb4545a5d636d2" providerId="LiveId" clId="{ABD4904B-081A-47C6-B87B-1F2506E329D6}" dt="2025-03-30T04:58:45.926" v="1907" actId="123"/>
        <pc:sldMkLst>
          <pc:docMk/>
          <pc:sldMk cId="316058304" sldId="9894"/>
        </pc:sldMkLst>
      </pc:sldChg>
      <pc:sldChg chg="modSp mod">
        <pc:chgData name="Lý Thanh Ngô" userId="d1fb4545a5d636d2" providerId="LiveId" clId="{ABD4904B-081A-47C6-B87B-1F2506E329D6}" dt="2025-03-30T04:58:48.681" v="1908" actId="123"/>
        <pc:sldMkLst>
          <pc:docMk/>
          <pc:sldMk cId="1521856680" sldId="9895"/>
        </pc:sldMkLst>
        <pc:spChg chg="mod">
          <ac:chgData name="Lý Thanh Ngô" userId="d1fb4545a5d636d2" providerId="LiveId" clId="{ABD4904B-081A-47C6-B87B-1F2506E329D6}" dt="2025-03-30T04:58:48.681" v="1908" actId="123"/>
          <ac:spMkLst>
            <pc:docMk/>
            <pc:sldMk cId="1521856680" sldId="9895"/>
            <ac:spMk id="87042" creationId="{5E4C3294-384A-CFC9-ED45-0243B0AA62AF}"/>
          </ac:spMkLst>
        </pc:spChg>
      </pc:sldChg>
      <pc:sldChg chg="modSp mod">
        <pc:chgData name="Lý Thanh Ngô" userId="d1fb4545a5d636d2" providerId="LiveId" clId="{ABD4904B-081A-47C6-B87B-1F2506E329D6}" dt="2025-03-30T04:58:51.566" v="1909" actId="123"/>
        <pc:sldMkLst>
          <pc:docMk/>
          <pc:sldMk cId="367318003" sldId="9896"/>
        </pc:sldMkLst>
      </pc:sldChg>
      <pc:sldChg chg="modSp mod">
        <pc:chgData name="Lý Thanh Ngô" userId="d1fb4545a5d636d2" providerId="LiveId" clId="{ABD4904B-081A-47C6-B87B-1F2506E329D6}" dt="2025-03-30T04:58:55.482" v="1910" actId="123"/>
        <pc:sldMkLst>
          <pc:docMk/>
          <pc:sldMk cId="121284145" sldId="9897"/>
        </pc:sldMkLst>
        <pc:spChg chg="mod">
          <ac:chgData name="Lý Thanh Ngô" userId="d1fb4545a5d636d2" providerId="LiveId" clId="{ABD4904B-081A-47C6-B87B-1F2506E329D6}" dt="2025-03-30T04:58:55.482" v="1910" actId="123"/>
          <ac:spMkLst>
            <pc:docMk/>
            <pc:sldMk cId="121284145" sldId="9897"/>
            <ac:spMk id="87042" creationId="{EF956515-5E3A-1C60-EEC1-B8BC2F8729E5}"/>
          </ac:spMkLst>
        </pc:spChg>
      </pc:sldChg>
      <pc:sldChg chg="modSp mod">
        <pc:chgData name="Lý Thanh Ngô" userId="d1fb4545a5d636d2" providerId="LiveId" clId="{ABD4904B-081A-47C6-B87B-1F2506E329D6}" dt="2025-03-30T04:59:10.744" v="1916" actId="122"/>
        <pc:sldMkLst>
          <pc:docMk/>
          <pc:sldMk cId="1078366241" sldId="9900"/>
        </pc:sldMkLst>
        <pc:spChg chg="mod">
          <ac:chgData name="Lý Thanh Ngô" userId="d1fb4545a5d636d2" providerId="LiveId" clId="{ABD4904B-081A-47C6-B87B-1F2506E329D6}" dt="2025-03-30T04:59:10.744" v="1916" actId="122"/>
          <ac:spMkLst>
            <pc:docMk/>
            <pc:sldMk cId="1078366241" sldId="9900"/>
            <ac:spMk id="46082" creationId="{44F3A9AE-039F-15BA-D2A3-30FDFA699F44}"/>
          </ac:spMkLst>
        </pc:spChg>
      </pc:sldChg>
      <pc:sldChg chg="modSp mod">
        <pc:chgData name="Lý Thanh Ngô" userId="d1fb4545a5d636d2" providerId="LiveId" clId="{ABD4904B-081A-47C6-B87B-1F2506E329D6}" dt="2025-03-30T04:59:15.465" v="1917" actId="123"/>
        <pc:sldMkLst>
          <pc:docMk/>
          <pc:sldMk cId="1608661232" sldId="9901"/>
        </pc:sldMkLst>
        <pc:spChg chg="mod">
          <ac:chgData name="Lý Thanh Ngô" userId="d1fb4545a5d636d2" providerId="LiveId" clId="{ABD4904B-081A-47C6-B87B-1F2506E329D6}" dt="2025-03-30T04:59:15.465" v="1917" actId="123"/>
          <ac:spMkLst>
            <pc:docMk/>
            <pc:sldMk cId="1608661232" sldId="9901"/>
            <ac:spMk id="46082" creationId="{FF7D9A66-A37E-54A8-65CA-B9AC17CC62FF}"/>
          </ac:spMkLst>
        </pc:spChg>
      </pc:sldChg>
      <pc:sldChg chg="modSp mod">
        <pc:chgData name="Lý Thanh Ngô" userId="d1fb4545a5d636d2" providerId="LiveId" clId="{ABD4904B-081A-47C6-B87B-1F2506E329D6}" dt="2025-03-30T04:59:18.933" v="1918" actId="123"/>
        <pc:sldMkLst>
          <pc:docMk/>
          <pc:sldMk cId="2629207321" sldId="9902"/>
        </pc:sldMkLst>
        <pc:spChg chg="mod">
          <ac:chgData name="Lý Thanh Ngô" userId="d1fb4545a5d636d2" providerId="LiveId" clId="{ABD4904B-081A-47C6-B87B-1F2506E329D6}" dt="2025-03-30T04:59:18.933" v="1918" actId="123"/>
          <ac:spMkLst>
            <pc:docMk/>
            <pc:sldMk cId="2629207321" sldId="9902"/>
            <ac:spMk id="46082" creationId="{6246C1CF-B2C1-5F3F-9394-7F923C0F61E1}"/>
          </ac:spMkLst>
        </pc:spChg>
      </pc:sldChg>
      <pc:sldChg chg="modSp mod">
        <pc:chgData name="Lý Thanh Ngô" userId="d1fb4545a5d636d2" providerId="LiveId" clId="{ABD4904B-081A-47C6-B87B-1F2506E329D6}" dt="2025-03-30T04:59:22.598" v="1919" actId="123"/>
        <pc:sldMkLst>
          <pc:docMk/>
          <pc:sldMk cId="1290835927" sldId="9903"/>
        </pc:sldMkLst>
      </pc:sldChg>
      <pc:sldChg chg="modSp mod">
        <pc:chgData name="Lý Thanh Ngô" userId="d1fb4545a5d636d2" providerId="LiveId" clId="{ABD4904B-081A-47C6-B87B-1F2506E329D6}" dt="2025-03-30T04:59:25.909" v="1920" actId="123"/>
        <pc:sldMkLst>
          <pc:docMk/>
          <pc:sldMk cId="4150645961" sldId="9904"/>
        </pc:sldMkLst>
        <pc:spChg chg="mod">
          <ac:chgData name="Lý Thanh Ngô" userId="d1fb4545a5d636d2" providerId="LiveId" clId="{ABD4904B-081A-47C6-B87B-1F2506E329D6}" dt="2025-03-30T04:59:25.909" v="1920" actId="123"/>
          <ac:spMkLst>
            <pc:docMk/>
            <pc:sldMk cId="4150645961" sldId="9904"/>
            <ac:spMk id="46082" creationId="{236B643C-42FE-0444-4FEE-828177A8F322}"/>
          </ac:spMkLst>
        </pc:spChg>
      </pc:sldChg>
      <pc:sldChg chg="modSp mod">
        <pc:chgData name="Lý Thanh Ngô" userId="d1fb4545a5d636d2" providerId="LiveId" clId="{ABD4904B-081A-47C6-B87B-1F2506E329D6}" dt="2025-03-30T04:59:28.436" v="1921" actId="123"/>
        <pc:sldMkLst>
          <pc:docMk/>
          <pc:sldMk cId="3470603365" sldId="9905"/>
        </pc:sldMkLst>
        <pc:spChg chg="mod">
          <ac:chgData name="Lý Thanh Ngô" userId="d1fb4545a5d636d2" providerId="LiveId" clId="{ABD4904B-081A-47C6-B87B-1F2506E329D6}" dt="2025-03-30T04:59:28.436" v="1921" actId="123"/>
          <ac:spMkLst>
            <pc:docMk/>
            <pc:sldMk cId="3470603365" sldId="9905"/>
            <ac:spMk id="46082" creationId="{4855D5D5-42B6-03AA-D0C5-C060017BD8DF}"/>
          </ac:spMkLst>
        </pc:spChg>
      </pc:sldChg>
      <pc:sldChg chg="modSp mod">
        <pc:chgData name="Lý Thanh Ngô" userId="d1fb4545a5d636d2" providerId="LiveId" clId="{ABD4904B-081A-47C6-B87B-1F2506E329D6}" dt="2025-03-30T04:33:39.806" v="1246" actId="207"/>
        <pc:sldMkLst>
          <pc:docMk/>
          <pc:sldMk cId="1613890805" sldId="9906"/>
        </pc:sldMkLst>
        <pc:spChg chg="mod">
          <ac:chgData name="Lý Thanh Ngô" userId="d1fb4545a5d636d2" providerId="LiveId" clId="{ABD4904B-081A-47C6-B87B-1F2506E329D6}" dt="2025-03-30T04:33:39.806" v="1246" actId="207"/>
          <ac:spMkLst>
            <pc:docMk/>
            <pc:sldMk cId="1613890805" sldId="9906"/>
            <ac:spMk id="46082" creationId="{15972B90-D4B5-7307-77D9-8F1546BE592A}"/>
          </ac:spMkLst>
        </pc:spChg>
      </pc:sldChg>
      <pc:sldChg chg="modSp mod">
        <pc:chgData name="Lý Thanh Ngô" userId="d1fb4545a5d636d2" providerId="LiveId" clId="{ABD4904B-081A-47C6-B87B-1F2506E329D6}" dt="2025-03-30T04:59:43.046" v="1927" actId="122"/>
        <pc:sldMkLst>
          <pc:docMk/>
          <pc:sldMk cId="576050836" sldId="9907"/>
        </pc:sldMkLst>
        <pc:spChg chg="mod">
          <ac:chgData name="Lý Thanh Ngô" userId="d1fb4545a5d636d2" providerId="LiveId" clId="{ABD4904B-081A-47C6-B87B-1F2506E329D6}" dt="2025-03-30T04:59:43.046" v="1927" actId="122"/>
          <ac:spMkLst>
            <pc:docMk/>
            <pc:sldMk cId="576050836" sldId="9907"/>
            <ac:spMk id="46082" creationId="{256126B9-69D1-A440-AA9D-73146B07307C}"/>
          </ac:spMkLst>
        </pc:spChg>
      </pc:sldChg>
      <pc:sldChg chg="modSp mod">
        <pc:chgData name="Lý Thanh Ngô" userId="d1fb4545a5d636d2" providerId="LiveId" clId="{ABD4904B-081A-47C6-B87B-1F2506E329D6}" dt="2025-03-30T04:59:48.514" v="1928" actId="123"/>
        <pc:sldMkLst>
          <pc:docMk/>
          <pc:sldMk cId="2827542806" sldId="9908"/>
        </pc:sldMkLst>
        <pc:spChg chg="mod">
          <ac:chgData name="Lý Thanh Ngô" userId="d1fb4545a5d636d2" providerId="LiveId" clId="{ABD4904B-081A-47C6-B87B-1F2506E329D6}" dt="2025-03-30T04:59:48.514" v="1928" actId="123"/>
          <ac:spMkLst>
            <pc:docMk/>
            <pc:sldMk cId="2827542806" sldId="9908"/>
            <ac:spMk id="46082" creationId="{306480E5-0698-C66D-1ED9-AA4B2A88B6EA}"/>
          </ac:spMkLst>
        </pc:spChg>
      </pc:sldChg>
      <pc:sldChg chg="modSp mod">
        <pc:chgData name="Lý Thanh Ngô" userId="d1fb4545a5d636d2" providerId="LiveId" clId="{ABD4904B-081A-47C6-B87B-1F2506E329D6}" dt="2025-03-30T04:59:50.468" v="1929" actId="123"/>
        <pc:sldMkLst>
          <pc:docMk/>
          <pc:sldMk cId="159199625" sldId="9909"/>
        </pc:sldMkLst>
        <pc:spChg chg="mod">
          <ac:chgData name="Lý Thanh Ngô" userId="d1fb4545a5d636d2" providerId="LiveId" clId="{ABD4904B-081A-47C6-B87B-1F2506E329D6}" dt="2025-03-30T04:59:50.468" v="1929" actId="123"/>
          <ac:spMkLst>
            <pc:docMk/>
            <pc:sldMk cId="159199625" sldId="9909"/>
            <ac:spMk id="46082" creationId="{B141D9D1-57C4-8622-8A12-15440C6F1202}"/>
          </ac:spMkLst>
        </pc:spChg>
      </pc:sldChg>
      <pc:sldChg chg="modSp mod">
        <pc:chgData name="Lý Thanh Ngô" userId="d1fb4545a5d636d2" providerId="LiveId" clId="{ABD4904B-081A-47C6-B87B-1F2506E329D6}" dt="2025-03-30T04:59:54.180" v="1930" actId="123"/>
        <pc:sldMkLst>
          <pc:docMk/>
          <pc:sldMk cId="2074675852" sldId="9910"/>
        </pc:sldMkLst>
        <pc:spChg chg="mod">
          <ac:chgData name="Lý Thanh Ngô" userId="d1fb4545a5d636d2" providerId="LiveId" clId="{ABD4904B-081A-47C6-B87B-1F2506E329D6}" dt="2025-03-30T04:59:54.180" v="1930" actId="123"/>
          <ac:spMkLst>
            <pc:docMk/>
            <pc:sldMk cId="2074675852" sldId="9910"/>
            <ac:spMk id="46082" creationId="{758ECD1A-DC89-8A0B-D94A-4526E8992F46}"/>
          </ac:spMkLst>
        </pc:spChg>
      </pc:sldChg>
      <pc:sldChg chg="modSp mod">
        <pc:chgData name="Lý Thanh Ngô" userId="d1fb4545a5d636d2" providerId="LiveId" clId="{ABD4904B-081A-47C6-B87B-1F2506E329D6}" dt="2025-03-30T05:00:01.223" v="1931" actId="123"/>
        <pc:sldMkLst>
          <pc:docMk/>
          <pc:sldMk cId="1253784387" sldId="9911"/>
        </pc:sldMkLst>
        <pc:spChg chg="mod">
          <ac:chgData name="Lý Thanh Ngô" userId="d1fb4545a5d636d2" providerId="LiveId" clId="{ABD4904B-081A-47C6-B87B-1F2506E329D6}" dt="2025-03-30T05:00:01.223" v="1931" actId="123"/>
          <ac:spMkLst>
            <pc:docMk/>
            <pc:sldMk cId="1253784387" sldId="9911"/>
            <ac:spMk id="46082" creationId="{15C01A9F-E3DC-CD0C-C3E1-C8A13A5CEB44}"/>
          </ac:spMkLst>
        </pc:spChg>
      </pc:sldChg>
      <pc:sldChg chg="modSp mod">
        <pc:chgData name="Lý Thanh Ngô" userId="d1fb4545a5d636d2" providerId="LiveId" clId="{ABD4904B-081A-47C6-B87B-1F2506E329D6}" dt="2025-03-30T05:00:04.544" v="1932" actId="123"/>
        <pc:sldMkLst>
          <pc:docMk/>
          <pc:sldMk cId="4061793047" sldId="9912"/>
        </pc:sldMkLst>
        <pc:spChg chg="mod">
          <ac:chgData name="Lý Thanh Ngô" userId="d1fb4545a5d636d2" providerId="LiveId" clId="{ABD4904B-081A-47C6-B87B-1F2506E329D6}" dt="2025-03-30T05:00:04.544" v="1932" actId="123"/>
          <ac:spMkLst>
            <pc:docMk/>
            <pc:sldMk cId="4061793047" sldId="9912"/>
            <ac:spMk id="46082" creationId="{8F726F33-0364-F5A4-C8A3-4F5B58DC56A1}"/>
          </ac:spMkLst>
        </pc:spChg>
      </pc:sldChg>
      <pc:sldChg chg="modSp mod">
        <pc:chgData name="Lý Thanh Ngô" userId="d1fb4545a5d636d2" providerId="LiveId" clId="{ABD4904B-081A-47C6-B87B-1F2506E329D6}" dt="2025-03-30T05:00:18.995" v="1939" actId="20577"/>
        <pc:sldMkLst>
          <pc:docMk/>
          <pc:sldMk cId="3165449530" sldId="9913"/>
        </pc:sldMkLst>
        <pc:spChg chg="mod">
          <ac:chgData name="Lý Thanh Ngô" userId="d1fb4545a5d636d2" providerId="LiveId" clId="{ABD4904B-081A-47C6-B87B-1F2506E329D6}" dt="2025-03-30T05:00:18.995" v="1939" actId="20577"/>
          <ac:spMkLst>
            <pc:docMk/>
            <pc:sldMk cId="3165449530" sldId="9913"/>
            <ac:spMk id="46082" creationId="{E1B29ADE-B01B-C893-7794-6987D636A811}"/>
          </ac:spMkLst>
        </pc:spChg>
      </pc:sldChg>
      <pc:sldChg chg="modSp mod">
        <pc:chgData name="Lý Thanh Ngô" userId="d1fb4545a5d636d2" providerId="LiveId" clId="{ABD4904B-081A-47C6-B87B-1F2506E329D6}" dt="2025-03-30T05:00:26.809" v="1940" actId="123"/>
        <pc:sldMkLst>
          <pc:docMk/>
          <pc:sldMk cId="522233016" sldId="9914"/>
        </pc:sldMkLst>
        <pc:spChg chg="mod">
          <ac:chgData name="Lý Thanh Ngô" userId="d1fb4545a5d636d2" providerId="LiveId" clId="{ABD4904B-081A-47C6-B87B-1F2506E329D6}" dt="2025-03-30T05:00:26.809" v="1940" actId="123"/>
          <ac:spMkLst>
            <pc:docMk/>
            <pc:sldMk cId="522233016" sldId="9914"/>
            <ac:spMk id="46082" creationId="{F6B68CC3-412D-C5F9-6BF0-12DAAFAB7C4C}"/>
          </ac:spMkLst>
        </pc:spChg>
      </pc:sldChg>
      <pc:sldChg chg="modSp mod">
        <pc:chgData name="Lý Thanh Ngô" userId="d1fb4545a5d636d2" providerId="LiveId" clId="{ABD4904B-081A-47C6-B87B-1F2506E329D6}" dt="2025-03-30T05:00:30.588" v="1941" actId="123"/>
        <pc:sldMkLst>
          <pc:docMk/>
          <pc:sldMk cId="2763764899" sldId="9915"/>
        </pc:sldMkLst>
        <pc:spChg chg="mod">
          <ac:chgData name="Lý Thanh Ngô" userId="d1fb4545a5d636d2" providerId="LiveId" clId="{ABD4904B-081A-47C6-B87B-1F2506E329D6}" dt="2025-03-30T05:00:30.588" v="1941" actId="123"/>
          <ac:spMkLst>
            <pc:docMk/>
            <pc:sldMk cId="2763764899" sldId="9915"/>
            <ac:spMk id="46082" creationId="{C4B159FC-D56B-AFDD-468E-8327FB5A59E9}"/>
          </ac:spMkLst>
        </pc:spChg>
      </pc:sldChg>
      <pc:sldChg chg="modSp mod">
        <pc:chgData name="Lý Thanh Ngô" userId="d1fb4545a5d636d2" providerId="LiveId" clId="{ABD4904B-081A-47C6-B87B-1F2506E329D6}" dt="2025-03-30T05:00:34.768" v="1942" actId="123"/>
        <pc:sldMkLst>
          <pc:docMk/>
          <pc:sldMk cId="2276341674" sldId="9916"/>
        </pc:sldMkLst>
        <pc:spChg chg="mod">
          <ac:chgData name="Lý Thanh Ngô" userId="d1fb4545a5d636d2" providerId="LiveId" clId="{ABD4904B-081A-47C6-B87B-1F2506E329D6}" dt="2025-03-30T05:00:34.768" v="1942" actId="123"/>
          <ac:spMkLst>
            <pc:docMk/>
            <pc:sldMk cId="2276341674" sldId="9916"/>
            <ac:spMk id="46082" creationId="{64D8C2BA-B418-ED2B-49CA-A3324EE34F84}"/>
          </ac:spMkLst>
        </pc:spChg>
      </pc:sldChg>
      <pc:sldChg chg="modSp mod">
        <pc:chgData name="Lý Thanh Ngô" userId="d1fb4545a5d636d2" providerId="LiveId" clId="{ABD4904B-081A-47C6-B87B-1F2506E329D6}" dt="2025-03-30T05:00:37.578" v="1943" actId="123"/>
        <pc:sldMkLst>
          <pc:docMk/>
          <pc:sldMk cId="888088382" sldId="9917"/>
        </pc:sldMkLst>
        <pc:spChg chg="mod">
          <ac:chgData name="Lý Thanh Ngô" userId="d1fb4545a5d636d2" providerId="LiveId" clId="{ABD4904B-081A-47C6-B87B-1F2506E329D6}" dt="2025-03-30T05:00:37.578" v="1943" actId="123"/>
          <ac:spMkLst>
            <pc:docMk/>
            <pc:sldMk cId="888088382" sldId="9917"/>
            <ac:spMk id="46082" creationId="{0BDA323C-35E3-FDBD-2A4E-51EF8EC81D80}"/>
          </ac:spMkLst>
        </pc:spChg>
      </pc:sldChg>
      <pc:sldChg chg="modSp mod">
        <pc:chgData name="Lý Thanh Ngô" userId="d1fb4545a5d636d2" providerId="LiveId" clId="{ABD4904B-081A-47C6-B87B-1F2506E329D6}" dt="2025-03-30T05:00:40.431" v="1944" actId="123"/>
        <pc:sldMkLst>
          <pc:docMk/>
          <pc:sldMk cId="574032678" sldId="9918"/>
        </pc:sldMkLst>
        <pc:spChg chg="mod">
          <ac:chgData name="Lý Thanh Ngô" userId="d1fb4545a5d636d2" providerId="LiveId" clId="{ABD4904B-081A-47C6-B87B-1F2506E329D6}" dt="2025-03-30T05:00:40.431" v="1944" actId="123"/>
          <ac:spMkLst>
            <pc:docMk/>
            <pc:sldMk cId="574032678" sldId="9918"/>
            <ac:spMk id="46082" creationId="{61F1A4DB-79ED-8B9A-714E-8288BF017CD5}"/>
          </ac:spMkLst>
        </pc:spChg>
      </pc:sldChg>
      <pc:sldChg chg="modSp mod">
        <pc:chgData name="Lý Thanh Ngô" userId="d1fb4545a5d636d2" providerId="LiveId" clId="{ABD4904B-081A-47C6-B87B-1F2506E329D6}" dt="2025-03-30T05:00:43.285" v="1945" actId="123"/>
        <pc:sldMkLst>
          <pc:docMk/>
          <pc:sldMk cId="3268485197" sldId="9919"/>
        </pc:sldMkLst>
        <pc:spChg chg="mod">
          <ac:chgData name="Lý Thanh Ngô" userId="d1fb4545a5d636d2" providerId="LiveId" clId="{ABD4904B-081A-47C6-B87B-1F2506E329D6}" dt="2025-03-30T05:00:43.285" v="1945" actId="123"/>
          <ac:spMkLst>
            <pc:docMk/>
            <pc:sldMk cId="3268485197" sldId="9919"/>
            <ac:spMk id="46082" creationId="{CA418B87-6FFE-4F3F-0A00-510748A83D7A}"/>
          </ac:spMkLst>
        </pc:spChg>
      </pc:sldChg>
      <pc:sldChg chg="modSp mod">
        <pc:chgData name="Lý Thanh Ngô" userId="d1fb4545a5d636d2" providerId="LiveId" clId="{ABD4904B-081A-47C6-B87B-1F2506E329D6}" dt="2025-03-30T05:00:47.370" v="1946" actId="123"/>
        <pc:sldMkLst>
          <pc:docMk/>
          <pc:sldMk cId="187347292" sldId="9920"/>
        </pc:sldMkLst>
        <pc:spChg chg="mod">
          <ac:chgData name="Lý Thanh Ngô" userId="d1fb4545a5d636d2" providerId="LiveId" clId="{ABD4904B-081A-47C6-B87B-1F2506E329D6}" dt="2025-03-30T05:00:47.370" v="1946" actId="123"/>
          <ac:spMkLst>
            <pc:docMk/>
            <pc:sldMk cId="187347292" sldId="9920"/>
            <ac:spMk id="46082" creationId="{23E3E4F5-F2FC-70A2-4DCB-357274CFE020}"/>
          </ac:spMkLst>
        </pc:spChg>
      </pc:sldChg>
      <pc:sldChg chg="modSp mod">
        <pc:chgData name="Lý Thanh Ngô" userId="d1fb4545a5d636d2" providerId="LiveId" clId="{ABD4904B-081A-47C6-B87B-1F2506E329D6}" dt="2025-03-30T05:00:53.792" v="1947" actId="123"/>
        <pc:sldMkLst>
          <pc:docMk/>
          <pc:sldMk cId="1295548846" sldId="9921"/>
        </pc:sldMkLst>
        <pc:spChg chg="mod">
          <ac:chgData name="Lý Thanh Ngô" userId="d1fb4545a5d636d2" providerId="LiveId" clId="{ABD4904B-081A-47C6-B87B-1F2506E329D6}" dt="2025-03-30T05:00:53.792" v="1947" actId="123"/>
          <ac:spMkLst>
            <pc:docMk/>
            <pc:sldMk cId="1295548846" sldId="9921"/>
            <ac:spMk id="46082" creationId="{AB45D9CD-917A-320C-6C9D-94B009DFE745}"/>
          </ac:spMkLst>
        </pc:spChg>
      </pc:sldChg>
      <pc:sldChg chg="modSp mod">
        <pc:chgData name="Lý Thanh Ngô" userId="d1fb4545a5d636d2" providerId="LiveId" clId="{ABD4904B-081A-47C6-B87B-1F2506E329D6}" dt="2025-03-30T05:00:56.698" v="1948" actId="123"/>
        <pc:sldMkLst>
          <pc:docMk/>
          <pc:sldMk cId="1032720080" sldId="9922"/>
        </pc:sldMkLst>
        <pc:spChg chg="mod">
          <ac:chgData name="Lý Thanh Ngô" userId="d1fb4545a5d636d2" providerId="LiveId" clId="{ABD4904B-081A-47C6-B87B-1F2506E329D6}" dt="2025-03-30T05:00:56.698" v="1948" actId="123"/>
          <ac:spMkLst>
            <pc:docMk/>
            <pc:sldMk cId="1032720080" sldId="9922"/>
            <ac:spMk id="46082" creationId="{B04F7272-7E7A-4D00-E89F-1A611CCD4996}"/>
          </ac:spMkLst>
        </pc:spChg>
      </pc:sldChg>
      <pc:sldChg chg="modSp mod">
        <pc:chgData name="Lý Thanh Ngô" userId="d1fb4545a5d636d2" providerId="LiveId" clId="{ABD4904B-081A-47C6-B87B-1F2506E329D6}" dt="2025-03-30T05:00:59.891" v="1949" actId="123"/>
        <pc:sldMkLst>
          <pc:docMk/>
          <pc:sldMk cId="1660952084" sldId="9923"/>
        </pc:sldMkLst>
        <pc:spChg chg="mod">
          <ac:chgData name="Lý Thanh Ngô" userId="d1fb4545a5d636d2" providerId="LiveId" clId="{ABD4904B-081A-47C6-B87B-1F2506E329D6}" dt="2025-03-30T05:00:59.891" v="1949" actId="123"/>
          <ac:spMkLst>
            <pc:docMk/>
            <pc:sldMk cId="1660952084" sldId="9923"/>
            <ac:spMk id="46082" creationId="{3782FF22-374E-1F13-3700-806F91B3C50D}"/>
          </ac:spMkLst>
        </pc:spChg>
      </pc:sldChg>
      <pc:sldChg chg="modSp mod">
        <pc:chgData name="Lý Thanh Ngô" userId="d1fb4545a5d636d2" providerId="LiveId" clId="{ABD4904B-081A-47C6-B87B-1F2506E329D6}" dt="2025-03-30T05:01:12.170" v="1953" actId="255"/>
        <pc:sldMkLst>
          <pc:docMk/>
          <pc:sldMk cId="135439565" sldId="9924"/>
        </pc:sldMkLst>
        <pc:spChg chg="mod">
          <ac:chgData name="Lý Thanh Ngô" userId="d1fb4545a5d636d2" providerId="LiveId" clId="{ABD4904B-081A-47C6-B87B-1F2506E329D6}" dt="2025-03-30T05:01:12.170" v="1953" actId="255"/>
          <ac:spMkLst>
            <pc:docMk/>
            <pc:sldMk cId="135439565" sldId="9924"/>
            <ac:spMk id="46082" creationId="{A04F28CD-D38D-D8A7-A32D-68EB065C63EC}"/>
          </ac:spMkLst>
        </pc:spChg>
      </pc:sldChg>
      <pc:sldChg chg="modSp mod">
        <pc:chgData name="Lý Thanh Ngô" userId="d1fb4545a5d636d2" providerId="LiveId" clId="{ABD4904B-081A-47C6-B87B-1F2506E329D6}" dt="2025-03-30T05:01:20.441" v="1956" actId="6549"/>
        <pc:sldMkLst>
          <pc:docMk/>
          <pc:sldMk cId="3976937419" sldId="9925"/>
        </pc:sldMkLst>
        <pc:spChg chg="mod">
          <ac:chgData name="Lý Thanh Ngô" userId="d1fb4545a5d636d2" providerId="LiveId" clId="{ABD4904B-081A-47C6-B87B-1F2506E329D6}" dt="2025-03-30T05:01:20.441" v="1956" actId="6549"/>
          <ac:spMkLst>
            <pc:docMk/>
            <pc:sldMk cId="3976937419" sldId="9925"/>
            <ac:spMk id="46082" creationId="{9076FCC7-650B-65D4-2AE8-2FF676493363}"/>
          </ac:spMkLst>
        </pc:spChg>
      </pc:sldChg>
      <pc:sldChg chg="modSp mod">
        <pc:chgData name="Lý Thanh Ngô" userId="d1fb4545a5d636d2" providerId="LiveId" clId="{ABD4904B-081A-47C6-B87B-1F2506E329D6}" dt="2025-03-30T05:01:24.556" v="1957" actId="123"/>
        <pc:sldMkLst>
          <pc:docMk/>
          <pc:sldMk cId="3849524063" sldId="9926"/>
        </pc:sldMkLst>
        <pc:spChg chg="mod">
          <ac:chgData name="Lý Thanh Ngô" userId="d1fb4545a5d636d2" providerId="LiveId" clId="{ABD4904B-081A-47C6-B87B-1F2506E329D6}" dt="2025-03-30T05:01:24.556" v="1957" actId="123"/>
          <ac:spMkLst>
            <pc:docMk/>
            <pc:sldMk cId="3849524063" sldId="9926"/>
            <ac:spMk id="46082" creationId="{4383DA44-7C29-F4D8-2001-51B997A82768}"/>
          </ac:spMkLst>
        </pc:spChg>
      </pc:sldChg>
      <pc:sldChg chg="modSp mod">
        <pc:chgData name="Lý Thanh Ngô" userId="d1fb4545a5d636d2" providerId="LiveId" clId="{ABD4904B-081A-47C6-B87B-1F2506E329D6}" dt="2025-03-30T05:01:31.712" v="1960" actId="20577"/>
        <pc:sldMkLst>
          <pc:docMk/>
          <pc:sldMk cId="4166180669" sldId="9927"/>
        </pc:sldMkLst>
        <pc:spChg chg="mod">
          <ac:chgData name="Lý Thanh Ngô" userId="d1fb4545a5d636d2" providerId="LiveId" clId="{ABD4904B-081A-47C6-B87B-1F2506E329D6}" dt="2025-03-30T05:01:31.712" v="1960" actId="20577"/>
          <ac:spMkLst>
            <pc:docMk/>
            <pc:sldMk cId="4166180669" sldId="9927"/>
            <ac:spMk id="46082" creationId="{345A4EAC-D0D7-F4D1-D9F1-844A947C5F1C}"/>
          </ac:spMkLst>
        </pc:spChg>
      </pc:sldChg>
      <pc:sldChg chg="modSp mod">
        <pc:chgData name="Lý Thanh Ngô" userId="d1fb4545a5d636d2" providerId="LiveId" clId="{ABD4904B-081A-47C6-B87B-1F2506E329D6}" dt="2025-03-30T05:01:44.811" v="1961" actId="123"/>
        <pc:sldMkLst>
          <pc:docMk/>
          <pc:sldMk cId="6715914" sldId="9928"/>
        </pc:sldMkLst>
        <pc:spChg chg="mod">
          <ac:chgData name="Lý Thanh Ngô" userId="d1fb4545a5d636d2" providerId="LiveId" clId="{ABD4904B-081A-47C6-B87B-1F2506E329D6}" dt="2025-03-30T05:01:44.811" v="1961" actId="123"/>
          <ac:spMkLst>
            <pc:docMk/>
            <pc:sldMk cId="6715914" sldId="9928"/>
            <ac:spMk id="46082" creationId="{A6102EEC-F65B-8198-2AD9-D11506836785}"/>
          </ac:spMkLst>
        </pc:spChg>
      </pc:sldChg>
      <pc:sldChg chg="modSp mod">
        <pc:chgData name="Lý Thanh Ngô" userId="d1fb4545a5d636d2" providerId="LiveId" clId="{ABD4904B-081A-47C6-B87B-1F2506E329D6}" dt="2025-03-30T05:01:58.649" v="1967" actId="20577"/>
        <pc:sldMkLst>
          <pc:docMk/>
          <pc:sldMk cId="3588150592" sldId="9929"/>
        </pc:sldMkLst>
        <pc:spChg chg="mod">
          <ac:chgData name="Lý Thanh Ngô" userId="d1fb4545a5d636d2" providerId="LiveId" clId="{ABD4904B-081A-47C6-B87B-1F2506E329D6}" dt="2025-03-30T05:01:58.649" v="1967" actId="20577"/>
          <ac:spMkLst>
            <pc:docMk/>
            <pc:sldMk cId="3588150592" sldId="9929"/>
            <ac:spMk id="46082" creationId="{AFB126A8-ED0F-3443-5038-5E183D1787AA}"/>
          </ac:spMkLst>
        </pc:spChg>
      </pc:sldChg>
      <pc:sldChg chg="modSp mod">
        <pc:chgData name="Lý Thanh Ngô" userId="d1fb4545a5d636d2" providerId="LiveId" clId="{ABD4904B-081A-47C6-B87B-1F2506E329D6}" dt="2025-03-30T05:02:05.390" v="1968" actId="123"/>
        <pc:sldMkLst>
          <pc:docMk/>
          <pc:sldMk cId="2367944318" sldId="9930"/>
        </pc:sldMkLst>
        <pc:spChg chg="mod">
          <ac:chgData name="Lý Thanh Ngô" userId="d1fb4545a5d636d2" providerId="LiveId" clId="{ABD4904B-081A-47C6-B87B-1F2506E329D6}" dt="2025-03-30T05:02:05.390" v="1968" actId="123"/>
          <ac:spMkLst>
            <pc:docMk/>
            <pc:sldMk cId="2367944318" sldId="9930"/>
            <ac:spMk id="46082" creationId="{B1B498CC-D6A0-FD46-C8FD-DB2124503A80}"/>
          </ac:spMkLst>
        </pc:spChg>
      </pc:sldChg>
      <pc:sldChg chg="modSp mod">
        <pc:chgData name="Lý Thanh Ngô" userId="d1fb4545a5d636d2" providerId="LiveId" clId="{ABD4904B-081A-47C6-B87B-1F2506E329D6}" dt="2025-03-30T05:02:10.170" v="1969" actId="123"/>
        <pc:sldMkLst>
          <pc:docMk/>
          <pc:sldMk cId="661416154" sldId="9931"/>
        </pc:sldMkLst>
        <pc:spChg chg="mod">
          <ac:chgData name="Lý Thanh Ngô" userId="d1fb4545a5d636d2" providerId="LiveId" clId="{ABD4904B-081A-47C6-B87B-1F2506E329D6}" dt="2025-03-30T05:02:10.170" v="1969" actId="123"/>
          <ac:spMkLst>
            <pc:docMk/>
            <pc:sldMk cId="661416154" sldId="9931"/>
            <ac:spMk id="46082" creationId="{83C3B709-7413-FADA-D182-7D3D4E2FA35F}"/>
          </ac:spMkLst>
        </pc:spChg>
      </pc:sldChg>
      <pc:sldChg chg="modSp mod">
        <pc:chgData name="Lý Thanh Ngô" userId="d1fb4545a5d636d2" providerId="LiveId" clId="{ABD4904B-081A-47C6-B87B-1F2506E329D6}" dt="2025-03-30T05:02:13.078" v="1970" actId="123"/>
        <pc:sldMkLst>
          <pc:docMk/>
          <pc:sldMk cId="2138796068" sldId="9932"/>
        </pc:sldMkLst>
        <pc:spChg chg="mod">
          <ac:chgData name="Lý Thanh Ngô" userId="d1fb4545a5d636d2" providerId="LiveId" clId="{ABD4904B-081A-47C6-B87B-1F2506E329D6}" dt="2025-03-30T05:02:13.078" v="1970" actId="123"/>
          <ac:spMkLst>
            <pc:docMk/>
            <pc:sldMk cId="2138796068" sldId="9932"/>
            <ac:spMk id="46082" creationId="{2ECB7632-4EC8-3ABB-6B5A-7BAD5CDE8E57}"/>
          </ac:spMkLst>
        </pc:spChg>
      </pc:sldChg>
      <pc:sldChg chg="modSp mod">
        <pc:chgData name="Lý Thanh Ngô" userId="d1fb4545a5d636d2" providerId="LiveId" clId="{ABD4904B-081A-47C6-B87B-1F2506E329D6}" dt="2025-03-30T05:02:32.964" v="1973" actId="255"/>
        <pc:sldMkLst>
          <pc:docMk/>
          <pc:sldMk cId="603951992" sldId="9933"/>
        </pc:sldMkLst>
        <pc:spChg chg="mod">
          <ac:chgData name="Lý Thanh Ngô" userId="d1fb4545a5d636d2" providerId="LiveId" clId="{ABD4904B-081A-47C6-B87B-1F2506E329D6}" dt="2025-03-30T05:02:32.964" v="1973" actId="255"/>
          <ac:spMkLst>
            <pc:docMk/>
            <pc:sldMk cId="603951992" sldId="9933"/>
            <ac:spMk id="46082" creationId="{BEC80A15-78DE-6A11-1B57-BC29ADB87B64}"/>
          </ac:spMkLst>
        </pc:spChg>
      </pc:sldChg>
      <pc:sldChg chg="modSp mod">
        <pc:chgData name="Lý Thanh Ngô" userId="d1fb4545a5d636d2" providerId="LiveId" clId="{ABD4904B-081A-47C6-B87B-1F2506E329D6}" dt="2025-03-30T05:02:41.316" v="1976" actId="403"/>
        <pc:sldMkLst>
          <pc:docMk/>
          <pc:sldMk cId="4139010742" sldId="9934"/>
        </pc:sldMkLst>
        <pc:spChg chg="mod">
          <ac:chgData name="Lý Thanh Ngô" userId="d1fb4545a5d636d2" providerId="LiveId" clId="{ABD4904B-081A-47C6-B87B-1F2506E329D6}" dt="2025-03-30T05:02:41.316" v="1976" actId="403"/>
          <ac:spMkLst>
            <pc:docMk/>
            <pc:sldMk cId="4139010742" sldId="9934"/>
            <ac:spMk id="46082" creationId="{EEF358A9-9BD6-B364-418E-E00F792B9830}"/>
          </ac:spMkLst>
        </pc:spChg>
      </pc:sldChg>
      <pc:sldChg chg="modSp mod">
        <pc:chgData name="Lý Thanh Ngô" userId="d1fb4545a5d636d2" providerId="LiveId" clId="{ABD4904B-081A-47C6-B87B-1F2506E329D6}" dt="2025-03-30T05:02:55.221" v="1990" actId="404"/>
        <pc:sldMkLst>
          <pc:docMk/>
          <pc:sldMk cId="678953230" sldId="9935"/>
        </pc:sldMkLst>
        <pc:spChg chg="mod">
          <ac:chgData name="Lý Thanh Ngô" userId="d1fb4545a5d636d2" providerId="LiveId" clId="{ABD4904B-081A-47C6-B87B-1F2506E329D6}" dt="2025-03-30T05:02:55.221" v="1990" actId="404"/>
          <ac:spMkLst>
            <pc:docMk/>
            <pc:sldMk cId="678953230" sldId="9935"/>
            <ac:spMk id="46082" creationId="{1A28ACAD-F88F-7701-345E-2C6AF61FD97E}"/>
          </ac:spMkLst>
        </pc:spChg>
      </pc:sldChg>
      <pc:sldChg chg="modSp add mod">
        <pc:chgData name="Lý Thanh Ngô" userId="d1fb4545a5d636d2" providerId="LiveId" clId="{ABD4904B-081A-47C6-B87B-1F2506E329D6}" dt="2025-03-30T04:33:10.668" v="1243" actId="403"/>
        <pc:sldMkLst>
          <pc:docMk/>
          <pc:sldMk cId="2840395799" sldId="9936"/>
        </pc:sldMkLst>
        <pc:spChg chg="mod">
          <ac:chgData name="Lý Thanh Ngô" userId="d1fb4545a5d636d2" providerId="LiveId" clId="{ABD4904B-081A-47C6-B87B-1F2506E329D6}" dt="2025-03-30T04:33:10.668" v="1243" actId="403"/>
          <ac:spMkLst>
            <pc:docMk/>
            <pc:sldMk cId="2840395799" sldId="9936"/>
            <ac:spMk id="66562" creationId="{21102977-3B5A-1558-31A1-C4E1BFDE937F}"/>
          </ac:spMkLst>
        </pc:spChg>
      </pc:sldChg>
      <pc:sldChg chg="add del ord">
        <pc:chgData name="Lý Thanh Ngô" userId="d1fb4545a5d636d2" providerId="LiveId" clId="{ABD4904B-081A-47C6-B87B-1F2506E329D6}" dt="2025-03-30T04:30:54.836" v="1203" actId="47"/>
        <pc:sldMkLst>
          <pc:docMk/>
          <pc:sldMk cId="3686030830" sldId="9936"/>
        </pc:sldMkLst>
      </pc:sldChg>
      <pc:sldChg chg="new setBg">
        <pc:chgData name="Lý Thanh Ngô" userId="d1fb4545a5d636d2" providerId="LiveId" clId="{ABD4904B-081A-47C6-B87B-1F2506E329D6}" dt="2025-03-30T04:47:52.793" v="1645"/>
        <pc:sldMkLst>
          <pc:docMk/>
          <pc:sldMk cId="1696849316" sldId="9937"/>
        </pc:sldMkLst>
      </pc:sldChg>
      <pc:sldMasterChg chg="del delSldLayout">
        <pc:chgData name="Lý Thanh Ngô" userId="d1fb4545a5d636d2" providerId="LiveId" clId="{ABD4904B-081A-47C6-B87B-1F2506E329D6}" dt="2025-03-27T07:54:44.862" v="623" actId="47"/>
        <pc:sldMasterMkLst>
          <pc:docMk/>
          <pc:sldMasterMk cId="2331289677" sldId="2147483660"/>
        </pc:sldMasterMkLst>
        <pc:sldLayoutChg chg="del">
          <pc:chgData name="Lý Thanh Ngô" userId="d1fb4545a5d636d2" providerId="LiveId" clId="{ABD4904B-081A-47C6-B87B-1F2506E329D6}" dt="2025-03-27T07:54:44.862" v="623" actId="47"/>
          <pc:sldLayoutMkLst>
            <pc:docMk/>
            <pc:sldMasterMk cId="2331289677" sldId="2147483660"/>
            <pc:sldLayoutMk cId="1477452345" sldId="2147483661"/>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153371939" sldId="2147483662"/>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340841954" sldId="2147483663"/>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861417460" sldId="2147483664"/>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699463424" sldId="2147483665"/>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61573196" sldId="2147483666"/>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4230551362" sldId="2147483667"/>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069658008" sldId="2147483668"/>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394302990" sldId="2147483669"/>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1533410086" sldId="2147483670"/>
          </pc:sldLayoutMkLst>
        </pc:sldLayoutChg>
        <pc:sldLayoutChg chg="del">
          <pc:chgData name="Lý Thanh Ngô" userId="d1fb4545a5d636d2" providerId="LiveId" clId="{ABD4904B-081A-47C6-B87B-1F2506E329D6}" dt="2025-03-27T07:54:44.862" v="623" actId="47"/>
          <pc:sldLayoutMkLst>
            <pc:docMk/>
            <pc:sldMasterMk cId="2331289677" sldId="2147483660"/>
            <pc:sldLayoutMk cId="2742728602" sldId="2147483671"/>
          </pc:sldLayoutMkLst>
        </pc:sldLayoutChg>
      </pc:sldMasterChg>
    </pc:docChg>
  </pc:docChgLst>
  <pc:docChgLst>
    <pc:chgData name="Lý Thanh Ngô" userId="d1fb4545a5d636d2" providerId="LiveId" clId="{F575B444-C68A-C747-A235-E506A0A29BF4}"/>
    <pc:docChg chg="addSld sldOrd">
      <pc:chgData name="Lý Thanh Ngô" userId="d1fb4545a5d636d2" providerId="LiveId" clId="{F575B444-C68A-C747-A235-E506A0A29BF4}" dt="2025-04-05T22:18:37.504" v="1" actId="1076"/>
      <pc:docMkLst>
        <pc:docMk/>
      </pc:docMkLst>
      <pc:sldChg chg="new ord">
        <pc:chgData name="Lý Thanh Ngô" userId="d1fb4545a5d636d2" providerId="LiveId" clId="{F575B444-C68A-C747-A235-E506A0A29BF4}" dt="2025-04-05T22:18:37.504" v="1" actId="1076"/>
        <pc:sldMkLst>
          <pc:docMk/>
          <pc:sldMk cId="901106724" sldId="998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701FF8C-FB8E-45AF-B0FA-95B6560BE94A}" type="datetimeFigureOut">
              <a:rPr lang="en-US" smtClean="0"/>
              <a:t>7/5/2025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48246CF-7178-41AD-B6F8-BACEEA28FBE0}" type="slidenum">
              <a:rPr lang="en-US" smtClean="0"/>
              <a:t>‹#›</a:t>
            </a:fld>
            <a:endParaRPr lang="en-US"/>
          </a:p>
        </p:txBody>
      </p:sp>
    </p:spTree>
    <p:extLst>
      <p:ext uri="{BB962C8B-B14F-4D97-AF65-F5344CB8AC3E}">
        <p14:creationId xmlns:p14="http://schemas.microsoft.com/office/powerpoint/2010/main" val="1778397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1F860-7B8A-D384-D883-B3331C97E8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DF2BB-E423-6D65-F074-2074399475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1F674E9-42B4-2325-5CE9-B4619C627997}"/>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CC3392B-4D7C-11C6-37EC-2C28C88E21B9}"/>
              </a:ext>
            </a:extLst>
          </p:cNvPr>
          <p:cNvSpPr>
            <a:spLocks noGrp="1"/>
          </p:cNvSpPr>
          <p:nvPr>
            <p:ph type="sldNum" sz="quarter" idx="5"/>
          </p:nvPr>
        </p:nvSpPr>
        <p:spPr/>
        <p:txBody>
          <a:bodyPr/>
          <a:lstStyle/>
          <a:p>
            <a:fld id="{648246CF-7178-41AD-B6F8-BACEEA28FBE0}" type="slidenum">
              <a:rPr lang="en-US" smtClean="0"/>
              <a:t>120</a:t>
            </a:fld>
            <a:endParaRPr lang="en-US"/>
          </a:p>
        </p:txBody>
      </p:sp>
    </p:spTree>
    <p:extLst>
      <p:ext uri="{BB962C8B-B14F-4D97-AF65-F5344CB8AC3E}">
        <p14:creationId xmlns:p14="http://schemas.microsoft.com/office/powerpoint/2010/main" val="13704127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E608CA-AC9C-9000-FC37-B0A45EB78D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98C671-5897-95C6-B33B-DE2C208875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F65EB7-4CE6-3B1B-5325-660B5F8FDFE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7D020A1-4208-4D01-67E2-76069BACA166}"/>
              </a:ext>
            </a:extLst>
          </p:cNvPr>
          <p:cNvSpPr>
            <a:spLocks noGrp="1"/>
          </p:cNvSpPr>
          <p:nvPr>
            <p:ph type="sldNum" sz="quarter" idx="5"/>
          </p:nvPr>
        </p:nvSpPr>
        <p:spPr/>
        <p:txBody>
          <a:bodyPr/>
          <a:lstStyle/>
          <a:p>
            <a:fld id="{648246CF-7178-41AD-B6F8-BACEEA28FBE0}" type="slidenum">
              <a:rPr lang="en-US" smtClean="0"/>
              <a:t>121</a:t>
            </a:fld>
            <a:endParaRPr lang="en-US"/>
          </a:p>
        </p:txBody>
      </p:sp>
    </p:spTree>
    <p:extLst>
      <p:ext uri="{BB962C8B-B14F-4D97-AF65-F5344CB8AC3E}">
        <p14:creationId xmlns:p14="http://schemas.microsoft.com/office/powerpoint/2010/main" val="24966375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3B11E-3875-4468-08A4-F0A07E8208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1BA566-451A-D95D-48CB-EE92BDFA3B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F9967-55F8-1E3A-5685-E81463301974}"/>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CEDA3996-6962-2C1A-97F2-640FE4F3D077}"/>
              </a:ext>
            </a:extLst>
          </p:cNvPr>
          <p:cNvSpPr>
            <a:spLocks noGrp="1"/>
          </p:cNvSpPr>
          <p:nvPr>
            <p:ph type="sldNum" sz="quarter" idx="5"/>
          </p:nvPr>
        </p:nvSpPr>
        <p:spPr/>
        <p:txBody>
          <a:bodyPr/>
          <a:lstStyle/>
          <a:p>
            <a:fld id="{648246CF-7178-41AD-B6F8-BACEEA28FBE0}" type="slidenum">
              <a:rPr lang="en-US" smtClean="0"/>
              <a:t>122</a:t>
            </a:fld>
            <a:endParaRPr lang="en-US"/>
          </a:p>
        </p:txBody>
      </p:sp>
    </p:spTree>
    <p:extLst>
      <p:ext uri="{BB962C8B-B14F-4D97-AF65-F5344CB8AC3E}">
        <p14:creationId xmlns:p14="http://schemas.microsoft.com/office/powerpoint/2010/main" val="11861510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8046A3-7E98-A19A-71B6-47E25B7E3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B489AB-0363-49DD-7B93-D912B73CAC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105F3F-247A-0C2B-2E4B-A1AA6E78B59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0B8C7DF2-3A82-8A05-3887-FD430974DA98}"/>
              </a:ext>
            </a:extLst>
          </p:cNvPr>
          <p:cNvSpPr>
            <a:spLocks noGrp="1"/>
          </p:cNvSpPr>
          <p:nvPr>
            <p:ph type="sldNum" sz="quarter" idx="5"/>
          </p:nvPr>
        </p:nvSpPr>
        <p:spPr/>
        <p:txBody>
          <a:bodyPr/>
          <a:lstStyle/>
          <a:p>
            <a:fld id="{648246CF-7178-41AD-B6F8-BACEEA28FBE0}" type="slidenum">
              <a:rPr lang="en-US" smtClean="0"/>
              <a:t>123</a:t>
            </a:fld>
            <a:endParaRPr lang="en-US"/>
          </a:p>
        </p:txBody>
      </p:sp>
    </p:spTree>
    <p:extLst>
      <p:ext uri="{BB962C8B-B14F-4D97-AF65-F5344CB8AC3E}">
        <p14:creationId xmlns:p14="http://schemas.microsoft.com/office/powerpoint/2010/main" val="38505682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35BF29-9C4F-FEEE-053E-FA82DE6CF3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C7E01C-926E-E750-BF66-334DD154AC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F8C5E-6BE5-12BC-6232-5FAF3C9E069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664CA6A-EA15-584F-747D-5B4387C638E9}"/>
              </a:ext>
            </a:extLst>
          </p:cNvPr>
          <p:cNvSpPr>
            <a:spLocks noGrp="1"/>
          </p:cNvSpPr>
          <p:nvPr>
            <p:ph type="sldNum" sz="quarter" idx="5"/>
          </p:nvPr>
        </p:nvSpPr>
        <p:spPr/>
        <p:txBody>
          <a:bodyPr/>
          <a:lstStyle/>
          <a:p>
            <a:fld id="{648246CF-7178-41AD-B6F8-BACEEA28FBE0}" type="slidenum">
              <a:rPr lang="en-US" smtClean="0"/>
              <a:t>124</a:t>
            </a:fld>
            <a:endParaRPr lang="en-US"/>
          </a:p>
        </p:txBody>
      </p:sp>
    </p:spTree>
    <p:extLst>
      <p:ext uri="{BB962C8B-B14F-4D97-AF65-F5344CB8AC3E}">
        <p14:creationId xmlns:p14="http://schemas.microsoft.com/office/powerpoint/2010/main" val="14617675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79D6A-CEB1-59FE-097A-B1DB55F49F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17D3C1-CD3E-9FD5-879B-6FF57A6D21F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677B414-1DAD-F640-2976-24B6D106493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15B8CF06-5CC4-1461-C6D7-7F4706501138}"/>
              </a:ext>
            </a:extLst>
          </p:cNvPr>
          <p:cNvSpPr>
            <a:spLocks noGrp="1"/>
          </p:cNvSpPr>
          <p:nvPr>
            <p:ph type="sldNum" sz="quarter" idx="5"/>
          </p:nvPr>
        </p:nvSpPr>
        <p:spPr/>
        <p:txBody>
          <a:bodyPr/>
          <a:lstStyle/>
          <a:p>
            <a:fld id="{648246CF-7178-41AD-B6F8-BACEEA28FBE0}" type="slidenum">
              <a:rPr lang="en-US" smtClean="0"/>
              <a:t>125</a:t>
            </a:fld>
            <a:endParaRPr lang="en-US"/>
          </a:p>
        </p:txBody>
      </p:sp>
    </p:spTree>
    <p:extLst>
      <p:ext uri="{BB962C8B-B14F-4D97-AF65-F5344CB8AC3E}">
        <p14:creationId xmlns:p14="http://schemas.microsoft.com/office/powerpoint/2010/main" val="10953302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B233B4-441B-B575-A34C-86CC2C3295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54CC08-3F63-2852-DF53-4AE2FDD707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2036C-CEA5-7883-CF73-08CB9005CBAB}"/>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84F7A40-EC06-8340-3633-63E70C1F5D5B}"/>
              </a:ext>
            </a:extLst>
          </p:cNvPr>
          <p:cNvSpPr>
            <a:spLocks noGrp="1"/>
          </p:cNvSpPr>
          <p:nvPr>
            <p:ph type="sldNum" sz="quarter" idx="5"/>
          </p:nvPr>
        </p:nvSpPr>
        <p:spPr/>
        <p:txBody>
          <a:bodyPr/>
          <a:lstStyle/>
          <a:p>
            <a:fld id="{648246CF-7178-41AD-B6F8-BACEEA28FBE0}" type="slidenum">
              <a:rPr lang="en-US" smtClean="0"/>
              <a:t>128</a:t>
            </a:fld>
            <a:endParaRPr lang="en-US"/>
          </a:p>
        </p:txBody>
      </p:sp>
    </p:spTree>
    <p:extLst>
      <p:ext uri="{BB962C8B-B14F-4D97-AF65-F5344CB8AC3E}">
        <p14:creationId xmlns:p14="http://schemas.microsoft.com/office/powerpoint/2010/main" val="25393154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D70A03-DC9A-3481-83DC-2453479334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B14A3A-C0ED-1C37-4801-E0528D4CC6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823AB3-7ECC-09B9-DEB2-3DEC7E47736B}"/>
              </a:ext>
            </a:extLst>
          </p:cNvPr>
          <p:cNvSpPr>
            <a:spLocks noGrp="1"/>
          </p:cNvSpPr>
          <p:nvPr>
            <p:ph type="body" idx="1"/>
          </p:nvPr>
        </p:nvSpPr>
        <p:spPr/>
        <p:txBody>
          <a:bodyPr/>
          <a:lstStyle/>
          <a:p>
            <a:pPr marL="228600" indent="-228600">
              <a:buAutoNum type="arabicPeriod"/>
            </a:pPr>
            <a:r>
              <a:rPr lang="vi-VN" b="0" i="0" dirty="0">
                <a:solidFill>
                  <a:srgbClr val="FF0000"/>
                </a:solidFill>
                <a:effectLst/>
                <a:latin typeface="Arial" panose="020B0604020202020204" pitchFamily="34" charset="0"/>
              </a:rPr>
              <a:t>Khi Chúa đem những người Si-</a:t>
            </a:r>
            <a:r>
              <a:rPr lang="vi-VN" b="0" i="0" dirty="0" err="1">
                <a:solidFill>
                  <a:srgbClr val="FF0000"/>
                </a:solidFill>
                <a:effectLst/>
                <a:latin typeface="Arial" panose="020B0604020202020204" pitchFamily="34" charset="0"/>
              </a:rPr>
              <a:t>on</a:t>
            </a:r>
            <a:r>
              <a:rPr lang="vi-VN" b="0" i="0" dirty="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dirty="0">
              <a:solidFill>
                <a:srgbClr val="FF0000"/>
              </a:solidFill>
              <a:effectLst/>
              <a:latin typeface="Arial" panose="020B0604020202020204" pitchFamily="34" charset="0"/>
            </a:endParaRPr>
          </a:p>
          <a:p>
            <a:pPr marL="0" indent="0">
              <a:buNone/>
            </a:pPr>
            <a:r>
              <a:rPr lang="vi-VN" b="0" i="0" dirty="0" err="1">
                <a:solidFill>
                  <a:srgbClr val="FF0000"/>
                </a:solidFill>
                <a:effectLst/>
                <a:latin typeface="Arial" panose="020B0604020202020204" pitchFamily="34" charset="0"/>
              </a:rPr>
              <a:t>ĐK</a:t>
            </a:r>
            <a:r>
              <a:rPr lang="vi-VN" b="0" i="0" dirty="0">
                <a:solidFill>
                  <a:srgbClr val="FF0000"/>
                </a:solidFill>
                <a:effectLst/>
                <a:latin typeface="Arial" panose="020B0604020202020204" pitchFamily="34" charset="0"/>
              </a:rPr>
              <a:t>: Chúa đã đối xử nhân từ với chúng con, nên chúng con mừng vui bao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dirty="0">
              <a:solidFill>
                <a:srgbClr val="FF0000"/>
              </a:solidFill>
              <a:effectLst/>
              <a:latin typeface="Arial" panose="020B0604020202020204" pitchFamily="34" charset="0"/>
            </a:endParaRPr>
          </a:p>
          <a:p>
            <a:pPr marL="0" indent="0">
              <a:buNone/>
            </a:pPr>
            <a:r>
              <a:rPr lang="vi-VN" b="0" i="0" dirty="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dirty="0"/>
          </a:p>
        </p:txBody>
      </p:sp>
      <p:sp>
        <p:nvSpPr>
          <p:cNvPr id="4" name="Slide Number Placeholder 3">
            <a:extLst>
              <a:ext uri="{FF2B5EF4-FFF2-40B4-BE49-F238E27FC236}">
                <a16:creationId xmlns:a16="http://schemas.microsoft.com/office/drawing/2014/main" id="{F1432954-EC4F-658E-7405-FA5635CD29FC}"/>
              </a:ext>
            </a:extLst>
          </p:cNvPr>
          <p:cNvSpPr>
            <a:spLocks noGrp="1"/>
          </p:cNvSpPr>
          <p:nvPr>
            <p:ph type="sldNum" sz="quarter" idx="5"/>
          </p:nvPr>
        </p:nvSpPr>
        <p:spPr/>
        <p:txBody>
          <a:bodyPr/>
          <a:lstStyle/>
          <a:p>
            <a:fld id="{648246CF-7178-41AD-B6F8-BACEEA28FBE0}" type="slidenum">
              <a:rPr lang="en-US" smtClean="0"/>
              <a:t>129</a:t>
            </a:fld>
            <a:endParaRPr lang="en-US"/>
          </a:p>
        </p:txBody>
      </p:sp>
    </p:spTree>
    <p:extLst>
      <p:ext uri="{BB962C8B-B14F-4D97-AF65-F5344CB8AC3E}">
        <p14:creationId xmlns:p14="http://schemas.microsoft.com/office/powerpoint/2010/main" val="350812941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87E25-D719-49C1-DFCA-8A846CFEF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E6FF1E-E644-B776-0A1C-04F01B7881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4524F4-A3E4-6FF1-3E8A-8B0C51AD0B4C}"/>
              </a:ext>
            </a:extLst>
          </p:cNvPr>
          <p:cNvSpPr>
            <a:spLocks noGrp="1"/>
          </p:cNvSpPr>
          <p:nvPr>
            <p:ph type="body" idx="1"/>
          </p:nvPr>
        </p:nvSpPr>
        <p:spPr/>
        <p:txBody>
          <a:bodyPr/>
          <a:lstStyle/>
          <a:p>
            <a:pPr marL="228600" indent="-228600">
              <a:buAutoNum type="arabicPeriod"/>
            </a:pPr>
            <a:r>
              <a:rPr lang="vi-VN" b="0" i="0">
                <a:solidFill>
                  <a:srgbClr val="FF0000"/>
                </a:solidFill>
                <a:effectLst/>
                <a:latin typeface="Arial" panose="020B0604020202020204" pitchFamily="34" charset="0"/>
              </a:rPr>
              <a:t>Khi Chúa đem những người Si-</a:t>
            </a:r>
            <a:r>
              <a:rPr lang="vi-VN" b="0" i="0" err="1">
                <a:solidFill>
                  <a:srgbClr val="FF0000"/>
                </a:solidFill>
                <a:effectLst/>
                <a:latin typeface="Arial" panose="020B0604020202020204" pitchFamily="34" charset="0"/>
              </a:rPr>
              <a:t>on</a:t>
            </a:r>
            <a:r>
              <a:rPr lang="vi-VN" b="0" i="0">
                <a:solidFill>
                  <a:srgbClr val="FF0000"/>
                </a:solidFill>
                <a:effectLst/>
                <a:latin typeface="Arial" panose="020B0604020202020204" pitchFamily="34" charset="0"/>
              </a:rPr>
              <a:t> bị bắt trở về, chúng tôi như người đang mơ, bấy giờ miệng chúng tôi vui cười, lưỡi chúng tôi thốt lên bao lời hân hoan.  </a:t>
            </a:r>
            <a:endParaRPr lang="en-US" b="0" i="0">
              <a:solidFill>
                <a:srgbClr val="FF0000"/>
              </a:solidFill>
              <a:effectLst/>
              <a:latin typeface="Arial" panose="020B0604020202020204" pitchFamily="34" charset="0"/>
            </a:endParaRPr>
          </a:p>
          <a:p>
            <a:pPr marL="0" indent="0">
              <a:buNone/>
            </a:pPr>
            <a:r>
              <a:rPr lang="vi-VN" b="0" i="0" err="1">
                <a:solidFill>
                  <a:srgbClr val="FF0000"/>
                </a:solidFill>
                <a:effectLst/>
                <a:latin typeface="Arial" panose="020B0604020202020204" pitchFamily="34" charset="0"/>
              </a:rPr>
              <a:t>ĐK</a:t>
            </a:r>
            <a:r>
              <a:rPr lang="vi-VN" b="0" i="0">
                <a:solidFill>
                  <a:srgbClr val="FF0000"/>
                </a:solidFill>
                <a:effectLst/>
                <a:latin typeface="Arial" panose="020B0604020202020204" pitchFamily="34" charset="0"/>
              </a:rPr>
              <a:t>: Chúa đã đối xử nhân từ với chúng con, nên chúng con mừng vui bao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2. Và bấy giờ thiên hạ nhỏ to nói với nhau rằng: Chúa thương đối xử khoan dung. Chúa đã xử rất ư nhân từ, nên chúng tôi xiết bao vui mừng hân hoan.  </a:t>
            </a:r>
            <a:endParaRPr lang="en-US" b="0" i="0">
              <a:solidFill>
                <a:srgbClr val="FF0000"/>
              </a:solidFill>
              <a:effectLst/>
              <a:latin typeface="Arial" panose="020B0604020202020204" pitchFamily="34" charset="0"/>
            </a:endParaRPr>
          </a:p>
          <a:p>
            <a:pPr marL="0" indent="0">
              <a:buNone/>
            </a:pPr>
            <a:r>
              <a:rPr lang="vi-VN" b="0" i="0">
                <a:solidFill>
                  <a:srgbClr val="FF0000"/>
                </a:solidFill>
                <a:effectLst/>
                <a:latin typeface="Arial" panose="020B0604020202020204" pitchFamily="34" charset="0"/>
              </a:rPr>
              <a:t>3. Lạy Chúa thương biến đổi phận con như suối phương Nam. Ai gieo trong lệ đau thương, sẽ được gặt hái trong vui mừng, những khúc ca biến tan trong niềm hân hoan.</a:t>
            </a:r>
            <a:endParaRPr lang="en-US"/>
          </a:p>
        </p:txBody>
      </p:sp>
      <p:sp>
        <p:nvSpPr>
          <p:cNvPr id="4" name="Slide Number Placeholder 3">
            <a:extLst>
              <a:ext uri="{FF2B5EF4-FFF2-40B4-BE49-F238E27FC236}">
                <a16:creationId xmlns:a16="http://schemas.microsoft.com/office/drawing/2014/main" id="{B9371B36-903C-A795-C9F2-E93132CBA848}"/>
              </a:ext>
            </a:extLst>
          </p:cNvPr>
          <p:cNvSpPr>
            <a:spLocks noGrp="1"/>
          </p:cNvSpPr>
          <p:nvPr>
            <p:ph type="sldNum" sz="quarter" idx="5"/>
          </p:nvPr>
        </p:nvSpPr>
        <p:spPr/>
        <p:txBody>
          <a:bodyPr/>
          <a:lstStyle/>
          <a:p>
            <a:fld id="{648246CF-7178-41AD-B6F8-BACEEA28FBE0}" type="slidenum">
              <a:rPr lang="en-US" smtClean="0"/>
              <a:t>130</a:t>
            </a:fld>
            <a:endParaRPr lang="en-US"/>
          </a:p>
        </p:txBody>
      </p:sp>
    </p:spTree>
    <p:extLst>
      <p:ext uri="{BB962C8B-B14F-4D97-AF65-F5344CB8AC3E}">
        <p14:creationId xmlns:p14="http://schemas.microsoft.com/office/powerpoint/2010/main" val="18002275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16DA4-02E6-5422-4DEC-FCFD806A5D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6D26FC-62E2-8CA6-F5DA-4B0969E8B0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5C8DCA-A0EF-FCF1-81B8-45428639BBB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E774CAF-F0C2-658F-790E-EE436C09C707}"/>
              </a:ext>
            </a:extLst>
          </p:cNvPr>
          <p:cNvSpPr>
            <a:spLocks noGrp="1"/>
          </p:cNvSpPr>
          <p:nvPr>
            <p:ph type="sldNum" sz="quarter" idx="5"/>
          </p:nvPr>
        </p:nvSpPr>
        <p:spPr/>
        <p:txBody>
          <a:bodyPr/>
          <a:lstStyle/>
          <a:p>
            <a:fld id="{648246CF-7178-41AD-B6F8-BACEEA28FBE0}" type="slidenum">
              <a:rPr lang="en-US" smtClean="0"/>
              <a:t>131</a:t>
            </a:fld>
            <a:endParaRPr lang="en-US"/>
          </a:p>
        </p:txBody>
      </p:sp>
    </p:spTree>
    <p:extLst>
      <p:ext uri="{BB962C8B-B14F-4D97-AF65-F5344CB8AC3E}">
        <p14:creationId xmlns:p14="http://schemas.microsoft.com/office/powerpoint/2010/main" val="42306313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D7107B-EFF1-F137-1FFE-111D5272771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00B118-40F8-3830-2E94-80701B622D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1D9CCA-C90E-BB7D-3310-B84EDE95A6E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62206C5-AB7C-B274-07CE-0F2E50647752}"/>
              </a:ext>
            </a:extLst>
          </p:cNvPr>
          <p:cNvSpPr>
            <a:spLocks noGrp="1"/>
          </p:cNvSpPr>
          <p:nvPr>
            <p:ph type="sldNum" sz="quarter" idx="5"/>
          </p:nvPr>
        </p:nvSpPr>
        <p:spPr/>
        <p:txBody>
          <a:bodyPr/>
          <a:lstStyle/>
          <a:p>
            <a:fld id="{648246CF-7178-41AD-B6F8-BACEEA28FBE0}" type="slidenum">
              <a:rPr lang="en-US" smtClean="0"/>
              <a:t>132</a:t>
            </a:fld>
            <a:endParaRPr lang="en-US"/>
          </a:p>
        </p:txBody>
      </p:sp>
    </p:spTree>
    <p:extLst>
      <p:ext uri="{BB962C8B-B14F-4D97-AF65-F5344CB8AC3E}">
        <p14:creationId xmlns:p14="http://schemas.microsoft.com/office/powerpoint/2010/main" val="37019166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1FE95-2AE4-ACB1-8CB1-4E249F4A58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6C7FD-BC93-7CB0-A9DC-2ECEDCE2CF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BEBF0B-9234-CA48-36F8-96D03D262EF8}"/>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4882310-B234-6576-C182-CCD4B929E9AE}"/>
              </a:ext>
            </a:extLst>
          </p:cNvPr>
          <p:cNvSpPr>
            <a:spLocks noGrp="1"/>
          </p:cNvSpPr>
          <p:nvPr>
            <p:ph type="sldNum" sz="quarter" idx="5"/>
          </p:nvPr>
        </p:nvSpPr>
        <p:spPr/>
        <p:txBody>
          <a:bodyPr/>
          <a:lstStyle/>
          <a:p>
            <a:fld id="{648246CF-7178-41AD-B6F8-BACEEA28FBE0}" type="slidenum">
              <a:rPr lang="en-US" smtClean="0"/>
              <a:t>133</a:t>
            </a:fld>
            <a:endParaRPr lang="en-US"/>
          </a:p>
        </p:txBody>
      </p:sp>
    </p:spTree>
    <p:extLst>
      <p:ext uri="{BB962C8B-B14F-4D97-AF65-F5344CB8AC3E}">
        <p14:creationId xmlns:p14="http://schemas.microsoft.com/office/powerpoint/2010/main" val="39311343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4CBDC-8736-B92F-C486-9562F4B14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5242A7-FC27-65F8-156A-A37420FC8E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2E58A7-DA5D-2EF6-ED24-0A8F450995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7510485-8852-CC0D-CCFD-822C1E829B2E}"/>
              </a:ext>
            </a:extLst>
          </p:cNvPr>
          <p:cNvSpPr>
            <a:spLocks noGrp="1"/>
          </p:cNvSpPr>
          <p:nvPr>
            <p:ph type="sldNum" sz="quarter" idx="5"/>
          </p:nvPr>
        </p:nvSpPr>
        <p:spPr/>
        <p:txBody>
          <a:bodyPr/>
          <a:lstStyle/>
          <a:p>
            <a:fld id="{648246CF-7178-41AD-B6F8-BACEEA28FBE0}" type="slidenum">
              <a:rPr lang="en-US" smtClean="0"/>
              <a:t>134</a:t>
            </a:fld>
            <a:endParaRPr lang="en-US"/>
          </a:p>
        </p:txBody>
      </p:sp>
    </p:spTree>
    <p:extLst>
      <p:ext uri="{BB962C8B-B14F-4D97-AF65-F5344CB8AC3E}">
        <p14:creationId xmlns:p14="http://schemas.microsoft.com/office/powerpoint/2010/main" val="19082177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95019-4FEB-3324-7223-597FDB259D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9F750A-7037-025E-AD07-B6F93C6735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620F-B8A6-ED1A-F551-CE6B6F3B6F1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497FC23-FF37-597A-B2BD-85F34185C06C}"/>
              </a:ext>
            </a:extLst>
          </p:cNvPr>
          <p:cNvSpPr>
            <a:spLocks noGrp="1"/>
          </p:cNvSpPr>
          <p:nvPr>
            <p:ph type="sldNum" sz="quarter" idx="5"/>
          </p:nvPr>
        </p:nvSpPr>
        <p:spPr/>
        <p:txBody>
          <a:bodyPr/>
          <a:lstStyle/>
          <a:p>
            <a:fld id="{648246CF-7178-41AD-B6F8-BACEEA28FBE0}" type="slidenum">
              <a:rPr lang="en-US" smtClean="0"/>
              <a:t>135</a:t>
            </a:fld>
            <a:endParaRPr lang="en-US"/>
          </a:p>
        </p:txBody>
      </p:sp>
    </p:spTree>
    <p:extLst>
      <p:ext uri="{BB962C8B-B14F-4D97-AF65-F5344CB8AC3E}">
        <p14:creationId xmlns:p14="http://schemas.microsoft.com/office/powerpoint/2010/main" val="5031565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26580-40BE-FFE4-6BE3-4E664C2825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B86B5C-C1A3-A30A-A61D-51B213BE55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85DF59-EAA6-D166-F2D0-ADED59B46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A5150CE-4390-97F8-6316-95168C09C7D6}"/>
              </a:ext>
            </a:extLst>
          </p:cNvPr>
          <p:cNvSpPr>
            <a:spLocks noGrp="1"/>
          </p:cNvSpPr>
          <p:nvPr>
            <p:ph type="sldNum" sz="quarter" idx="5"/>
          </p:nvPr>
        </p:nvSpPr>
        <p:spPr/>
        <p:txBody>
          <a:bodyPr/>
          <a:lstStyle/>
          <a:p>
            <a:fld id="{648246CF-7178-41AD-B6F8-BACEEA28FBE0}" type="slidenum">
              <a:rPr lang="en-US" smtClean="0"/>
              <a:t>136</a:t>
            </a:fld>
            <a:endParaRPr lang="en-US"/>
          </a:p>
        </p:txBody>
      </p:sp>
    </p:spTree>
    <p:extLst>
      <p:ext uri="{BB962C8B-B14F-4D97-AF65-F5344CB8AC3E}">
        <p14:creationId xmlns:p14="http://schemas.microsoft.com/office/powerpoint/2010/main" val="794932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17B18A-578D-0B0F-AD15-11E86C456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1F4CA-EE02-CA79-4428-F1B6F91FDB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A01164-17B5-FE3E-E0D2-42803B201DC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270C0239-DFCF-0C62-D1E9-B0C982D0B8DB}"/>
              </a:ext>
            </a:extLst>
          </p:cNvPr>
          <p:cNvSpPr>
            <a:spLocks noGrp="1"/>
          </p:cNvSpPr>
          <p:nvPr>
            <p:ph type="sldNum" sz="quarter" idx="5"/>
          </p:nvPr>
        </p:nvSpPr>
        <p:spPr/>
        <p:txBody>
          <a:bodyPr/>
          <a:lstStyle/>
          <a:p>
            <a:fld id="{648246CF-7178-41AD-B6F8-BACEEA28FBE0}" type="slidenum">
              <a:rPr lang="en-US" smtClean="0"/>
              <a:t>137</a:t>
            </a:fld>
            <a:endParaRPr lang="en-US"/>
          </a:p>
        </p:txBody>
      </p:sp>
    </p:spTree>
    <p:extLst>
      <p:ext uri="{BB962C8B-B14F-4D97-AF65-F5344CB8AC3E}">
        <p14:creationId xmlns:p14="http://schemas.microsoft.com/office/powerpoint/2010/main" val="36467630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799E37-C79C-2402-C61C-DF29AD0871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08DE3E-3069-B614-1034-CD748759F7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190CEA-65CE-9A02-9452-918251CC48F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264E15-8F80-C654-C2BD-F470F99D6D02}"/>
              </a:ext>
            </a:extLst>
          </p:cNvPr>
          <p:cNvSpPr>
            <a:spLocks noGrp="1"/>
          </p:cNvSpPr>
          <p:nvPr>
            <p:ph type="sldNum" sz="quarter" idx="5"/>
          </p:nvPr>
        </p:nvSpPr>
        <p:spPr/>
        <p:txBody>
          <a:bodyPr/>
          <a:lstStyle/>
          <a:p>
            <a:fld id="{648246CF-7178-41AD-B6F8-BACEEA28FBE0}" type="slidenum">
              <a:rPr lang="en-US" smtClean="0"/>
              <a:t>138</a:t>
            </a:fld>
            <a:endParaRPr lang="en-US"/>
          </a:p>
        </p:txBody>
      </p:sp>
    </p:spTree>
    <p:extLst>
      <p:ext uri="{BB962C8B-B14F-4D97-AF65-F5344CB8AC3E}">
        <p14:creationId xmlns:p14="http://schemas.microsoft.com/office/powerpoint/2010/main" val="354596602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A56F5-3660-899E-98F3-98DA41E4D2F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43876E-FB67-D1A7-32B3-2A9E4EBCD4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D6DDB4-D54C-FD2C-42AE-31F2E939AD2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0F13EE3-03E5-8A9A-E08D-B439B8004220}"/>
              </a:ext>
            </a:extLst>
          </p:cNvPr>
          <p:cNvSpPr>
            <a:spLocks noGrp="1"/>
          </p:cNvSpPr>
          <p:nvPr>
            <p:ph type="sldNum" sz="quarter" idx="5"/>
          </p:nvPr>
        </p:nvSpPr>
        <p:spPr/>
        <p:txBody>
          <a:bodyPr/>
          <a:lstStyle/>
          <a:p>
            <a:fld id="{648246CF-7178-41AD-B6F8-BACEEA28FBE0}" type="slidenum">
              <a:rPr lang="en-US" smtClean="0"/>
              <a:t>139</a:t>
            </a:fld>
            <a:endParaRPr lang="en-US"/>
          </a:p>
        </p:txBody>
      </p:sp>
    </p:spTree>
    <p:extLst>
      <p:ext uri="{BB962C8B-B14F-4D97-AF65-F5344CB8AC3E}">
        <p14:creationId xmlns:p14="http://schemas.microsoft.com/office/powerpoint/2010/main" val="23540220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AF5C1-7FEE-C50B-F2B5-EEA430380E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59A2E7-FF22-82BB-524A-7F5139F94C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AEC65A-968D-FBA0-457C-69E59450165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5BE352-E87B-5359-AC20-FF247403538A}"/>
              </a:ext>
            </a:extLst>
          </p:cNvPr>
          <p:cNvSpPr>
            <a:spLocks noGrp="1"/>
          </p:cNvSpPr>
          <p:nvPr>
            <p:ph type="sldNum" sz="quarter" idx="5"/>
          </p:nvPr>
        </p:nvSpPr>
        <p:spPr/>
        <p:txBody>
          <a:bodyPr/>
          <a:lstStyle/>
          <a:p>
            <a:fld id="{648246CF-7178-41AD-B6F8-BACEEA28FBE0}" type="slidenum">
              <a:rPr lang="en-US" smtClean="0"/>
              <a:t>140</a:t>
            </a:fld>
            <a:endParaRPr lang="en-US"/>
          </a:p>
        </p:txBody>
      </p:sp>
    </p:spTree>
    <p:extLst>
      <p:ext uri="{BB962C8B-B14F-4D97-AF65-F5344CB8AC3E}">
        <p14:creationId xmlns:p14="http://schemas.microsoft.com/office/powerpoint/2010/main" val="17230592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AFB171-42CE-41F4-160D-7A66DC8211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A631B-1852-3D1E-0159-DF1AF03CF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F31AB9-C975-B728-2C11-6DBC4E91AF6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F5BF93D-36DD-E0C3-2970-19418C153211}"/>
              </a:ext>
            </a:extLst>
          </p:cNvPr>
          <p:cNvSpPr>
            <a:spLocks noGrp="1"/>
          </p:cNvSpPr>
          <p:nvPr>
            <p:ph type="sldNum" sz="quarter" idx="5"/>
          </p:nvPr>
        </p:nvSpPr>
        <p:spPr/>
        <p:txBody>
          <a:bodyPr/>
          <a:lstStyle/>
          <a:p>
            <a:fld id="{648246CF-7178-41AD-B6F8-BACEEA28FBE0}" type="slidenum">
              <a:rPr lang="en-US" smtClean="0"/>
              <a:t>141</a:t>
            </a:fld>
            <a:endParaRPr lang="en-US"/>
          </a:p>
        </p:txBody>
      </p:sp>
    </p:spTree>
    <p:extLst>
      <p:ext uri="{BB962C8B-B14F-4D97-AF65-F5344CB8AC3E}">
        <p14:creationId xmlns:p14="http://schemas.microsoft.com/office/powerpoint/2010/main" val="103115529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CB8B2-E860-A145-C1A5-E1C172567C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4D8F0F-176A-3BE0-355F-DF22F8FA9C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67EC9-31FD-8DB8-A6F9-25CBA679CD5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49A14F6-C827-543E-3D53-7B75014D74D3}"/>
              </a:ext>
            </a:extLst>
          </p:cNvPr>
          <p:cNvSpPr>
            <a:spLocks noGrp="1"/>
          </p:cNvSpPr>
          <p:nvPr>
            <p:ph type="sldNum" sz="quarter" idx="5"/>
          </p:nvPr>
        </p:nvSpPr>
        <p:spPr/>
        <p:txBody>
          <a:bodyPr/>
          <a:lstStyle/>
          <a:p>
            <a:fld id="{648246CF-7178-41AD-B6F8-BACEEA28FBE0}" type="slidenum">
              <a:rPr lang="en-US" smtClean="0"/>
              <a:t>142</a:t>
            </a:fld>
            <a:endParaRPr lang="en-US"/>
          </a:p>
        </p:txBody>
      </p:sp>
    </p:spTree>
    <p:extLst>
      <p:ext uri="{BB962C8B-B14F-4D97-AF65-F5344CB8AC3E}">
        <p14:creationId xmlns:p14="http://schemas.microsoft.com/office/powerpoint/2010/main" val="22380067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094C6-3A27-CB39-F368-35F4693E74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8B7513-F245-BE69-0847-95FC47CFBA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73CEC2-6047-CF7B-E75D-61000CB4F72D}"/>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466CB7D2-ADD4-CA2D-D7E8-843C8ABD57E5}"/>
              </a:ext>
            </a:extLst>
          </p:cNvPr>
          <p:cNvSpPr>
            <a:spLocks noGrp="1"/>
          </p:cNvSpPr>
          <p:nvPr>
            <p:ph type="sldNum" sz="quarter" idx="5"/>
          </p:nvPr>
        </p:nvSpPr>
        <p:spPr/>
        <p:txBody>
          <a:bodyPr/>
          <a:lstStyle/>
          <a:p>
            <a:fld id="{648246CF-7178-41AD-B6F8-BACEEA28FBE0}" type="slidenum">
              <a:rPr lang="en-US" smtClean="0"/>
              <a:t>146</a:t>
            </a:fld>
            <a:endParaRPr lang="en-US"/>
          </a:p>
        </p:txBody>
      </p:sp>
    </p:spTree>
    <p:extLst>
      <p:ext uri="{BB962C8B-B14F-4D97-AF65-F5344CB8AC3E}">
        <p14:creationId xmlns:p14="http://schemas.microsoft.com/office/powerpoint/2010/main" val="1163483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C5B9E-90F2-FBAC-2216-FEBD815580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1DB7F-30BC-58F1-DEA9-E9742C0587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1517ED-EE76-1F46-2514-9D59DC9BD1E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862832A-0717-BDE5-5819-B3C61860D409}"/>
              </a:ext>
            </a:extLst>
          </p:cNvPr>
          <p:cNvSpPr>
            <a:spLocks noGrp="1"/>
          </p:cNvSpPr>
          <p:nvPr>
            <p:ph type="sldNum" sz="quarter" idx="5"/>
          </p:nvPr>
        </p:nvSpPr>
        <p:spPr/>
        <p:txBody>
          <a:bodyPr/>
          <a:lstStyle/>
          <a:p>
            <a:fld id="{648246CF-7178-41AD-B6F8-BACEEA28FBE0}" type="slidenum">
              <a:rPr lang="en-US" smtClean="0"/>
              <a:t>147</a:t>
            </a:fld>
            <a:endParaRPr lang="en-US"/>
          </a:p>
        </p:txBody>
      </p:sp>
    </p:spTree>
    <p:extLst>
      <p:ext uri="{BB962C8B-B14F-4D97-AF65-F5344CB8AC3E}">
        <p14:creationId xmlns:p14="http://schemas.microsoft.com/office/powerpoint/2010/main" val="363702663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8748E-71E9-4234-C7EF-3068A1AC5A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90C43D-E2E0-3432-4103-BEA2D2635D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A98792-DEC8-7D49-E4FD-3A030DCDF8F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0BE23A7-820D-F50F-A6E0-55139FBF0F5A}"/>
              </a:ext>
            </a:extLst>
          </p:cNvPr>
          <p:cNvSpPr>
            <a:spLocks noGrp="1"/>
          </p:cNvSpPr>
          <p:nvPr>
            <p:ph type="sldNum" sz="quarter" idx="5"/>
          </p:nvPr>
        </p:nvSpPr>
        <p:spPr/>
        <p:txBody>
          <a:bodyPr/>
          <a:lstStyle/>
          <a:p>
            <a:fld id="{648246CF-7178-41AD-B6F8-BACEEA28FBE0}" type="slidenum">
              <a:rPr lang="en-US" smtClean="0"/>
              <a:t>148</a:t>
            </a:fld>
            <a:endParaRPr lang="en-US"/>
          </a:p>
        </p:txBody>
      </p:sp>
    </p:spTree>
    <p:extLst>
      <p:ext uri="{BB962C8B-B14F-4D97-AF65-F5344CB8AC3E}">
        <p14:creationId xmlns:p14="http://schemas.microsoft.com/office/powerpoint/2010/main" val="29994241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56C2B-54C6-4373-169B-E27D6EFFC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8295C5-C0E7-61B4-AA7B-2C40ACBA1B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552E08-7E83-8E78-C46C-B619F36F638B}"/>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1C11906-5B42-4D1D-063B-F722B77435C2}"/>
              </a:ext>
            </a:extLst>
          </p:cNvPr>
          <p:cNvSpPr>
            <a:spLocks noGrp="1"/>
          </p:cNvSpPr>
          <p:nvPr>
            <p:ph type="sldNum" sz="quarter" idx="5"/>
          </p:nvPr>
        </p:nvSpPr>
        <p:spPr/>
        <p:txBody>
          <a:bodyPr/>
          <a:lstStyle/>
          <a:p>
            <a:fld id="{648246CF-7178-41AD-B6F8-BACEEA28FBE0}" type="slidenum">
              <a:rPr lang="en-US" smtClean="0"/>
              <a:t>149</a:t>
            </a:fld>
            <a:endParaRPr lang="en-US"/>
          </a:p>
        </p:txBody>
      </p:sp>
    </p:spTree>
    <p:extLst>
      <p:ext uri="{BB962C8B-B14F-4D97-AF65-F5344CB8AC3E}">
        <p14:creationId xmlns:p14="http://schemas.microsoft.com/office/powerpoint/2010/main" val="28373540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2C4F0-5486-15FE-BBF3-DDA0E22D23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489D26-5FB1-3576-2A83-F669C89DC4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59DFFD-6184-8260-1C95-CA6B9016414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DB94E2D2-530C-997D-EB49-AE5AB86C1891}"/>
              </a:ext>
            </a:extLst>
          </p:cNvPr>
          <p:cNvSpPr>
            <a:spLocks noGrp="1"/>
          </p:cNvSpPr>
          <p:nvPr>
            <p:ph type="sldNum" sz="quarter" idx="5"/>
          </p:nvPr>
        </p:nvSpPr>
        <p:spPr/>
        <p:txBody>
          <a:bodyPr/>
          <a:lstStyle/>
          <a:p>
            <a:fld id="{648246CF-7178-41AD-B6F8-BACEEA28FBE0}" type="slidenum">
              <a:rPr lang="en-US" smtClean="0"/>
              <a:t>150</a:t>
            </a:fld>
            <a:endParaRPr lang="en-US"/>
          </a:p>
        </p:txBody>
      </p:sp>
    </p:spTree>
    <p:extLst>
      <p:ext uri="{BB962C8B-B14F-4D97-AF65-F5344CB8AC3E}">
        <p14:creationId xmlns:p14="http://schemas.microsoft.com/office/powerpoint/2010/main" val="31977392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8AB4F-DC3F-464C-F47C-995BF60408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75BAFA-09F7-5C67-90E1-CA18684402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7A090D-E1B6-87C8-2FFA-99D08A93EFE1}"/>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BA4AACB-5DE3-33B3-A3F6-E9AC74C7DBBF}"/>
              </a:ext>
            </a:extLst>
          </p:cNvPr>
          <p:cNvSpPr>
            <a:spLocks noGrp="1"/>
          </p:cNvSpPr>
          <p:nvPr>
            <p:ph type="sldNum" sz="quarter" idx="5"/>
          </p:nvPr>
        </p:nvSpPr>
        <p:spPr/>
        <p:txBody>
          <a:bodyPr/>
          <a:lstStyle/>
          <a:p>
            <a:fld id="{648246CF-7178-41AD-B6F8-BACEEA28FBE0}" type="slidenum">
              <a:rPr lang="en-US" smtClean="0"/>
              <a:t>151</a:t>
            </a:fld>
            <a:endParaRPr lang="en-US"/>
          </a:p>
        </p:txBody>
      </p:sp>
    </p:spTree>
    <p:extLst>
      <p:ext uri="{BB962C8B-B14F-4D97-AF65-F5344CB8AC3E}">
        <p14:creationId xmlns:p14="http://schemas.microsoft.com/office/powerpoint/2010/main" val="41815878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B3676-FB6D-95A4-0894-D2A1FF4147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0F1377-7971-E8BF-A0B4-AD9CF4A340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82EA7A-F7A7-E1E8-C31D-98AA2D231EB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5A37ECE-FDF8-1D2A-9E44-DFE29D6867EE}"/>
              </a:ext>
            </a:extLst>
          </p:cNvPr>
          <p:cNvSpPr>
            <a:spLocks noGrp="1"/>
          </p:cNvSpPr>
          <p:nvPr>
            <p:ph type="sldNum" sz="quarter" idx="5"/>
          </p:nvPr>
        </p:nvSpPr>
        <p:spPr/>
        <p:txBody>
          <a:bodyPr/>
          <a:lstStyle/>
          <a:p>
            <a:fld id="{648246CF-7178-41AD-B6F8-BACEEA28FBE0}" type="slidenum">
              <a:rPr lang="en-US" smtClean="0"/>
              <a:t>152</a:t>
            </a:fld>
            <a:endParaRPr lang="en-US"/>
          </a:p>
        </p:txBody>
      </p:sp>
    </p:spTree>
    <p:extLst>
      <p:ext uri="{BB962C8B-B14F-4D97-AF65-F5344CB8AC3E}">
        <p14:creationId xmlns:p14="http://schemas.microsoft.com/office/powerpoint/2010/main" val="25404729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A87A4-67F5-42E7-A011-DB3F0A7045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283927-A205-A961-91B6-D42C722430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CC6929-F9AB-3AAA-2711-7B6E0D97254E}"/>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BD5CA3F2-9A7A-9750-3D2C-B02A5E41B580}"/>
              </a:ext>
            </a:extLst>
          </p:cNvPr>
          <p:cNvSpPr>
            <a:spLocks noGrp="1"/>
          </p:cNvSpPr>
          <p:nvPr>
            <p:ph type="sldNum" sz="quarter" idx="5"/>
          </p:nvPr>
        </p:nvSpPr>
        <p:spPr/>
        <p:txBody>
          <a:bodyPr/>
          <a:lstStyle/>
          <a:p>
            <a:fld id="{648246CF-7178-41AD-B6F8-BACEEA28FBE0}" type="slidenum">
              <a:rPr lang="en-US" smtClean="0"/>
              <a:t>153</a:t>
            </a:fld>
            <a:endParaRPr lang="en-US"/>
          </a:p>
        </p:txBody>
      </p:sp>
    </p:spTree>
    <p:extLst>
      <p:ext uri="{BB962C8B-B14F-4D97-AF65-F5344CB8AC3E}">
        <p14:creationId xmlns:p14="http://schemas.microsoft.com/office/powerpoint/2010/main" val="1516857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082FC-67A1-B3A7-8255-3E4E6AE0DB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26EC54-532F-ADC1-C825-529F339C6F6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3D2F5B-3DB0-D801-36CE-0CFE59580BC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004147F-B072-E579-BAF4-459DD24EA409}"/>
              </a:ext>
            </a:extLst>
          </p:cNvPr>
          <p:cNvSpPr>
            <a:spLocks noGrp="1"/>
          </p:cNvSpPr>
          <p:nvPr>
            <p:ph type="sldNum" sz="quarter" idx="5"/>
          </p:nvPr>
        </p:nvSpPr>
        <p:spPr/>
        <p:txBody>
          <a:bodyPr/>
          <a:lstStyle/>
          <a:p>
            <a:fld id="{648246CF-7178-41AD-B6F8-BACEEA28FBE0}" type="slidenum">
              <a:rPr lang="en-US" smtClean="0"/>
              <a:t>154</a:t>
            </a:fld>
            <a:endParaRPr lang="en-US"/>
          </a:p>
        </p:txBody>
      </p:sp>
    </p:spTree>
    <p:extLst>
      <p:ext uri="{BB962C8B-B14F-4D97-AF65-F5344CB8AC3E}">
        <p14:creationId xmlns:p14="http://schemas.microsoft.com/office/powerpoint/2010/main" val="411917475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3FD3A-44E7-2C87-4E67-2B3C2B4A2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9581EF-E8F0-7708-6171-38D355BB3C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1C87BF-F8F4-F814-1EF7-04EE26EC9AB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1D19F4D-9D15-957D-C729-EBA2CD91D83F}"/>
              </a:ext>
            </a:extLst>
          </p:cNvPr>
          <p:cNvSpPr>
            <a:spLocks noGrp="1"/>
          </p:cNvSpPr>
          <p:nvPr>
            <p:ph type="sldNum" sz="quarter" idx="5"/>
          </p:nvPr>
        </p:nvSpPr>
        <p:spPr/>
        <p:txBody>
          <a:bodyPr/>
          <a:lstStyle/>
          <a:p>
            <a:fld id="{648246CF-7178-41AD-B6F8-BACEEA28FBE0}" type="slidenum">
              <a:rPr lang="en-US" smtClean="0"/>
              <a:t>155</a:t>
            </a:fld>
            <a:endParaRPr lang="en-US"/>
          </a:p>
        </p:txBody>
      </p:sp>
    </p:spTree>
    <p:extLst>
      <p:ext uri="{BB962C8B-B14F-4D97-AF65-F5344CB8AC3E}">
        <p14:creationId xmlns:p14="http://schemas.microsoft.com/office/powerpoint/2010/main" val="409302217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326D9-BC46-2415-9744-2FAD954B7A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675CAA-6B32-CA1D-1A99-1C15E961D4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7AFA13-5392-21DF-48BC-4D31EF3FE672}"/>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BA880EEF-6DEE-582E-A897-A78F40E8B6C4}"/>
              </a:ext>
            </a:extLst>
          </p:cNvPr>
          <p:cNvSpPr>
            <a:spLocks noGrp="1"/>
          </p:cNvSpPr>
          <p:nvPr>
            <p:ph type="sldNum" sz="quarter" idx="5"/>
          </p:nvPr>
        </p:nvSpPr>
        <p:spPr/>
        <p:txBody>
          <a:bodyPr/>
          <a:lstStyle/>
          <a:p>
            <a:fld id="{648246CF-7178-41AD-B6F8-BACEEA28FBE0}" type="slidenum">
              <a:rPr lang="en-US" smtClean="0"/>
              <a:t>156</a:t>
            </a:fld>
            <a:endParaRPr lang="en-US"/>
          </a:p>
        </p:txBody>
      </p:sp>
    </p:spTree>
    <p:extLst>
      <p:ext uri="{BB962C8B-B14F-4D97-AF65-F5344CB8AC3E}">
        <p14:creationId xmlns:p14="http://schemas.microsoft.com/office/powerpoint/2010/main" val="36162197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05DCA2-2387-C407-12C2-21B726642B5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54E724-1274-F61B-D3B1-4C6D6CB9F9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AD67CF-039C-FE22-119A-485CDEC9BA3F}"/>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31ABDC03-B03E-1147-AA56-4D1CF337732A}"/>
              </a:ext>
            </a:extLst>
          </p:cNvPr>
          <p:cNvSpPr>
            <a:spLocks noGrp="1"/>
          </p:cNvSpPr>
          <p:nvPr>
            <p:ph type="sldNum" sz="quarter" idx="5"/>
          </p:nvPr>
        </p:nvSpPr>
        <p:spPr/>
        <p:txBody>
          <a:bodyPr/>
          <a:lstStyle/>
          <a:p>
            <a:fld id="{648246CF-7178-41AD-B6F8-BACEEA28FBE0}" type="slidenum">
              <a:rPr lang="en-US" smtClean="0"/>
              <a:t>157</a:t>
            </a:fld>
            <a:endParaRPr lang="en-US"/>
          </a:p>
        </p:txBody>
      </p:sp>
    </p:spTree>
    <p:extLst>
      <p:ext uri="{BB962C8B-B14F-4D97-AF65-F5344CB8AC3E}">
        <p14:creationId xmlns:p14="http://schemas.microsoft.com/office/powerpoint/2010/main" val="340826512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BAA73-EF66-A335-58FD-54705B5672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67BB21-A2FA-64FD-A832-B0BE9134A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CA5CB2-2EB1-CB4A-AEE4-6E54535D2323}"/>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5DDFD413-7DD8-ABCA-AA17-1129493FE00F}"/>
              </a:ext>
            </a:extLst>
          </p:cNvPr>
          <p:cNvSpPr>
            <a:spLocks noGrp="1"/>
          </p:cNvSpPr>
          <p:nvPr>
            <p:ph type="sldNum" sz="quarter" idx="5"/>
          </p:nvPr>
        </p:nvSpPr>
        <p:spPr/>
        <p:txBody>
          <a:bodyPr/>
          <a:lstStyle/>
          <a:p>
            <a:fld id="{648246CF-7178-41AD-B6F8-BACEEA28FBE0}" type="slidenum">
              <a:rPr lang="en-US" smtClean="0"/>
              <a:t>158</a:t>
            </a:fld>
            <a:endParaRPr lang="en-US"/>
          </a:p>
        </p:txBody>
      </p:sp>
    </p:spTree>
    <p:extLst>
      <p:ext uri="{BB962C8B-B14F-4D97-AF65-F5344CB8AC3E}">
        <p14:creationId xmlns:p14="http://schemas.microsoft.com/office/powerpoint/2010/main" val="31121122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9A1DDB-9F72-DAB5-54B0-9EE3BC23A9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19610F-269E-31D0-078C-74D33426BA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4CFBB7-75AB-5F5D-DE6E-7FFF17AB3E46}"/>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99F595EA-B44A-893D-E482-203F47D6CDF3}"/>
              </a:ext>
            </a:extLst>
          </p:cNvPr>
          <p:cNvSpPr>
            <a:spLocks noGrp="1"/>
          </p:cNvSpPr>
          <p:nvPr>
            <p:ph type="sldNum" sz="quarter" idx="5"/>
          </p:nvPr>
        </p:nvSpPr>
        <p:spPr/>
        <p:txBody>
          <a:bodyPr/>
          <a:lstStyle/>
          <a:p>
            <a:fld id="{648246CF-7178-41AD-B6F8-BACEEA28FBE0}" type="slidenum">
              <a:rPr lang="en-US" smtClean="0"/>
              <a:t>159</a:t>
            </a:fld>
            <a:endParaRPr lang="en-US"/>
          </a:p>
        </p:txBody>
      </p:sp>
    </p:spTree>
    <p:extLst>
      <p:ext uri="{BB962C8B-B14F-4D97-AF65-F5344CB8AC3E}">
        <p14:creationId xmlns:p14="http://schemas.microsoft.com/office/powerpoint/2010/main" val="34907458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B18CE-475C-955D-EA24-A84F30CDB1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9B8B1-8824-3D79-5104-9E4F02A195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73E31B-56BF-E24C-37C9-478538784F0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FD1BE3D-ACF2-BBB4-14D8-FAC3F66320DB}"/>
              </a:ext>
            </a:extLst>
          </p:cNvPr>
          <p:cNvSpPr>
            <a:spLocks noGrp="1"/>
          </p:cNvSpPr>
          <p:nvPr>
            <p:ph type="sldNum" sz="quarter" idx="5"/>
          </p:nvPr>
        </p:nvSpPr>
        <p:spPr/>
        <p:txBody>
          <a:bodyPr/>
          <a:lstStyle/>
          <a:p>
            <a:fld id="{648246CF-7178-41AD-B6F8-BACEEA28FBE0}" type="slidenum">
              <a:rPr lang="en-US" smtClean="0"/>
              <a:t>160</a:t>
            </a:fld>
            <a:endParaRPr lang="en-US"/>
          </a:p>
        </p:txBody>
      </p:sp>
    </p:spTree>
    <p:extLst>
      <p:ext uri="{BB962C8B-B14F-4D97-AF65-F5344CB8AC3E}">
        <p14:creationId xmlns:p14="http://schemas.microsoft.com/office/powerpoint/2010/main" val="24230348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9598D-9F3D-C4A4-83A0-FE6EFD4A28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2FE442-E3F4-BBCA-F4A1-75337FE6A7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056648-DB93-3FF6-AEC7-AC7E2FF3A07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2AB6DE2-1F76-6BCB-24B2-E640A5B9A460}"/>
              </a:ext>
            </a:extLst>
          </p:cNvPr>
          <p:cNvSpPr>
            <a:spLocks noGrp="1"/>
          </p:cNvSpPr>
          <p:nvPr>
            <p:ph type="sldNum" sz="quarter" idx="5"/>
          </p:nvPr>
        </p:nvSpPr>
        <p:spPr/>
        <p:txBody>
          <a:bodyPr/>
          <a:lstStyle/>
          <a:p>
            <a:fld id="{648246CF-7178-41AD-B6F8-BACEEA28FBE0}" type="slidenum">
              <a:rPr lang="en-US" smtClean="0"/>
              <a:t>161</a:t>
            </a:fld>
            <a:endParaRPr lang="en-US"/>
          </a:p>
        </p:txBody>
      </p:sp>
    </p:spTree>
    <p:extLst>
      <p:ext uri="{BB962C8B-B14F-4D97-AF65-F5344CB8AC3E}">
        <p14:creationId xmlns:p14="http://schemas.microsoft.com/office/powerpoint/2010/main" val="8076721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1E0439-FEDB-03FA-4D50-A653AEBAC5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CDB9C9-5D46-ADA7-1159-A6C76C6F1D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8DFA98-C11D-E33F-114E-AA7CC1F9072A}"/>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AECD9026-1E29-5252-A081-0325AD48BC65}"/>
              </a:ext>
            </a:extLst>
          </p:cNvPr>
          <p:cNvSpPr>
            <a:spLocks noGrp="1"/>
          </p:cNvSpPr>
          <p:nvPr>
            <p:ph type="sldNum" sz="quarter" idx="5"/>
          </p:nvPr>
        </p:nvSpPr>
        <p:spPr/>
        <p:txBody>
          <a:bodyPr/>
          <a:lstStyle/>
          <a:p>
            <a:fld id="{648246CF-7178-41AD-B6F8-BACEEA28FBE0}" type="slidenum">
              <a:rPr lang="en-US" smtClean="0"/>
              <a:t>162</a:t>
            </a:fld>
            <a:endParaRPr lang="en-US"/>
          </a:p>
        </p:txBody>
      </p:sp>
    </p:spTree>
    <p:extLst>
      <p:ext uri="{BB962C8B-B14F-4D97-AF65-F5344CB8AC3E}">
        <p14:creationId xmlns:p14="http://schemas.microsoft.com/office/powerpoint/2010/main" val="162284061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9B6B9A-0E1B-0145-421A-672CAB029C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05A274-F977-03C6-1868-191D3C8D01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512773-D993-34FA-FAC9-DD3A9549BE6A}"/>
              </a:ext>
            </a:extLst>
          </p:cNvPr>
          <p:cNvSpPr>
            <a:spLocks noGrp="1"/>
          </p:cNvSpPr>
          <p:nvPr>
            <p:ph type="body" idx="1"/>
          </p:nvPr>
        </p:nvSpPr>
        <p:spPr/>
        <p:txBody>
          <a:bodyPr/>
          <a:lstStyle/>
          <a:p>
            <a:pPr marL="228600" indent="-228600">
              <a:buAutoNum type="arabicPeriod"/>
            </a:pPr>
            <a:endParaRPr lang="en-US" dirty="0"/>
          </a:p>
        </p:txBody>
      </p:sp>
      <p:sp>
        <p:nvSpPr>
          <p:cNvPr id="4" name="Slide Number Placeholder 3">
            <a:extLst>
              <a:ext uri="{FF2B5EF4-FFF2-40B4-BE49-F238E27FC236}">
                <a16:creationId xmlns:a16="http://schemas.microsoft.com/office/drawing/2014/main" id="{2DD9EEFC-FA90-E326-93EA-419E0D02FF40}"/>
              </a:ext>
            </a:extLst>
          </p:cNvPr>
          <p:cNvSpPr>
            <a:spLocks noGrp="1"/>
          </p:cNvSpPr>
          <p:nvPr>
            <p:ph type="sldNum" sz="quarter" idx="5"/>
          </p:nvPr>
        </p:nvSpPr>
        <p:spPr/>
        <p:txBody>
          <a:bodyPr/>
          <a:lstStyle/>
          <a:p>
            <a:fld id="{648246CF-7178-41AD-B6F8-BACEEA28FBE0}" type="slidenum">
              <a:rPr lang="en-US" smtClean="0"/>
              <a:t>163</a:t>
            </a:fld>
            <a:endParaRPr lang="en-US"/>
          </a:p>
        </p:txBody>
      </p:sp>
    </p:spTree>
    <p:extLst>
      <p:ext uri="{BB962C8B-B14F-4D97-AF65-F5344CB8AC3E}">
        <p14:creationId xmlns:p14="http://schemas.microsoft.com/office/powerpoint/2010/main" val="2724447145"/>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E8AC2-DC14-DF59-2B98-6483EECC7D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7F0A00-D00F-9BB2-F131-8045565EC69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3BA7C-DDAF-E692-D1C8-56D9BCD9077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959BBAE-D432-EA93-6C40-63B806B5F0D3}"/>
              </a:ext>
            </a:extLst>
          </p:cNvPr>
          <p:cNvSpPr>
            <a:spLocks noGrp="1"/>
          </p:cNvSpPr>
          <p:nvPr>
            <p:ph type="sldNum" sz="quarter" idx="5"/>
          </p:nvPr>
        </p:nvSpPr>
        <p:spPr/>
        <p:txBody>
          <a:bodyPr/>
          <a:lstStyle/>
          <a:p>
            <a:fld id="{648246CF-7178-41AD-B6F8-BACEEA28FBE0}" type="slidenum">
              <a:rPr lang="en-US" smtClean="0"/>
              <a:t>196</a:t>
            </a:fld>
            <a:endParaRPr lang="en-US"/>
          </a:p>
        </p:txBody>
      </p:sp>
    </p:spTree>
    <p:extLst>
      <p:ext uri="{BB962C8B-B14F-4D97-AF65-F5344CB8AC3E}">
        <p14:creationId xmlns:p14="http://schemas.microsoft.com/office/powerpoint/2010/main" val="3680281040"/>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74B47-138D-0597-77F7-2814E443FB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1E99E4-CB3E-B218-3AF5-4A71DF68F97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BFBD779-F07D-DF58-378A-00CBF305782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5B796EA-D062-1EB4-3E3F-3AF4A82A99CE}"/>
              </a:ext>
            </a:extLst>
          </p:cNvPr>
          <p:cNvSpPr>
            <a:spLocks noGrp="1"/>
          </p:cNvSpPr>
          <p:nvPr>
            <p:ph type="sldNum" sz="quarter" idx="5"/>
          </p:nvPr>
        </p:nvSpPr>
        <p:spPr/>
        <p:txBody>
          <a:bodyPr/>
          <a:lstStyle/>
          <a:p>
            <a:fld id="{648246CF-7178-41AD-B6F8-BACEEA28FBE0}" type="slidenum">
              <a:rPr lang="en-US" smtClean="0"/>
              <a:t>197</a:t>
            </a:fld>
            <a:endParaRPr lang="en-US"/>
          </a:p>
        </p:txBody>
      </p:sp>
    </p:spTree>
    <p:extLst>
      <p:ext uri="{BB962C8B-B14F-4D97-AF65-F5344CB8AC3E}">
        <p14:creationId xmlns:p14="http://schemas.microsoft.com/office/powerpoint/2010/main" val="13268951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0BEC7B-E200-4FB4-0792-CC519CEF14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51FBC2-C8E2-9757-7E80-50762682F3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E0738E0-6190-77E0-14FA-00AAB4E19E6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9B5BCBD-F0AB-4286-AD24-47FFD00D1516}"/>
              </a:ext>
            </a:extLst>
          </p:cNvPr>
          <p:cNvSpPr>
            <a:spLocks noGrp="1"/>
          </p:cNvSpPr>
          <p:nvPr>
            <p:ph type="sldNum" sz="quarter" idx="5"/>
          </p:nvPr>
        </p:nvSpPr>
        <p:spPr/>
        <p:txBody>
          <a:bodyPr/>
          <a:lstStyle/>
          <a:p>
            <a:fld id="{648246CF-7178-41AD-B6F8-BACEEA28FBE0}" type="slidenum">
              <a:rPr lang="en-US" smtClean="0"/>
              <a:t>198</a:t>
            </a:fld>
            <a:endParaRPr lang="en-US"/>
          </a:p>
        </p:txBody>
      </p:sp>
    </p:spTree>
    <p:extLst>
      <p:ext uri="{BB962C8B-B14F-4D97-AF65-F5344CB8AC3E}">
        <p14:creationId xmlns:p14="http://schemas.microsoft.com/office/powerpoint/2010/main" val="33849906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3B5DC-776D-8B0C-97C0-F5DBDC726F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D5640F-7D82-79C5-C051-319C65E57A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D861C6-A9EA-1EF4-4D87-9689EBAC83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F22CC51-7DA3-0396-49D7-C72DBB7A7D96}"/>
              </a:ext>
            </a:extLst>
          </p:cNvPr>
          <p:cNvSpPr>
            <a:spLocks noGrp="1"/>
          </p:cNvSpPr>
          <p:nvPr>
            <p:ph type="sldNum" sz="quarter" idx="5"/>
          </p:nvPr>
        </p:nvSpPr>
        <p:spPr/>
        <p:txBody>
          <a:bodyPr/>
          <a:lstStyle/>
          <a:p>
            <a:fld id="{648246CF-7178-41AD-B6F8-BACEEA28FBE0}" type="slidenum">
              <a:rPr lang="en-US" smtClean="0"/>
              <a:t>199</a:t>
            </a:fld>
            <a:endParaRPr lang="en-US"/>
          </a:p>
        </p:txBody>
      </p:sp>
    </p:spTree>
    <p:extLst>
      <p:ext uri="{BB962C8B-B14F-4D97-AF65-F5344CB8AC3E}">
        <p14:creationId xmlns:p14="http://schemas.microsoft.com/office/powerpoint/2010/main" val="86084839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B4024A-AD01-9AB6-9863-CD3E177BC1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251A4D-5848-968C-C483-C4D5BA07F0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6E56FF-BD90-23A1-4FC4-2398B66AA33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408566C-A151-B90D-58A1-FD8900D4554D}"/>
              </a:ext>
            </a:extLst>
          </p:cNvPr>
          <p:cNvSpPr>
            <a:spLocks noGrp="1"/>
          </p:cNvSpPr>
          <p:nvPr>
            <p:ph type="sldNum" sz="quarter" idx="5"/>
          </p:nvPr>
        </p:nvSpPr>
        <p:spPr/>
        <p:txBody>
          <a:bodyPr/>
          <a:lstStyle/>
          <a:p>
            <a:fld id="{648246CF-7178-41AD-B6F8-BACEEA28FBE0}" type="slidenum">
              <a:rPr lang="en-US" smtClean="0"/>
              <a:t>200</a:t>
            </a:fld>
            <a:endParaRPr lang="en-US"/>
          </a:p>
        </p:txBody>
      </p:sp>
    </p:spTree>
    <p:extLst>
      <p:ext uri="{BB962C8B-B14F-4D97-AF65-F5344CB8AC3E}">
        <p14:creationId xmlns:p14="http://schemas.microsoft.com/office/powerpoint/2010/main" val="370064104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25818-9DAE-FB4E-9944-6AE23FA79E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A7B781-1443-727E-CC1D-5FB4BDB217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99509D-1578-A2F3-A8CB-DAF60B190E39}"/>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FB65CC9-A347-BCEF-3544-2FF7659DFA44}"/>
              </a:ext>
            </a:extLst>
          </p:cNvPr>
          <p:cNvSpPr>
            <a:spLocks noGrp="1"/>
          </p:cNvSpPr>
          <p:nvPr>
            <p:ph type="sldNum" sz="quarter" idx="5"/>
          </p:nvPr>
        </p:nvSpPr>
        <p:spPr/>
        <p:txBody>
          <a:bodyPr/>
          <a:lstStyle/>
          <a:p>
            <a:fld id="{648246CF-7178-41AD-B6F8-BACEEA28FBE0}" type="slidenum">
              <a:rPr lang="en-US" smtClean="0"/>
              <a:t>201</a:t>
            </a:fld>
            <a:endParaRPr lang="en-US"/>
          </a:p>
        </p:txBody>
      </p:sp>
    </p:spTree>
    <p:extLst>
      <p:ext uri="{BB962C8B-B14F-4D97-AF65-F5344CB8AC3E}">
        <p14:creationId xmlns:p14="http://schemas.microsoft.com/office/powerpoint/2010/main" val="67148045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6183D3-5A99-698A-5C4E-A468A759AF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8ED152-E275-5E10-CF77-6AA16815A8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C21B84-782A-CB28-7F2A-EAE7575A7A8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D2C4D10-7AD5-A832-3643-661D0036B936}"/>
              </a:ext>
            </a:extLst>
          </p:cNvPr>
          <p:cNvSpPr>
            <a:spLocks noGrp="1"/>
          </p:cNvSpPr>
          <p:nvPr>
            <p:ph type="sldNum" sz="quarter" idx="5"/>
          </p:nvPr>
        </p:nvSpPr>
        <p:spPr/>
        <p:txBody>
          <a:bodyPr/>
          <a:lstStyle/>
          <a:p>
            <a:fld id="{648246CF-7178-41AD-B6F8-BACEEA28FBE0}" type="slidenum">
              <a:rPr lang="en-US" smtClean="0"/>
              <a:t>202</a:t>
            </a:fld>
            <a:endParaRPr lang="en-US"/>
          </a:p>
        </p:txBody>
      </p:sp>
    </p:spTree>
    <p:extLst>
      <p:ext uri="{BB962C8B-B14F-4D97-AF65-F5344CB8AC3E}">
        <p14:creationId xmlns:p14="http://schemas.microsoft.com/office/powerpoint/2010/main" val="225235272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004EF-E34C-41A3-CF56-D41353F716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662C84-D74A-EABD-C029-8050F004B1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94E720-FAD8-70CE-BD64-9101F57E2070}"/>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C0A0A9E-57FE-B2D3-42D4-E2932D41D1FE}"/>
              </a:ext>
            </a:extLst>
          </p:cNvPr>
          <p:cNvSpPr>
            <a:spLocks noGrp="1"/>
          </p:cNvSpPr>
          <p:nvPr>
            <p:ph type="sldNum" sz="quarter" idx="5"/>
          </p:nvPr>
        </p:nvSpPr>
        <p:spPr/>
        <p:txBody>
          <a:bodyPr/>
          <a:lstStyle/>
          <a:p>
            <a:fld id="{648246CF-7178-41AD-B6F8-BACEEA28FBE0}" type="slidenum">
              <a:rPr lang="en-US" smtClean="0"/>
              <a:t>203</a:t>
            </a:fld>
            <a:endParaRPr lang="en-US"/>
          </a:p>
        </p:txBody>
      </p:sp>
    </p:spTree>
    <p:extLst>
      <p:ext uri="{BB962C8B-B14F-4D97-AF65-F5344CB8AC3E}">
        <p14:creationId xmlns:p14="http://schemas.microsoft.com/office/powerpoint/2010/main" val="228502183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969E5E-77E0-3C53-74B2-4E4EEC5B25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2F0242-37DD-5134-B42B-6CAAE05299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A31807-E40E-E2D0-3164-CD9A748D298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C98822F-66BD-9B93-98A1-0377A89D5A28}"/>
              </a:ext>
            </a:extLst>
          </p:cNvPr>
          <p:cNvSpPr>
            <a:spLocks noGrp="1"/>
          </p:cNvSpPr>
          <p:nvPr>
            <p:ph type="sldNum" sz="quarter" idx="5"/>
          </p:nvPr>
        </p:nvSpPr>
        <p:spPr/>
        <p:txBody>
          <a:bodyPr/>
          <a:lstStyle/>
          <a:p>
            <a:fld id="{648246CF-7178-41AD-B6F8-BACEEA28FBE0}" type="slidenum">
              <a:rPr lang="en-US" smtClean="0"/>
              <a:t>204</a:t>
            </a:fld>
            <a:endParaRPr lang="en-US"/>
          </a:p>
        </p:txBody>
      </p:sp>
    </p:spTree>
    <p:extLst>
      <p:ext uri="{BB962C8B-B14F-4D97-AF65-F5344CB8AC3E}">
        <p14:creationId xmlns:p14="http://schemas.microsoft.com/office/powerpoint/2010/main" val="122327065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61D8C-A010-35AB-87CC-70A1A5BC49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6BBDE7-06D2-0CF8-56B6-56ED6B6ADA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402201-0B45-A33A-45EB-C70D43D41D5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70C4A18-99D5-AA5B-61ED-9EB9213CFC0D}"/>
              </a:ext>
            </a:extLst>
          </p:cNvPr>
          <p:cNvSpPr>
            <a:spLocks noGrp="1"/>
          </p:cNvSpPr>
          <p:nvPr>
            <p:ph type="sldNum" sz="quarter" idx="5"/>
          </p:nvPr>
        </p:nvSpPr>
        <p:spPr/>
        <p:txBody>
          <a:bodyPr/>
          <a:lstStyle/>
          <a:p>
            <a:fld id="{648246CF-7178-41AD-B6F8-BACEEA28FBE0}" type="slidenum">
              <a:rPr lang="en-US" smtClean="0"/>
              <a:t>205</a:t>
            </a:fld>
            <a:endParaRPr lang="en-US"/>
          </a:p>
        </p:txBody>
      </p:sp>
    </p:spTree>
    <p:extLst>
      <p:ext uri="{BB962C8B-B14F-4D97-AF65-F5344CB8AC3E}">
        <p14:creationId xmlns:p14="http://schemas.microsoft.com/office/powerpoint/2010/main" val="63891785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1F8BBF-C064-A69C-D29D-CA8E717705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AA3163-2BDE-3C5B-31E7-517E6AF1FD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4FF634-08C3-CE31-C303-86A29EABF20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CF63561-BC4E-2FFB-5670-098C5C481422}"/>
              </a:ext>
            </a:extLst>
          </p:cNvPr>
          <p:cNvSpPr>
            <a:spLocks noGrp="1"/>
          </p:cNvSpPr>
          <p:nvPr>
            <p:ph type="sldNum" sz="quarter" idx="5"/>
          </p:nvPr>
        </p:nvSpPr>
        <p:spPr/>
        <p:txBody>
          <a:bodyPr/>
          <a:lstStyle/>
          <a:p>
            <a:fld id="{648246CF-7178-41AD-B6F8-BACEEA28FBE0}" type="slidenum">
              <a:rPr lang="en-US" smtClean="0"/>
              <a:t>206</a:t>
            </a:fld>
            <a:endParaRPr lang="en-US"/>
          </a:p>
        </p:txBody>
      </p:sp>
    </p:spTree>
    <p:extLst>
      <p:ext uri="{BB962C8B-B14F-4D97-AF65-F5344CB8AC3E}">
        <p14:creationId xmlns:p14="http://schemas.microsoft.com/office/powerpoint/2010/main" val="72789636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7BBEDF-0730-EFAF-1509-963728CD05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5EB671-7190-72A6-430E-8679E542E5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E37547-3681-F245-3029-04416CBA752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3CF17E9-1D70-E154-2491-DA4BF13AF9F8}"/>
              </a:ext>
            </a:extLst>
          </p:cNvPr>
          <p:cNvSpPr>
            <a:spLocks noGrp="1"/>
          </p:cNvSpPr>
          <p:nvPr>
            <p:ph type="sldNum" sz="quarter" idx="5"/>
          </p:nvPr>
        </p:nvSpPr>
        <p:spPr/>
        <p:txBody>
          <a:bodyPr/>
          <a:lstStyle/>
          <a:p>
            <a:fld id="{648246CF-7178-41AD-B6F8-BACEEA28FBE0}" type="slidenum">
              <a:rPr lang="en-US" smtClean="0"/>
              <a:t>207</a:t>
            </a:fld>
            <a:endParaRPr lang="en-US"/>
          </a:p>
        </p:txBody>
      </p:sp>
    </p:spTree>
    <p:extLst>
      <p:ext uri="{BB962C8B-B14F-4D97-AF65-F5344CB8AC3E}">
        <p14:creationId xmlns:p14="http://schemas.microsoft.com/office/powerpoint/2010/main" val="327583687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3F2D7-ADF8-17C9-A645-E3B36F6009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DB688C-BAEE-F1A6-DE8A-70E0D17B8A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76F088-7D08-C1C4-3D3A-13104CAABC8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0E41F70-A3CC-6A0C-198C-8C0B6597CDEC}"/>
              </a:ext>
            </a:extLst>
          </p:cNvPr>
          <p:cNvSpPr>
            <a:spLocks noGrp="1"/>
          </p:cNvSpPr>
          <p:nvPr>
            <p:ph type="sldNum" sz="quarter" idx="5"/>
          </p:nvPr>
        </p:nvSpPr>
        <p:spPr/>
        <p:txBody>
          <a:bodyPr/>
          <a:lstStyle/>
          <a:p>
            <a:fld id="{648246CF-7178-41AD-B6F8-BACEEA28FBE0}" type="slidenum">
              <a:rPr lang="en-US" smtClean="0"/>
              <a:t>208</a:t>
            </a:fld>
            <a:endParaRPr lang="en-US"/>
          </a:p>
        </p:txBody>
      </p:sp>
    </p:spTree>
    <p:extLst>
      <p:ext uri="{BB962C8B-B14F-4D97-AF65-F5344CB8AC3E}">
        <p14:creationId xmlns:p14="http://schemas.microsoft.com/office/powerpoint/2010/main" val="396710398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5613D-6CD7-550B-6C67-6EA77F45FD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D61F6E-362C-5F8C-FE55-929405DB23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5A8809-3E43-E8DA-075F-5AA7D56A2C9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12E8F72F-0B9D-5BA0-8951-D2E27BACD1A8}"/>
              </a:ext>
            </a:extLst>
          </p:cNvPr>
          <p:cNvSpPr>
            <a:spLocks noGrp="1"/>
          </p:cNvSpPr>
          <p:nvPr>
            <p:ph type="sldNum" sz="quarter" idx="5"/>
          </p:nvPr>
        </p:nvSpPr>
        <p:spPr/>
        <p:txBody>
          <a:bodyPr/>
          <a:lstStyle/>
          <a:p>
            <a:fld id="{648246CF-7178-41AD-B6F8-BACEEA28FBE0}" type="slidenum">
              <a:rPr lang="en-US" smtClean="0"/>
              <a:t>209</a:t>
            </a:fld>
            <a:endParaRPr lang="en-US"/>
          </a:p>
        </p:txBody>
      </p:sp>
    </p:spTree>
    <p:extLst>
      <p:ext uri="{BB962C8B-B14F-4D97-AF65-F5344CB8AC3E}">
        <p14:creationId xmlns:p14="http://schemas.microsoft.com/office/powerpoint/2010/main" val="264034025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73EBA-A857-0671-2AB4-7A8E28F9D4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F50FB1-E135-8002-B9DC-40DF72AB65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7D96B4-51DB-B8F2-C804-CCFC7C5CE8BC}"/>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B431ED40-B78C-A5C8-EB5A-4E96282DB9DB}"/>
              </a:ext>
            </a:extLst>
          </p:cNvPr>
          <p:cNvSpPr>
            <a:spLocks noGrp="1"/>
          </p:cNvSpPr>
          <p:nvPr>
            <p:ph type="sldNum" sz="quarter" idx="5"/>
          </p:nvPr>
        </p:nvSpPr>
        <p:spPr/>
        <p:txBody>
          <a:bodyPr/>
          <a:lstStyle/>
          <a:p>
            <a:fld id="{648246CF-7178-41AD-B6F8-BACEEA28FBE0}" type="slidenum">
              <a:rPr lang="en-US" smtClean="0"/>
              <a:t>214</a:t>
            </a:fld>
            <a:endParaRPr lang="en-US"/>
          </a:p>
        </p:txBody>
      </p:sp>
    </p:spTree>
    <p:extLst>
      <p:ext uri="{BB962C8B-B14F-4D97-AF65-F5344CB8AC3E}">
        <p14:creationId xmlns:p14="http://schemas.microsoft.com/office/powerpoint/2010/main" val="93371857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5BD22-FE34-959C-3E32-666F9973D4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80AC0F-CCC3-C486-6EC8-CE6167D5DA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F40C7D-4E8F-0196-72F6-C9A382F2886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3334D948-C34F-1FEF-714C-AFE92CAB0F79}"/>
              </a:ext>
            </a:extLst>
          </p:cNvPr>
          <p:cNvSpPr>
            <a:spLocks noGrp="1"/>
          </p:cNvSpPr>
          <p:nvPr>
            <p:ph type="sldNum" sz="quarter" idx="5"/>
          </p:nvPr>
        </p:nvSpPr>
        <p:spPr/>
        <p:txBody>
          <a:bodyPr/>
          <a:lstStyle/>
          <a:p>
            <a:fld id="{648246CF-7178-41AD-B6F8-BACEEA28FBE0}" type="slidenum">
              <a:rPr lang="en-US" smtClean="0"/>
              <a:t>215</a:t>
            </a:fld>
            <a:endParaRPr lang="en-US"/>
          </a:p>
        </p:txBody>
      </p:sp>
    </p:spTree>
    <p:extLst>
      <p:ext uri="{BB962C8B-B14F-4D97-AF65-F5344CB8AC3E}">
        <p14:creationId xmlns:p14="http://schemas.microsoft.com/office/powerpoint/2010/main" val="285146008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4F8AA-58B1-3E6E-04D1-2CBA8A110C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CB5A7E-1C82-ECAF-63E9-C8D50B1251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247FDB-6645-CF42-20F9-2BC4CFB9601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0217C27-4B07-7838-2594-53D56EF9ADB8}"/>
              </a:ext>
            </a:extLst>
          </p:cNvPr>
          <p:cNvSpPr>
            <a:spLocks noGrp="1"/>
          </p:cNvSpPr>
          <p:nvPr>
            <p:ph type="sldNum" sz="quarter" idx="5"/>
          </p:nvPr>
        </p:nvSpPr>
        <p:spPr/>
        <p:txBody>
          <a:bodyPr/>
          <a:lstStyle/>
          <a:p>
            <a:fld id="{648246CF-7178-41AD-B6F8-BACEEA28FBE0}" type="slidenum">
              <a:rPr lang="en-US" smtClean="0"/>
              <a:t>216</a:t>
            </a:fld>
            <a:endParaRPr lang="en-US"/>
          </a:p>
        </p:txBody>
      </p:sp>
    </p:spTree>
    <p:extLst>
      <p:ext uri="{BB962C8B-B14F-4D97-AF65-F5344CB8AC3E}">
        <p14:creationId xmlns:p14="http://schemas.microsoft.com/office/powerpoint/2010/main" val="158316200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B0E74-51DF-42D3-F413-9F0D39781F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E3B67EE-CB21-4B40-EB2D-F22BF6E6E7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EDF5DB-2F1B-AB4A-8EC9-559E33C8386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F21DD78-10F7-EF3B-8685-26A3B4BF1F90}"/>
              </a:ext>
            </a:extLst>
          </p:cNvPr>
          <p:cNvSpPr>
            <a:spLocks noGrp="1"/>
          </p:cNvSpPr>
          <p:nvPr>
            <p:ph type="sldNum" sz="quarter" idx="5"/>
          </p:nvPr>
        </p:nvSpPr>
        <p:spPr/>
        <p:txBody>
          <a:bodyPr/>
          <a:lstStyle/>
          <a:p>
            <a:fld id="{648246CF-7178-41AD-B6F8-BACEEA28FBE0}" type="slidenum">
              <a:rPr lang="en-US" smtClean="0"/>
              <a:t>217</a:t>
            </a:fld>
            <a:endParaRPr lang="en-US"/>
          </a:p>
        </p:txBody>
      </p:sp>
    </p:spTree>
    <p:extLst>
      <p:ext uri="{BB962C8B-B14F-4D97-AF65-F5344CB8AC3E}">
        <p14:creationId xmlns:p14="http://schemas.microsoft.com/office/powerpoint/2010/main" val="546670440"/>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0BCE7B-61AF-5B87-CBA9-B23804B130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7E1617-615B-CC85-7207-7A67AAE785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ADC07-DDD7-3628-2420-7CA6A6601FE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6ABCF32-EA19-6CA4-4AF8-6003C46F4D65}"/>
              </a:ext>
            </a:extLst>
          </p:cNvPr>
          <p:cNvSpPr>
            <a:spLocks noGrp="1"/>
          </p:cNvSpPr>
          <p:nvPr>
            <p:ph type="sldNum" sz="quarter" idx="5"/>
          </p:nvPr>
        </p:nvSpPr>
        <p:spPr/>
        <p:txBody>
          <a:bodyPr/>
          <a:lstStyle/>
          <a:p>
            <a:fld id="{648246CF-7178-41AD-B6F8-BACEEA28FBE0}" type="slidenum">
              <a:rPr lang="en-US" smtClean="0"/>
              <a:t>218</a:t>
            </a:fld>
            <a:endParaRPr lang="en-US"/>
          </a:p>
        </p:txBody>
      </p:sp>
    </p:spTree>
    <p:extLst>
      <p:ext uri="{BB962C8B-B14F-4D97-AF65-F5344CB8AC3E}">
        <p14:creationId xmlns:p14="http://schemas.microsoft.com/office/powerpoint/2010/main" val="238401810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8B61A-7FF7-F0E4-B652-DF3EE8A572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EB69C6-CC49-A6D6-F25B-F5BD88986A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B0CCBB-A929-9CD6-6CC3-D0D02755B323}"/>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E50AA9CB-AC28-5CDF-77ED-AF79B8367C91}"/>
              </a:ext>
            </a:extLst>
          </p:cNvPr>
          <p:cNvSpPr>
            <a:spLocks noGrp="1"/>
          </p:cNvSpPr>
          <p:nvPr>
            <p:ph type="sldNum" sz="quarter" idx="5"/>
          </p:nvPr>
        </p:nvSpPr>
        <p:spPr/>
        <p:txBody>
          <a:bodyPr/>
          <a:lstStyle/>
          <a:p>
            <a:fld id="{648246CF-7178-41AD-B6F8-BACEEA28FBE0}" type="slidenum">
              <a:rPr lang="en-US" smtClean="0"/>
              <a:t>219</a:t>
            </a:fld>
            <a:endParaRPr lang="en-US"/>
          </a:p>
        </p:txBody>
      </p:sp>
    </p:spTree>
    <p:extLst>
      <p:ext uri="{BB962C8B-B14F-4D97-AF65-F5344CB8AC3E}">
        <p14:creationId xmlns:p14="http://schemas.microsoft.com/office/powerpoint/2010/main" val="311975149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FDB6F-8C8A-9325-11F4-EE7048E1B7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249CCA-D201-D111-F893-67E638D036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3106BD-B16A-0482-04C8-196A33FD08D6}"/>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A51ABB59-91D2-B6B7-580B-36B32E7B65AE}"/>
              </a:ext>
            </a:extLst>
          </p:cNvPr>
          <p:cNvSpPr>
            <a:spLocks noGrp="1"/>
          </p:cNvSpPr>
          <p:nvPr>
            <p:ph type="sldNum" sz="quarter" idx="5"/>
          </p:nvPr>
        </p:nvSpPr>
        <p:spPr/>
        <p:txBody>
          <a:bodyPr/>
          <a:lstStyle/>
          <a:p>
            <a:fld id="{648246CF-7178-41AD-B6F8-BACEEA28FBE0}" type="slidenum">
              <a:rPr lang="en-US" smtClean="0"/>
              <a:t>220</a:t>
            </a:fld>
            <a:endParaRPr lang="en-US"/>
          </a:p>
        </p:txBody>
      </p:sp>
    </p:spTree>
    <p:extLst>
      <p:ext uri="{BB962C8B-B14F-4D97-AF65-F5344CB8AC3E}">
        <p14:creationId xmlns:p14="http://schemas.microsoft.com/office/powerpoint/2010/main" val="1884370654"/>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D2FC3-9F84-E7F9-8FBA-9C69B1A197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302C78-3049-1A91-A33B-E64017F9F6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2A232F-CAD7-B1A1-3C89-7F9A4441255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4CB31575-8871-EF6F-41A9-AB9B765719BA}"/>
              </a:ext>
            </a:extLst>
          </p:cNvPr>
          <p:cNvSpPr>
            <a:spLocks noGrp="1"/>
          </p:cNvSpPr>
          <p:nvPr>
            <p:ph type="sldNum" sz="quarter" idx="5"/>
          </p:nvPr>
        </p:nvSpPr>
        <p:spPr/>
        <p:txBody>
          <a:bodyPr/>
          <a:lstStyle/>
          <a:p>
            <a:fld id="{648246CF-7178-41AD-B6F8-BACEEA28FBE0}" type="slidenum">
              <a:rPr lang="en-US" smtClean="0"/>
              <a:t>221</a:t>
            </a:fld>
            <a:endParaRPr lang="en-US"/>
          </a:p>
        </p:txBody>
      </p:sp>
    </p:spTree>
    <p:extLst>
      <p:ext uri="{BB962C8B-B14F-4D97-AF65-F5344CB8AC3E}">
        <p14:creationId xmlns:p14="http://schemas.microsoft.com/office/powerpoint/2010/main" val="167971855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3CFC3-7102-344C-91FA-A45F500BAC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766F5-2B4C-165F-5A88-025F7BFE99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850674-B113-090A-057C-D0997A23D204}"/>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068331C-04D9-3A63-4085-BBFF2A4BF02E}"/>
              </a:ext>
            </a:extLst>
          </p:cNvPr>
          <p:cNvSpPr>
            <a:spLocks noGrp="1"/>
          </p:cNvSpPr>
          <p:nvPr>
            <p:ph type="sldNum" sz="quarter" idx="5"/>
          </p:nvPr>
        </p:nvSpPr>
        <p:spPr/>
        <p:txBody>
          <a:bodyPr/>
          <a:lstStyle/>
          <a:p>
            <a:fld id="{648246CF-7178-41AD-B6F8-BACEEA28FBE0}" type="slidenum">
              <a:rPr lang="en-US" smtClean="0"/>
              <a:t>222</a:t>
            </a:fld>
            <a:endParaRPr lang="en-US"/>
          </a:p>
        </p:txBody>
      </p:sp>
    </p:spTree>
    <p:extLst>
      <p:ext uri="{BB962C8B-B14F-4D97-AF65-F5344CB8AC3E}">
        <p14:creationId xmlns:p14="http://schemas.microsoft.com/office/powerpoint/2010/main" val="233504598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59CEE8-0340-8188-A5DB-7B5DABD35C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C8096B-7AA5-F115-BD46-717A40DCF8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1A55AF-3A9A-9EB6-2CD6-C2D0591BD40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0613936-BB5C-EA55-B8F7-EED931CD667B}"/>
              </a:ext>
            </a:extLst>
          </p:cNvPr>
          <p:cNvSpPr>
            <a:spLocks noGrp="1"/>
          </p:cNvSpPr>
          <p:nvPr>
            <p:ph type="sldNum" sz="quarter" idx="5"/>
          </p:nvPr>
        </p:nvSpPr>
        <p:spPr/>
        <p:txBody>
          <a:bodyPr/>
          <a:lstStyle/>
          <a:p>
            <a:fld id="{648246CF-7178-41AD-B6F8-BACEEA28FBE0}" type="slidenum">
              <a:rPr lang="en-US" smtClean="0"/>
              <a:t>223</a:t>
            </a:fld>
            <a:endParaRPr lang="en-US"/>
          </a:p>
        </p:txBody>
      </p:sp>
    </p:spTree>
    <p:extLst>
      <p:ext uri="{BB962C8B-B14F-4D97-AF65-F5344CB8AC3E}">
        <p14:creationId xmlns:p14="http://schemas.microsoft.com/office/powerpoint/2010/main" val="84605855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21D3BC-6B44-6363-D47A-C2B7EE5C7D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D18FD3-2337-8E46-90A9-C527A82FA2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C7EFCE-5673-60FA-35C0-75C073A0970D}"/>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93DC571D-FCB8-3E7E-829B-EF01AB1227DF}"/>
              </a:ext>
            </a:extLst>
          </p:cNvPr>
          <p:cNvSpPr>
            <a:spLocks noGrp="1"/>
          </p:cNvSpPr>
          <p:nvPr>
            <p:ph type="sldNum" sz="quarter" idx="5"/>
          </p:nvPr>
        </p:nvSpPr>
        <p:spPr/>
        <p:txBody>
          <a:bodyPr/>
          <a:lstStyle/>
          <a:p>
            <a:fld id="{648246CF-7178-41AD-B6F8-BACEEA28FBE0}" type="slidenum">
              <a:rPr lang="en-US" smtClean="0"/>
              <a:t>224</a:t>
            </a:fld>
            <a:endParaRPr lang="en-US"/>
          </a:p>
        </p:txBody>
      </p:sp>
    </p:spTree>
    <p:extLst>
      <p:ext uri="{BB962C8B-B14F-4D97-AF65-F5344CB8AC3E}">
        <p14:creationId xmlns:p14="http://schemas.microsoft.com/office/powerpoint/2010/main" val="2481180772"/>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61E20-94F2-3898-559C-7CEAAA9810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CA26C0-6516-B439-C03C-34C1F636AB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3C260B-D0FB-C399-05DB-3696DF0FD0D7}"/>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0B5ADA28-8F0E-F7E1-F164-AAA200C27285}"/>
              </a:ext>
            </a:extLst>
          </p:cNvPr>
          <p:cNvSpPr>
            <a:spLocks noGrp="1"/>
          </p:cNvSpPr>
          <p:nvPr>
            <p:ph type="sldNum" sz="quarter" idx="5"/>
          </p:nvPr>
        </p:nvSpPr>
        <p:spPr/>
        <p:txBody>
          <a:bodyPr/>
          <a:lstStyle/>
          <a:p>
            <a:fld id="{648246CF-7178-41AD-B6F8-BACEEA28FBE0}" type="slidenum">
              <a:rPr lang="en-US" smtClean="0"/>
              <a:t>225</a:t>
            </a:fld>
            <a:endParaRPr lang="en-US"/>
          </a:p>
        </p:txBody>
      </p:sp>
    </p:spTree>
    <p:extLst>
      <p:ext uri="{BB962C8B-B14F-4D97-AF65-F5344CB8AC3E}">
        <p14:creationId xmlns:p14="http://schemas.microsoft.com/office/powerpoint/2010/main" val="369153394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861661-79BA-3BBC-A0CD-A9798E34C3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248669-DDAB-5B4F-15B4-111DE98DDE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D6B37B-6C84-FC67-FB03-EDA47D7F38D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93B6825-922F-FE6D-9A29-32D35D7535F3}"/>
              </a:ext>
            </a:extLst>
          </p:cNvPr>
          <p:cNvSpPr>
            <a:spLocks noGrp="1"/>
          </p:cNvSpPr>
          <p:nvPr>
            <p:ph type="sldNum" sz="quarter" idx="5"/>
          </p:nvPr>
        </p:nvSpPr>
        <p:spPr/>
        <p:txBody>
          <a:bodyPr/>
          <a:lstStyle/>
          <a:p>
            <a:fld id="{648246CF-7178-41AD-B6F8-BACEEA28FBE0}" type="slidenum">
              <a:rPr lang="en-US" smtClean="0"/>
              <a:t>226</a:t>
            </a:fld>
            <a:endParaRPr lang="en-US"/>
          </a:p>
        </p:txBody>
      </p:sp>
    </p:spTree>
    <p:extLst>
      <p:ext uri="{BB962C8B-B14F-4D97-AF65-F5344CB8AC3E}">
        <p14:creationId xmlns:p14="http://schemas.microsoft.com/office/powerpoint/2010/main" val="201835580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C9D23-C2C1-5630-D3B4-C74974C940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0FDD77-A0F0-EA11-7E9A-5B745CCF1F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FF078A-92EC-A800-85E8-457235F6BE3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C56FA044-E345-125A-F948-6B9E84408239}"/>
              </a:ext>
            </a:extLst>
          </p:cNvPr>
          <p:cNvSpPr>
            <a:spLocks noGrp="1"/>
          </p:cNvSpPr>
          <p:nvPr>
            <p:ph type="sldNum" sz="quarter" idx="5"/>
          </p:nvPr>
        </p:nvSpPr>
        <p:spPr/>
        <p:txBody>
          <a:bodyPr/>
          <a:lstStyle/>
          <a:p>
            <a:fld id="{648246CF-7178-41AD-B6F8-BACEEA28FBE0}" type="slidenum">
              <a:rPr lang="en-US" smtClean="0"/>
              <a:t>227</a:t>
            </a:fld>
            <a:endParaRPr lang="en-US"/>
          </a:p>
        </p:txBody>
      </p:sp>
    </p:spTree>
    <p:extLst>
      <p:ext uri="{BB962C8B-B14F-4D97-AF65-F5344CB8AC3E}">
        <p14:creationId xmlns:p14="http://schemas.microsoft.com/office/powerpoint/2010/main" val="2759657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73FEED-C851-9172-4B24-F98F46CB66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5EC803-C8F7-5CE9-6263-8D430F1019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484B6AF-0C41-242B-5205-B4498F026B9E}"/>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DE64884B-E6FC-611C-EB0E-725858023670}"/>
              </a:ext>
            </a:extLst>
          </p:cNvPr>
          <p:cNvSpPr>
            <a:spLocks noGrp="1"/>
          </p:cNvSpPr>
          <p:nvPr>
            <p:ph type="sldNum" sz="quarter" idx="5"/>
          </p:nvPr>
        </p:nvSpPr>
        <p:spPr/>
        <p:txBody>
          <a:bodyPr/>
          <a:lstStyle/>
          <a:p>
            <a:fld id="{648246CF-7178-41AD-B6F8-BACEEA28FBE0}" type="slidenum">
              <a:rPr lang="en-US" smtClean="0"/>
              <a:t>228</a:t>
            </a:fld>
            <a:endParaRPr lang="en-US"/>
          </a:p>
        </p:txBody>
      </p:sp>
    </p:spTree>
    <p:extLst>
      <p:ext uri="{BB962C8B-B14F-4D97-AF65-F5344CB8AC3E}">
        <p14:creationId xmlns:p14="http://schemas.microsoft.com/office/powerpoint/2010/main" val="219985117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0CEA6-8796-53D6-9C2F-45D4CF8B77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8E882C-82B6-6C88-D71C-88B3A7D1763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A95B28-5790-406A-02B1-C12570A6E811}"/>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84768BB4-1F63-FB85-91A1-3C4905BFD059}"/>
              </a:ext>
            </a:extLst>
          </p:cNvPr>
          <p:cNvSpPr>
            <a:spLocks noGrp="1"/>
          </p:cNvSpPr>
          <p:nvPr>
            <p:ph type="sldNum" sz="quarter" idx="5"/>
          </p:nvPr>
        </p:nvSpPr>
        <p:spPr/>
        <p:txBody>
          <a:bodyPr/>
          <a:lstStyle/>
          <a:p>
            <a:fld id="{648246CF-7178-41AD-B6F8-BACEEA28FBE0}" type="slidenum">
              <a:rPr lang="en-US" smtClean="0"/>
              <a:t>229</a:t>
            </a:fld>
            <a:endParaRPr lang="en-US"/>
          </a:p>
        </p:txBody>
      </p:sp>
    </p:spTree>
    <p:extLst>
      <p:ext uri="{BB962C8B-B14F-4D97-AF65-F5344CB8AC3E}">
        <p14:creationId xmlns:p14="http://schemas.microsoft.com/office/powerpoint/2010/main" val="429479662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5F6B5A-75B3-DCAE-4118-CCCC367D0C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9F516C-9AE0-DAB8-1028-C2C2517110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A4FAEC-49F0-6200-7597-E703CD1A0875}"/>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6BC5D8F2-CA67-81D5-9494-6BBE88529451}"/>
              </a:ext>
            </a:extLst>
          </p:cNvPr>
          <p:cNvSpPr>
            <a:spLocks noGrp="1"/>
          </p:cNvSpPr>
          <p:nvPr>
            <p:ph type="sldNum" sz="quarter" idx="5"/>
          </p:nvPr>
        </p:nvSpPr>
        <p:spPr/>
        <p:txBody>
          <a:bodyPr/>
          <a:lstStyle/>
          <a:p>
            <a:fld id="{648246CF-7178-41AD-B6F8-BACEEA28FBE0}" type="slidenum">
              <a:rPr lang="en-US" smtClean="0"/>
              <a:t>230</a:t>
            </a:fld>
            <a:endParaRPr lang="en-US"/>
          </a:p>
        </p:txBody>
      </p:sp>
    </p:spTree>
    <p:extLst>
      <p:ext uri="{BB962C8B-B14F-4D97-AF65-F5344CB8AC3E}">
        <p14:creationId xmlns:p14="http://schemas.microsoft.com/office/powerpoint/2010/main" val="2973013163"/>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CA91EA-350E-FD1B-DA55-C0D0281CA3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4D8128-BFBD-42CB-91F8-3907FFC53C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687B13-A6AD-8C8A-C283-89C020224BDA}"/>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7558587F-2BD3-8ABB-0F17-020C4ACBADDF}"/>
              </a:ext>
            </a:extLst>
          </p:cNvPr>
          <p:cNvSpPr>
            <a:spLocks noGrp="1"/>
          </p:cNvSpPr>
          <p:nvPr>
            <p:ph type="sldNum" sz="quarter" idx="5"/>
          </p:nvPr>
        </p:nvSpPr>
        <p:spPr/>
        <p:txBody>
          <a:bodyPr/>
          <a:lstStyle/>
          <a:p>
            <a:fld id="{648246CF-7178-41AD-B6F8-BACEEA28FBE0}" type="slidenum">
              <a:rPr lang="en-US" smtClean="0"/>
              <a:t>231</a:t>
            </a:fld>
            <a:endParaRPr lang="en-US"/>
          </a:p>
        </p:txBody>
      </p:sp>
    </p:spTree>
    <p:extLst>
      <p:ext uri="{BB962C8B-B14F-4D97-AF65-F5344CB8AC3E}">
        <p14:creationId xmlns:p14="http://schemas.microsoft.com/office/powerpoint/2010/main" val="579174026"/>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50884-8556-C9FB-C8B5-E58A42696C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5DEFC3-6374-4810-131F-EE7184ACF2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B81F12-478D-01DF-0F07-0F7F378A4E52}"/>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FA45C506-24BB-1D39-19F8-657D90CD0FD3}"/>
              </a:ext>
            </a:extLst>
          </p:cNvPr>
          <p:cNvSpPr>
            <a:spLocks noGrp="1"/>
          </p:cNvSpPr>
          <p:nvPr>
            <p:ph type="sldNum" sz="quarter" idx="5"/>
          </p:nvPr>
        </p:nvSpPr>
        <p:spPr/>
        <p:txBody>
          <a:bodyPr/>
          <a:lstStyle/>
          <a:p>
            <a:fld id="{648246CF-7178-41AD-B6F8-BACEEA28FBE0}" type="slidenum">
              <a:rPr lang="en-US" smtClean="0"/>
              <a:t>232</a:t>
            </a:fld>
            <a:endParaRPr lang="en-US"/>
          </a:p>
        </p:txBody>
      </p:sp>
    </p:spTree>
    <p:extLst>
      <p:ext uri="{BB962C8B-B14F-4D97-AF65-F5344CB8AC3E}">
        <p14:creationId xmlns:p14="http://schemas.microsoft.com/office/powerpoint/2010/main" val="1123627196"/>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7BA09-69B7-0C86-6285-5910B6D8EA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5D4417-170D-C054-3606-A7562B1C45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86D848-8FCD-56F6-090D-D1ADE22D76DF}"/>
              </a:ext>
            </a:extLst>
          </p:cNvPr>
          <p:cNvSpPr>
            <a:spLocks noGrp="1"/>
          </p:cNvSpPr>
          <p:nvPr>
            <p:ph type="body" idx="1"/>
          </p:nvPr>
        </p:nvSpPr>
        <p:spPr/>
        <p:txBody>
          <a:bodyPr/>
          <a:lstStyle/>
          <a:p>
            <a:pPr marL="228600" indent="-228600">
              <a:buAutoNum type="arabicPeriod"/>
            </a:pPr>
            <a:endParaRPr lang="en-US"/>
          </a:p>
        </p:txBody>
      </p:sp>
      <p:sp>
        <p:nvSpPr>
          <p:cNvPr id="4" name="Slide Number Placeholder 3">
            <a:extLst>
              <a:ext uri="{FF2B5EF4-FFF2-40B4-BE49-F238E27FC236}">
                <a16:creationId xmlns:a16="http://schemas.microsoft.com/office/drawing/2014/main" id="{5AC86096-683C-F9E4-5941-F09E87A172A6}"/>
              </a:ext>
            </a:extLst>
          </p:cNvPr>
          <p:cNvSpPr>
            <a:spLocks noGrp="1"/>
          </p:cNvSpPr>
          <p:nvPr>
            <p:ph type="sldNum" sz="quarter" idx="5"/>
          </p:nvPr>
        </p:nvSpPr>
        <p:spPr/>
        <p:txBody>
          <a:bodyPr/>
          <a:lstStyle/>
          <a:p>
            <a:fld id="{648246CF-7178-41AD-B6F8-BACEEA28FBE0}" type="slidenum">
              <a:rPr lang="en-US" smtClean="0"/>
              <a:t>233</a:t>
            </a:fld>
            <a:endParaRPr lang="en-US"/>
          </a:p>
        </p:txBody>
      </p:sp>
    </p:spTree>
    <p:extLst>
      <p:ext uri="{BB962C8B-B14F-4D97-AF65-F5344CB8AC3E}">
        <p14:creationId xmlns:p14="http://schemas.microsoft.com/office/powerpoint/2010/main" val="179145961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01DA82-7C77-E720-624A-1190D3AD76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C74408-C1D1-389C-F4E3-64EB8FBE6D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CFDB63-DCAE-284D-2F7F-71EF96A5E62D}"/>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0A553A0D-334F-CF3A-0E01-6FA57807A22B}"/>
              </a:ext>
            </a:extLst>
          </p:cNvPr>
          <p:cNvSpPr>
            <a:spLocks noGrp="1"/>
          </p:cNvSpPr>
          <p:nvPr>
            <p:ph type="sldNum" sz="quarter" idx="5"/>
          </p:nvPr>
        </p:nvSpPr>
        <p:spPr/>
        <p:txBody>
          <a:bodyPr/>
          <a:lstStyle/>
          <a:p>
            <a:fld id="{648246CF-7178-41AD-B6F8-BACEEA28FBE0}" type="slidenum">
              <a:rPr lang="en-US" smtClean="0"/>
              <a:t>236</a:t>
            </a:fld>
            <a:endParaRPr lang="en-US"/>
          </a:p>
        </p:txBody>
      </p:sp>
    </p:spTree>
    <p:extLst>
      <p:ext uri="{BB962C8B-B14F-4D97-AF65-F5344CB8AC3E}">
        <p14:creationId xmlns:p14="http://schemas.microsoft.com/office/powerpoint/2010/main" val="61617224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2E8F1A-18E0-7FDF-0C91-4FD1771CFC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4F82F-F608-17E9-067F-6C9A99C46D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B97108-F377-5B65-EABB-20CE6D57B2C6}"/>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B4BEFB3D-FB0D-3E38-66D9-8D47212A5AEA}"/>
              </a:ext>
            </a:extLst>
          </p:cNvPr>
          <p:cNvSpPr>
            <a:spLocks noGrp="1"/>
          </p:cNvSpPr>
          <p:nvPr>
            <p:ph type="sldNum" sz="quarter" idx="5"/>
          </p:nvPr>
        </p:nvSpPr>
        <p:spPr/>
        <p:txBody>
          <a:bodyPr/>
          <a:lstStyle/>
          <a:p>
            <a:fld id="{648246CF-7178-41AD-B6F8-BACEEA28FBE0}" type="slidenum">
              <a:rPr lang="en-US" smtClean="0"/>
              <a:t>237</a:t>
            </a:fld>
            <a:endParaRPr lang="en-US"/>
          </a:p>
        </p:txBody>
      </p:sp>
    </p:spTree>
    <p:extLst>
      <p:ext uri="{BB962C8B-B14F-4D97-AF65-F5344CB8AC3E}">
        <p14:creationId xmlns:p14="http://schemas.microsoft.com/office/powerpoint/2010/main" val="195916157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EE4B3-2B91-4732-5E34-28F96DE54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A2B6BF-3DCF-C423-FAD9-47CA98B997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9AC16F-EE24-2C5F-96D9-921C0E69A0BA}"/>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1BDF435B-3F94-7F39-18EA-4652B29DD4DB}"/>
              </a:ext>
            </a:extLst>
          </p:cNvPr>
          <p:cNvSpPr>
            <a:spLocks noGrp="1"/>
          </p:cNvSpPr>
          <p:nvPr>
            <p:ph type="sldNum" sz="quarter" idx="5"/>
          </p:nvPr>
        </p:nvSpPr>
        <p:spPr/>
        <p:txBody>
          <a:bodyPr/>
          <a:lstStyle/>
          <a:p>
            <a:fld id="{648246CF-7178-41AD-B6F8-BACEEA28FBE0}" type="slidenum">
              <a:rPr lang="en-US" smtClean="0"/>
              <a:t>238</a:t>
            </a:fld>
            <a:endParaRPr lang="en-US"/>
          </a:p>
        </p:txBody>
      </p:sp>
    </p:spTree>
    <p:extLst>
      <p:ext uri="{BB962C8B-B14F-4D97-AF65-F5344CB8AC3E}">
        <p14:creationId xmlns:p14="http://schemas.microsoft.com/office/powerpoint/2010/main" val="4021433844"/>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04A26-468F-3C21-5266-519ACAB856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6496E2-4C86-1C1E-95C2-7BED4BBC44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86829A-DD1C-9274-1F21-44BB164BAB38}"/>
              </a:ext>
            </a:extLst>
          </p:cNvPr>
          <p:cNvSpPr>
            <a:spLocks noGrp="1"/>
          </p:cNvSpPr>
          <p:nvPr>
            <p:ph type="body" idx="1"/>
          </p:nvPr>
        </p:nvSpPr>
        <p:spPr/>
        <p:txBody>
          <a:bodyPr/>
          <a:lstStyle/>
          <a:p>
            <a:pPr algn="l" fontAlgn="base">
              <a:buNone/>
            </a:pPr>
            <a:endParaRPr lang="vi-VN" b="0" i="0">
              <a:solidFill>
                <a:srgbClr val="373737"/>
              </a:solidFill>
              <a:effectLst/>
              <a:latin typeface="Oswald" panose="020F0502020204030204" pitchFamily="2" charset="0"/>
            </a:endParaRPr>
          </a:p>
        </p:txBody>
      </p:sp>
      <p:sp>
        <p:nvSpPr>
          <p:cNvPr id="4" name="Slide Number Placeholder 3">
            <a:extLst>
              <a:ext uri="{FF2B5EF4-FFF2-40B4-BE49-F238E27FC236}">
                <a16:creationId xmlns:a16="http://schemas.microsoft.com/office/drawing/2014/main" id="{33607AD5-DA85-E916-2521-6C33ADF3FE0A}"/>
              </a:ext>
            </a:extLst>
          </p:cNvPr>
          <p:cNvSpPr>
            <a:spLocks noGrp="1"/>
          </p:cNvSpPr>
          <p:nvPr>
            <p:ph type="sldNum" sz="quarter" idx="5"/>
          </p:nvPr>
        </p:nvSpPr>
        <p:spPr/>
        <p:txBody>
          <a:bodyPr/>
          <a:lstStyle/>
          <a:p>
            <a:fld id="{648246CF-7178-41AD-B6F8-BACEEA28FBE0}" type="slidenum">
              <a:rPr lang="en-US" smtClean="0"/>
              <a:t>239</a:t>
            </a:fld>
            <a:endParaRPr lang="en-US"/>
          </a:p>
        </p:txBody>
      </p:sp>
    </p:spTree>
    <p:extLst>
      <p:ext uri="{BB962C8B-B14F-4D97-AF65-F5344CB8AC3E}">
        <p14:creationId xmlns:p14="http://schemas.microsoft.com/office/powerpoint/2010/main" val="23391459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22"/>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F0BBB32-54BA-4194-BF0A-ED9313CE4595}" type="datetimeFigureOut">
              <a:rPr lang="en-US" smtClean="0"/>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6912048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2017127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8"/>
            <a:ext cx="7772400" cy="1021557"/>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F0BBB32-54BA-4194-BF0A-ED9313CE4595}" type="datetimeFigureOut">
              <a:rPr lang="en-US" smtClean="0"/>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84539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0"/>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F0BBB32-54BA-4194-BF0A-ED9313CE4595}" type="datetimeFigureOut">
              <a:rPr lang="en-US" smtClean="0"/>
              <a:t>7/5/2025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038871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31"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31"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F0BBB32-54BA-4194-BF0A-ED9313CE4595}" type="datetimeFigureOut">
              <a:rPr lang="en-US" smtClean="0"/>
              <a:t>7/5/2025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555871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F0BBB32-54BA-4194-BF0A-ED9313CE4595}" type="datetimeFigureOut">
              <a:rPr lang="en-US" smtClean="0"/>
              <a:t>7/5/2025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1090328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F0BBB32-54BA-4194-BF0A-ED9313CE4595}" type="datetimeFigureOut">
              <a:rPr lang="en-US" smtClean="0"/>
              <a:t>7/5/2025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09721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6" y="204788"/>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6" y="1076328"/>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7/5/2025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96645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4"/>
            <a:ext cx="5486400" cy="60364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F0BBB32-54BA-4194-BF0A-ED9313CE4595}" type="datetimeFigureOut">
              <a:rPr lang="en-US" smtClean="0"/>
              <a:t>7/5/2025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34477214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4582531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81"/>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81"/>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0BBB32-54BA-4194-BF0A-ED9313CE4595}" type="datetimeFigureOut">
              <a:rPr lang="en-US" smtClean="0"/>
              <a:t>7/5/2025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A511856-4617-4425-9FD6-154895FC07B8}" type="slidenum">
              <a:rPr lang="en-US" smtClean="0"/>
              <a:t>‹#›</a:t>
            </a:fld>
            <a:endParaRPr lang="en-US"/>
          </a:p>
        </p:txBody>
      </p:sp>
    </p:spTree>
    <p:extLst>
      <p:ext uri="{BB962C8B-B14F-4D97-AF65-F5344CB8AC3E}">
        <p14:creationId xmlns:p14="http://schemas.microsoft.com/office/powerpoint/2010/main" val="1034630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0"/>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4"/>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F0BBB32-54BA-4194-BF0A-ED9313CE4595}" type="datetimeFigureOut">
              <a:rPr lang="en-US" smtClean="0"/>
              <a:t>7/5/2025</a:t>
            </a:fld>
            <a:endParaRPr lang="en-US"/>
          </a:p>
        </p:txBody>
      </p:sp>
      <p:sp>
        <p:nvSpPr>
          <p:cNvPr id="5" name="Footer Placeholder 4"/>
          <p:cNvSpPr>
            <a:spLocks noGrp="1"/>
          </p:cNvSpPr>
          <p:nvPr>
            <p:ph type="ftr" sz="quarter" idx="3"/>
          </p:nvPr>
        </p:nvSpPr>
        <p:spPr>
          <a:xfrm>
            <a:off x="3124200" y="4767264"/>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4"/>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AA511856-4617-4425-9FD6-154895FC07B8}" type="slidenum">
              <a:rPr lang="en-US" smtClean="0"/>
              <a:t>‹#›</a:t>
            </a:fld>
            <a:endParaRPr lang="en-US"/>
          </a:p>
        </p:txBody>
      </p:sp>
    </p:spTree>
    <p:extLst>
      <p:ext uri="{BB962C8B-B14F-4D97-AF65-F5344CB8AC3E}">
        <p14:creationId xmlns:p14="http://schemas.microsoft.com/office/powerpoint/2010/main" val="288357989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2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21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21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21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21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21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22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22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22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22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22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22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22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22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22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22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23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23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23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23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2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6.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237.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238.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239.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2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E353A4-891A-142E-6F46-6A15DE819D96}"/>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A2C669EB-8BDD-C2C7-C7C1-143651CADB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Content Placeholder 2">
            <a:extLst>
              <a:ext uri="{FF2B5EF4-FFF2-40B4-BE49-F238E27FC236}">
                <a16:creationId xmlns:a16="http://schemas.microsoft.com/office/drawing/2014/main" id="{2D2A82F2-900C-BA5E-8598-F9827A38475E}"/>
              </a:ext>
            </a:extLst>
          </p:cNvPr>
          <p:cNvSpPr>
            <a:spLocks noGrp="1"/>
          </p:cNvSpPr>
          <p:nvPr>
            <p:ph idx="1"/>
          </p:nvPr>
        </p:nvSpPr>
        <p:spPr/>
        <p:txBody>
          <a:bodyPr/>
          <a:lstStyle/>
          <a:p>
            <a:endParaRPr lang="en-US"/>
          </a:p>
        </p:txBody>
      </p:sp>
      <p:pic>
        <p:nvPicPr>
          <p:cNvPr id="4" name="Picture 2" descr="Có thể là hình ảnh về 1 người và văn bản cho biết 'CHÚA NHẬT χιν THƯỜNG NIÊN NĂM C Đức Giêsu sai đi 72 môn ĐỆ የ፡ &quot;Vào nhà não, trước tiên cấc con hãy nói: 'Bình an cho nhà này'. Nếu Ở đấy cÕ con cai sự bình an, thì sự bình an của cấc con sẽ đền trên người ấy.&quot; (Lc 10, 1-12. (Lc10,1-12.17-20) 17-20)'">
            <a:extLst>
              <a:ext uri="{FF2B5EF4-FFF2-40B4-BE49-F238E27FC236}">
                <a16:creationId xmlns:a16="http://schemas.microsoft.com/office/drawing/2014/main" id="{907D9669-5C0C-9C72-64B8-1F3A216F54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05"/>
            <a:ext cx="9144000" cy="5141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33218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884BA29-1F76-D50D-3220-7C483494577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defRPr/>
            </a:pPr>
            <a:r>
              <a:rPr lang="en-US" altLang="en-US" sz="4000" b="1" dirty="0">
                <a:solidFill>
                  <a:srgbClr val="FF0000"/>
                </a:solidFill>
                <a:latin typeface="Times New Roman" panose="02020603050405020304" pitchFamily="18" charset="0"/>
                <a:cs typeface="Times New Roman" panose="02020603050405020304" pitchFamily="18" charset="0"/>
              </a:rPr>
              <a:t>KINH CHÚA THÁNH </a:t>
            </a:r>
            <a:r>
              <a:rPr lang="en-US" altLang="en-US" sz="4000" b="1" dirty="0" err="1">
                <a:solidFill>
                  <a:srgbClr val="FF0000"/>
                </a:solidFill>
                <a:latin typeface="Times New Roman" panose="02020603050405020304" pitchFamily="18" charset="0"/>
                <a:cs typeface="Times New Roman" panose="02020603050405020304" pitchFamily="18" charset="0"/>
              </a:rPr>
              <a:t>THẦN</a:t>
            </a:r>
            <a:endParaRPr lang="en-US" altLang="en-US" sz="40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600"/>
              </a:spcBef>
              <a:defRPr/>
            </a:pPr>
            <a:r>
              <a:rPr lang="vi-VN" altLang="en-US" sz="7200" b="1" dirty="0">
                <a:solidFill>
                  <a:schemeClr val="tx1"/>
                </a:solidFill>
                <a:latin typeface="Times New Roman" panose="02020603050405020304" pitchFamily="18" charset="0"/>
                <a:cs typeface="Times New Roman" panose="02020603050405020304" pitchFamily="18" charset="0"/>
              </a:rPr>
              <a:t>Chúng con lạy ơn Đức Chúa Thánh Thần, thiêng liêng sáng láng vô cùng,</a:t>
            </a:r>
            <a:r>
              <a:rPr lang="en-US" altLang="en-US" sz="7200" b="1" dirty="0">
                <a:solidFill>
                  <a:schemeClr val="tx1"/>
                </a:solidFill>
                <a:latin typeface="Times New Roman" panose="02020603050405020304" pitchFamily="18" charset="0"/>
                <a:cs typeface="Times New Roman" panose="02020603050405020304" pitchFamily="18" charset="0"/>
              </a:rPr>
              <a:t> </a:t>
            </a:r>
            <a:endParaRPr lang="en-US" altLang="en-US" sz="72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3A534A11-9DFE-A5EC-8139-2FB818022E44}"/>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xin Đức Chúa Thánh Thần xuống đầy lòng chúng con, là kẻ tin cậy Đức Chúa Trời,</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DB96D1C1-1479-6C6E-261C-24F0694D7BDD}"/>
              </a:ext>
            </a:extLst>
          </p:cNvPr>
          <p:cNvSpPr>
            <a:spLocks noGrp="1" noChangeArrowheads="1"/>
          </p:cNvSpPr>
          <p:nvPr>
            <p:ph type="subTitle" idx="1"/>
          </p:nvPr>
        </p:nvSpPr>
        <p:spPr>
          <a:xfrm>
            <a:off x="0" y="0"/>
            <a:ext cx="9144000" cy="5143500"/>
          </a:xfrm>
          <a:solidFill>
            <a:schemeClr val="bg1"/>
          </a:solidFill>
        </p:spPr>
        <p:txBody>
          <a:bodyPr tIns="182880" bIns="91440">
            <a:normAutofit lnSpcReduction="10000"/>
          </a:bodyPr>
          <a:lstStyle/>
          <a:p>
            <a:pPr algn="just" eaLnBrk="1" hangingPunct="1">
              <a:defRPr/>
            </a:pPr>
            <a:r>
              <a:rPr lang="en-US" altLang="en-US" sz="8800" b="1" dirty="0" err="1">
                <a:solidFill>
                  <a:schemeClr val="tx1"/>
                </a:solidFill>
                <a:latin typeface="Times New Roman" panose="02020603050405020304" pitchFamily="18" charset="0"/>
                <a:cs typeface="Times New Roman" panose="02020603050405020304" pitchFamily="18" charset="0"/>
              </a:rPr>
              <a:t>Và</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đốt</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lửa</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kính</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mến</a:t>
            </a:r>
            <a:r>
              <a:rPr lang="en-US" altLang="en-US" sz="8800" b="1" dirty="0">
                <a:solidFill>
                  <a:schemeClr val="tx1"/>
                </a:solidFill>
                <a:latin typeface="Times New Roman" panose="02020603050405020304" pitchFamily="18" charset="0"/>
                <a:cs typeface="Times New Roman" panose="02020603050405020304" pitchFamily="18" charset="0"/>
              </a:rPr>
              <a:t> Đức Chúa </a:t>
            </a:r>
            <a:r>
              <a:rPr lang="en-US" altLang="en-US" sz="8800" b="1" dirty="0" err="1">
                <a:solidFill>
                  <a:schemeClr val="tx1"/>
                </a:solidFill>
                <a:latin typeface="Times New Roman" panose="02020603050405020304" pitchFamily="18" charset="0"/>
                <a:cs typeface="Times New Roman" panose="02020603050405020304" pitchFamily="18" charset="0"/>
              </a:rPr>
              <a:t>Trời</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trong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lòng</a:t>
            </a:r>
            <a:r>
              <a:rPr lang="en-US" altLang="en-US" sz="8800" b="1" dirty="0">
                <a:solidFill>
                  <a:schemeClr val="tx1"/>
                </a:solidFill>
                <a:latin typeface="Times New Roman" panose="02020603050405020304" pitchFamily="18" charset="0"/>
                <a:cs typeface="Times New Roman" panose="02020603050405020304" pitchFamily="18" charset="0"/>
              </a:rPr>
              <a:t> </a:t>
            </a:r>
            <a:r>
              <a:rPr lang="en-US" altLang="en-US" sz="8800" b="1" dirty="0" err="1">
                <a:solidFill>
                  <a:schemeClr val="tx1"/>
                </a:solidFill>
                <a:latin typeface="Times New Roman" panose="02020603050405020304" pitchFamily="18" charset="0"/>
                <a:cs typeface="Times New Roman" panose="02020603050405020304" pitchFamily="18" charset="0"/>
              </a:rPr>
              <a:t>chúng</a:t>
            </a:r>
            <a:r>
              <a:rPr lang="en-US" altLang="en-US" sz="8800" b="1" dirty="0">
                <a:solidFill>
                  <a:schemeClr val="tx1"/>
                </a:solidFill>
                <a:latin typeface="Times New Roman" panose="02020603050405020304" pitchFamily="18" charset="0"/>
                <a:cs typeface="Times New Roman" panose="02020603050405020304" pitchFamily="18" charset="0"/>
              </a:rPr>
              <a:t> con;</a:t>
            </a:r>
            <a:endParaRPr lang="en-US" altLang="en-US" sz="88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8BFF5601-CFA7-8A02-FCD7-A768A6110437}"/>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r>
              <a:rPr lang="en-US" altLang="en-US" sz="8400" b="1" dirty="0" err="1">
                <a:solidFill>
                  <a:schemeClr val="tx1"/>
                </a:solidFill>
                <a:latin typeface="Times New Roman" panose="02020603050405020304" pitchFamily="18" charset="0"/>
                <a:cs typeface="Times New Roman" panose="02020603050405020304" pitchFamily="18" charset="0"/>
              </a:rPr>
              <a:t>chúng</a:t>
            </a:r>
            <a:r>
              <a:rPr lang="en-US" altLang="en-US" sz="8400" b="1" dirty="0">
                <a:solidFill>
                  <a:schemeClr val="tx1"/>
                </a:solidFill>
                <a:latin typeface="Times New Roman" panose="02020603050405020304" pitchFamily="18" charset="0"/>
                <a:cs typeface="Times New Roman" panose="02020603050405020304" pitchFamily="18" charset="0"/>
              </a:rPr>
              <a:t> con </a:t>
            </a:r>
            <a:r>
              <a:rPr lang="en-US" altLang="en-US" sz="8400" b="1" dirty="0" err="1">
                <a:solidFill>
                  <a:schemeClr val="tx1"/>
                </a:solidFill>
                <a:latin typeface="Times New Roman" panose="02020603050405020304" pitchFamily="18" charset="0"/>
                <a:cs typeface="Times New Roman" panose="02020603050405020304" pitchFamily="18" charset="0"/>
              </a:rPr>
              <a:t>xin</a:t>
            </a:r>
            <a:r>
              <a:rPr lang="en-US" altLang="en-US" sz="8400" b="1" dirty="0">
                <a:solidFill>
                  <a:schemeClr val="tx1"/>
                </a:solidFill>
                <a:latin typeface="Times New Roman" panose="02020603050405020304" pitchFamily="18" charset="0"/>
                <a:cs typeface="Times New Roman" panose="02020603050405020304" pitchFamily="18" charset="0"/>
              </a:rPr>
              <a:t> Đức Chúa </a:t>
            </a:r>
            <a:r>
              <a:rPr lang="en-US" altLang="en-US" sz="8400" b="1" dirty="0" err="1">
                <a:solidFill>
                  <a:schemeClr val="tx1"/>
                </a:solidFill>
                <a:latin typeface="Times New Roman" panose="02020603050405020304" pitchFamily="18" charset="0"/>
                <a:cs typeface="Times New Roman" panose="02020603050405020304" pitchFamily="18" charset="0"/>
              </a:rPr>
              <a:t>Trời</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cho</a:t>
            </a:r>
            <a:r>
              <a:rPr lang="en-US" altLang="en-US" sz="8400" b="1" dirty="0">
                <a:solidFill>
                  <a:schemeClr val="tx1"/>
                </a:solidFill>
                <a:latin typeface="Times New Roman" panose="02020603050405020304" pitchFamily="18" charset="0"/>
                <a:cs typeface="Times New Roman" panose="02020603050405020304" pitchFamily="18" charset="0"/>
              </a:rPr>
              <a:t> Đức Chúa Thánh </a:t>
            </a:r>
            <a:r>
              <a:rPr lang="en-US" altLang="en-US" sz="8400" b="1" dirty="0" err="1">
                <a:solidFill>
                  <a:schemeClr val="tx1"/>
                </a:solidFill>
                <a:latin typeface="Times New Roman" panose="02020603050405020304" pitchFamily="18" charset="0"/>
                <a:cs typeface="Times New Roman" panose="02020603050405020304" pitchFamily="18" charset="0"/>
              </a:rPr>
              <a:t>Thần</a:t>
            </a:r>
            <a:r>
              <a:rPr lang="en-US" altLang="en-US" sz="8400" b="1" dirty="0">
                <a:solidFill>
                  <a:schemeClr val="tx1"/>
                </a:solidFill>
                <a:latin typeface="Times New Roman" panose="02020603050405020304" pitchFamily="18" charset="0"/>
                <a:cs typeface="Times New Roman" panose="02020603050405020304" pitchFamily="18" charset="0"/>
              </a:rPr>
              <a:t> </a:t>
            </a:r>
            <a:r>
              <a:rPr lang="en-US" altLang="en-US" sz="8400" b="1" dirty="0" err="1">
                <a:solidFill>
                  <a:schemeClr val="tx1"/>
                </a:solidFill>
                <a:latin typeface="Times New Roman" panose="02020603050405020304" pitchFamily="18" charset="0"/>
                <a:cs typeface="Times New Roman" panose="02020603050405020304" pitchFamily="18" charset="0"/>
              </a:rPr>
              <a:t>xuống</a:t>
            </a:r>
            <a:r>
              <a:rPr lang="en-US" altLang="en-US" sz="8400" b="1" dirty="0">
                <a:solidFill>
                  <a:schemeClr val="tx1"/>
                </a:solidFill>
                <a:latin typeface="Times New Roman" panose="02020603050405020304" pitchFamily="18" charset="0"/>
                <a:cs typeface="Times New Roman" panose="02020603050405020304" pitchFamily="18" charset="0"/>
              </a:rPr>
              <a:t>.</a:t>
            </a:r>
            <a:endParaRPr lang="en-US" altLang="en-US" sz="8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3F13C7A-5304-48FF-CAD8-39A6B663E1B7}"/>
              </a:ext>
            </a:extLst>
          </p:cNvPr>
          <p:cNvSpPr>
            <a:spLocks noGrp="1" noChangeArrowheads="1"/>
          </p:cNvSpPr>
          <p:nvPr>
            <p:ph type="subTitle" idx="1"/>
          </p:nvPr>
        </p:nvSpPr>
        <p:spPr>
          <a:xfrm>
            <a:off x="0" y="0"/>
            <a:ext cx="9144000" cy="5143500"/>
          </a:xfrm>
          <a:solidFill>
            <a:schemeClr val="bg1"/>
          </a:solidFill>
        </p:spPr>
        <p:txBody>
          <a:bodyPr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Sửa lại mọi sự trong ngoài chúng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Chúng con cầu cùng Đức Chúa</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Trời,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230D3-82A7-C499-75BA-E411C1784EFB}"/>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82047D14-E417-5DE6-C9C7-9B82C82EDE0B}"/>
              </a:ext>
            </a:extLst>
          </p:cNvPr>
          <p:cNvSpPr>
            <a:spLocks noGrp="1" noChangeArrowheads="1"/>
          </p:cNvSpPr>
          <p:nvPr>
            <p:ph type="subTitle" idx="1"/>
          </p:nvPr>
        </p:nvSpPr>
        <p:spPr>
          <a:xfrm>
            <a:off x="0" y="0"/>
            <a:ext cx="9144000" cy="5143500"/>
          </a:xfrm>
          <a:solidFill>
            <a:schemeClr val="bg1"/>
          </a:solidFill>
        </p:spPr>
        <p:txBody>
          <a:bodyPr wrap="square" tIns="182880">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xưa đã cho Đức Chúa Thánh</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soi lòng 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các</a:t>
            </a:r>
            <a:r>
              <a:rPr lang="en-US" altLang="en-US" sz="8000" b="1" dirty="0">
                <a:solidFill>
                  <a:schemeClr val="tx1"/>
                </a:solidFill>
                <a:latin typeface="Times New Roman" panose="02020603050405020304" pitchFamily="18" charset="0"/>
                <a:cs typeface="Times New Roman" panose="02020603050405020304" pitchFamily="18" charset="0"/>
              </a:rPr>
              <a:t> Thánh</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078664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30630BD-3423-7E1C-CA80-A2B4DAF1EA01}"/>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Tông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Đồ</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rày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Đức Chúa</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63AB11-9989-F0E7-CA43-26B143F229B5}"/>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4C5D4E35-9549-4095-21EF-FC5243A37787}"/>
              </a:ext>
            </a:extLst>
          </p:cNvPr>
          <p:cNvSpPr>
            <a:spLocks noGrp="1" noChangeArrowheads="1"/>
          </p:cNvSpPr>
          <p:nvPr>
            <p:ph type="subTitle" idx="1"/>
          </p:nvPr>
        </p:nvSpPr>
        <p:spPr>
          <a:xfrm>
            <a:off x="0" y="0"/>
            <a:ext cx="9144000" cy="5143500"/>
          </a:xfrm>
          <a:solidFill>
            <a:schemeClr val="bg1"/>
          </a:solidFill>
        </p:spPr>
        <p:txBody>
          <a:bodyPr tIns="0" rIns="91440" bIns="91440">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an </a:t>
            </a:r>
            <a:r>
              <a:rPr lang="en-US" altLang="en-US" sz="8000" b="1" dirty="0" err="1">
                <a:solidFill>
                  <a:schemeClr val="tx1"/>
                </a:solidFill>
                <a:latin typeface="Times New Roman" panose="02020603050405020304" pitchFamily="18" charset="0"/>
                <a:cs typeface="Times New Roman" panose="02020603050405020304" pitchFamily="18" charset="0"/>
              </a:rPr>
              <a:t>ủi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dỗ</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làm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việc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lành</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1702840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B2AA11-6728-6C51-FE24-A2D10529928D}"/>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FF75AC47-1F6D-EA79-ADBF-809C6278BEEB}"/>
              </a:ext>
            </a:extLst>
          </p:cNvPr>
          <p:cNvSpPr>
            <a:spLocks noGrp="1" noChangeArrowheads="1"/>
          </p:cNvSpPr>
          <p:nvPr>
            <p:ph type="subTitle" idx="1"/>
          </p:nvPr>
        </p:nvSpPr>
        <p:spPr>
          <a:xfrm>
            <a:off x="0" y="0"/>
            <a:ext cx="9144000" cy="5143500"/>
          </a:xfrm>
          <a:solidFill>
            <a:schemeClr val="bg1"/>
          </a:solidFill>
        </p:spPr>
        <p:txBody>
          <a:bodyPr tIns="91440" rIns="91440" bIns="91440">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nghiệp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Giêsu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Kitô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Amen.</a:t>
            </a:r>
          </a:p>
        </p:txBody>
      </p:sp>
    </p:spTree>
    <p:extLst>
      <p:ext uri="{BB962C8B-B14F-4D97-AF65-F5344CB8AC3E}">
        <p14:creationId xmlns:p14="http://schemas.microsoft.com/office/powerpoint/2010/main" val="1063818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p:cNvSpPr>
            <a:spLocks noGrp="1" noChangeArrowheads="1"/>
          </p:cNvSpPr>
          <p:nvPr>
            <p:ph type="subTitle" idx="1"/>
          </p:nvPr>
        </p:nvSpPr>
        <p:spPr>
          <a:xfrm>
            <a:off x="0" y="0"/>
            <a:ext cx="9144000" cy="5143500"/>
          </a:xfrm>
          <a:solidFill>
            <a:schemeClr val="bg1"/>
          </a:solidFill>
        </p:spPr>
        <p:txBody>
          <a:bodyPr>
            <a:normAutofit fontScale="25000" lnSpcReduction="20000"/>
          </a:bodyPr>
          <a:lstStyle/>
          <a:p>
            <a:pPr eaLnBrk="1" hangingPunct="1">
              <a:defRPr/>
            </a:pPr>
            <a:r>
              <a:rPr lang="en-US" altLang="en-US" sz="17600" b="1" dirty="0">
                <a:solidFill>
                  <a:srgbClr val="FF0000"/>
                </a:solidFill>
                <a:latin typeface="Times New Roman" panose="02020603050405020304" pitchFamily="18" charset="0"/>
                <a:cs typeface="Times New Roman" panose="02020603050405020304" pitchFamily="18" charset="0"/>
              </a:rPr>
              <a:t>KINH </a:t>
            </a:r>
            <a:r>
              <a:rPr lang="en-US" altLang="en-US" sz="17600" b="1" dirty="0" err="1">
                <a:solidFill>
                  <a:srgbClr val="FF0000"/>
                </a:solidFill>
                <a:latin typeface="Times New Roman" panose="02020603050405020304" pitchFamily="18" charset="0"/>
                <a:cs typeface="Times New Roman" panose="02020603050405020304" pitchFamily="18" charset="0"/>
              </a:rPr>
              <a:t>TRUYỀN</a:t>
            </a:r>
            <a:r>
              <a:rPr lang="en-US" altLang="en-US" sz="17600" b="1" dirty="0">
                <a:solidFill>
                  <a:srgbClr val="FF0000"/>
                </a:solidFill>
                <a:latin typeface="Times New Roman" panose="02020603050405020304" pitchFamily="18" charset="0"/>
                <a:cs typeface="Times New Roman" panose="02020603050405020304" pitchFamily="18" charset="0"/>
              </a:rPr>
              <a:t> TIN</a:t>
            </a:r>
          </a:p>
          <a:p>
            <a:pPr eaLnBrk="1" hangingPunct="1">
              <a:defRPr/>
            </a:pPr>
            <a:r>
              <a:rPr lang="vi-VN" altLang="en-US" sz="19200" b="1" i="1" u="sng" dirty="0">
                <a:solidFill>
                  <a:schemeClr val="accent1"/>
                </a:solidFill>
                <a:latin typeface="Times New Roman" panose="02020603050405020304" pitchFamily="18" charset="0"/>
                <a:cs typeface="Times New Roman" panose="02020603050405020304" pitchFamily="18" charset="0"/>
              </a:rPr>
              <a:t>Xướng:</a:t>
            </a:r>
            <a:r>
              <a:rPr lang="vi-VN" altLang="en-US" sz="26400" b="1" dirty="0">
                <a:solidFill>
                  <a:schemeClr val="accent1"/>
                </a:solidFill>
                <a:latin typeface="Times New Roman" panose="02020603050405020304" pitchFamily="18" charset="0"/>
                <a:cs typeface="Times New Roman" panose="02020603050405020304" pitchFamily="18" charset="0"/>
              </a:rPr>
              <a:t> </a:t>
            </a:r>
            <a:r>
              <a:rPr lang="vi-VN" altLang="en-US" sz="28800" b="1" spc="100" dirty="0">
                <a:solidFill>
                  <a:schemeClr val="tx1"/>
                </a:solidFill>
                <a:latin typeface="Times New Roman" panose="02020603050405020304" pitchFamily="18" charset="0"/>
                <a:cs typeface="Times New Roman" panose="02020603050405020304" pitchFamily="18" charset="0"/>
              </a:rPr>
              <a:t>Đức Chúa Trời sai Thánh Thiên Thần truyền tin cho Rất Thánh Đức Bà Maria.</a:t>
            </a:r>
          </a:p>
          <a:p>
            <a:pPr eaLnBrk="1" hangingPunct="1">
              <a:lnSpc>
                <a:spcPct val="120000"/>
              </a:lnSpc>
              <a:defRPr/>
            </a:pPr>
            <a:endParaRPr lang="en-US" altLang="en-US" sz="1275"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733892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37F711-B422-99B1-82DE-92FB2F0E606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11C8183-3786-BCD8-8D04-15856141B202}"/>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Rất</a:t>
            </a:r>
            <a:r>
              <a:rPr lang="en-US" altLang="en-US" sz="6600" b="1" dirty="0">
                <a:solidFill>
                  <a:schemeClr val="tx1"/>
                </a:solidFill>
                <a:latin typeface="Times New Roman" panose="02020603050405020304" pitchFamily="18" charset="0"/>
                <a:cs typeface="Times New Roman" panose="02020603050405020304" pitchFamily="18" charset="0"/>
              </a:rPr>
              <a:t> Thánh Đức </a:t>
            </a:r>
            <a:r>
              <a:rPr lang="en-US" altLang="en-US" sz="6600" b="1" dirty="0" err="1">
                <a:solidFill>
                  <a:schemeClr val="tx1"/>
                </a:solidFill>
                <a:latin typeface="Times New Roman" panose="02020603050405020304" pitchFamily="18" charset="0"/>
                <a:cs typeface="Times New Roman" panose="02020603050405020304" pitchFamily="18" charset="0"/>
              </a:rPr>
              <a:t>Bà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chịu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thai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bởi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phép</a:t>
            </a:r>
            <a:r>
              <a:rPr lang="en-US" altLang="en-US" sz="6600" b="1" dirty="0">
                <a:solidFill>
                  <a:schemeClr val="tx1"/>
                </a:solidFill>
                <a:latin typeface="Times New Roman" panose="02020603050405020304" pitchFamily="18" charset="0"/>
                <a:cs typeface="Times New Roman" panose="02020603050405020304" pitchFamily="18" charset="0"/>
              </a:rPr>
              <a:t> Đức Chúa Thánh </a:t>
            </a:r>
            <a:r>
              <a:rPr lang="en-US" altLang="en-US" sz="6600" b="1" dirty="0" err="1">
                <a:solidFill>
                  <a:schemeClr val="tx1"/>
                </a:solidFill>
                <a:latin typeface="Times New Roman" panose="02020603050405020304" pitchFamily="18" charset="0"/>
                <a:cs typeface="Times New Roman" panose="02020603050405020304" pitchFamily="18" charset="0"/>
              </a:rPr>
              <a:t>Thần</a:t>
            </a:r>
            <a:r>
              <a:rPr lang="en-US" altLang="en-US" sz="66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6000" b="1" i="1" dirty="0" err="1">
                <a:solidFill>
                  <a:schemeClr val="accent1"/>
                </a:solidFill>
                <a:latin typeface="Times New Roman" panose="02020603050405020304" pitchFamily="18" charset="0"/>
                <a:cs typeface="Times New Roman" panose="02020603050405020304" pitchFamily="18" charset="0"/>
              </a:rPr>
              <a:t>Kính</a:t>
            </a:r>
            <a:r>
              <a:rPr lang="en-US" altLang="en-US" sz="6000" b="1" i="1" dirty="0">
                <a:solidFill>
                  <a:schemeClr val="accent1"/>
                </a:solidFill>
                <a:latin typeface="Times New Roman" panose="02020603050405020304" pitchFamily="18" charset="0"/>
                <a:cs typeface="Times New Roman" panose="02020603050405020304" pitchFamily="18" charset="0"/>
              </a:rPr>
              <a:t> </a:t>
            </a:r>
            <a:r>
              <a:rPr lang="en-US" altLang="en-US" sz="6000" b="1" i="1" dirty="0" err="1">
                <a:solidFill>
                  <a:schemeClr val="accent1"/>
                </a:solidFill>
                <a:latin typeface="Times New Roman" panose="02020603050405020304" pitchFamily="18" charset="0"/>
                <a:cs typeface="Times New Roman" panose="02020603050405020304" pitchFamily="18" charset="0"/>
              </a:rPr>
              <a:t>mừng</a:t>
            </a:r>
            <a:r>
              <a:rPr lang="en-US" altLang="en-US" sz="6000" b="1" i="1" dirty="0">
                <a:solidFill>
                  <a:schemeClr val="accent1"/>
                </a:solidFill>
                <a:latin typeface="Times New Roman" panose="02020603050405020304" pitchFamily="18" charset="0"/>
                <a:cs typeface="Times New Roman" panose="02020603050405020304" pitchFamily="18" charset="0"/>
              </a:rPr>
              <a:t>….. </a:t>
            </a:r>
            <a:br>
              <a:rPr lang="en-US" altLang="en-US" sz="6000" b="1" i="1" dirty="0">
                <a:solidFill>
                  <a:schemeClr val="accent1"/>
                </a:solidFill>
                <a:latin typeface="Times New Roman" panose="02020603050405020304" pitchFamily="18" charset="0"/>
                <a:cs typeface="Times New Roman" panose="02020603050405020304" pitchFamily="18" charset="0"/>
              </a:rPr>
            </a:br>
            <a:r>
              <a:rPr lang="en-US" altLang="en-US" sz="60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6312518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D89C6-C4B7-99A4-F05F-0E8FBA30DF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F774B28-4191-86A5-C90E-8F7FE0D5224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72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tá</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35222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B3BD8-B0A6-6E7B-C492-78DC5120F88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EF8726-2D79-8F4C-351C-EB47592CFDF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vi-VN" altLang="en-US" sz="7500" b="1" dirty="0">
                <a:solidFill>
                  <a:schemeClr val="tx1"/>
                </a:solidFill>
                <a:latin typeface="Times New Roman" panose="02020603050405020304" pitchFamily="18" charset="0"/>
                <a:cs typeface="Times New Roman" panose="02020603050405020304" pitchFamily="18" charset="0"/>
              </a:rPr>
              <a:t>Tôi xin vâng như lời Thánh Thiên Thần truyền</a:t>
            </a:r>
            <a:r>
              <a:rPr lang="en-US" altLang="en-US" sz="7500" b="1" dirty="0">
                <a:solidFill>
                  <a:schemeClr val="tx1"/>
                </a:solidFill>
                <a:latin typeface="Times New Roman" panose="02020603050405020304" pitchFamily="18" charset="0"/>
                <a:cs typeface="Times New Roman" panose="02020603050405020304" pitchFamily="18" charset="0"/>
              </a:rPr>
              <a:t>.</a:t>
            </a:r>
          </a:p>
          <a:p>
            <a:pPr eaLnBrk="1" hangingPunct="1">
              <a:spcBef>
                <a:spcPts val="600"/>
              </a:spcBef>
              <a:spcAft>
                <a:spcPts val="600"/>
              </a:spcAft>
              <a:defRPr/>
            </a:pPr>
            <a:r>
              <a:rPr lang="en-US" altLang="en-US" sz="4800" b="1" i="1" dirty="0" err="1">
                <a:solidFill>
                  <a:schemeClr val="accent1"/>
                </a:solidFill>
                <a:latin typeface="Times New Roman" panose="02020603050405020304" pitchFamily="18" charset="0"/>
                <a:cs typeface="Times New Roman" panose="02020603050405020304" pitchFamily="18" charset="0"/>
              </a:rPr>
              <a:t>Kính</a:t>
            </a:r>
            <a:r>
              <a:rPr lang="en-US" altLang="en-US" sz="4800" b="1" i="1" dirty="0">
                <a:solidFill>
                  <a:schemeClr val="accent1"/>
                </a:solidFill>
                <a:latin typeface="Times New Roman" panose="02020603050405020304" pitchFamily="18" charset="0"/>
                <a:cs typeface="Times New Roman" panose="02020603050405020304" pitchFamily="18" charset="0"/>
              </a:rPr>
              <a:t> </a:t>
            </a:r>
            <a:r>
              <a:rPr lang="en-US" altLang="en-US" sz="4800" b="1" i="1" dirty="0" err="1">
                <a:solidFill>
                  <a:schemeClr val="accent1"/>
                </a:solidFill>
                <a:latin typeface="Times New Roman" panose="02020603050405020304" pitchFamily="18" charset="0"/>
                <a:cs typeface="Times New Roman" panose="02020603050405020304" pitchFamily="18" charset="0"/>
              </a:rPr>
              <a:t>mừng</a:t>
            </a:r>
            <a:r>
              <a:rPr lang="en-US" altLang="en-US" sz="4800" b="1" i="1" dirty="0">
                <a:solidFill>
                  <a:schemeClr val="accent1"/>
                </a:solidFill>
                <a:latin typeface="Times New Roman" panose="02020603050405020304" pitchFamily="18" charset="0"/>
                <a:cs typeface="Times New Roman" panose="02020603050405020304" pitchFamily="18" charset="0"/>
              </a:rPr>
              <a:t>….. </a:t>
            </a:r>
            <a:br>
              <a:rPr lang="en-US" altLang="en-US" sz="4800" b="1" i="1" dirty="0">
                <a:solidFill>
                  <a:schemeClr val="accent1"/>
                </a:solidFill>
                <a:latin typeface="Times New Roman" panose="02020603050405020304" pitchFamily="18" charset="0"/>
                <a:cs typeface="Times New Roman" panose="02020603050405020304" pitchFamily="18" charset="0"/>
              </a:rPr>
            </a:br>
            <a:r>
              <a:rPr lang="en-US" altLang="en-US" sz="48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36735722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581945-F194-003B-5B92-F6B3344B41E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F075B52-92BC-9532-C479-D05F759B23C9}"/>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Chốc ấy Ngôi Thứ Hai xuống thế làm người.</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8324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7F2224-2EC7-DE42-97B0-41C9F653B4C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C306389-9C50-9E9F-1985-297D3CE8595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br>
              <a:rPr lang="en-US" altLang="en-US" sz="4800" b="1" i="1" u="sng" dirty="0">
                <a:solidFill>
                  <a:schemeClr val="accent1"/>
                </a:solidFill>
                <a:latin typeface="Times New Roman" panose="02020603050405020304" pitchFamily="18" charset="0"/>
                <a:cs typeface="Times New Roman" panose="02020603050405020304" pitchFamily="18" charset="0"/>
              </a:rPr>
            </a:b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br>
              <a:rPr lang="en-US" altLang="en-US" sz="8000" b="1" dirty="0">
                <a:solidFill>
                  <a:schemeClr val="tx1"/>
                </a:solidFill>
                <a:latin typeface="Times New Roman" panose="02020603050405020304" pitchFamily="18" charset="0"/>
                <a:cs typeface="Times New Roman" panose="02020603050405020304" pitchFamily="18" charset="0"/>
              </a:rPr>
            </a:b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a:t>
            </a:r>
            <a:endParaRPr lang="en-US" altLang="en-US" sz="6600" b="1" dirty="0">
              <a:solidFill>
                <a:schemeClr val="tx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5400" b="1" i="1" dirty="0" err="1">
                <a:solidFill>
                  <a:schemeClr val="accent1"/>
                </a:solidFill>
                <a:latin typeface="Times New Roman" panose="02020603050405020304" pitchFamily="18" charset="0"/>
                <a:cs typeface="Times New Roman" panose="02020603050405020304" pitchFamily="18" charset="0"/>
              </a:rPr>
              <a:t>Kính</a:t>
            </a:r>
            <a:r>
              <a:rPr lang="en-US" altLang="en-US" sz="5400" b="1" i="1" dirty="0">
                <a:solidFill>
                  <a:schemeClr val="accent1"/>
                </a:solidFill>
                <a:latin typeface="Times New Roman" panose="02020603050405020304" pitchFamily="18" charset="0"/>
                <a:cs typeface="Times New Roman" panose="02020603050405020304" pitchFamily="18" charset="0"/>
              </a:rPr>
              <a:t> </a:t>
            </a:r>
            <a:r>
              <a:rPr lang="en-US" altLang="en-US" sz="5400" b="1" i="1" dirty="0" err="1">
                <a:solidFill>
                  <a:schemeClr val="accent1"/>
                </a:solidFill>
                <a:latin typeface="Times New Roman" panose="02020603050405020304" pitchFamily="18" charset="0"/>
                <a:cs typeface="Times New Roman" panose="02020603050405020304" pitchFamily="18" charset="0"/>
              </a:rPr>
              <a:t>mừng</a:t>
            </a:r>
            <a:r>
              <a:rPr lang="en-US" altLang="en-US" sz="5400" b="1" i="1" dirty="0">
                <a:solidFill>
                  <a:schemeClr val="accent1"/>
                </a:solidFill>
                <a:latin typeface="Times New Roman" panose="02020603050405020304" pitchFamily="18" charset="0"/>
                <a:cs typeface="Times New Roman" panose="02020603050405020304" pitchFamily="18" charset="0"/>
              </a:rPr>
              <a:t>….. </a:t>
            </a:r>
            <a:br>
              <a:rPr lang="en-US" altLang="en-US" sz="5400" b="1" i="1" dirty="0">
                <a:solidFill>
                  <a:schemeClr val="accent1"/>
                </a:solidFill>
                <a:latin typeface="Times New Roman" panose="02020603050405020304" pitchFamily="18" charset="0"/>
                <a:cs typeface="Times New Roman" panose="02020603050405020304" pitchFamily="18" charset="0"/>
              </a:rPr>
            </a:br>
            <a:r>
              <a:rPr lang="en-US" altLang="en-US" sz="5400" b="1" i="1" dirty="0">
                <a:solidFill>
                  <a:schemeClr val="accent1"/>
                </a:solidFill>
                <a:latin typeface="Times New Roman" panose="02020603050405020304" pitchFamily="18" charset="0"/>
                <a:cs typeface="Times New Roman" panose="02020603050405020304" pitchFamily="18" charset="0"/>
              </a:rPr>
              <a:t>Thánh Maria……</a:t>
            </a:r>
          </a:p>
        </p:txBody>
      </p:sp>
    </p:spTree>
    <p:extLst>
      <p:ext uri="{BB962C8B-B14F-4D97-AF65-F5344CB8AC3E}">
        <p14:creationId xmlns:p14="http://schemas.microsoft.com/office/powerpoint/2010/main" val="29853671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7A0C35-4901-D4A5-5535-35E47CFFD3B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DA73AB5-614B-A8FE-9CFA-CB139A57CB8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0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Xướng</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vi-VN"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Rất</a:t>
            </a:r>
            <a:r>
              <a:rPr lang="en-US" altLang="en-US" sz="7200" b="1" dirty="0">
                <a:solidFill>
                  <a:schemeClr val="tx1"/>
                </a:solidFill>
                <a:latin typeface="Times New Roman" panose="02020603050405020304" pitchFamily="18" charset="0"/>
                <a:cs typeface="Times New Roman" panose="02020603050405020304" pitchFamily="18" charset="0"/>
              </a:rPr>
              <a:t> Thánh Đức </a:t>
            </a:r>
            <a:r>
              <a:rPr lang="en-US" altLang="en-US" sz="7200" b="1" dirty="0" err="1">
                <a:solidFill>
                  <a:schemeClr val="tx1"/>
                </a:solidFill>
                <a:latin typeface="Times New Roman" panose="02020603050405020304" pitchFamily="18" charset="0"/>
                <a:cs typeface="Times New Roman" panose="02020603050405020304" pitchFamily="18" charset="0"/>
              </a:rPr>
              <a:t>Mẹ</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cầu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5392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8E3FD-5D33-86D7-5149-3CE3FDDD631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51653BB-7C32-B1B5-B6FB-2FF129A9ED4B}"/>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600"/>
              </a:spcBef>
              <a:spcAft>
                <a:spcPts val="600"/>
              </a:spcAft>
              <a:defRPr/>
            </a:pPr>
            <a:endParaRPr lang="en-US" altLang="en-US" sz="4400" b="1" i="1" u="sng" dirty="0">
              <a:solidFill>
                <a:schemeClr val="accent1"/>
              </a:solidFill>
              <a:latin typeface="Times New Roman" panose="02020603050405020304" pitchFamily="18" charset="0"/>
              <a:cs typeface="Times New Roman" panose="02020603050405020304" pitchFamily="18" charset="0"/>
            </a:endParaRPr>
          </a:p>
          <a:p>
            <a:pPr eaLnBrk="1" hangingPunct="1">
              <a:spcBef>
                <a:spcPts val="600"/>
              </a:spcBef>
              <a:spcAft>
                <a:spcPts val="600"/>
              </a:spcAft>
              <a:defRPr/>
            </a:pPr>
            <a:r>
              <a:rPr lang="en-US" altLang="en-US" sz="4800" b="1" i="1" u="sng" dirty="0" err="1">
                <a:solidFill>
                  <a:schemeClr val="accent1"/>
                </a:solidFill>
                <a:latin typeface="Times New Roman" panose="02020603050405020304" pitchFamily="18" charset="0"/>
                <a:cs typeface="Times New Roman" panose="02020603050405020304" pitchFamily="18" charset="0"/>
              </a:rPr>
              <a:t>Đáp</a:t>
            </a:r>
            <a:r>
              <a:rPr lang="vi-VN" altLang="en-US" sz="4800" b="1" i="1" u="sng" dirty="0">
                <a:solidFill>
                  <a:schemeClr val="accent1"/>
                </a:solidFill>
                <a:latin typeface="Times New Roman" panose="02020603050405020304" pitchFamily="18" charset="0"/>
                <a:cs typeface="Times New Roman" panose="02020603050405020304" pitchFamily="18" charset="0"/>
              </a:rPr>
              <a:t>:</a:t>
            </a:r>
            <a:r>
              <a:rPr lang="en-US" altLang="en-US" sz="7200" b="1" i="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Đáng chịu lấy những sự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đã hứa.</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4625381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Subtitle 2"/>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eaLnBrk="1" hangingPunct="1"/>
            <a:r>
              <a:rPr lang="vi-VN" altLang="en-US" sz="4800" b="1" dirty="0">
                <a:solidFill>
                  <a:srgbClr val="FF0000"/>
                </a:solidFill>
                <a:latin typeface="Times New Roman" panose="02020603050405020304" pitchFamily="18" charset="0"/>
                <a:cs typeface="Times New Roman" panose="02020603050405020304" pitchFamily="18" charset="0"/>
              </a:rPr>
              <a:t>LỜI NGUYỆN</a:t>
            </a:r>
            <a:r>
              <a:rPr lang="en-US" altLang="en-US" sz="4800" b="1" dirty="0">
                <a:solidFill>
                  <a:srgbClr val="FF0000"/>
                </a:solidFill>
                <a:latin typeface="Times New Roman" panose="02020603050405020304" pitchFamily="18" charset="0"/>
                <a:cs typeface="Times New Roman" panose="02020603050405020304" pitchFamily="18" charset="0"/>
              </a:rPr>
              <a:t>:</a:t>
            </a:r>
            <a:r>
              <a:rPr lang="en-US" altLang="en-US" sz="4950" b="1" dirty="0">
                <a:solidFill>
                  <a:srgbClr val="FF0000"/>
                </a:solidFill>
                <a:latin typeface="Times New Roman" panose="02020603050405020304" pitchFamily="18" charset="0"/>
                <a:cs typeface="Times New Roman" pitchFamily="18" charset="0"/>
              </a:rPr>
              <a:t> </a:t>
            </a:r>
          </a:p>
          <a:p>
            <a:pPr algn="just" eaLnBrk="1" hangingPunct="1"/>
            <a:r>
              <a:rPr lang="vi-VN" altLang="en-US" sz="8600" b="1" dirty="0">
                <a:solidFill>
                  <a:schemeClr val="tx1"/>
                </a:solidFill>
                <a:latin typeface="Times New Roman" panose="02020603050405020304" pitchFamily="18" charset="0"/>
                <a:cs typeface="Times New Roman" panose="02020603050405020304" pitchFamily="18" charset="0"/>
              </a:rPr>
              <a:t>Lạy Chúa, chúng con xin Chúa ban ơn </a:t>
            </a:r>
            <a:r>
              <a:rPr lang="en-US" altLang="en-US" sz="8600" b="1" dirty="0" err="1">
                <a:solidFill>
                  <a:schemeClr val="tx1"/>
                </a:solidFill>
                <a:latin typeface="Times New Roman" panose="02020603050405020304" pitchFamily="18" charset="0"/>
                <a:cs typeface="Times New Roman" panose="02020603050405020304" pitchFamily="18" charset="0"/>
              </a:rPr>
              <a:t>Chúa</a:t>
            </a:r>
            <a:r>
              <a:rPr lang="en-US" altLang="en-US" sz="8600" b="1" dirty="0">
                <a:solidFill>
                  <a:schemeClr val="tx1"/>
                </a:solidFill>
                <a:latin typeface="Times New Roman" panose="02020603050405020304" pitchFamily="18" charset="0"/>
                <a:cs typeface="Times New Roman" panose="02020603050405020304" pitchFamily="18" charset="0"/>
              </a:rPr>
              <a:t> </a:t>
            </a:r>
            <a:r>
              <a:rPr lang="vi-VN" altLang="en-US" sz="8600" b="1" dirty="0">
                <a:solidFill>
                  <a:schemeClr val="tx1"/>
                </a:solidFill>
                <a:latin typeface="Times New Roman" panose="02020603050405020304" pitchFamily="18" charset="0"/>
                <a:cs typeface="Times New Roman" panose="02020603050405020304" pitchFamily="18" charset="0"/>
              </a:rPr>
              <a:t>xuống trong linh hồn chúng con</a:t>
            </a:r>
            <a:endParaRPr lang="en-US" altLang="en-US" sz="8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142938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ubtitle 2"/>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là kẻ đã nhờ lời Thánh Thiên Thần truyền, mà biết thật Chúa </a:t>
            </a:r>
            <a:r>
              <a:rPr lang="vi-VN" altLang="en-US" sz="8000" b="1" dirty="0" err="1">
                <a:solidFill>
                  <a:schemeClr val="tx1"/>
                </a:solidFill>
                <a:latin typeface="Times New Roman" panose="02020603050405020304" pitchFamily="18" charset="0"/>
                <a:cs typeface="Times New Roman" panose="02020603050405020304" pitchFamily="18" charset="0"/>
              </a:rPr>
              <a:t>Kitô</a:t>
            </a:r>
            <a:r>
              <a:rPr lang="vi-VN" altLang="en-US" sz="8000" b="1" dirty="0">
                <a:solidFill>
                  <a:schemeClr val="tx1"/>
                </a:solidFill>
                <a:latin typeface="Times New Roman" panose="02020603050405020304" pitchFamily="18" charset="0"/>
                <a:cs typeface="Times New Roman" panose="02020603050405020304" pitchFamily="18" charset="0"/>
              </a:rPr>
              <a:t> là</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33999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25FF1-AEDE-4D4E-1FB9-2A5930DCEE9F}"/>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A5EF2E5F-0C1C-E7B3-90DB-68BB610F6C5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vi-VN" altLang="en-US" sz="8000" b="1" dirty="0">
                <a:solidFill>
                  <a:schemeClr val="tx1"/>
                </a:solidFill>
                <a:latin typeface="Times New Roman" panose="02020603050405020304" pitchFamily="18" charset="0"/>
                <a:cs typeface="Times New Roman" panose="02020603050405020304" pitchFamily="18" charset="0"/>
              </a:rPr>
              <a:t>Con Chúa đã xuống thế làm Người, </a:t>
            </a:r>
            <a:r>
              <a:rPr lang="en-US" altLang="en-US" sz="8000" b="1" dirty="0" err="1">
                <a:solidFill>
                  <a:schemeClr val="tx1"/>
                </a:solidFill>
                <a:latin typeface="Times New Roman" panose="02020603050405020304" pitchFamily="18" charset="0"/>
                <a:cs typeface="Times New Roman" panose="02020603050405020304" pitchFamily="18" charset="0"/>
              </a:rPr>
              <a:t>thì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xin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công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ơn</a:t>
            </a:r>
            <a:r>
              <a:rPr lang="en-US" altLang="en-US" sz="8000" b="1" dirty="0">
                <a:solidFill>
                  <a:schemeClr val="tx1"/>
                </a:solidFill>
                <a:latin typeface="Times New Roman" panose="02020603050405020304" pitchFamily="18" charset="0"/>
                <a:cs typeface="Times New Roman" panose="02020603050405020304" pitchFamily="18" charset="0"/>
              </a:rPr>
              <a:t> Con Chúa</a:t>
            </a:r>
          </a:p>
        </p:txBody>
      </p:sp>
    </p:spTree>
    <p:extLst>
      <p:ext uri="{BB962C8B-B14F-4D97-AF65-F5344CB8AC3E}">
        <p14:creationId xmlns:p14="http://schemas.microsoft.com/office/powerpoint/2010/main" val="2548472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373B1-80D5-C618-8C2E-D9E5ED0419A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082AC1DB-1601-1A29-A69E-4B030B8CA4D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600"/>
              </a:spcBef>
            </a:pP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sau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sống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lại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91325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A8FC57-33E8-A285-986A-683448878CE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CD209B4-C587-CC4B-44C2-38608CFC7E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18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en-US" altLang="en-US" sz="7000" b="1" dirty="0" err="1">
                <a:solidFill>
                  <a:schemeClr val="tx1"/>
                </a:solidFill>
                <a:latin typeface="Times New Roman" panose="02020603050405020304" pitchFamily="18" charset="0"/>
                <a:cs typeface="Times New Roman" panose="02020603050405020304" pitchFamily="18" charset="0"/>
              </a:rPr>
              <a:t>đặng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đến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nơi</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vinh</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hiển</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cũng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vì</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công</a:t>
            </a:r>
            <a:r>
              <a:rPr lang="en-US" altLang="en-US" sz="7000" b="1" dirty="0">
                <a:solidFill>
                  <a:schemeClr val="tx1"/>
                </a:solidFill>
                <a:latin typeface="Times New Roman" panose="02020603050405020304" pitchFamily="18" charset="0"/>
                <a:cs typeface="Times New Roman" panose="02020603050405020304" pitchFamily="18" charset="0"/>
              </a:rPr>
              <a:t> </a:t>
            </a:r>
            <a:r>
              <a:rPr lang="en-US" altLang="en-US" sz="7000" b="1" dirty="0" err="1">
                <a:solidFill>
                  <a:schemeClr val="tx1"/>
                </a:solidFill>
                <a:latin typeface="Times New Roman" panose="02020603050405020304" pitchFamily="18" charset="0"/>
                <a:cs typeface="Times New Roman" panose="02020603050405020304" pitchFamily="18" charset="0"/>
              </a:rPr>
              <a:t>nghiệp</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Kitô</a:t>
            </a:r>
            <a:r>
              <a:rPr lang="en-US" altLang="en-US" sz="7000" b="1" dirty="0">
                <a:solidFill>
                  <a:schemeClr val="tx1"/>
                </a:solidFill>
                <a:latin typeface="Times New Roman" panose="02020603050405020304" pitchFamily="18" charset="0"/>
                <a:cs typeface="Times New Roman" panose="02020603050405020304" pitchFamily="18" charset="0"/>
              </a:rPr>
              <a:t> Chúa </a:t>
            </a:r>
            <a:r>
              <a:rPr lang="en-US" altLang="en-US" sz="7000" b="1" dirty="0" err="1">
                <a:solidFill>
                  <a:schemeClr val="tx1"/>
                </a:solidFill>
                <a:latin typeface="Times New Roman" panose="02020603050405020304" pitchFamily="18" charset="0"/>
                <a:cs typeface="Times New Roman" panose="02020603050405020304" pitchFamily="18" charset="0"/>
              </a:rPr>
              <a:t>chúng</a:t>
            </a:r>
            <a:r>
              <a:rPr lang="en-US" altLang="en-US" sz="7000" b="1" dirty="0">
                <a:solidFill>
                  <a:schemeClr val="tx1"/>
                </a:solidFill>
                <a:latin typeface="Times New Roman" panose="02020603050405020304" pitchFamily="18" charset="0"/>
                <a:cs typeface="Times New Roman" panose="02020603050405020304" pitchFamily="18" charset="0"/>
              </a:rPr>
              <a:t> con. </a:t>
            </a:r>
            <a:r>
              <a:rPr lang="en-US" altLang="en-US" sz="7000" b="1" dirty="0">
                <a:solidFill>
                  <a:srgbClr val="FF0000"/>
                </a:solidFill>
                <a:latin typeface="Times New Roman" panose="02020603050405020304" pitchFamily="18" charset="0"/>
                <a:cs typeface="Times New Roman" panose="02020603050405020304" pitchFamily="18" charset="0"/>
              </a:rPr>
              <a:t>Amen</a:t>
            </a:r>
            <a:r>
              <a:rPr lang="en-US" altLang="en-US" sz="7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542262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ubtitle 2">
            <a:extLst>
              <a:ext uri="{FF2B5EF4-FFF2-40B4-BE49-F238E27FC236}">
                <a16:creationId xmlns:a16="http://schemas.microsoft.com/office/drawing/2014/main" id="{E17C6E24-CB11-9ED3-E73D-25EE4CA0082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TIN</a:t>
            </a:r>
            <a:endParaRPr lang="en-US" altLang="en-US" sz="49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tin thật có một Đức Chúa Trời là Đấng thưởng phạt vô cùng.</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B98A1-FA6A-BBF9-E05C-926B29A3EB60}"/>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B23F1D18-B7C7-5D52-9DE7-348C04BB5C0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Con lại tin thật Đức Chúa Trời có Ba Ngôi, mà Ngôi Thứ Hai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xuống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680188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12E50-B07A-359C-1A20-77104FD05C1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23A55D2-39BC-5ACF-FF01-3A1F0C6DE87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làm Người, chịu nạn chịu chết mà chuộc tội cho thiên hạ</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19951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D1B86-64EA-43B7-7F48-8ECD7A0A9EC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7A7F8A57-795D-5BE7-E136-BD0DC076631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600" b="1" dirty="0" err="1">
                <a:solidFill>
                  <a:schemeClr val="tx1"/>
                </a:solidFill>
                <a:latin typeface="Times New Roman" panose="02020603050405020304" pitchFamily="18" charset="0"/>
                <a:cs typeface="Times New Roman" panose="02020603050405020304" pitchFamily="18" charset="0"/>
              </a:rPr>
              <a:t>Bấy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nhiêu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ấy</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cùng</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các</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điều</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Hội</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Thánh</a:t>
            </a:r>
            <a:r>
              <a:rPr lang="en-US" altLang="en-US" sz="9600" b="1" dirty="0">
                <a:solidFill>
                  <a:schemeClr val="tx1"/>
                </a:solidFill>
                <a:latin typeface="Times New Roman" panose="02020603050405020304" pitchFamily="18" charset="0"/>
                <a:cs typeface="Times New Roman" panose="02020603050405020304" pitchFamily="18" charset="0"/>
              </a:rPr>
              <a:t> </a:t>
            </a:r>
            <a:r>
              <a:rPr lang="en-US" altLang="en-US" sz="9600" b="1" dirty="0" err="1">
                <a:solidFill>
                  <a:schemeClr val="tx1"/>
                </a:solidFill>
                <a:latin typeface="Times New Roman" panose="02020603050405020304" pitchFamily="18" charset="0"/>
                <a:cs typeface="Times New Roman" panose="02020603050405020304" pitchFamily="18" charset="0"/>
              </a:rPr>
              <a:t>dạy</a:t>
            </a:r>
            <a:endParaRPr lang="en-US" altLang="en-US" sz="9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032132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87B64-D1AB-C34E-6AEC-F27CC7AA926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1D590097-05BA-8268-85A9-60C2D6A2446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thì</a:t>
            </a:r>
            <a:r>
              <a:rPr lang="en-US" altLang="en-US" sz="9000" b="1" dirty="0">
                <a:solidFill>
                  <a:schemeClr val="tx1"/>
                </a:solidFill>
                <a:latin typeface="Times New Roman" panose="02020603050405020304" pitchFamily="18" charset="0"/>
                <a:cs typeface="Times New Roman" panose="02020603050405020304" pitchFamily="18" charset="0"/>
              </a:rPr>
              <a:t> con tin </a:t>
            </a:r>
            <a:r>
              <a:rPr lang="en-US" altLang="en-US" sz="9000" b="1" dirty="0" err="1">
                <a:solidFill>
                  <a:schemeClr val="tx1"/>
                </a:solidFill>
                <a:latin typeface="Times New Roman" panose="02020603050405020304" pitchFamily="18" charset="0"/>
                <a:cs typeface="Times New Roman" panose="02020603050405020304" pitchFamily="18" charset="0"/>
              </a:rPr>
              <a:t>vững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vàng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Chúa </a:t>
            </a:r>
            <a:r>
              <a:rPr lang="en-US" altLang="en-US" sz="9000" b="1" dirty="0" err="1">
                <a:solidFill>
                  <a:schemeClr val="tx1"/>
                </a:solidFill>
                <a:latin typeface="Times New Roman" panose="02020603050405020304" pitchFamily="18" charset="0"/>
                <a:cs typeface="Times New Roman" panose="02020603050405020304" pitchFamily="18" charset="0"/>
              </a:rPr>
              <a:t>là</a:t>
            </a:r>
            <a:br>
              <a:rPr lang="en-US" altLang="en-US" sz="9000" b="1" dirty="0">
                <a:solidFill>
                  <a:schemeClr val="tx1"/>
                </a:solidFill>
                <a:latin typeface="Times New Roman" panose="02020603050405020304" pitchFamily="18" charset="0"/>
                <a:cs typeface="Times New Roman" panose="02020603050405020304" pitchFamily="18" charset="0"/>
              </a:rPr>
            </a:br>
            <a:r>
              <a:rPr lang="en-US" altLang="en-US" sz="9000" b="1" dirty="0" err="1">
                <a:solidFill>
                  <a:schemeClr val="tx1"/>
                </a:solidFill>
                <a:latin typeface="Times New Roman" panose="02020603050405020304" pitchFamily="18" charset="0"/>
                <a:cs typeface="Times New Roman" panose="02020603050405020304" pitchFamily="18" charset="0"/>
              </a:rPr>
              <a:t>Đấng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thông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minh</a:t>
            </a:r>
            <a:endParaRPr lang="en-US" altLang="en-US" sz="9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384073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623F0-EC79-1D76-2FDE-0A5DA02503E7}"/>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2699D2C-8763-156D-F51D-1784997923B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thật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phán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truyền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Hội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Thánh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9545651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6560C-E828-9C4A-3F34-0D3EA4B52B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476D6E7-324D-C6DE-B47D-867879947BB0}"/>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CẬY</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Chúa, con trông cậy vững vàng, vì công nghiệp Đức Chúa </a:t>
            </a:r>
            <a:r>
              <a:rPr lang="vi-VN" altLang="en-US" sz="8000" b="1" dirty="0" err="1">
                <a:solidFill>
                  <a:schemeClr val="tx1"/>
                </a:solidFill>
                <a:latin typeface="Times New Roman" panose="02020603050405020304" pitchFamily="18" charset="0"/>
                <a:cs typeface="Times New Roman" panose="02020603050405020304" pitchFamily="18" charset="0"/>
              </a:rPr>
              <a:t>Giêsu</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882416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1903E-6CE7-0AA3-3848-D14E83C423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D8A71609-0C98-EEF0-2D2E-B1E58749794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endParaRPr lang="en-US"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thì Chúa sẽ ban ơn cho con giữ đạo nên ở đời này,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626549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DF2ED-54C4-CF4D-0534-82D00C54541A}"/>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F796875-2FDD-ED52-CF5B-B6F4CA724F5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200" b="1" dirty="0">
                <a:solidFill>
                  <a:schemeClr val="tx1"/>
                </a:solidFill>
                <a:latin typeface="Times New Roman" panose="02020603050405020304" pitchFamily="18" charset="0"/>
                <a:cs typeface="Times New Roman" panose="02020603050405020304" pitchFamily="18" charset="0"/>
              </a:rPr>
              <a:t>cho ngày sau được lên thiên đàng xem thấy</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mặt</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Đức</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Chúa 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hưởng phúc đời </a:t>
            </a:r>
            <a:r>
              <a:rPr lang="vi-VN" altLang="en-US" sz="7200" b="1" dirty="0" err="1">
                <a:solidFill>
                  <a:schemeClr val="tx1"/>
                </a:solidFill>
                <a:latin typeface="Times New Roman" panose="02020603050405020304" pitchFamily="18" charset="0"/>
                <a:cs typeface="Times New Roman" panose="02020603050405020304" pitchFamily="18" charset="0"/>
              </a:rPr>
              <a:t>đời</a:t>
            </a:r>
            <a:r>
              <a:rPr lang="vi-VN" altLang="en-US" sz="7200" b="1" dirty="0">
                <a:solidFill>
                  <a:schemeClr val="tx1"/>
                </a:solidFill>
                <a:latin typeface="Times New Roman" panose="02020603050405020304" pitchFamily="18" charset="0"/>
                <a:cs typeface="Times New Roman" panose="02020603050405020304" pitchFamily="18" charset="0"/>
              </a:rPr>
              <a:t>,</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9099835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230CBE-5F08-7077-A90F-4451109F9C19}"/>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47B993B1-4E7E-3623-5845-358F89A3898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6800" b="1" dirty="0" err="1">
                <a:solidFill>
                  <a:schemeClr val="tx1"/>
                </a:solidFill>
                <a:latin typeface="Times New Roman" panose="02020603050405020304" pitchFamily="18" charset="0"/>
                <a:cs typeface="Times New Roman" panose="02020603050405020304" pitchFamily="18" charset="0"/>
              </a:rPr>
              <a:t>vì</a:t>
            </a:r>
            <a:r>
              <a:rPr lang="en-US" altLang="en-US" sz="6800" b="1" dirty="0">
                <a:solidFill>
                  <a:schemeClr val="tx1"/>
                </a:solidFill>
                <a:latin typeface="Times New Roman" panose="02020603050405020304" pitchFamily="18" charset="0"/>
                <a:cs typeface="Times New Roman" panose="02020603050405020304" pitchFamily="18" charset="0"/>
              </a:rPr>
              <a:t> Chúa </a:t>
            </a:r>
            <a:r>
              <a:rPr lang="en-US" altLang="en-US" sz="6800" b="1" dirty="0" err="1">
                <a:solidFill>
                  <a:schemeClr val="tx1"/>
                </a:solidFill>
                <a:latin typeface="Times New Roman" panose="02020603050405020304" pitchFamily="18" charset="0"/>
                <a:cs typeface="Times New Roman" panose="02020603050405020304" pitchFamily="18" charset="0"/>
              </a:rPr>
              <a:t>là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Đấng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phép</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tắt</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và</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lòng</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lành</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vô</a:t>
            </a:r>
            <a:r>
              <a:rPr lang="en-US" altLang="en-US" sz="6800" b="1" dirty="0">
                <a:solidFill>
                  <a:schemeClr val="tx1"/>
                </a:solidFill>
                <a:latin typeface="Times New Roman" panose="02020603050405020304" pitchFamily="18" charset="0"/>
                <a:cs typeface="Times New Roman" panose="02020603050405020304" pitchFamily="18" charset="0"/>
              </a:rPr>
              <a:t> </a:t>
            </a:r>
            <a:r>
              <a:rPr lang="en-US" altLang="en-US" sz="6800" b="1" dirty="0" err="1">
                <a:solidFill>
                  <a:schemeClr val="tx1"/>
                </a:solidFill>
                <a:latin typeface="Times New Roman" panose="02020603050405020304" pitchFamily="18" charset="0"/>
                <a:cs typeface="Times New Roman" panose="02020603050405020304" pitchFamily="18" charset="0"/>
              </a:rPr>
              <a:t>cùng</a:t>
            </a:r>
            <a:r>
              <a:rPr lang="vi-VN" altLang="en-US" sz="6800" b="1" dirty="0">
                <a:solidFill>
                  <a:schemeClr val="tx1"/>
                </a:solidFill>
                <a:latin typeface="Times New Roman" panose="02020603050405020304" pitchFamily="18" charset="0"/>
                <a:cs typeface="Times New Roman" panose="02020603050405020304" pitchFamily="18" charset="0"/>
              </a:rPr>
              <a:t> đã phán hứa sự ấy chẳng có lẽ nào sai được.  </a:t>
            </a:r>
            <a:r>
              <a:rPr lang="vi-VN" altLang="en-US" sz="6800" b="1" dirty="0" err="1">
                <a:solidFill>
                  <a:srgbClr val="FF0000"/>
                </a:solidFill>
                <a:latin typeface="Times New Roman" panose="02020603050405020304" pitchFamily="18" charset="0"/>
                <a:cs typeface="Times New Roman" panose="02020603050405020304" pitchFamily="18" charset="0"/>
              </a:rPr>
              <a:t>Amen</a:t>
            </a:r>
            <a:r>
              <a:rPr lang="vi-VN" altLang="en-US" sz="6800" b="1" dirty="0">
                <a:solidFill>
                  <a:schemeClr val="tx1"/>
                </a:solidFill>
                <a:latin typeface="Times New Roman" panose="02020603050405020304" pitchFamily="18" charset="0"/>
                <a:cs typeface="Times New Roman" panose="02020603050405020304" pitchFamily="18" charset="0"/>
              </a:rPr>
              <a:t>.</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208319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7E69F0-9469-DFC2-7410-A6056AA82C6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F10E4E4-09C3-1CB5-C4A2-CFBEECAD9E94}"/>
              </a:ext>
            </a:extLst>
          </p:cNvPr>
          <p:cNvSpPr>
            <a:spLocks noGrp="1" noChangeArrowheads="1"/>
          </p:cNvSpPr>
          <p:nvPr>
            <p:ph type="subTitle" idx="1"/>
          </p:nvPr>
        </p:nvSpPr>
        <p:spPr>
          <a:xfrm>
            <a:off x="0" y="0"/>
            <a:ext cx="9144000" cy="5143500"/>
          </a:xfrm>
          <a:solidFill>
            <a:schemeClr val="bg1"/>
          </a:solidFill>
        </p:spPr>
        <p:txBody>
          <a:bodyPr tIns="137160">
            <a:normAutofit fontScale="85000" lnSpcReduction="2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MẾN</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9500" b="1" dirty="0">
                <a:solidFill>
                  <a:schemeClr val="tx1"/>
                </a:solidFill>
                <a:latin typeface="Times New Roman" panose="02020603050405020304" pitchFamily="18" charset="0"/>
                <a:cs typeface="Times New Roman" panose="02020603050405020304" pitchFamily="18" charset="0"/>
              </a:rPr>
              <a:t>Lạy Chúa, con kính mến Chúa hết lòng hết sức trên hết mọi sự,</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601852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0147F9-8424-3662-5982-D709F383BE6C}"/>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A32DEC4-77F7-E4F0-E43C-66DB2603023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en-US" altLang="en-US" sz="9000" b="1" dirty="0" err="1">
                <a:solidFill>
                  <a:schemeClr val="tx1"/>
                </a:solidFill>
                <a:latin typeface="Times New Roman" panose="02020603050405020304" pitchFamily="18" charset="0"/>
                <a:cs typeface="Times New Roman" panose="02020603050405020304" pitchFamily="18" charset="0"/>
              </a:rPr>
              <a:t>vì</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Chúa</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Đấng</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tốt</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trọn</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lành</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vô</a:t>
            </a:r>
            <a:r>
              <a:rPr lang="en-US" altLang="en-US" sz="9000" b="1" dirty="0">
                <a:solidFill>
                  <a:schemeClr val="tx1"/>
                </a:solidFill>
                <a:latin typeface="Times New Roman" panose="02020603050405020304" pitchFamily="18" charset="0"/>
                <a:cs typeface="Times New Roman" panose="02020603050405020304" pitchFamily="18" charset="0"/>
              </a:rPr>
              <a:t> </a:t>
            </a:r>
            <a:r>
              <a:rPr lang="en-US" altLang="en-US" sz="9000" b="1" dirty="0" err="1">
                <a:solidFill>
                  <a:schemeClr val="tx1"/>
                </a:solidFill>
                <a:latin typeface="Times New Roman" panose="02020603050405020304" pitchFamily="18" charset="0"/>
                <a:cs typeface="Times New Roman" panose="02020603050405020304" pitchFamily="18" charset="0"/>
              </a:rPr>
              <a:t>cùng</a:t>
            </a:r>
            <a:r>
              <a:rPr lang="en-US" altLang="en-US" sz="9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7219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ADB6D-91FC-BE14-3650-E79A41A4EF92}"/>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B5415F9-5B1C-F1AB-A470-19E098C759C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lại vì Chúa, thì con thương yêu người ta như mình con vậy.  </a:t>
            </a:r>
            <a:r>
              <a:rPr lang="vi-VN" altLang="en-US" sz="8000" b="1" dirty="0" err="1">
                <a:solidFill>
                  <a:srgbClr val="FF0000"/>
                </a:solidFill>
                <a:latin typeface="Times New Roman" panose="02020603050405020304" pitchFamily="18" charset="0"/>
                <a:cs typeface="Times New Roman" panose="02020603050405020304" pitchFamily="18" charset="0"/>
              </a:rPr>
              <a:t>Amen</a:t>
            </a:r>
            <a:r>
              <a:rPr lang="vi-VN" altLang="en-US" sz="8000" b="1" dirty="0">
                <a:solidFill>
                  <a:schemeClr val="tx1"/>
                </a:solidFill>
                <a:latin typeface="Times New Roman" panose="02020603050405020304" pitchFamily="18" charset="0"/>
                <a:cs typeface="Times New Roman" panose="02020603050405020304" pitchFamily="18" charset="0"/>
              </a:rPr>
              <a:t>.</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5241472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D1C3E9-FE17-D943-5663-F83804AA76B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893F0D4-65DD-5D42-B970-F583E8012BD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SẤP</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MÌNH</a:t>
            </a:r>
            <a:endParaRPr lang="en-US" altLang="en-US" sz="4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Lạy Chúa,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sấp mình xuống trước mặt Chúa.</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Con tin thật Chúa ở khắp mọi nơi,</a:t>
            </a:r>
            <a:endParaRPr lang="en-US" altLang="en-US" sz="8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594469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91F01-CDA9-4018-43BE-A63498F5D41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9D6177F0-5E6C-608E-3A88-D9044B9315F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8000" b="1" dirty="0">
                <a:solidFill>
                  <a:schemeClr val="tx1"/>
                </a:solidFill>
                <a:latin typeface="Times New Roman" panose="02020603050405020304" pitchFamily="18" charset="0"/>
                <a:cs typeface="Times New Roman" panose="02020603050405020304" pitchFamily="18" charset="0"/>
              </a:rPr>
              <a:t>thông biết mọi sự, hằng xem thấy con,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hằng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nghe</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lời</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cầu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nguyện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1931150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A39832-7C50-1792-D939-AEB2ACFE402B}"/>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5E4C3294-384A-CFC9-ED45-0243B0AA62A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a:spcBef>
                <a:spcPts val="0"/>
              </a:spcBef>
            </a:pPr>
            <a:r>
              <a:rPr lang="en-US" altLang="en-US" sz="7600" b="1" dirty="0">
                <a:solidFill>
                  <a:schemeClr val="tx1"/>
                </a:solidFill>
                <a:latin typeface="Times New Roman" panose="02020603050405020304" pitchFamily="18" charset="0"/>
                <a:cs typeface="Times New Roman" panose="02020603050405020304" pitchFamily="18" charset="0"/>
              </a:rPr>
              <a:t>Xin Chúa </a:t>
            </a:r>
            <a:r>
              <a:rPr lang="en-US" altLang="en-US" sz="7600" b="1" dirty="0" err="1">
                <a:solidFill>
                  <a:schemeClr val="tx1"/>
                </a:solidFill>
                <a:latin typeface="Times New Roman" panose="02020603050405020304" pitchFamily="18" charset="0"/>
                <a:cs typeface="Times New Roman" panose="02020603050405020304" pitchFamily="18" charset="0"/>
              </a:rPr>
              <a:t>rất</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nhân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từ</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hãy</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đoái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xem</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sự</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nghèo</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ngặt</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và</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nhận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lời</a:t>
            </a:r>
            <a:r>
              <a:rPr lang="en-US" altLang="en-US" sz="7600" b="1" dirty="0">
                <a:solidFill>
                  <a:schemeClr val="tx1"/>
                </a:solidFill>
                <a:latin typeface="Times New Roman" panose="02020603050405020304" pitchFamily="18" charset="0"/>
                <a:cs typeface="Times New Roman" panose="02020603050405020304" pitchFamily="18" charset="0"/>
              </a:rPr>
              <a:t> con </a:t>
            </a:r>
            <a:r>
              <a:rPr lang="en-US" altLang="en-US" sz="7600" b="1" dirty="0" err="1">
                <a:solidFill>
                  <a:schemeClr val="tx1"/>
                </a:solidFill>
                <a:latin typeface="Times New Roman" panose="02020603050405020304" pitchFamily="18" charset="0"/>
                <a:cs typeface="Times New Roman" panose="02020603050405020304" pitchFamily="18" charset="0"/>
              </a:rPr>
              <a:t>nguyện</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5218566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BA761-C38F-7199-D2A8-B767DA4B5AE6}"/>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EF956515-5E3A-1C60-EEC1-B8BC2F8729E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pPr>
            <a:r>
              <a:rPr lang="vi-VN" altLang="en-US" sz="7400" b="1" dirty="0">
                <a:solidFill>
                  <a:schemeClr val="tx1"/>
                </a:solidFill>
                <a:latin typeface="Times New Roman" panose="02020603050405020304" pitchFamily="18" charset="0"/>
                <a:cs typeface="Times New Roman" panose="02020603050405020304" pitchFamily="18" charset="0"/>
              </a:rPr>
              <a:t>Lạy Chúa, xin hãy mở miệng lưỡi con ra,</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thì</a:t>
            </a:r>
            <a:r>
              <a:rPr lang="en-US" altLang="en-US" sz="7400" b="1" dirty="0">
                <a:solidFill>
                  <a:schemeClr val="tx1"/>
                </a:solidFill>
                <a:latin typeface="Times New Roman" panose="02020603050405020304" pitchFamily="18" charset="0"/>
                <a:cs typeface="Times New Roman" panose="02020603050405020304" pitchFamily="18" charset="0"/>
              </a:rPr>
              <a:t> con </a:t>
            </a:r>
            <a:r>
              <a:rPr lang="en-US" altLang="en-US" sz="7400" b="1" dirty="0" err="1">
                <a:solidFill>
                  <a:schemeClr val="tx1"/>
                </a:solidFill>
                <a:latin typeface="Times New Roman" panose="02020603050405020304" pitchFamily="18" charset="0"/>
                <a:cs typeface="Times New Roman" panose="02020603050405020304" pitchFamily="18" charset="0"/>
              </a:rPr>
              <a:t>sẽ</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cao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rao</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những</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lời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ngợi</a:t>
            </a:r>
            <a:r>
              <a:rPr lang="en-US" altLang="en-US" sz="7400" b="1" dirty="0">
                <a:solidFill>
                  <a:schemeClr val="tx1"/>
                </a:solidFill>
                <a:latin typeface="Times New Roman" panose="02020603050405020304" pitchFamily="18" charset="0"/>
                <a:cs typeface="Times New Roman" panose="02020603050405020304" pitchFamily="18" charset="0"/>
              </a:rPr>
              <a:t> </a:t>
            </a:r>
            <a:r>
              <a:rPr lang="en-US" altLang="en-US" sz="7400" b="1" dirty="0" err="1">
                <a:solidFill>
                  <a:schemeClr val="tx1"/>
                </a:solidFill>
                <a:latin typeface="Times New Roman" panose="02020603050405020304" pitchFamily="18" charset="0"/>
                <a:cs typeface="Times New Roman" panose="02020603050405020304" pitchFamily="18" charset="0"/>
              </a:rPr>
              <a:t>khen</a:t>
            </a:r>
            <a:r>
              <a:rPr lang="en-US" altLang="en-US" sz="74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2128414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26227-0746-47AF-2C2B-2B9161500458}"/>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8F79EC8E-36FB-6B6E-AB7D-AC5EA1842A4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r>
              <a:rPr lang="en-US" altLang="en-US" sz="7200" b="1" dirty="0" err="1">
                <a:solidFill>
                  <a:schemeClr val="tx1"/>
                </a:solidFill>
                <a:latin typeface="Times New Roman" panose="02020603050405020304" pitchFamily="18" charset="0"/>
                <a:cs typeface="Times New Roman" panose="02020603050405020304" pitchFamily="18" charset="0"/>
              </a:rPr>
              <a:t>Lạy</a:t>
            </a:r>
            <a:r>
              <a:rPr lang="en-US" altLang="en-US" sz="7200" b="1" dirty="0">
                <a:solidFill>
                  <a:schemeClr val="tx1"/>
                </a:solidFill>
                <a:latin typeface="Times New Roman" panose="02020603050405020304" pitchFamily="18" charset="0"/>
                <a:cs typeface="Times New Roman" panose="02020603050405020304" pitchFamily="18" charset="0"/>
              </a:rPr>
              <a:t> Chúa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dấu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Thánh </a:t>
            </a:r>
            <a:r>
              <a:rPr lang="en-US" altLang="en-US" sz="7200" b="1" dirty="0" err="1">
                <a:solidFill>
                  <a:schemeClr val="tx1"/>
                </a:solidFill>
                <a:latin typeface="Times New Roman" panose="02020603050405020304" pitchFamily="18" charset="0"/>
                <a:cs typeface="Times New Roman" panose="02020603050405020304" pitchFamily="18" charset="0"/>
              </a:rPr>
              <a:t>giá</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xin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chữa</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cho</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khỏi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a:solidFill>
                  <a:srgbClr val="FF0000"/>
                </a:solidFill>
                <a:latin typeface="Times New Roman" panose="02020603050405020304" pitchFamily="18" charset="0"/>
                <a:cs typeface="Times New Roman" panose="02020603050405020304" pitchFamily="18" charset="0"/>
              </a:rPr>
              <a: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kẻ</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thù</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3710145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9E3018-6E97-E43F-2AB6-E62B21708E44}"/>
            </a:ext>
          </a:extLst>
        </p:cNvPr>
        <p:cNvGrpSpPr/>
        <p:nvPr/>
      </p:nvGrpSpPr>
      <p:grpSpPr>
        <a:xfrm>
          <a:off x="0" y="0"/>
          <a:ext cx="0" cy="0"/>
          <a:chOff x="0" y="0"/>
          <a:chExt cx="0" cy="0"/>
        </a:xfrm>
      </p:grpSpPr>
      <p:sp>
        <p:nvSpPr>
          <p:cNvPr id="87042" name="Subtitle 2">
            <a:extLst>
              <a:ext uri="{FF2B5EF4-FFF2-40B4-BE49-F238E27FC236}">
                <a16:creationId xmlns:a16="http://schemas.microsoft.com/office/drawing/2014/main" id="{2B2286D7-605B-DB63-0781-00C69EDA5C3E}"/>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spcBef>
                <a:spcPts val="0"/>
              </a:spcBef>
            </a:pPr>
            <a:endParaRPr lang="en-US" altLang="en-US" b="1" dirty="0">
              <a:solidFill>
                <a:schemeClr val="tx1"/>
              </a:solidFill>
              <a:latin typeface="Times New Roman" panose="02020603050405020304" pitchFamily="18" charset="0"/>
              <a:cs typeface="Times New Roman" panose="02020603050405020304" pitchFamily="18" charset="0"/>
            </a:endParaRP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Nhân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danh</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p>
          <a:p>
            <a:pPr eaLnBrk="1" hangingPunct="1">
              <a:spcBef>
                <a:spcPts val="0"/>
              </a:spcBef>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a:solidFill>
                  <a:srgbClr val="FF0000"/>
                </a:solidFill>
                <a:latin typeface="Times New Roman" panose="02020603050405020304" pitchFamily="18" charset="0"/>
                <a:cs typeface="Times New Roman" panose="02020603050405020304" pitchFamily="18" charset="0"/>
              </a:rPr>
              <a:t>Amen</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3926650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6D8CB-6882-53AF-B048-F0327C9A2D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4F3A9AE-039F-15BA-D2A3-30FDFA699F44}"/>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a:t>
            </a:r>
            <a:r>
              <a:rPr lang="en-US" altLang="en-US" sz="4400" b="1" dirty="0" err="1">
                <a:solidFill>
                  <a:srgbClr val="FF0000"/>
                </a:solidFill>
                <a:latin typeface="Times New Roman" panose="02020603050405020304" pitchFamily="18" charset="0"/>
                <a:cs typeface="Times New Roman" panose="02020603050405020304" pitchFamily="18" charset="0"/>
              </a:rPr>
              <a:t>LẠY</a:t>
            </a:r>
            <a:r>
              <a:rPr lang="en-US" altLang="en-US" sz="4400" b="1" dirty="0">
                <a:solidFill>
                  <a:srgbClr val="FF0000"/>
                </a:solidFill>
                <a:latin typeface="Times New Roman" panose="02020603050405020304" pitchFamily="18" charset="0"/>
                <a:cs typeface="Times New Roman" panose="02020603050405020304" pitchFamily="18" charset="0"/>
              </a:rPr>
              <a:t> </a:t>
            </a:r>
            <a:r>
              <a:rPr lang="en-US" altLang="en-US" sz="4400" b="1" dirty="0" err="1">
                <a:solidFill>
                  <a:srgbClr val="FF0000"/>
                </a:solidFill>
                <a:latin typeface="Times New Roman" panose="02020603050405020304" pitchFamily="18" charset="0"/>
                <a:cs typeface="Times New Roman" panose="02020603050405020304" pitchFamily="18" charset="0"/>
              </a:rPr>
              <a:t>NỮ</a:t>
            </a:r>
            <a:r>
              <a:rPr lang="en-US" altLang="en-US" sz="4400" b="1" dirty="0">
                <a:solidFill>
                  <a:srgbClr val="FF0000"/>
                </a:solidFill>
                <a:latin typeface="Times New Roman" panose="02020603050405020304" pitchFamily="18" charset="0"/>
                <a:cs typeface="Times New Roman" panose="02020603050405020304" pitchFamily="18" charset="0"/>
              </a:rPr>
              <a:t> VƯƠNG</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Lạy Nữ Vương, Mẹ nhân lành làm cho chúng con đặng sống, đặng vui, đặng cậy.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83662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CD4A5-25ED-126E-03CB-C411A5297BF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F7D9A66-A37E-54A8-65CA-B9AC17CC62F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Thân </a:t>
            </a:r>
            <a:r>
              <a:rPr lang="en-US" altLang="en-US" sz="8000" b="1" dirty="0" err="1">
                <a:solidFill>
                  <a:schemeClr val="tx1"/>
                </a:solidFill>
                <a:latin typeface="Times New Roman" panose="02020603050405020304" pitchFamily="18" charset="0"/>
                <a:cs typeface="Times New Roman" panose="02020603050405020304" pitchFamily="18" charset="0"/>
              </a:rPr>
              <a:t>lạy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Mẹ</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con </a:t>
            </a:r>
            <a:r>
              <a:rPr lang="en-US" altLang="en-US" sz="8000" b="1" dirty="0" err="1">
                <a:solidFill>
                  <a:schemeClr val="tx1"/>
                </a:solidFill>
                <a:latin typeface="Times New Roman" panose="02020603050405020304" pitchFamily="18" charset="0"/>
                <a:cs typeface="Times New Roman" panose="02020603050405020304" pitchFamily="18" charset="0"/>
              </a:rPr>
              <a:t>cháu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Evà</a:t>
            </a:r>
            <a:r>
              <a:rPr lang="en-US" altLang="en-US" sz="8000" b="1" dirty="0">
                <a:solidFill>
                  <a:schemeClr val="tx1"/>
                </a:solidFill>
                <a:latin typeface="Times New Roman" panose="02020603050405020304" pitchFamily="18" charset="0"/>
                <a:cs typeface="Times New Roman" panose="02020603050405020304" pitchFamily="18" charset="0"/>
              </a:rPr>
              <a:t> ở </a:t>
            </a:r>
            <a:r>
              <a:rPr lang="en-US" altLang="en-US" sz="8000" b="1" dirty="0" err="1">
                <a:solidFill>
                  <a:schemeClr val="tx1"/>
                </a:solidFill>
                <a:latin typeface="Times New Roman" panose="02020603050405020304" pitchFamily="18" charset="0"/>
                <a:cs typeface="Times New Roman" panose="02020603050405020304" pitchFamily="18" charset="0"/>
              </a:rPr>
              <a:t>chốn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khách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kêu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bà</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086612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23EDD-E656-AAF5-665E-88800A7D609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246C1CF-B2C1-5F3F-9394-7F923C0F61E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chúng con ở nơi khóc lóc than thở kêu khẩn bà thương. Hỡi Ôi! Bà là Chủ bầu chúng con,</a:t>
            </a:r>
            <a:endParaRPr lang="en-US"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2920732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3119C8-EEC2-B0AA-8A57-B3C67C9151F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6B643C-42FE-0444-4FEE-828177A8F32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xin ghé mắt thương xem chúng con đến sau khỏi đày, xin cho chúng con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được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thấy</a:t>
            </a:r>
            <a:endParaRPr lang="en-US" altLang="en-US" sz="75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06459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903A-2D63-5460-3173-5D785BFE0FD6}"/>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855D5D5-42B6-03AA-D0C5-C060017BD8D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7500" b="1" dirty="0">
                <a:solidFill>
                  <a:schemeClr val="tx1"/>
                </a:solidFill>
                <a:latin typeface="Times New Roman" panose="02020603050405020304" pitchFamily="18" charset="0"/>
                <a:cs typeface="Times New Roman" panose="02020603050405020304" pitchFamily="18" charset="0"/>
              </a:rPr>
              <a:t>Đức Chúa </a:t>
            </a:r>
            <a:r>
              <a:rPr lang="en-US" altLang="en-US" sz="7500" b="1" dirty="0" err="1">
                <a:solidFill>
                  <a:schemeClr val="tx1"/>
                </a:solidFill>
                <a:latin typeface="Times New Roman" panose="02020603050405020304" pitchFamily="18" charset="0"/>
                <a:cs typeface="Times New Roman" panose="02020603050405020304" pitchFamily="18" charset="0"/>
              </a:rPr>
              <a:t>Giêsu</a:t>
            </a:r>
            <a:r>
              <a:rPr lang="en-US" altLang="en-US" sz="7500" b="1" dirty="0">
                <a:solidFill>
                  <a:schemeClr val="tx1"/>
                </a:solidFill>
                <a:latin typeface="Times New Roman" panose="02020603050405020304" pitchFamily="18" charset="0"/>
                <a:cs typeface="Times New Roman" panose="02020603050405020304" pitchFamily="18" charset="0"/>
              </a:rPr>
              <a:t> con </a:t>
            </a:r>
            <a:r>
              <a:rPr lang="en-US" altLang="en-US" sz="7500" b="1" dirty="0" err="1">
                <a:solidFill>
                  <a:schemeClr val="tx1"/>
                </a:solidFill>
                <a:latin typeface="Times New Roman" panose="02020603050405020304" pitchFamily="18" charset="0"/>
                <a:cs typeface="Times New Roman" panose="02020603050405020304" pitchFamily="18" charset="0"/>
              </a:rPr>
              <a:t>lòng</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Bà</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gồm</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phúc</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lạ</a:t>
            </a:r>
            <a:r>
              <a:rPr lang="en-US" altLang="en-US" sz="7500" b="1" dirty="0">
                <a:solidFill>
                  <a:schemeClr val="tx1"/>
                </a:solidFill>
                <a:latin typeface="Times New Roman" panose="02020603050405020304" pitchFamily="18" charset="0"/>
                <a:cs typeface="Times New Roman" panose="02020603050405020304" pitchFamily="18" charset="0"/>
              </a:rPr>
              <a:t>.</a:t>
            </a:r>
            <a:r>
              <a:rPr lang="vi-VN" altLang="en-US" sz="7500" b="1" dirty="0">
                <a:solidFill>
                  <a:schemeClr val="tx1"/>
                </a:solidFill>
                <a:latin typeface="Times New Roman" panose="02020603050405020304" pitchFamily="18" charset="0"/>
                <a:cs typeface="Times New Roman" panose="02020603050405020304" pitchFamily="18" charset="0"/>
              </a:rPr>
              <a:t> Ôi khoan thay, nhân thay, diệu thay,</a:t>
            </a:r>
            <a:r>
              <a:rPr lang="en-US" altLang="en-US" sz="75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347060336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48DD1C-C346-D9F2-D332-B8D617C5CA8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972B90-D4B5-7307-77D9-8F1546BE592A}"/>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Thánh </a:t>
            </a:r>
            <a:r>
              <a:rPr lang="vi-VN" altLang="en-US" sz="7500" b="1" dirty="0" err="1">
                <a:solidFill>
                  <a:schemeClr val="tx1"/>
                </a:solidFill>
                <a:latin typeface="Times New Roman" panose="02020603050405020304" pitchFamily="18" charset="0"/>
                <a:cs typeface="Times New Roman" panose="02020603050405020304" pitchFamily="18" charset="0"/>
              </a:rPr>
              <a:t>Maria</a:t>
            </a:r>
            <a:r>
              <a:rPr lang="vi-VN" altLang="en-US" sz="7500" b="1" dirty="0">
                <a:solidFill>
                  <a:schemeClr val="tx1"/>
                </a:solidFill>
                <a:latin typeface="Times New Roman" panose="02020603050405020304" pitchFamily="18" charset="0"/>
                <a:cs typeface="Times New Roman" panose="02020603050405020304" pitchFamily="18" charset="0"/>
              </a:rPr>
              <a:t> trọn đời đồng trinh. </a:t>
            </a:r>
            <a:r>
              <a:rPr lang="vi-VN" altLang="en-US" sz="7500" b="1" dirty="0" err="1">
                <a:solidFill>
                  <a:srgbClr val="FF0000"/>
                </a:solidFill>
                <a:latin typeface="Times New Roman" panose="02020603050405020304" pitchFamily="18" charset="0"/>
                <a:cs typeface="Times New Roman" panose="02020603050405020304" pitchFamily="18" charset="0"/>
              </a:rPr>
              <a:t>Amen</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61389080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09E8D-BFDF-DB8F-DD16-5F8964A3655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56126B9-69D1-A440-AA9D-73146B07307C}"/>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400" b="1" dirty="0">
                <a:solidFill>
                  <a:srgbClr val="FF0000"/>
                </a:solidFill>
                <a:latin typeface="Times New Roman" panose="02020603050405020304" pitchFamily="18" charset="0"/>
                <a:cs typeface="Times New Roman" panose="02020603050405020304" pitchFamily="18" charset="0"/>
              </a:rPr>
              <a:t>KINH NGHĨA ĐỨC TIN</a:t>
            </a: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Ngày Chúa Nhật hôm nay, chúng con hợp nhau kính lạy thờ phượng Chúa, </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6050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31822-65E1-349D-B902-78DAA7ABC1C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06480E5-0698-C66D-1ED9-AA4B2A88B6E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err="1">
                <a:solidFill>
                  <a:schemeClr val="tx1"/>
                </a:solidFill>
                <a:latin typeface="Times New Roman" panose="02020603050405020304" pitchFamily="18" charset="0"/>
                <a:cs typeface="Times New Roman" panose="02020603050405020304" pitchFamily="18" charset="0"/>
              </a:rPr>
              <a:t>kh</a:t>
            </a:r>
            <a:r>
              <a:rPr lang="en-US" altLang="en-US" sz="8000" b="1" dirty="0">
                <a:solidFill>
                  <a:schemeClr val="tx1"/>
                </a:solidFill>
                <a:latin typeface="Times New Roman" panose="02020603050405020304" pitchFamily="18" charset="0"/>
                <a:cs typeface="Times New Roman" panose="02020603050405020304" pitchFamily="18" charset="0"/>
              </a:rPr>
              <a:t>ô</a:t>
            </a:r>
            <a:r>
              <a:rPr lang="vi-VN" altLang="en-US" sz="8000" b="1" dirty="0" err="1">
                <a:solidFill>
                  <a:schemeClr val="tx1"/>
                </a:solidFill>
                <a:latin typeface="Times New Roman" panose="02020603050405020304" pitchFamily="18" charset="0"/>
                <a:cs typeface="Times New Roman" panose="02020603050405020304" pitchFamily="18" charset="0"/>
              </a:rPr>
              <a:t>ng</a:t>
            </a:r>
            <a:r>
              <a:rPr lang="vi-VN" altLang="en-US" sz="8000" b="1" dirty="0">
                <a:solidFill>
                  <a:schemeClr val="tx1"/>
                </a:solidFill>
                <a:latin typeface="Times New Roman" panose="02020603050405020304" pitchFamily="18" charset="0"/>
                <a:cs typeface="Times New Roman" panose="02020603050405020304" pitchFamily="18" charset="0"/>
              </a:rPr>
              <a:t> khen cám tạ ơn Chúa về mọi ơn lành Chúa đã ban cho chúng con,</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2754280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AB2DE2-FD79-5116-6519-ED9224482AC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41D9D1-57C4-8622-8A12-15440C6F1202}"/>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tạ</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vì</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lỗi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chúng</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đã</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phạm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lòng</a:t>
            </a:r>
            <a:r>
              <a:rPr lang="en-US" altLang="en-US" sz="8000" b="1" dirty="0">
                <a:solidFill>
                  <a:schemeClr val="tx1"/>
                </a:solidFill>
                <a:latin typeface="Times New Roman" panose="02020603050405020304" pitchFamily="18" charset="0"/>
                <a:cs typeface="Times New Roman" panose="02020603050405020304" pitchFamily="18" charset="0"/>
              </a:rPr>
              <a:t> Chúa,</a:t>
            </a:r>
          </a:p>
        </p:txBody>
      </p:sp>
    </p:spTree>
    <p:extLst>
      <p:ext uri="{BB962C8B-B14F-4D97-AF65-F5344CB8AC3E}">
        <p14:creationId xmlns:p14="http://schemas.microsoft.com/office/powerpoint/2010/main" val="1591996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417DE-5324-1F4A-76DC-2953C4A5104E}"/>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758ECD1A-DC89-8A0B-D94A-4526E8992F46}"/>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thì chúng con dám xin Chúa hãy </a:t>
            </a:r>
            <a:r>
              <a:rPr lang="vi-VN" altLang="en-US" sz="7500" b="1" dirty="0" err="1">
                <a:solidFill>
                  <a:schemeClr val="tx1"/>
                </a:solidFill>
                <a:latin typeface="Times New Roman" panose="02020603050405020304" pitchFamily="18" charset="0"/>
                <a:cs typeface="Times New Roman" panose="02020603050405020304" pitchFamily="18" charset="0"/>
              </a:rPr>
              <a:t>khứng</a:t>
            </a:r>
            <a:r>
              <a:rPr lang="vi-VN" altLang="en-US" sz="7500" b="1" dirty="0">
                <a:solidFill>
                  <a:schemeClr val="tx1"/>
                </a:solidFill>
                <a:latin typeface="Times New Roman" panose="02020603050405020304" pitchFamily="18" charset="0"/>
                <a:cs typeface="Times New Roman" panose="02020603050405020304" pitchFamily="18" charset="0"/>
              </a:rPr>
              <a:t> ban những ơn cần kíp</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chúng</a:t>
            </a:r>
            <a:r>
              <a:rPr lang="en-US" altLang="en-US" sz="7500" b="1" dirty="0">
                <a:solidFill>
                  <a:schemeClr val="tx1"/>
                </a:solidFill>
                <a:latin typeface="Times New Roman" panose="02020603050405020304" pitchFamily="18" charset="0"/>
                <a:cs typeface="Times New Roman" panose="02020603050405020304" pitchFamily="18" charset="0"/>
              </a:rPr>
              <a:t> con</a:t>
            </a:r>
          </a:p>
        </p:txBody>
      </p:sp>
    </p:spTree>
    <p:extLst>
      <p:ext uri="{BB962C8B-B14F-4D97-AF65-F5344CB8AC3E}">
        <p14:creationId xmlns:p14="http://schemas.microsoft.com/office/powerpoint/2010/main" val="20746758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E1090B-33C0-90DE-6F42-37A70AE647E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5C01A9F-E3DC-CD0C-C3E1-C8A13A5CEB4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300" b="1" dirty="0">
                <a:solidFill>
                  <a:schemeClr val="tx1"/>
                </a:solidFill>
                <a:latin typeface="Times New Roman" panose="02020603050405020304" pitchFamily="18" charset="0"/>
                <a:cs typeface="Times New Roman" panose="02020603050405020304" pitchFamily="18" charset="0"/>
              </a:rPr>
              <a:t>được rỗi linh hồn. Nên chúng con cả lòng tin vững vàng mọi điều đạo thánh Chúa dạy, </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5378438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DAD9F-6C99-D4F6-FF28-B62737B4F80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F726F33-0364-F5A4-C8A3-4F5B58DC56A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những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điều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cần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kíp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có</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Đức Chúa </a:t>
            </a:r>
            <a:r>
              <a:rPr lang="en-US" altLang="en-US" sz="8000" b="1" dirty="0" err="1">
                <a:solidFill>
                  <a:schemeClr val="tx1"/>
                </a:solidFill>
                <a:latin typeface="Times New Roman" panose="02020603050405020304" pitchFamily="18" charset="0"/>
                <a:cs typeface="Times New Roman" panose="02020603050405020304" pitchFamily="18" charset="0"/>
              </a:rPr>
              <a:t>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tắc</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vô</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cùng</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06179304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CF42E8-0FD7-1C91-AE58-2E2CE47D5A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1B29ADE-B01B-C893-7794-6987D636A811}"/>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dựng nên trời đất, mà</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Người</a:t>
            </a:r>
            <a:r>
              <a:rPr lang="vi-VN" altLang="en-US" sz="66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có Ba Ngôi.</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6544953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AAA4A6-F25C-7165-8E87-82F91FF6B11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F6B68CC3-412D-C5F9-6BF0-12DAAFAB7C4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Nhất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Cha,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Hai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Con,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Thứ</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Thần</a:t>
            </a:r>
            <a:r>
              <a:rPr lang="en-US" altLang="en-US" sz="8000" b="1" dirty="0">
                <a:solidFill>
                  <a:schemeClr val="tx1"/>
                </a:solidFill>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52223301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B9A33-5AC1-F12D-C288-75F7A741BE34}"/>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4B159FC-D56B-AFDD-468E-8327FB5A59E9}"/>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a:solidFill>
                  <a:schemeClr val="tx1"/>
                </a:solidFill>
                <a:latin typeface="Times New Roman" panose="02020603050405020304" pitchFamily="18" charset="0"/>
                <a:cs typeface="Times New Roman" panose="02020603050405020304" pitchFamily="18" charset="0"/>
              </a:rPr>
              <a:t>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tính</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cho</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nên</a:t>
            </a:r>
            <a:r>
              <a:rPr lang="en-US" altLang="en-US" sz="8000" b="1" dirty="0">
                <a:solidFill>
                  <a:schemeClr val="tx1"/>
                </a:solidFill>
                <a:latin typeface="Times New Roman" panose="02020603050405020304" pitchFamily="18" charset="0"/>
                <a:cs typeface="Times New Roman" panose="02020603050405020304" pitchFamily="18" charset="0"/>
              </a:rPr>
              <a:t> Ba </a:t>
            </a:r>
            <a:r>
              <a:rPr lang="en-US" altLang="en-US" sz="8000" b="1" dirty="0" err="1">
                <a:solidFill>
                  <a:schemeClr val="tx1"/>
                </a:solidFill>
                <a:latin typeface="Times New Roman" panose="02020603050405020304" pitchFamily="18" charset="0"/>
                <a:cs typeface="Times New Roman" panose="02020603050405020304" pitchFamily="18" charset="0"/>
              </a:rPr>
              <a:t>Ngôi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cũng</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một</a:t>
            </a:r>
            <a:r>
              <a:rPr lang="en-US" altLang="en-US" sz="8000" b="1" dirty="0">
                <a:solidFill>
                  <a:schemeClr val="tx1"/>
                </a:solidFill>
                <a:latin typeface="Times New Roman" panose="02020603050405020304" pitchFamily="18" charset="0"/>
                <a:cs typeface="Times New Roman" panose="02020603050405020304" pitchFamily="18" charset="0"/>
              </a:rPr>
              <a:t> Chúa </a:t>
            </a:r>
            <a:r>
              <a:rPr lang="en-US" altLang="en-US" sz="8000" b="1" dirty="0" err="1">
                <a:solidFill>
                  <a:schemeClr val="tx1"/>
                </a:solidFill>
                <a:latin typeface="Times New Roman" panose="02020603050405020304" pitchFamily="18" charset="0"/>
                <a:cs typeface="Times New Roman" panose="02020603050405020304" pitchFamily="18" charset="0"/>
              </a:rPr>
              <a:t>mà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thôi</a:t>
            </a:r>
            <a:r>
              <a:rPr lang="en-US" altLang="en-US" sz="80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76376489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8FB3A-8669-5CC5-0E73-E7F7BF0FC79A}"/>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4D8C2BA-B418-ED2B-49CA-A3324EE34F84}"/>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Chúng con tin Ngôi Thứ Hai ra đời làm người, sinh bởi Bà </a:t>
            </a:r>
            <a:r>
              <a:rPr lang="vi-VN" altLang="en-US" sz="8000" b="1" dirty="0" err="1">
                <a:solidFill>
                  <a:schemeClr val="tx1"/>
                </a:solidFill>
                <a:latin typeface="Times New Roman" panose="02020603050405020304" pitchFamily="18" charset="0"/>
                <a:cs typeface="Times New Roman" panose="02020603050405020304" pitchFamily="18" charset="0"/>
              </a:rPr>
              <a:t>Maria</a:t>
            </a:r>
            <a:r>
              <a:rPr lang="vi-VN" altLang="en-US" sz="8000" b="1" dirty="0">
                <a:solidFill>
                  <a:schemeClr val="tx1"/>
                </a:solidFill>
                <a:latin typeface="Times New Roman" panose="02020603050405020304" pitchFamily="18" charset="0"/>
                <a:cs typeface="Times New Roman" panose="02020603050405020304" pitchFamily="18" charset="0"/>
              </a:rPr>
              <a:t> Đồng Trinh,</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7634167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BCC48-FA6D-6775-8A74-004CA2266FA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0BDA323C-35E3-FDBD-2A4E-51EF8EC81D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đặt tên là </a:t>
            </a:r>
            <a:r>
              <a:rPr lang="vi-VN" altLang="en-US" sz="8000" b="1" dirty="0" err="1">
                <a:solidFill>
                  <a:schemeClr val="tx1"/>
                </a:solidFill>
                <a:latin typeface="Times New Roman" panose="02020603050405020304" pitchFamily="18" charset="0"/>
                <a:cs typeface="Times New Roman" panose="02020603050405020304" pitchFamily="18" charset="0"/>
              </a:rPr>
              <a:t>Giêsu</a:t>
            </a:r>
            <a:r>
              <a:rPr lang="vi-VN" altLang="en-US" sz="8000" b="1" dirty="0">
                <a:solidFill>
                  <a:schemeClr val="tx1"/>
                </a:solidFill>
                <a:latin typeface="Times New Roman" panose="02020603050405020304" pitchFamily="18" charset="0"/>
                <a:cs typeface="Times New Roman" panose="02020603050405020304" pitchFamily="18" charset="0"/>
              </a:rPr>
              <a:t>, ở thế gian ba mươi ba năm,</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đoạn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chịu</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chết</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trên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cây</a:t>
            </a:r>
            <a:r>
              <a:rPr lang="en-US" altLang="en-US" sz="8000" b="1" dirty="0">
                <a:solidFill>
                  <a:schemeClr val="tx1"/>
                </a:solidFill>
                <a:latin typeface="Times New Roman" panose="02020603050405020304" pitchFamily="18" charset="0"/>
                <a:cs typeface="Times New Roman" panose="02020603050405020304" pitchFamily="18" charset="0"/>
              </a:rPr>
              <a:t> Thánh </a:t>
            </a:r>
            <a:r>
              <a:rPr lang="en-US" altLang="en-US" sz="8000" b="1" dirty="0" err="1">
                <a:solidFill>
                  <a:schemeClr val="tx1"/>
                </a:solidFill>
                <a:latin typeface="Times New Roman" panose="02020603050405020304" pitchFamily="18" charset="0"/>
                <a:cs typeface="Times New Roman" panose="02020603050405020304" pitchFamily="18" charset="0"/>
              </a:rPr>
              <a:t>giá</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880883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ED505A-1E2C-B8B9-BE08-658347D85D5D}"/>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61F1A4DB-79ED-8B9A-714E-8288BF017CD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400" b="1" dirty="0">
                <a:solidFill>
                  <a:schemeClr val="tx1"/>
                </a:solidFill>
                <a:latin typeface="Times New Roman" panose="02020603050405020304" pitchFamily="18" charset="0"/>
                <a:cs typeface="Times New Roman" panose="02020603050405020304" pitchFamily="18" charset="0"/>
              </a:rPr>
              <a:t>mà chuộc tội cho thiên hạ, đến ngày thứ ba Người </a:t>
            </a:r>
            <a:br>
              <a:rPr lang="en-US" altLang="en-US" sz="8400" b="1" dirty="0">
                <a:solidFill>
                  <a:schemeClr val="tx1"/>
                </a:solidFill>
                <a:latin typeface="Times New Roman" panose="02020603050405020304" pitchFamily="18" charset="0"/>
                <a:cs typeface="Times New Roman" panose="02020603050405020304" pitchFamily="18" charset="0"/>
              </a:rPr>
            </a:br>
            <a:r>
              <a:rPr lang="vi-VN" altLang="en-US" sz="8400" b="1" dirty="0">
                <a:solidFill>
                  <a:schemeClr val="tx1"/>
                </a:solidFill>
                <a:latin typeface="Times New Roman" panose="02020603050405020304" pitchFamily="18" charset="0"/>
                <a:cs typeface="Times New Roman" panose="02020603050405020304" pitchFamily="18" charset="0"/>
              </a:rPr>
              <a:t>sống lại;</a:t>
            </a:r>
          </a:p>
        </p:txBody>
      </p:sp>
    </p:spTree>
    <p:extLst>
      <p:ext uri="{BB962C8B-B14F-4D97-AF65-F5344CB8AC3E}">
        <p14:creationId xmlns:p14="http://schemas.microsoft.com/office/powerpoint/2010/main" val="5740326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E7F4C4-7DD7-D165-8CA0-AEA2564F2C3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CA418B87-6FFE-4F3F-0A00-510748A83D7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khỏi bốn mươi ngày lên trời;</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đủ mười ngày lại cho Đức Chúa Thánh Thần</a:t>
            </a:r>
          </a:p>
        </p:txBody>
      </p:sp>
    </p:spTree>
    <p:extLst>
      <p:ext uri="{BB962C8B-B14F-4D97-AF65-F5344CB8AC3E}">
        <p14:creationId xmlns:p14="http://schemas.microsoft.com/office/powerpoint/2010/main" val="326848519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100825-628B-6F52-BFBA-ED69AB7F5DC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3E3E4F5-F2FC-70A2-4DCB-357274CFE020}"/>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xuống trên các thánh Tông đồ và Hội Thánh mới lập;</a:t>
            </a:r>
          </a:p>
        </p:txBody>
      </p:sp>
    </p:spTree>
    <p:extLst>
      <p:ext uri="{BB962C8B-B14F-4D97-AF65-F5344CB8AC3E}">
        <p14:creationId xmlns:p14="http://schemas.microsoft.com/office/powerpoint/2010/main" val="1873472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45373D-6135-8E6B-1ACA-B2F61ACCC240}"/>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B45D9CD-917A-320C-6C9D-94B009DFE74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ai chẳng thông công cùng Hội Thánh ấy thì chẳng đặng rỗi linh hồn;</a:t>
            </a:r>
          </a:p>
        </p:txBody>
      </p:sp>
    </p:spTree>
    <p:extLst>
      <p:ext uri="{BB962C8B-B14F-4D97-AF65-F5344CB8AC3E}">
        <p14:creationId xmlns:p14="http://schemas.microsoft.com/office/powerpoint/2010/main" val="12955488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B9306E-C909-9FFE-004F-3612C17A258F}"/>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04F7272-7E7A-4D00-E89F-1A611CCD4996}"/>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mà linh hồn là giống thiêng liêng chẳng hề chết đặng;</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272008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A71A3-68BE-8E41-EA25-5779E756B983}"/>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782FF22-374E-1F13-3700-806F91B3C50D}"/>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en-US" altLang="en-US" sz="8000" b="1" dirty="0" err="1">
                <a:solidFill>
                  <a:schemeClr val="tx1"/>
                </a:solidFill>
                <a:latin typeface="Times New Roman" panose="02020603050405020304" pitchFamily="18" charset="0"/>
                <a:cs typeface="Times New Roman" panose="02020603050405020304" pitchFamily="18" charset="0"/>
              </a:rPr>
              <a:t>và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đến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ngày</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tận</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thế</a:t>
            </a:r>
            <a:r>
              <a:rPr lang="en-US" altLang="en-US" sz="8000" b="1" dirty="0">
                <a:solidFill>
                  <a:schemeClr val="tx1"/>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xác loài người ta sẽ sống lại mà chịu phán xét;</a:t>
            </a:r>
          </a:p>
        </p:txBody>
      </p:sp>
    </p:spTree>
    <p:extLst>
      <p:ext uri="{BB962C8B-B14F-4D97-AF65-F5344CB8AC3E}">
        <p14:creationId xmlns:p14="http://schemas.microsoft.com/office/powerpoint/2010/main" val="16609520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774C32-BC88-A3F0-61B2-4B3F6E383B0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04F28CD-D38D-D8A7-A32D-68EB065C63E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kẻ lành lên thiên đàng hưởng phúc đời </a:t>
            </a:r>
            <a:r>
              <a:rPr lang="vi-VN" altLang="en-US" sz="7400" b="1" dirty="0" err="1">
                <a:solidFill>
                  <a:schemeClr val="tx1"/>
                </a:solidFill>
                <a:latin typeface="Times New Roman" panose="02020603050405020304" pitchFamily="18" charset="0"/>
                <a:cs typeface="Times New Roman" panose="02020603050405020304" pitchFamily="18" charset="0"/>
              </a:rPr>
              <a:t>đời</a:t>
            </a:r>
            <a:r>
              <a:rPr lang="vi-VN" altLang="en-US" sz="7400" b="1" dirty="0">
                <a:solidFill>
                  <a:schemeClr val="tx1"/>
                </a:solidFill>
                <a:latin typeface="Times New Roman" panose="02020603050405020304" pitchFamily="18" charset="0"/>
                <a:cs typeface="Times New Roman" panose="02020603050405020304" pitchFamily="18" charset="0"/>
              </a:rPr>
              <a:t>; kẻ dữ sa hỏa ngục chịu phạt vô cùng.</a:t>
            </a:r>
          </a:p>
        </p:txBody>
      </p:sp>
    </p:spTree>
    <p:extLst>
      <p:ext uri="{BB962C8B-B14F-4D97-AF65-F5344CB8AC3E}">
        <p14:creationId xmlns:p14="http://schemas.microsoft.com/office/powerpoint/2010/main" val="1354395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4142A-D675-AC13-0AE4-500029792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9076FCC7-650B-65D4-2AE8-2FF676493363}"/>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400" b="1" dirty="0">
                <a:solidFill>
                  <a:schemeClr val="tx1"/>
                </a:solidFill>
                <a:latin typeface="Times New Roman" panose="02020603050405020304" pitchFamily="18" charset="0"/>
                <a:cs typeface="Times New Roman" panose="02020603050405020304" pitchFamily="18" charset="0"/>
              </a:rPr>
              <a:t>Mà chúng con tin các sự ấy mà thôi thì chưa đủ cho đặng lên </a:t>
            </a:r>
            <a:br>
              <a:rPr lang="en-US" altLang="en-US" sz="7400" b="1" dirty="0">
                <a:solidFill>
                  <a:schemeClr val="tx1"/>
                </a:solidFill>
                <a:latin typeface="Times New Roman" panose="02020603050405020304" pitchFamily="18" charset="0"/>
                <a:cs typeface="Times New Roman" panose="02020603050405020304" pitchFamily="18" charset="0"/>
              </a:rPr>
            </a:br>
            <a:r>
              <a:rPr lang="vi-VN" altLang="en-US" sz="7400" b="1" dirty="0">
                <a:solidFill>
                  <a:schemeClr val="tx1"/>
                </a:solidFill>
                <a:latin typeface="Times New Roman" panose="02020603050405020304" pitchFamily="18" charset="0"/>
                <a:cs typeface="Times New Roman" panose="02020603050405020304" pitchFamily="18" charset="0"/>
              </a:rPr>
              <a:t>thiên đàng;</a:t>
            </a:r>
          </a:p>
        </p:txBody>
      </p:sp>
    </p:spTree>
    <p:extLst>
      <p:ext uri="{BB962C8B-B14F-4D97-AF65-F5344CB8AC3E}">
        <p14:creationId xmlns:p14="http://schemas.microsoft.com/office/powerpoint/2010/main" val="39769374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83753-E45D-EDB8-92AA-7A98AB1FC9F8}"/>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4383DA44-7C29-F4D8-2001-51B997A82768}"/>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song phải giữ mười điều răn Đức Chúa Trời cùng năm luật điều Hội Thánh,</a:t>
            </a:r>
          </a:p>
        </p:txBody>
      </p:sp>
    </p:spTree>
    <p:extLst>
      <p:ext uri="{BB962C8B-B14F-4D97-AF65-F5344CB8AC3E}">
        <p14:creationId xmlns:p14="http://schemas.microsoft.com/office/powerpoint/2010/main" val="384952406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B02923-AC3F-85AD-31DD-4F29D1AAC8A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345A4EAC-D0D7-F4D1-D9F1-844A947C5F1C}"/>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và làm những việc lành phúc đức.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200" b="1" dirty="0" err="1">
                <a:solidFill>
                  <a:schemeClr val="tx1"/>
                </a:solidFill>
                <a:latin typeface="Times New Roman" panose="02020603050405020304" pitchFamily="18" charset="0"/>
                <a:cs typeface="Times New Roman" panose="02020603050405020304" pitchFamily="18" charset="0"/>
              </a:rPr>
              <a:t>Nhân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vì</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ấy</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chúng</a:t>
            </a:r>
            <a:r>
              <a:rPr lang="en-US" altLang="en-US" sz="7200" b="1" dirty="0">
                <a:solidFill>
                  <a:schemeClr val="tx1"/>
                </a:solidFill>
                <a:latin typeface="Times New Roman" panose="02020603050405020304" pitchFamily="18" charset="0"/>
                <a:cs typeface="Times New Roman" panose="02020603050405020304" pitchFamily="18" charset="0"/>
              </a:rPr>
              <a:t> con </a:t>
            </a:r>
            <a:r>
              <a:rPr lang="en-US" altLang="en-US" sz="7200" b="1" dirty="0" err="1">
                <a:solidFill>
                  <a:schemeClr val="tx1"/>
                </a:solidFill>
                <a:latin typeface="Times New Roman" panose="02020603050405020304" pitchFamily="18" charset="0"/>
                <a:cs typeface="Times New Roman" panose="02020603050405020304" pitchFamily="18" charset="0"/>
              </a:rPr>
              <a:t>hằng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phải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sợ</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hãi</a:t>
            </a:r>
            <a:endParaRPr lang="vi-VN" altLang="en-US" sz="72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618066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07FAE5-A02E-2BB8-60E9-96D362F4BFFB}"/>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6102EEC-F65B-8198-2AD9-D1150683678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và trốn tránh các tội lỗi, nhất là bảy mối tội đầu, là căn nguyên mọi tội lỗi khác.</a:t>
            </a:r>
          </a:p>
        </p:txBody>
      </p:sp>
    </p:spTree>
    <p:extLst>
      <p:ext uri="{BB962C8B-B14F-4D97-AF65-F5344CB8AC3E}">
        <p14:creationId xmlns:p14="http://schemas.microsoft.com/office/powerpoint/2010/main" val="67159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8BE726-5143-B652-6A60-2D60F87088D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AFB126A8-ED0F-3443-5038-5E183D1787A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800" b="1" dirty="0">
                <a:solidFill>
                  <a:schemeClr val="tx1"/>
                </a:solidFill>
                <a:latin typeface="Times New Roman" panose="02020603050405020304" pitchFamily="18" charset="0"/>
                <a:cs typeface="Times New Roman" panose="02020603050405020304" pitchFamily="18" charset="0"/>
              </a:rPr>
              <a:t>Vậy chúng con phải ân cần lo lắng mà năng chịu các phép bí tích Đức</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Chúa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800" b="1" dirty="0" err="1">
                <a:solidFill>
                  <a:schemeClr val="tx1"/>
                </a:solidFill>
                <a:latin typeface="Times New Roman" panose="02020603050405020304" pitchFamily="18" charset="0"/>
                <a:cs typeface="Times New Roman" panose="02020603050405020304" pitchFamily="18" charset="0"/>
              </a:rPr>
              <a:t>Giêsu</a:t>
            </a:r>
            <a:r>
              <a:rPr lang="vi-VN" altLang="en-US" sz="6800" b="1" dirty="0">
                <a:solidFill>
                  <a:schemeClr val="tx1"/>
                </a:solidFill>
                <a:latin typeface="Times New Roman" panose="02020603050405020304" pitchFamily="18" charset="0"/>
                <a:cs typeface="Times New Roman" panose="02020603050405020304" pitchFamily="18" charset="0"/>
              </a:rPr>
              <a:t> đã truyền</a:t>
            </a:r>
          </a:p>
        </p:txBody>
      </p:sp>
    </p:spTree>
    <p:extLst>
      <p:ext uri="{BB962C8B-B14F-4D97-AF65-F5344CB8AC3E}">
        <p14:creationId xmlns:p14="http://schemas.microsoft.com/office/powerpoint/2010/main" val="358815059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58DF3-42CA-CE03-2001-E38CCE43D71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1B498CC-D6A0-FD46-C8FD-DB2124503A8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600" b="1" dirty="0">
                <a:solidFill>
                  <a:schemeClr val="tx1"/>
                </a:solidFill>
                <a:latin typeface="Times New Roman" panose="02020603050405020304" pitchFamily="18" charset="0"/>
                <a:cs typeface="Times New Roman" panose="02020603050405020304" pitchFamily="18" charset="0"/>
              </a:rPr>
              <a:t>là những phương linh nghiệm cho chúng con đặng nên thánh.</a:t>
            </a:r>
          </a:p>
        </p:txBody>
      </p:sp>
    </p:spTree>
    <p:extLst>
      <p:ext uri="{BB962C8B-B14F-4D97-AF65-F5344CB8AC3E}">
        <p14:creationId xmlns:p14="http://schemas.microsoft.com/office/powerpoint/2010/main" val="236794431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ED180-AF66-A832-A7D9-68FE939A369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83C3B709-7413-FADA-D182-7D3D4E2FA35F}"/>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Có bảy phép bí tích mà thôi, song phép Rửa tội, phép Mình Thánh Chúa,</a:t>
            </a:r>
          </a:p>
        </p:txBody>
      </p:sp>
    </p:spTree>
    <p:extLst>
      <p:ext uri="{BB962C8B-B14F-4D97-AF65-F5344CB8AC3E}">
        <p14:creationId xmlns:p14="http://schemas.microsoft.com/office/powerpoint/2010/main" val="66141615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EB788-0B1D-22ED-F01B-1E99B63F8B65}"/>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2ECB7632-4EC8-3ABB-6B5A-7BAD5CDE8E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phép Giải tội, là ba phép cần kíp hơn cho chúng con đặng rỗi. </a:t>
            </a:r>
          </a:p>
        </p:txBody>
      </p:sp>
    </p:spTree>
    <p:extLst>
      <p:ext uri="{BB962C8B-B14F-4D97-AF65-F5344CB8AC3E}">
        <p14:creationId xmlns:p14="http://schemas.microsoft.com/office/powerpoint/2010/main" val="213879606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E0D58-295E-2905-86C6-B79CDB6DFB51}"/>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BEC80A15-78DE-6A11-1B57-BC29ADB87B64}"/>
              </a:ext>
            </a:extLst>
          </p:cNvPr>
          <p:cNvSpPr>
            <a:spLocks noGrp="1" noChangeArrowheads="1"/>
          </p:cNvSpPr>
          <p:nvPr>
            <p:ph type="subTitle" idx="1"/>
          </p:nvPr>
        </p:nvSpPr>
        <p:spPr>
          <a:xfrm>
            <a:off x="0" y="0"/>
            <a:ext cx="9144000" cy="5143500"/>
          </a:xfrm>
          <a:solidFill>
            <a:schemeClr val="bg1"/>
          </a:solidFill>
        </p:spPr>
        <p:txBody>
          <a:bodyPr>
            <a:noAutofit/>
          </a:bodyPr>
          <a:lstStyle/>
          <a:p>
            <a:pPr eaLnBrk="1" hangingPunct="1">
              <a:defRPr/>
            </a:pPr>
            <a:endParaRPr lang="en-US" altLang="en-US" sz="105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000" b="1" dirty="0">
                <a:solidFill>
                  <a:schemeClr val="tx1"/>
                </a:solidFill>
                <a:latin typeface="Times New Roman" panose="02020603050405020304" pitchFamily="18" charset="0"/>
                <a:cs typeface="Times New Roman" panose="02020603050405020304" pitchFamily="18" charset="0"/>
              </a:rPr>
              <a:t>Ấy vậy chúng con hằng phải ra sức lo lắng thể nào mà chịu các phép trọng ấy cho nên, </a:t>
            </a:r>
          </a:p>
        </p:txBody>
      </p:sp>
    </p:spTree>
    <p:extLst>
      <p:ext uri="{BB962C8B-B14F-4D97-AF65-F5344CB8AC3E}">
        <p14:creationId xmlns:p14="http://schemas.microsoft.com/office/powerpoint/2010/main" val="6039519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49CDB1-EEC7-795F-41D8-E3686F10DD6C}"/>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EEF358A9-9BD6-B364-418E-E00F792B9830}"/>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8000" b="1" dirty="0">
                <a:solidFill>
                  <a:schemeClr val="tx1"/>
                </a:solidFill>
                <a:latin typeface="Times New Roman" panose="02020603050405020304" pitchFamily="18" charset="0"/>
                <a:cs typeface="Times New Roman" panose="02020603050405020304" pitchFamily="18" charset="0"/>
              </a:rPr>
              <a:t>cùng tin thật vững vàng mà giữ cẩn thận các điều trước này,</a:t>
            </a:r>
            <a:r>
              <a:rPr lang="en-US" altLang="en-US" sz="8000" b="1" dirty="0">
                <a:solidFill>
                  <a:schemeClr val="tx1"/>
                </a:solidFill>
                <a:latin typeface="Times New Roman" panose="02020603050405020304" pitchFamily="18" charset="0"/>
                <a:cs typeface="Times New Roman" panose="02020603050405020304" pitchFamily="18" charset="0"/>
              </a:rPr>
              <a:t> </a:t>
            </a:r>
            <a:endParaRPr lang="vi-VN" altLang="en-US" sz="8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3901074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B2633-5D34-2568-10B3-69F543172827}"/>
            </a:ext>
          </a:extLst>
        </p:cNvPr>
        <p:cNvGrpSpPr/>
        <p:nvPr/>
      </p:nvGrpSpPr>
      <p:grpSpPr>
        <a:xfrm>
          <a:off x="0" y="0"/>
          <a:ext cx="0" cy="0"/>
          <a:chOff x="0" y="0"/>
          <a:chExt cx="0" cy="0"/>
        </a:xfrm>
      </p:grpSpPr>
      <p:sp>
        <p:nvSpPr>
          <p:cNvPr id="46082" name="Subtitle 2">
            <a:extLst>
              <a:ext uri="{FF2B5EF4-FFF2-40B4-BE49-F238E27FC236}">
                <a16:creationId xmlns:a16="http://schemas.microsoft.com/office/drawing/2014/main" id="{1A28ACAD-F88F-7701-345E-2C6AF61FD97E}"/>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en-US" altLang="en-US" sz="7600" b="1" dirty="0" err="1">
                <a:solidFill>
                  <a:schemeClr val="tx1"/>
                </a:solidFill>
                <a:latin typeface="Times New Roman" panose="02020603050405020304" pitchFamily="18" charset="0"/>
                <a:cs typeface="Times New Roman" panose="02020603050405020304" pitchFamily="18" charset="0"/>
              </a:rPr>
              <a:t>thì</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mới</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đặng</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hưởng</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phúc thanh nhàn đời </a:t>
            </a:r>
            <a:r>
              <a:rPr lang="vi-VN" altLang="en-US" sz="7600" b="1" dirty="0" err="1">
                <a:solidFill>
                  <a:schemeClr val="tx1"/>
                </a:solidFill>
                <a:latin typeface="Times New Roman" panose="02020603050405020304" pitchFamily="18" charset="0"/>
                <a:cs typeface="Times New Roman" panose="02020603050405020304" pitchFamily="18" charset="0"/>
              </a:rPr>
              <a:t>đời</a:t>
            </a:r>
            <a:r>
              <a:rPr lang="vi-VN" altLang="en-US" sz="7600" b="1" dirty="0">
                <a:solidFill>
                  <a:schemeClr val="tx1"/>
                </a:solidFill>
                <a:latin typeface="Times New Roman" panose="02020603050405020304" pitchFamily="18" charset="0"/>
                <a:cs typeface="Times New Roman" panose="02020603050405020304" pitchFamily="18" charset="0"/>
              </a:rPr>
              <a:t> kiếp </a:t>
            </a:r>
            <a:r>
              <a:rPr lang="vi-VN" altLang="en-US" sz="7600" b="1" dirty="0" err="1">
                <a:solidFill>
                  <a:schemeClr val="tx1"/>
                </a:solidFill>
                <a:latin typeface="Times New Roman" panose="02020603050405020304" pitchFamily="18" charset="0"/>
                <a:cs typeface="Times New Roman" panose="02020603050405020304" pitchFamily="18" charset="0"/>
              </a:rPr>
              <a:t>kiếp</a:t>
            </a:r>
            <a:r>
              <a:rPr lang="vi-VN"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err="1">
                <a:solidFill>
                  <a:srgbClr val="FF0000"/>
                </a:solidFill>
                <a:latin typeface="Times New Roman" panose="02020603050405020304" pitchFamily="18" charset="0"/>
                <a:cs typeface="Times New Roman" panose="02020603050405020304" pitchFamily="18" charset="0"/>
              </a:rPr>
              <a:t>Amen</a:t>
            </a:r>
            <a:r>
              <a:rPr lang="vi-VN" altLang="en-US" sz="76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67895323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4D685C3-35A5-ED4F-2DCC-7FD5DCCE7257}"/>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4050" b="1" dirty="0">
                <a:solidFill>
                  <a:srgbClr val="FF0000"/>
                </a:solidFill>
                <a:latin typeface="Times New Roman" panose="02020603050405020304" pitchFamily="18" charset="0"/>
                <a:cs typeface="Times New Roman" panose="02020603050405020304" pitchFamily="18" charset="0"/>
              </a:rPr>
              <a:t>Đạo Đức Chúa Trời có mười điều răn:</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Thờ phượng một Đức Chúa Trời và kính mến người trên hết mọi sự</a:t>
            </a:r>
            <a:endParaRPr lang="vi-VN" altLang="en-US" sz="6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93146006-FC1B-E6F9-1314-494063FCD61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05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err="1">
                <a:solidFill>
                  <a:srgbClr val="FF0000"/>
                </a:solidFill>
                <a:latin typeface="Times New Roman" panose="02020603050405020304" pitchFamily="18" charset="0"/>
                <a:cs typeface="Times New Roman" panose="02020603050405020304" pitchFamily="18" charset="0"/>
              </a:rPr>
              <a:t>Th</a:t>
            </a:r>
            <a:r>
              <a:rPr lang="en-US" altLang="en-US" sz="6000" b="1" dirty="0">
                <a:solidFill>
                  <a:srgbClr val="FF0000"/>
                </a:solidFill>
                <a:latin typeface="Times New Roman" panose="02020603050405020304" pitchFamily="18" charset="0"/>
                <a:cs typeface="Times New Roman" panose="02020603050405020304" pitchFamily="18" charset="0"/>
              </a:rPr>
              <a:t>ứ</a:t>
            </a:r>
            <a:r>
              <a:rPr lang="vi-VN" altLang="en-US" sz="6000" b="1" dirty="0">
                <a:solidFill>
                  <a:srgbClr val="FF0000"/>
                </a:solidFill>
                <a:latin typeface="Times New Roman" panose="02020603050405020304" pitchFamily="18" charset="0"/>
                <a:cs typeface="Times New Roman" panose="02020603050405020304" pitchFamily="18" charset="0"/>
              </a:rPr>
              <a:t> hai: </a:t>
            </a:r>
            <a:r>
              <a:rPr lang="vi-VN" altLang="en-US" sz="6600" b="1" dirty="0">
                <a:solidFill>
                  <a:schemeClr val="tx1"/>
                </a:solidFill>
                <a:latin typeface="Times New Roman" panose="02020603050405020304" pitchFamily="18" charset="0"/>
                <a:cs typeface="Times New Roman" panose="02020603050405020304" pitchFamily="18" charset="0"/>
              </a:rPr>
              <a:t>Chớ kêu tên Đức Chúa Trời vô cớ</a:t>
            </a:r>
            <a:endParaRPr lang="en-US" altLang="en-US" sz="6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28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ba:</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Giữ ngày Chúa Nhật</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CD56851-6628-4177-9AD5-458996848715}"/>
              </a:ext>
            </a:extLst>
          </p:cNvPr>
          <p:cNvSpPr>
            <a:spLocks noGrp="1" noChangeArrowheads="1"/>
          </p:cNvSpPr>
          <p:nvPr>
            <p:ph type="subTitle" idx="1"/>
          </p:nvPr>
        </p:nvSpPr>
        <p:spPr>
          <a:xfrm>
            <a:off x="0" y="0"/>
            <a:ext cx="9144000" cy="5143500"/>
          </a:xfrm>
          <a:solidFill>
            <a:schemeClr val="bg1"/>
          </a:solidFill>
        </p:spPr>
        <p:txBody>
          <a:bodyPr/>
          <a:lstStyle/>
          <a:p>
            <a:pPr algn="just" eaLnBrk="1" hangingPunct="1">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bốn: </a:t>
            </a:r>
            <a:r>
              <a:rPr lang="vi-VN" altLang="en-US" sz="6600" b="1" dirty="0">
                <a:solidFill>
                  <a:schemeClr val="tx1"/>
                </a:solidFill>
                <a:latin typeface="Times New Roman" panose="02020603050405020304" pitchFamily="18" charset="0"/>
                <a:cs typeface="Times New Roman" panose="02020603050405020304" pitchFamily="18" charset="0"/>
              </a:rPr>
              <a:t>Thảo kính cha</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mẹ</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36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600" b="1" dirty="0">
                <a:solidFill>
                  <a:schemeClr val="tx1"/>
                </a:solidFill>
                <a:latin typeface="Times New Roman" panose="02020603050405020304" pitchFamily="18" charset="0"/>
                <a:cs typeface="Times New Roman" panose="02020603050405020304" pitchFamily="18" charset="0"/>
              </a:rPr>
              <a:t>Chớ giết người</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sz="54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AEBB9A1-4055-E178-C71E-8310588A2AB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làm s</a:t>
            </a:r>
            <a:r>
              <a:rPr lang="en-US" altLang="en-US" sz="6600" b="1" dirty="0">
                <a:solidFill>
                  <a:schemeClr val="tx1"/>
                </a:solidFill>
                <a:latin typeface="Times New Roman" panose="02020603050405020304" pitchFamily="18" charset="0"/>
                <a:cs typeface="Times New Roman" panose="02020603050405020304" pitchFamily="18" charset="0"/>
              </a:rPr>
              <a:t>ự </a:t>
            </a:r>
            <a:r>
              <a:rPr lang="vi-VN" altLang="en-US" sz="6600" b="1" dirty="0">
                <a:solidFill>
                  <a:schemeClr val="tx1"/>
                </a:solidFill>
                <a:latin typeface="Times New Roman" panose="02020603050405020304" pitchFamily="18" charset="0"/>
                <a:cs typeface="Times New Roman" panose="02020603050405020304" pitchFamily="18" charset="0"/>
              </a:rPr>
              <a:t>dâm dục</a:t>
            </a:r>
            <a:endParaRPr lang="en-US" altLang="en-US" sz="60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vi-VN" altLang="en-US"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60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Chớ lấy củ</a:t>
            </a:r>
            <a:r>
              <a:rPr lang="en-US" altLang="en-US" sz="6600" b="1" dirty="0">
                <a:solidFill>
                  <a:schemeClr val="tx1"/>
                </a:solidFill>
                <a:latin typeface="Times New Roman" panose="02020603050405020304" pitchFamily="18" charset="0"/>
                <a:cs typeface="Times New Roman" panose="02020603050405020304" pitchFamily="18" charset="0"/>
              </a:rPr>
              <a:t>a </a:t>
            </a:r>
            <a:r>
              <a:rPr lang="vi-VN" altLang="en-US" sz="6600" b="1" dirty="0">
                <a:solidFill>
                  <a:schemeClr val="tx1"/>
                </a:solidFill>
                <a:latin typeface="Times New Roman" panose="02020603050405020304" pitchFamily="18" charset="0"/>
                <a:cs typeface="Times New Roman" panose="02020603050405020304" pitchFamily="18" charset="0"/>
              </a:rPr>
              <a:t>người</a:t>
            </a:r>
            <a:endParaRPr lang="vi-VN"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9BFAB20C-8B8D-DA6D-B8B2-28F039EE254E}"/>
              </a:ext>
            </a:extLst>
          </p:cNvPr>
          <p:cNvSpPr>
            <a:spLocks noGrp="1" noChangeAspect="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tám:</a:t>
            </a:r>
            <a:r>
              <a:rPr lang="vi-VN" altLang="en-US" sz="5700" b="1" dirty="0">
                <a:solidFill>
                  <a:schemeClr val="tx1"/>
                </a:solidFill>
                <a:latin typeface="Times New Roman" panose="02020603050405020304" pitchFamily="18" charset="0"/>
                <a:cs typeface="Times New Roman" panose="02020603050405020304" pitchFamily="18" charset="0"/>
              </a:rPr>
              <a:t> Chớ làm chứng dối</a:t>
            </a:r>
          </a:p>
          <a:p>
            <a:pPr algn="just" eaLnBrk="1" hangingPunct="1">
              <a:defRPr/>
            </a:pPr>
            <a:endParaRPr lang="en-US" altLang="en-US" sz="2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chín:</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muốn vợ</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chồng người</a:t>
            </a:r>
            <a:endParaRPr lang="en-US" altLang="en-US" sz="57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endParaRPr lang="en-US" altLang="en-US" sz="600" b="1" dirty="0">
              <a:solidFill>
                <a:schemeClr val="tx1"/>
              </a:solidFill>
              <a:latin typeface="Times New Roman" panose="02020603050405020304" pitchFamily="18" charset="0"/>
              <a:cs typeface="Times New Roman" panose="02020603050405020304" pitchFamily="18" charset="0"/>
            </a:endParaRPr>
          </a:p>
          <a:p>
            <a:pPr algn="l"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Thứ mười:</a:t>
            </a:r>
            <a:r>
              <a:rPr lang="vi-VN" altLang="en-US" sz="54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Chớ tham </a:t>
            </a:r>
            <a:br>
              <a:rPr lang="en-US" altLang="en-US" sz="5700" b="1" dirty="0">
                <a:solidFill>
                  <a:schemeClr val="tx1"/>
                </a:solidFill>
                <a:latin typeface="Times New Roman" panose="02020603050405020304" pitchFamily="18" charset="0"/>
                <a:cs typeface="Times New Roman" panose="02020603050405020304" pitchFamily="18" charset="0"/>
              </a:rPr>
            </a:br>
            <a:r>
              <a:rPr lang="en-US" altLang="en-US" sz="5700" b="1" dirty="0">
                <a:solidFill>
                  <a:schemeClr val="tx1"/>
                </a:solidFill>
                <a:latin typeface="Times New Roman" panose="02020603050405020304" pitchFamily="18" charset="0"/>
                <a:cs typeface="Times New Roman" panose="02020603050405020304" pitchFamily="18" charset="0"/>
              </a:rPr>
              <a:t>                   </a:t>
            </a:r>
            <a:r>
              <a:rPr lang="vi-VN" altLang="en-US" sz="5700" b="1" dirty="0">
                <a:solidFill>
                  <a:schemeClr val="tx1"/>
                </a:solidFill>
                <a:latin typeface="Times New Roman" panose="02020603050405020304" pitchFamily="18" charset="0"/>
                <a:cs typeface="Times New Roman" panose="02020603050405020304" pitchFamily="18" charset="0"/>
              </a:rPr>
              <a:t>của người</a:t>
            </a:r>
            <a:endParaRPr lang="en-US" altLang="en-US" sz="57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1C76A0F-EF95-2F19-13C9-0D53F5BE8601}"/>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spcBef>
                <a:spcPts val="0"/>
              </a:spcBef>
              <a:defRPr/>
            </a:pPr>
            <a:r>
              <a:rPr lang="vi-VN" altLang="en-US" sz="6800" b="1" dirty="0">
                <a:solidFill>
                  <a:schemeClr val="tx1"/>
                </a:solidFill>
                <a:latin typeface="Times New Roman" panose="02020603050405020304" pitchFamily="18" charset="0"/>
                <a:cs typeface="Times New Roman" panose="02020603050405020304" pitchFamily="18" charset="0"/>
              </a:rPr>
              <a:t>Mười điều răn ấy tóm về hai này mà chớ: </a:t>
            </a:r>
            <a:r>
              <a:rPr lang="vi-VN" altLang="en-US" sz="6800" b="1" dirty="0">
                <a:solidFill>
                  <a:srgbClr val="FF0000"/>
                </a:solidFill>
                <a:latin typeface="Times New Roman" panose="02020603050405020304" pitchFamily="18" charset="0"/>
                <a:cs typeface="Times New Roman" panose="02020603050405020304" pitchFamily="18" charset="0"/>
              </a:rPr>
              <a:t>trước</a:t>
            </a:r>
            <a:r>
              <a:rPr lang="vi-VN" altLang="en-US" sz="6800" b="1" dirty="0">
                <a:solidFill>
                  <a:schemeClr val="tx1"/>
                </a:solidFill>
                <a:latin typeface="Times New Roman" panose="02020603050405020304" pitchFamily="18" charset="0"/>
                <a:cs typeface="Times New Roman" panose="02020603050405020304" pitchFamily="18" charset="0"/>
              </a:rPr>
              <a:t> kính mến một Đức Chúa Trời trên hết mọi s</a:t>
            </a:r>
            <a:r>
              <a:rPr lang="en-US" altLang="en-US" sz="6800" b="1" dirty="0">
                <a:solidFill>
                  <a:schemeClr val="tx1"/>
                </a:solidFill>
                <a:latin typeface="Times New Roman" panose="02020603050405020304" pitchFamily="18" charset="0"/>
                <a:cs typeface="Times New Roman" panose="02020603050405020304" pitchFamily="18" charset="0"/>
              </a:rPr>
              <a:t>ự</a:t>
            </a:r>
            <a:endParaRPr lang="vi-VN" altLang="en-US" sz="6800" b="1" i="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740BFF-A5A5-0B24-2EB0-34FA6DEB25F6}"/>
            </a:ext>
          </a:extLst>
        </p:cNvPr>
        <p:cNvGrpSpPr/>
        <p:nvPr/>
      </p:nvGrpSpPr>
      <p:grpSpPr>
        <a:xfrm>
          <a:off x="0" y="0"/>
          <a:ext cx="0" cy="0"/>
          <a:chOff x="0" y="0"/>
          <a:chExt cx="0" cy="0"/>
        </a:xfrm>
      </p:grpSpPr>
      <p:sp>
        <p:nvSpPr>
          <p:cNvPr id="66562" name="Subtitle 2">
            <a:extLst>
              <a:ext uri="{FF2B5EF4-FFF2-40B4-BE49-F238E27FC236}">
                <a16:creationId xmlns:a16="http://schemas.microsoft.com/office/drawing/2014/main" id="{21102977-3B5A-1558-31A1-C4E1BFDE937F}"/>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spcBef>
                <a:spcPts val="0"/>
              </a:spcBef>
              <a:defRPr/>
            </a:pPr>
            <a:endParaRPr lang="en-US" altLang="en-US" sz="8800" b="1" dirty="0">
              <a:solidFill>
                <a:srgbClr val="FF0000"/>
              </a:solidFill>
              <a:latin typeface="Times New Roman" panose="02020603050405020304" pitchFamily="18" charset="0"/>
              <a:cs typeface="Times New Roman" panose="02020603050405020304" pitchFamily="18" charset="0"/>
            </a:endParaRPr>
          </a:p>
          <a:p>
            <a:pPr algn="just" eaLnBrk="1" hangingPunct="1">
              <a:spcBef>
                <a:spcPts val="0"/>
              </a:spcBef>
              <a:defRPr/>
            </a:pPr>
            <a:r>
              <a:rPr lang="vi-VN" altLang="en-US" sz="6800" b="1" dirty="0">
                <a:solidFill>
                  <a:srgbClr val="FF0000"/>
                </a:solidFill>
                <a:latin typeface="Times New Roman" panose="02020603050405020304" pitchFamily="18" charset="0"/>
                <a:cs typeface="Times New Roman" panose="02020603050405020304" pitchFamily="18" charset="0"/>
              </a:rPr>
              <a:t>sau</a:t>
            </a:r>
            <a:r>
              <a:rPr lang="vi-VN" altLang="en-US" sz="6800" b="1" dirty="0">
                <a:solidFill>
                  <a:schemeClr val="tx1"/>
                </a:solidFill>
                <a:latin typeface="Times New Roman" panose="02020603050405020304" pitchFamily="18" charset="0"/>
                <a:cs typeface="Times New Roman" panose="02020603050405020304" pitchFamily="18" charset="0"/>
              </a:rPr>
              <a:t> lại yêu người như mình ta vậy. </a:t>
            </a:r>
            <a:r>
              <a:rPr lang="vi-VN" altLang="en-US" sz="6800" b="1" i="1" dirty="0" err="1">
                <a:solidFill>
                  <a:srgbClr val="FF0000"/>
                </a:solidFill>
                <a:latin typeface="Times New Roman" panose="02020603050405020304" pitchFamily="18" charset="0"/>
                <a:cs typeface="Times New Roman" panose="02020603050405020304" pitchFamily="18" charset="0"/>
              </a:rPr>
              <a:t>Amen</a:t>
            </a:r>
            <a:r>
              <a:rPr lang="vi-VN" altLang="en-US" sz="6800" b="1" i="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84039579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AB065F11-4BDC-5D36-3AC6-A4C4BFF5DBC3}"/>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4500" b="1" dirty="0">
                <a:solidFill>
                  <a:srgbClr val="FF0000"/>
                </a:solidFill>
                <a:latin typeface="Times New Roman" panose="02020603050405020304" pitchFamily="18" charset="0"/>
                <a:cs typeface="Times New Roman" panose="02020603050405020304" pitchFamily="18" charset="0"/>
              </a:rPr>
              <a:t>Hội Thánh có năm điều răn:</a:t>
            </a: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Thứ nhất: </a:t>
            </a:r>
            <a:r>
              <a:rPr lang="vi-VN" altLang="en-US" sz="7200" b="1" dirty="0">
                <a:solidFill>
                  <a:schemeClr val="tx1"/>
                </a:solidFill>
                <a:latin typeface="Times New Roman" panose="02020603050405020304" pitchFamily="18" charset="0"/>
                <a:cs typeface="Times New Roman" panose="02020603050405020304" pitchFamily="18" charset="0"/>
              </a:rPr>
              <a:t>dự lễ và kiêng việc xác ngày Chúa Nhật cùng các ngày lễ buộc;</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B841D53A-75CD-A498-2FF8-51D3779388B8}"/>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hai: </a:t>
            </a:r>
            <a:r>
              <a:rPr lang="vi-VN" altLang="en-US" sz="6600" b="1" dirty="0">
                <a:solidFill>
                  <a:schemeClr val="tx1"/>
                </a:solidFill>
                <a:latin typeface="Times New Roman" panose="02020603050405020304" pitchFamily="18" charset="0"/>
                <a:cs typeface="Times New Roman" panose="02020603050405020304" pitchFamily="18" charset="0"/>
              </a:rPr>
              <a:t>xưng tội trong một năm ít là một lần;</a:t>
            </a:r>
            <a:endParaRPr lang="en-US"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Thứ ba: </a:t>
            </a:r>
            <a:r>
              <a:rPr lang="vi-VN" altLang="en-US" sz="6600" b="1" dirty="0">
                <a:solidFill>
                  <a:schemeClr val="tx1"/>
                </a:solidFill>
                <a:latin typeface="Times New Roman" panose="02020603050405020304" pitchFamily="18" charset="0"/>
                <a:cs typeface="Times New Roman" panose="02020603050405020304" pitchFamily="18" charset="0"/>
              </a:rPr>
              <a:t>rước Mình Thánh Chúa trong mùa Phục Sinh;</a:t>
            </a: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4A6B55D-2891-6BDC-DED5-E5F0D700E62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bốn: </a:t>
            </a:r>
            <a:r>
              <a:rPr lang="vi-VN" altLang="en-US" sz="5400" b="1" dirty="0">
                <a:solidFill>
                  <a:schemeClr val="tx1"/>
                </a:solidFill>
                <a:latin typeface="Times New Roman" panose="02020603050405020304" pitchFamily="18" charset="0"/>
                <a:cs typeface="Times New Roman" panose="02020603050405020304" pitchFamily="18" charset="0"/>
              </a:rPr>
              <a:t>giữ chay và kiêng thịt những ngày Hội Thánh buộc;</a:t>
            </a:r>
          </a:p>
          <a:p>
            <a:pPr algn="just" eaLnBrk="1" hangingPunct="1">
              <a:defRPr/>
            </a:pPr>
            <a:r>
              <a:rPr lang="vi-VN" altLang="en-US" sz="5400" b="1" dirty="0">
                <a:solidFill>
                  <a:srgbClr val="FF0000"/>
                </a:solidFill>
                <a:latin typeface="Times New Roman" panose="02020603050405020304" pitchFamily="18" charset="0"/>
                <a:cs typeface="Times New Roman" panose="02020603050405020304" pitchFamily="18" charset="0"/>
              </a:rPr>
              <a:t>Thứ năm: </a:t>
            </a:r>
            <a:r>
              <a:rPr lang="vi-VN" altLang="en-US" sz="5400" b="1" dirty="0">
                <a:solidFill>
                  <a:schemeClr val="tx1"/>
                </a:solidFill>
                <a:latin typeface="Times New Roman" panose="02020603050405020304" pitchFamily="18" charset="0"/>
                <a:cs typeface="Times New Roman" panose="02020603050405020304" pitchFamily="18" charset="0"/>
              </a:rPr>
              <a:t>góp công góp của xây dựng Hội Thánh, tùy theo khả năng của mình.</a:t>
            </a:r>
            <a:endParaRPr lang="en-US" altLang="en-US" sz="5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D6D1884-2BBD-1374-8C27-4DF14DF2DBF6}"/>
              </a:ext>
            </a:extLst>
          </p:cNvPr>
          <p:cNvSpPr>
            <a:spLocks noGrp="1" noChangeArrowheads="1"/>
          </p:cNvSpPr>
          <p:nvPr>
            <p:ph type="subTitle" idx="1"/>
          </p:nvPr>
        </p:nvSpPr>
        <p:spPr>
          <a:xfrm>
            <a:off x="0" y="0"/>
            <a:ext cx="9144000" cy="5143500"/>
          </a:xfrm>
          <a:solidFill>
            <a:schemeClr val="bg1"/>
          </a:solidFill>
        </p:spPr>
        <p:txBody>
          <a:bodyPr>
            <a:normAutofit fontScale="77500" lnSpcReduction="20000"/>
          </a:bodyPr>
          <a:lstStyle/>
          <a:p>
            <a:pPr algn="l" eaLnBrk="1" hangingPunct="1">
              <a:defRPr/>
            </a:pPr>
            <a:r>
              <a:rPr lang="en-US" altLang="en-US" sz="4800" b="1" dirty="0" err="1">
                <a:solidFill>
                  <a:srgbClr val="FF0000"/>
                </a:solidFill>
                <a:latin typeface="Times New Roman" panose="02020603050405020304" pitchFamily="18" charset="0"/>
                <a:cs typeface="Times New Roman" panose="02020603050405020304" pitchFamily="18" charset="0"/>
              </a:rPr>
              <a:t>Đạo</a:t>
            </a:r>
            <a:r>
              <a:rPr lang="en-US" altLang="en-US" sz="4800" b="1" dirty="0">
                <a:solidFill>
                  <a:srgbClr val="FF0000"/>
                </a:solidFill>
                <a:latin typeface="Times New Roman" panose="02020603050405020304" pitchFamily="18" charset="0"/>
                <a:cs typeface="Times New Roman" panose="02020603050405020304" pitchFamily="18" charset="0"/>
              </a:rPr>
              <a:t> Đức Chúa </a:t>
            </a:r>
            <a:r>
              <a:rPr lang="en-US" altLang="en-US" sz="4800" b="1" dirty="0" err="1">
                <a:solidFill>
                  <a:srgbClr val="FF0000"/>
                </a:solidFill>
                <a:latin typeface="Times New Roman" panose="02020603050405020304" pitchFamily="18" charset="0"/>
                <a:cs typeface="Times New Roman" panose="02020603050405020304" pitchFamily="18" charset="0"/>
              </a:rPr>
              <a:t>Trời</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có</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bảy</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phép</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Bí</a:t>
            </a:r>
            <a:r>
              <a:rPr lang="en-US" altLang="en-US" sz="4800" b="1" dirty="0">
                <a:solidFill>
                  <a:srgbClr val="FF0000"/>
                </a:solidFill>
                <a:latin typeface="Times New Roman" panose="02020603050405020304" pitchFamily="18" charset="0"/>
                <a:cs typeface="Times New Roman" panose="02020603050405020304" pitchFamily="18" charset="0"/>
              </a:rPr>
              <a:t> </a:t>
            </a:r>
            <a:r>
              <a:rPr lang="en-US" altLang="en-US" sz="4800" b="1" dirty="0" err="1">
                <a:solidFill>
                  <a:srgbClr val="FF0000"/>
                </a:solidFill>
                <a:latin typeface="Times New Roman" panose="02020603050405020304" pitchFamily="18" charset="0"/>
                <a:cs typeface="Times New Roman" panose="02020603050405020304" pitchFamily="18" charset="0"/>
              </a:rPr>
              <a:t>tích</a:t>
            </a:r>
            <a:r>
              <a:rPr lang="en-US" altLang="en-US" sz="4800" b="1" dirty="0">
                <a:solidFill>
                  <a:srgbClr val="FF0000"/>
                </a:solidFill>
                <a:latin typeface="Times New Roman" panose="02020603050405020304" pitchFamily="18" charset="0"/>
                <a:cs typeface="Times New Roman" panose="02020603050405020304" pitchFamily="18" charset="0"/>
              </a:rPr>
              <a:t>:</a:t>
            </a:r>
            <a:endParaRPr lang="en-US" altLang="en-US" sz="48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nhất</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Rửa</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tội</a:t>
            </a:r>
            <a:r>
              <a:rPr lang="en-US" altLang="en-US" sz="9900" b="1" dirty="0">
                <a:solidFill>
                  <a:schemeClr val="tx1"/>
                </a:solidFill>
                <a:latin typeface="Times New Roman" panose="02020603050405020304" pitchFamily="18" charset="0"/>
                <a:cs typeface="Times New Roman" panose="02020603050405020304" pitchFamily="18" charset="0"/>
              </a:rPr>
              <a:t>.</a:t>
            </a:r>
          </a:p>
          <a:p>
            <a:pPr algn="just" eaLnBrk="1" hangingPunct="1">
              <a:defRPr/>
            </a:pPr>
            <a:br>
              <a:rPr lang="en-US" altLang="en-US" sz="4100" b="1" dirty="0">
                <a:solidFill>
                  <a:srgbClr val="FF0000"/>
                </a:solidFill>
                <a:latin typeface="Times New Roman" panose="02020603050405020304" pitchFamily="18" charset="0"/>
                <a:cs typeface="Times New Roman" panose="02020603050405020304" pitchFamily="18" charset="0"/>
              </a:rPr>
            </a:br>
            <a:r>
              <a:rPr lang="en-US" altLang="en-US" sz="9900" b="1" dirty="0" err="1">
                <a:solidFill>
                  <a:srgbClr val="FF0000"/>
                </a:solidFill>
                <a:latin typeface="Times New Roman" panose="02020603050405020304" pitchFamily="18" charset="0"/>
                <a:cs typeface="Times New Roman" panose="02020603050405020304" pitchFamily="18" charset="0"/>
              </a:rPr>
              <a:t>Thứ</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rgbClr val="FF0000"/>
                </a:solidFill>
                <a:latin typeface="Times New Roman" panose="02020603050405020304" pitchFamily="18" charset="0"/>
                <a:cs typeface="Times New Roman" panose="02020603050405020304" pitchFamily="18" charset="0"/>
              </a:rPr>
              <a:t>hai</a:t>
            </a:r>
            <a:r>
              <a:rPr lang="en-US" altLang="en-US" sz="9900" b="1" dirty="0">
                <a:solidFill>
                  <a:srgbClr val="FF0000"/>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là</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phép</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Thêm</a:t>
            </a:r>
            <a:r>
              <a:rPr lang="en-US" altLang="en-US" sz="9900" b="1" dirty="0">
                <a:solidFill>
                  <a:schemeClr val="tx1"/>
                </a:solidFill>
                <a:latin typeface="Times New Roman" panose="02020603050405020304" pitchFamily="18" charset="0"/>
                <a:cs typeface="Times New Roman" panose="02020603050405020304" pitchFamily="18" charset="0"/>
              </a:rPr>
              <a:t> </a:t>
            </a:r>
            <a:r>
              <a:rPr lang="en-US" altLang="en-US" sz="9900" b="1" dirty="0" err="1">
                <a:solidFill>
                  <a:schemeClr val="tx1"/>
                </a:solidFill>
                <a:latin typeface="Times New Roman" panose="02020603050405020304" pitchFamily="18" charset="0"/>
                <a:cs typeface="Times New Roman" panose="02020603050405020304" pitchFamily="18" charset="0"/>
              </a:rPr>
              <a:t>sức</a:t>
            </a:r>
            <a:r>
              <a:rPr lang="en-US" altLang="en-US" sz="99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F3468EC2-34F2-4845-07D9-246E727B0E59}"/>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l" eaLnBrk="1" hangingPunct="1">
              <a:defRPr/>
            </a:pPr>
            <a:endParaRPr lang="en-US" altLang="en-US" sz="43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ba</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Mình</a:t>
            </a:r>
            <a:r>
              <a:rPr lang="en-US" altLang="en-US" sz="8000" b="1" dirty="0">
                <a:solidFill>
                  <a:schemeClr val="tx1"/>
                </a:solidFill>
                <a:latin typeface="Times New Roman" panose="02020603050405020304" pitchFamily="18" charset="0"/>
                <a:cs typeface="Times New Roman" panose="02020603050405020304" pitchFamily="18" charset="0"/>
              </a:rPr>
              <a:t> Thánh Chúa.</a:t>
            </a:r>
          </a:p>
          <a:p>
            <a:pPr algn="l" eaLnBrk="1" hangingPunct="1">
              <a:defRPr/>
            </a:pPr>
            <a:r>
              <a:rPr lang="en-US" altLang="en-US" sz="8000" b="1" dirty="0" err="1">
                <a:solidFill>
                  <a:srgbClr val="FF0000"/>
                </a:solidFill>
                <a:latin typeface="Times New Roman" panose="02020603050405020304" pitchFamily="18" charset="0"/>
                <a:cs typeface="Times New Roman" panose="02020603050405020304" pitchFamily="18" charset="0"/>
              </a:rPr>
              <a:t>Thứ</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rgbClr val="FF0000"/>
                </a:solidFill>
                <a:latin typeface="Times New Roman" panose="02020603050405020304" pitchFamily="18" charset="0"/>
                <a:cs typeface="Times New Roman" panose="02020603050405020304" pitchFamily="18" charset="0"/>
              </a:rPr>
              <a:t>bốn</a:t>
            </a:r>
            <a:r>
              <a:rPr lang="en-US" altLang="en-US" sz="8000" b="1" dirty="0">
                <a:solidFill>
                  <a:srgbClr val="FF0000"/>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là</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phép</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Giải</a:t>
            </a:r>
            <a:r>
              <a:rPr lang="en-US" altLang="en-US" sz="8000" b="1" dirty="0">
                <a:solidFill>
                  <a:schemeClr val="tx1"/>
                </a:solidFill>
                <a:latin typeface="Times New Roman" panose="02020603050405020304" pitchFamily="18" charset="0"/>
                <a:cs typeface="Times New Roman" panose="02020603050405020304" pitchFamily="18" charset="0"/>
              </a:rPr>
              <a:t> </a:t>
            </a:r>
            <a:r>
              <a:rPr lang="en-US" altLang="en-US" sz="8000" b="1" dirty="0" err="1">
                <a:solidFill>
                  <a:schemeClr val="tx1"/>
                </a:solidFill>
                <a:latin typeface="Times New Roman" panose="02020603050405020304" pitchFamily="18" charset="0"/>
                <a:cs typeface="Times New Roman" panose="02020603050405020304" pitchFamily="18" charset="0"/>
              </a:rPr>
              <a:t>tội</a:t>
            </a:r>
            <a:r>
              <a:rPr lang="en-US" altLang="en-US" sz="8000" b="1" dirty="0">
                <a:solidFill>
                  <a:schemeClr val="tx1"/>
                </a:solidFill>
                <a:latin typeface="Times New Roman" panose="02020603050405020304" pitchFamily="18" charset="0"/>
                <a:cs typeface="Times New Roman" panose="02020603050405020304" pitchFamily="18" charset="0"/>
              </a:rPr>
              <a:t>.</a:t>
            </a:r>
            <a:endParaRPr lang="en-US" altLang="en-US" sz="600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33CC4CD7-1B60-C439-112A-F5719E6F93A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năm</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Xức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dầu</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sáu</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Truyền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chức</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thánh</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a:p>
            <a:pPr algn="just" eaLnBrk="1" hangingPunct="1">
              <a:defRPr/>
            </a:pPr>
            <a:r>
              <a:rPr lang="en-US" altLang="en-US" sz="5800" b="1" dirty="0" err="1">
                <a:solidFill>
                  <a:srgbClr val="FF0000"/>
                </a:solidFill>
                <a:latin typeface="Times New Roman" panose="02020603050405020304" pitchFamily="18" charset="0"/>
                <a:cs typeface="Times New Roman" panose="02020603050405020304" pitchFamily="18" charset="0"/>
              </a:rPr>
              <a:t>Thứ</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rgbClr val="FF0000"/>
                </a:solidFill>
                <a:latin typeface="Times New Roman" panose="02020603050405020304" pitchFamily="18" charset="0"/>
                <a:cs typeface="Times New Roman" panose="02020603050405020304" pitchFamily="18" charset="0"/>
              </a:rPr>
              <a:t>bảy</a:t>
            </a:r>
            <a:r>
              <a:rPr lang="en-US" altLang="en-US" sz="5800" b="1" dirty="0">
                <a:solidFill>
                  <a:srgbClr val="FF0000"/>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là</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phép</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Hôn</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 </a:t>
            </a:r>
            <a:r>
              <a:rPr lang="en-US" altLang="en-US" sz="5800" b="1" dirty="0" err="1">
                <a:solidFill>
                  <a:schemeClr val="tx1">
                    <a:lumMod val="95000"/>
                    <a:lumOff val="5000"/>
                  </a:schemeClr>
                </a:solidFill>
                <a:latin typeface="Times New Roman" panose="02020603050405020304" pitchFamily="18" charset="0"/>
                <a:cs typeface="Times New Roman" panose="02020603050405020304" pitchFamily="18" charset="0"/>
              </a:rPr>
              <a:t>phối</a:t>
            </a:r>
            <a:r>
              <a:rPr lang="en-US" altLang="en-US" sz="5800" b="1" dirty="0">
                <a:solidFill>
                  <a:schemeClr val="tx1">
                    <a:lumMod val="95000"/>
                    <a:lumOff val="5000"/>
                  </a:schemeClr>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C0F1FE32-B775-A81C-6666-6F3DFFF789A0}"/>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1200" b="1" dirty="0">
              <a:solidFill>
                <a:srgbClr val="FFC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dirty="0">
                <a:solidFill>
                  <a:srgbClr val="FF0000"/>
                </a:solidFill>
                <a:latin typeface="Times New Roman" panose="02020603050405020304" pitchFamily="18" charset="0"/>
                <a:cs typeface="Times New Roman" panose="02020603050405020304" pitchFamily="18" charset="0"/>
              </a:rPr>
              <a:t>Thương người có mười bốn mối</a:t>
            </a:r>
            <a:endParaRPr lang="en-US" altLang="en-US" sz="495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4950" b="1" i="1" dirty="0">
                <a:solidFill>
                  <a:srgbClr val="FF0000"/>
                </a:solidFill>
                <a:latin typeface="Times New Roman" panose="02020603050405020304" pitchFamily="18" charset="0"/>
                <a:cs typeface="Times New Roman" panose="02020603050405020304" pitchFamily="18" charset="0"/>
              </a:rPr>
              <a:t>Thương xác bảy mối:</a:t>
            </a:r>
            <a:endParaRPr lang="vi-VN" altLang="en-US" sz="49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nhất: </a:t>
            </a:r>
            <a:r>
              <a:rPr lang="vi-VN" altLang="en-US" sz="6450" b="1" dirty="0">
                <a:solidFill>
                  <a:schemeClr val="tx1"/>
                </a:solidFill>
                <a:latin typeface="Times New Roman" panose="02020603050405020304" pitchFamily="18" charset="0"/>
                <a:cs typeface="Times New Roman" panose="02020603050405020304" pitchFamily="18" charset="0"/>
              </a:rPr>
              <a:t>Cho kẻ đói ăn</a:t>
            </a:r>
            <a:endParaRPr lang="vi-VN" altLang="en-US" sz="645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450" b="1" dirty="0">
                <a:solidFill>
                  <a:srgbClr val="FF0000"/>
                </a:solidFill>
                <a:latin typeface="Times New Roman" panose="02020603050405020304" pitchFamily="18" charset="0"/>
                <a:cs typeface="Times New Roman" panose="02020603050405020304" pitchFamily="18" charset="0"/>
              </a:rPr>
              <a:t>Thứ hai: </a:t>
            </a:r>
            <a:r>
              <a:rPr lang="vi-VN" altLang="en-US" sz="6450" b="1" dirty="0">
                <a:solidFill>
                  <a:schemeClr val="tx1"/>
                </a:solidFill>
                <a:latin typeface="Times New Roman" panose="02020603050405020304" pitchFamily="18" charset="0"/>
                <a:cs typeface="Times New Roman" panose="02020603050405020304" pitchFamily="18" charset="0"/>
              </a:rPr>
              <a:t>Cho kẻ khát uống</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F76B668E-C196-E29B-D15F-AFB22C66E040}"/>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vi-VN" altLang="en-US" sz="7200" b="1" dirty="0">
                <a:solidFill>
                  <a:schemeClr val="tx1"/>
                </a:solidFill>
                <a:latin typeface="Times New Roman" panose="02020603050405020304" pitchFamily="18" charset="0"/>
                <a:cs typeface="Times New Roman" panose="02020603050405020304" pitchFamily="18" charset="0"/>
              </a:rPr>
              <a:t>Cho kẻ rách rưới ăn mặc</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Viếng kẻ liệt cùng kẻ tù rạc</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662F0F59-F73C-087E-1261-EE0E44712400}"/>
              </a:ext>
            </a:extLst>
          </p:cNvPr>
          <p:cNvSpPr>
            <a:spLocks noGrp="1" noChangeArrowheads="1"/>
          </p:cNvSpPr>
          <p:nvPr>
            <p:ph type="subTitle" idx="1"/>
          </p:nvPr>
        </p:nvSpPr>
        <p:spPr>
          <a:xfrm>
            <a:off x="0" y="0"/>
            <a:ext cx="9144000" cy="5143500"/>
          </a:xfrm>
          <a:solidFill>
            <a:schemeClr val="bg1"/>
          </a:solidFill>
        </p:spPr>
        <p:txBody>
          <a:bodyPr>
            <a:noAutofit/>
          </a:bodyPr>
          <a:lstStyle/>
          <a:p>
            <a:pPr algn="l" eaLnBrk="1" hangingPunct="1">
              <a:defRPr/>
            </a:pPr>
            <a:endParaRPr lang="en-US" altLang="en-US" sz="1400" b="1" dirty="0">
              <a:solidFill>
                <a:srgbClr val="FF0000"/>
              </a:solidFill>
              <a:latin typeface="Times New Roman" panose="02020603050405020304" pitchFamily="18" charset="0"/>
              <a:cs typeface="Times New Roman" panose="02020603050405020304" pitchFamily="18" charset="0"/>
            </a:endParaRP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Cho khách</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đỗ</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nhà</a:t>
            </a:r>
          </a:p>
          <a:p>
            <a:pPr algn="l"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Chuộc kẻ làm tôi</a:t>
            </a:r>
          </a:p>
          <a:p>
            <a:pPr algn="l"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a:t>
            </a:r>
            <a:r>
              <a:rPr lang="vi-VN" altLang="en-US" sz="5400" b="1" dirty="0">
                <a:solidFill>
                  <a:srgbClr val="FF0000"/>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Chôn xác kẻ</a:t>
            </a:r>
            <a:r>
              <a:rPr lang="en-US" altLang="en-US" sz="6200" b="1" dirty="0">
                <a:solidFill>
                  <a:schemeClr val="tx1"/>
                </a:solidFill>
                <a:latin typeface="Times New Roman" panose="02020603050405020304" pitchFamily="18" charset="0"/>
                <a:cs typeface="Times New Roman" panose="02020603050405020304" pitchFamily="18" charset="0"/>
              </a:rPr>
              <a:t> </a:t>
            </a:r>
            <a:r>
              <a:rPr lang="vi-VN" altLang="en-US" sz="6200" b="1" dirty="0">
                <a:solidFill>
                  <a:schemeClr val="tx1"/>
                </a:solidFill>
                <a:latin typeface="Times New Roman" panose="02020603050405020304" pitchFamily="18" charset="0"/>
                <a:cs typeface="Times New Roman" panose="02020603050405020304" pitchFamily="18" charset="0"/>
              </a:rPr>
              <a:t>chết</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66FF892-2DFC-35F5-832D-65ECBE15DADD}"/>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825"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en-US" altLang="en-US" sz="5400" b="1" i="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5400" b="1" i="1" dirty="0">
                <a:solidFill>
                  <a:srgbClr val="FF0000"/>
                </a:solidFill>
                <a:latin typeface="Times New Roman" panose="02020603050405020304" pitchFamily="18" charset="0"/>
                <a:cs typeface="Times New Roman" panose="02020603050405020304" pitchFamily="18" charset="0"/>
              </a:rPr>
              <a:t>Thương linh hồn bảy mối:</a:t>
            </a:r>
            <a:endParaRPr lang="en-US" altLang="en-US" sz="5400" b="1" i="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nhất: </a:t>
            </a:r>
            <a:r>
              <a:rPr lang="vi-VN" altLang="en-US" sz="6600" b="1" dirty="0">
                <a:solidFill>
                  <a:schemeClr val="tx1"/>
                </a:solidFill>
                <a:latin typeface="Times New Roman" panose="02020603050405020304" pitchFamily="18" charset="0"/>
                <a:cs typeface="Times New Roman" panose="02020603050405020304" pitchFamily="18" charset="0"/>
              </a:rPr>
              <a:t>Lấy lời lành</a:t>
            </a:r>
            <a:r>
              <a:rPr lang="en-US" altLang="en-US" sz="6600" b="1" dirty="0">
                <a:solidFill>
                  <a:schemeClr val="tx1"/>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khuyên người</a:t>
            </a:r>
            <a:endParaRPr lang="vi-VN" altLang="en-US" sz="6600" b="1" dirty="0">
              <a:solidFill>
                <a:schemeClr val="bg1">
                  <a:lumMod val="10000"/>
                  <a:lumOff val="90000"/>
                </a:schemeClr>
              </a:solidFill>
              <a:latin typeface="Times New Roman" panose="02020603050405020304" pitchFamily="18" charset="0"/>
              <a:cs typeface="Times New Roman" panose="02020603050405020304" pitchFamily="18" charset="0"/>
            </a:endParaRPr>
          </a:p>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hai: </a:t>
            </a:r>
            <a:r>
              <a:rPr lang="vi-VN" altLang="en-US" sz="6600" b="1" dirty="0">
                <a:solidFill>
                  <a:schemeClr val="tx1"/>
                </a:solidFill>
                <a:latin typeface="Times New Roman" panose="02020603050405020304" pitchFamily="18" charset="0"/>
                <a:cs typeface="Times New Roman" panose="02020603050405020304" pitchFamily="18" charset="0"/>
              </a:rPr>
              <a:t>Mở d</a:t>
            </a:r>
            <a:r>
              <a:rPr lang="en-US" altLang="en-US" sz="6600" b="1" dirty="0">
                <a:solidFill>
                  <a:schemeClr val="tx1"/>
                </a:solidFill>
                <a:latin typeface="Times New Roman" panose="02020603050405020304" pitchFamily="18" charset="0"/>
                <a:cs typeface="Times New Roman" panose="02020603050405020304" pitchFamily="18" charset="0"/>
              </a:rPr>
              <a:t>ạ</a:t>
            </a:r>
            <a:r>
              <a:rPr lang="vi-VN" altLang="en-US" sz="6600" b="1" dirty="0">
                <a:solidFill>
                  <a:schemeClr val="tx1"/>
                </a:solidFill>
                <a:latin typeface="Times New Roman" panose="02020603050405020304" pitchFamily="18" charset="0"/>
                <a:cs typeface="Times New Roman" panose="02020603050405020304" pitchFamily="18" charset="0"/>
              </a:rPr>
              <a:t>y kẻ mê muội</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D09B7431-80A5-5A29-5F59-7AE97BB61221}"/>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endParaRPr lang="en-US" altLang="en-US" sz="2400"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ba: </a:t>
            </a:r>
            <a:r>
              <a:rPr lang="en-US" altLang="en-US" sz="7200" b="1" dirty="0">
                <a:solidFill>
                  <a:schemeClr val="tx1"/>
                </a:solidFill>
                <a:latin typeface="Times New Roman" panose="02020603050405020304" pitchFamily="18" charset="0"/>
                <a:cs typeface="Times New Roman" panose="02020603050405020304" pitchFamily="18" charset="0"/>
              </a:rPr>
              <a:t>An</a:t>
            </a:r>
            <a:r>
              <a:rPr lang="vi-VN" altLang="en-US" sz="7200" b="1" dirty="0">
                <a:solidFill>
                  <a:schemeClr val="tx1"/>
                </a:solidFill>
                <a:latin typeface="Times New Roman" panose="02020603050405020304" pitchFamily="18" charset="0"/>
                <a:cs typeface="Times New Roman" panose="02020603050405020304" pitchFamily="18" charset="0"/>
              </a:rPr>
              <a:t> ủi kẻ âu lo</a:t>
            </a:r>
            <a:endParaRPr lang="en-US" altLang="en-US" sz="72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br>
              <a:rPr lang="en-US" altLang="en-US" sz="7200" b="1" dirty="0">
                <a:solidFill>
                  <a:srgbClr val="FF0000"/>
                </a:solidFill>
                <a:latin typeface="Times New Roman" panose="02020603050405020304" pitchFamily="18" charset="0"/>
                <a:cs typeface="Times New Roman" panose="02020603050405020304" pitchFamily="18" charset="0"/>
              </a:rPr>
            </a:br>
            <a:r>
              <a:rPr lang="vi-VN" altLang="en-US" sz="7200" b="1" dirty="0">
                <a:solidFill>
                  <a:srgbClr val="FF0000"/>
                </a:solidFill>
                <a:latin typeface="Times New Roman" panose="02020603050405020304" pitchFamily="18" charset="0"/>
                <a:cs typeface="Times New Roman" panose="02020603050405020304" pitchFamily="18" charset="0"/>
              </a:rPr>
              <a:t>Thứ bốn: </a:t>
            </a:r>
            <a:r>
              <a:rPr lang="vi-VN" altLang="en-US" sz="7200" b="1" dirty="0">
                <a:solidFill>
                  <a:schemeClr val="tx1"/>
                </a:solidFill>
                <a:latin typeface="Times New Roman" panose="02020603050405020304" pitchFamily="18" charset="0"/>
                <a:cs typeface="Times New Roman" panose="02020603050405020304" pitchFamily="18" charset="0"/>
              </a:rPr>
              <a:t>Răn bảo kẻ có tội</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E0D3BF3-E3D0-B397-F77F-20BAF3B2FA4A}"/>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năm: </a:t>
            </a:r>
            <a:r>
              <a:rPr lang="vi-VN" altLang="en-US" sz="6200" b="1" dirty="0">
                <a:solidFill>
                  <a:schemeClr val="tx1"/>
                </a:solidFill>
                <a:latin typeface="Times New Roman" panose="02020603050405020304" pitchFamily="18" charset="0"/>
                <a:cs typeface="Times New Roman" panose="02020603050405020304" pitchFamily="18" charset="0"/>
              </a:rPr>
              <a:t>Tha kẻ dể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sáu: </a:t>
            </a:r>
            <a:r>
              <a:rPr lang="vi-VN" altLang="en-US" sz="6200" b="1" dirty="0">
                <a:solidFill>
                  <a:schemeClr val="tx1"/>
                </a:solidFill>
                <a:latin typeface="Times New Roman" panose="02020603050405020304" pitchFamily="18" charset="0"/>
                <a:cs typeface="Times New Roman" panose="02020603050405020304" pitchFamily="18" charset="0"/>
              </a:rPr>
              <a:t>Nhịn kẻ mất lòng ta</a:t>
            </a:r>
          </a:p>
          <a:p>
            <a:pPr algn="just" eaLnBrk="1" hangingPunct="1">
              <a:defRPr/>
            </a:pPr>
            <a:r>
              <a:rPr lang="vi-VN" altLang="en-US" sz="6200" b="1" dirty="0">
                <a:solidFill>
                  <a:srgbClr val="FF0000"/>
                </a:solidFill>
                <a:latin typeface="Times New Roman" panose="02020603050405020304" pitchFamily="18" charset="0"/>
                <a:cs typeface="Times New Roman" panose="02020603050405020304" pitchFamily="18" charset="0"/>
              </a:rPr>
              <a:t>Thứ bảy: </a:t>
            </a:r>
            <a:r>
              <a:rPr lang="vi-VN" altLang="en-US" sz="6200" b="1" dirty="0">
                <a:solidFill>
                  <a:schemeClr val="tx1"/>
                </a:solidFill>
                <a:latin typeface="Times New Roman" panose="02020603050405020304" pitchFamily="18" charset="0"/>
                <a:cs typeface="Times New Roman" panose="02020603050405020304" pitchFamily="18" charset="0"/>
              </a:rPr>
              <a:t>Cầu cho kẻ sống và kẻ chết</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EA9068C9-9945-05A1-E593-DF0FB5AFE597}"/>
              </a:ext>
            </a:extLst>
          </p:cNvPr>
          <p:cNvSpPr>
            <a:spLocks noGrp="1" noChangeArrowheads="1"/>
          </p:cNvSpPr>
          <p:nvPr>
            <p:ph type="subTitle" idx="1"/>
          </p:nvPr>
        </p:nvSpPr>
        <p:spPr>
          <a:xfrm>
            <a:off x="0" y="0"/>
            <a:ext cx="9144000" cy="5143500"/>
          </a:xfrm>
          <a:solidFill>
            <a:schemeClr val="bg1"/>
          </a:solidFill>
        </p:spPr>
        <p:txBody>
          <a:bodyPr>
            <a:normAutofit fontScale="85000" lnSpcReduction="10000"/>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4950" b="1" dirty="0">
                <a:solidFill>
                  <a:srgbClr val="FF0000"/>
                </a:solidFill>
                <a:latin typeface="Times New Roman" panose="02020603050405020304" pitchFamily="18" charset="0"/>
                <a:cs typeface="Times New Roman" panose="02020603050405020304" pitchFamily="18" charset="0"/>
              </a:rPr>
              <a:t>Cải tội bảy mối có bảy đức</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nhất: </a:t>
            </a:r>
            <a:r>
              <a:rPr lang="vi-VN" altLang="en-US" sz="8500" b="1" dirty="0">
                <a:solidFill>
                  <a:schemeClr val="tx1"/>
                </a:solidFill>
                <a:latin typeface="Times New Roman" panose="02020603050405020304" pitchFamily="18" charset="0"/>
                <a:cs typeface="Times New Roman" panose="02020603050405020304" pitchFamily="18" charset="0"/>
              </a:rPr>
              <a:t>Khiêm như</a:t>
            </a:r>
            <a:r>
              <a:rPr lang="en-US" altLang="en-US" sz="8500" b="1" dirty="0">
                <a:solidFill>
                  <a:schemeClr val="tx1"/>
                </a:solidFill>
                <a:latin typeface="Times New Roman" panose="02020603050405020304" pitchFamily="18" charset="0"/>
                <a:cs typeface="Times New Roman" panose="02020603050405020304" pitchFamily="18" charset="0"/>
              </a:rPr>
              <a:t>ợ</a:t>
            </a:r>
            <a:r>
              <a:rPr lang="vi-VN" altLang="en-US" sz="8500" b="1" dirty="0" err="1">
                <a:solidFill>
                  <a:schemeClr val="tx1"/>
                </a:solidFill>
                <a:latin typeface="Times New Roman" panose="02020603050405020304" pitchFamily="18" charset="0"/>
                <a:cs typeface="Times New Roman" panose="02020603050405020304" pitchFamily="18" charset="0"/>
              </a:rPr>
              <a:t>ng</a:t>
            </a:r>
            <a:r>
              <a:rPr lang="vi-VN" altLang="en-US" sz="8500" b="1" dirty="0">
                <a:solidFill>
                  <a:schemeClr val="tx1"/>
                </a:solidFill>
                <a:latin typeface="Times New Roman" panose="02020603050405020304" pitchFamily="18" charset="0"/>
                <a:cs typeface="Times New Roman" panose="02020603050405020304" pitchFamily="18" charset="0"/>
              </a:rPr>
              <a:t>, chớ kiêu ngạo</a:t>
            </a:r>
          </a:p>
          <a:p>
            <a:pPr algn="l" eaLnBrk="1" hangingPunct="1">
              <a:defRPr/>
            </a:pPr>
            <a:r>
              <a:rPr lang="vi-VN" altLang="en-US" sz="8500" b="1" dirty="0">
                <a:solidFill>
                  <a:srgbClr val="FF0000"/>
                </a:solidFill>
                <a:latin typeface="Times New Roman" panose="02020603050405020304" pitchFamily="18" charset="0"/>
                <a:cs typeface="Times New Roman" panose="02020603050405020304" pitchFamily="18" charset="0"/>
              </a:rPr>
              <a:t>Thứ hai: </a:t>
            </a:r>
            <a:r>
              <a:rPr lang="vi-VN" altLang="en-US" sz="8500" b="1" dirty="0">
                <a:solidFill>
                  <a:schemeClr val="tx1"/>
                </a:solidFill>
                <a:latin typeface="Times New Roman" panose="02020603050405020304" pitchFamily="18" charset="0"/>
                <a:cs typeface="Times New Roman" panose="02020603050405020304" pitchFamily="18" charset="0"/>
              </a:rPr>
              <a:t>Rộng rãi, chớ hà tiện</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B9A6706-C428-3E6A-5662-C680C893E988}"/>
              </a:ext>
            </a:extLst>
          </p:cNvPr>
          <p:cNvSpPr>
            <a:spLocks noGrp="1" noChangeArrowheads="1"/>
          </p:cNvSpPr>
          <p:nvPr>
            <p:ph type="subTitle" idx="1"/>
          </p:nvPr>
        </p:nvSpPr>
        <p:spPr>
          <a:xfrm>
            <a:off x="0" y="0"/>
            <a:ext cx="9144000" cy="5143500"/>
          </a:xfrm>
          <a:solidFill>
            <a:schemeClr val="bg1"/>
          </a:solidFill>
        </p:spPr>
        <p:txBody>
          <a:bodyPr>
            <a:normAutofit fontScale="92500" lnSpcReduction="20000"/>
          </a:bodyPr>
          <a:lstStyle/>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ba: </a:t>
            </a:r>
            <a:r>
              <a:rPr lang="vi-VN" altLang="en-US" sz="6500" b="1" dirty="0">
                <a:solidFill>
                  <a:schemeClr val="tx1"/>
                </a:solidFill>
                <a:latin typeface="Times New Roman" panose="02020603050405020304" pitchFamily="18" charset="0"/>
                <a:cs typeface="Times New Roman" panose="02020603050405020304" pitchFamily="18" charset="0"/>
              </a:rPr>
              <a:t>Giữ mình sạch sẽ, chớ mê dâm dục</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bốn: </a:t>
            </a:r>
            <a:r>
              <a:rPr lang="vi-VN" altLang="en-US" sz="6500" b="1" dirty="0">
                <a:solidFill>
                  <a:schemeClr val="tx1"/>
                </a:solidFill>
                <a:latin typeface="Times New Roman" panose="02020603050405020304" pitchFamily="18" charset="0"/>
                <a:cs typeface="Times New Roman" panose="02020603050405020304" pitchFamily="18" charset="0"/>
              </a:rPr>
              <a:t>Hay nhịn, Chớ hờn giận</a:t>
            </a:r>
            <a:endParaRPr lang="en-US" altLang="en-US" sz="6500" b="1" dirty="0">
              <a:solidFill>
                <a:schemeClr val="tx1"/>
              </a:solidFill>
              <a:latin typeface="Times New Roman" panose="02020603050405020304" pitchFamily="18" charset="0"/>
              <a:cs typeface="Times New Roman" panose="02020603050405020304" pitchFamily="18" charset="0"/>
            </a:endParaRPr>
          </a:p>
          <a:p>
            <a:pPr algn="just" eaLnBrk="1" hangingPunct="1">
              <a:defRPr/>
            </a:pPr>
            <a:r>
              <a:rPr lang="vi-VN" altLang="en-US" sz="6500" b="1" dirty="0">
                <a:solidFill>
                  <a:srgbClr val="FF0000"/>
                </a:solidFill>
                <a:latin typeface="Times New Roman" panose="02020603050405020304" pitchFamily="18" charset="0"/>
                <a:cs typeface="Times New Roman" panose="02020603050405020304" pitchFamily="18" charset="0"/>
              </a:rPr>
              <a:t>Thứ năm: </a:t>
            </a:r>
            <a:r>
              <a:rPr lang="vi-VN" altLang="en-US" sz="6500" b="1" dirty="0">
                <a:solidFill>
                  <a:schemeClr val="tx1"/>
                </a:solidFill>
                <a:latin typeface="Times New Roman" panose="02020603050405020304" pitchFamily="18" charset="0"/>
                <a:cs typeface="Times New Roman" panose="02020603050405020304" pitchFamily="18" charset="0"/>
              </a:rPr>
              <a:t>Kiêng bớt, chớ mê ăn uống</a:t>
            </a: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vi-VN" altLang="en-US" sz="1350" b="1" dirty="0">
              <a:solidFill>
                <a:schemeClr val="tx1"/>
              </a:solidFill>
              <a:latin typeface="Times New Roman" panose="02020603050405020304" pitchFamily="18" charset="0"/>
              <a:cs typeface="Times New Roman" panose="02020603050405020304" pitchFamily="18" charset="0"/>
            </a:endParaRP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433D330E-1ADA-A91D-179B-B45C0AD17696}"/>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sáu: </a:t>
            </a:r>
            <a:r>
              <a:rPr lang="vi-VN" altLang="en-US" sz="6600" b="1" dirty="0">
                <a:solidFill>
                  <a:schemeClr val="tx1"/>
                </a:solidFill>
                <a:latin typeface="Times New Roman" panose="02020603050405020304" pitchFamily="18" charset="0"/>
                <a:cs typeface="Times New Roman" panose="02020603050405020304" pitchFamily="18" charset="0"/>
              </a:rPr>
              <a:t>Yêu người, chớ ghen ghét</a:t>
            </a: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bảy: </a:t>
            </a:r>
            <a:r>
              <a:rPr lang="vi-VN" altLang="en-US" sz="6600" b="1" dirty="0">
                <a:solidFill>
                  <a:schemeClr val="tx1"/>
                </a:solidFill>
                <a:latin typeface="Times New Roman" panose="02020603050405020304" pitchFamily="18" charset="0"/>
                <a:cs typeface="Times New Roman" panose="02020603050405020304" pitchFamily="18" charset="0"/>
              </a:rPr>
              <a:t>Siêng năng việc Đức Chúa Trời, chớ làm biếng</a:t>
            </a:r>
          </a:p>
          <a:p>
            <a:pPr eaLnBrk="1" hangingPunct="1">
              <a:defRPr/>
            </a:pPr>
            <a:endParaRPr lang="en-US" altLang="en-US" sz="1275"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B29CBAD3-9A59-1290-3F2E-48D6B157815B}"/>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en-US" altLang="en-US" sz="495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Phước</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Thật</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Tám</a:t>
            </a:r>
            <a:r>
              <a:rPr lang="en-US" altLang="en-US" sz="5400" b="1" dirty="0">
                <a:solidFill>
                  <a:srgbClr val="FF0000"/>
                </a:solidFill>
                <a:latin typeface="Times New Roman" panose="02020603050405020304" pitchFamily="18" charset="0"/>
                <a:cs typeface="Times New Roman" panose="02020603050405020304" pitchFamily="18" charset="0"/>
              </a:rPr>
              <a:t> </a:t>
            </a:r>
            <a:r>
              <a:rPr lang="en-US" altLang="en-US" sz="5400" b="1" dirty="0" err="1">
                <a:solidFill>
                  <a:srgbClr val="FF0000"/>
                </a:solidFill>
                <a:latin typeface="Times New Roman" panose="02020603050405020304" pitchFamily="18" charset="0"/>
                <a:cs typeface="Times New Roman" panose="02020603050405020304" pitchFamily="18" charset="0"/>
              </a:rPr>
              <a:t>Mối</a:t>
            </a:r>
            <a:endParaRPr lang="en-US" altLang="en-US" b="1" dirty="0">
              <a:solidFill>
                <a:srgbClr val="FF0000"/>
              </a:solidFill>
              <a:latin typeface="Times New Roman" panose="02020603050405020304" pitchFamily="18" charset="0"/>
              <a:cs typeface="Times New Roman" panose="02020603050405020304" pitchFamily="18" charset="0"/>
            </a:endParaRPr>
          </a:p>
          <a:p>
            <a:pPr algn="just" eaLnBrk="1" hangingPunct="1">
              <a:defRPr/>
            </a:pPr>
            <a:r>
              <a:rPr lang="vi-VN" altLang="en-US" sz="6000" b="1" dirty="0">
                <a:solidFill>
                  <a:srgbClr val="FF0000"/>
                </a:solidFill>
                <a:latin typeface="Times New Roman" panose="02020603050405020304" pitchFamily="18" charset="0"/>
                <a:cs typeface="Times New Roman" panose="02020603050405020304" pitchFamily="18" charset="0"/>
              </a:rPr>
              <a:t>Thứ nhất:</a:t>
            </a:r>
            <a:r>
              <a:rPr lang="vi-VN" altLang="en-US" sz="6000" b="1" dirty="0">
                <a:solidFill>
                  <a:schemeClr val="bg1">
                    <a:lumMod val="10000"/>
                    <a:lumOff val="90000"/>
                  </a:schemeClr>
                </a:solidFill>
                <a:latin typeface="Times New Roman" panose="02020603050405020304" pitchFamily="18" charset="0"/>
                <a:cs typeface="Times New Roman" panose="02020603050405020304" pitchFamily="18" charset="0"/>
              </a:rPr>
              <a:t>	</a:t>
            </a:r>
            <a:r>
              <a:rPr lang="vi-VN" altLang="en-US" sz="6000" b="1" dirty="0">
                <a:solidFill>
                  <a:schemeClr val="tx1"/>
                </a:solidFill>
                <a:latin typeface="Times New Roman" panose="02020603050405020304" pitchFamily="18" charset="0"/>
                <a:cs typeface="Times New Roman" panose="02020603050405020304" pitchFamily="18" charset="0"/>
              </a:rPr>
              <a:t>Ai có lòng khó khăn, ấy là </a:t>
            </a:r>
            <a:r>
              <a:rPr lang="vi-VN" altLang="en-US" sz="6000" b="1" dirty="0" err="1">
                <a:solidFill>
                  <a:schemeClr val="tx1"/>
                </a:solidFill>
                <a:latin typeface="Times New Roman" panose="02020603050405020304" pitchFamily="18" charset="0"/>
                <a:cs typeface="Times New Roman" panose="02020603050405020304" pitchFamily="18" charset="0"/>
              </a:rPr>
              <a:t>ph</a:t>
            </a:r>
            <a:r>
              <a:rPr lang="en-US" altLang="en-US" sz="6000" b="1" dirty="0" err="1">
                <a:solidFill>
                  <a:schemeClr val="tx1"/>
                </a:solidFill>
                <a:latin typeface="Times New Roman" panose="02020603050405020304" pitchFamily="18" charset="0"/>
                <a:cs typeface="Times New Roman" panose="02020603050405020304" pitchFamily="18" charset="0"/>
              </a:rPr>
              <a:t>úc</a:t>
            </a:r>
            <a:r>
              <a:rPr lang="vi-VN" altLang="en-US" sz="6000" b="1" dirty="0">
                <a:solidFill>
                  <a:schemeClr val="tx1"/>
                </a:solidFill>
                <a:latin typeface="Times New Roman" panose="02020603050405020304" pitchFamily="18" charset="0"/>
                <a:cs typeface="Times New Roman" panose="02020603050405020304" pitchFamily="18" charset="0"/>
              </a:rPr>
              <a:t> thật, vì chưng nước Đức Chúa Trời là của mình vậy.</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24DA8356-44F2-FA16-4947-37F52C5817CB}"/>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hai: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hiền lành, ấy là </a:t>
            </a:r>
            <a:r>
              <a:rPr lang="vi-VN" altLang="en-US" sz="7200" b="1" dirty="0" err="1">
                <a:solidFill>
                  <a:schemeClr val="tx1"/>
                </a:solidFill>
                <a:latin typeface="Times New Roman" panose="02020603050405020304" pitchFamily="18" charset="0"/>
                <a:cs typeface="Times New Roman" panose="02020603050405020304" pitchFamily="18" charset="0"/>
              </a:rPr>
              <a:t>ph</a:t>
            </a:r>
            <a:r>
              <a:rPr lang="en-US" altLang="en-US" sz="7200" b="1" dirty="0" err="1">
                <a:solidFill>
                  <a:schemeClr val="tx1"/>
                </a:solidFill>
                <a:latin typeface="Times New Roman" panose="02020603050405020304" pitchFamily="18" charset="0"/>
                <a:cs typeface="Times New Roman" panose="02020603050405020304" pitchFamily="18" charset="0"/>
              </a:rPr>
              <a:t>úc</a:t>
            </a:r>
            <a:r>
              <a:rPr lang="vi-VN" altLang="en-US" sz="7200" b="1" dirty="0">
                <a:solidFill>
                  <a:schemeClr val="tx1"/>
                </a:solidFill>
                <a:latin typeface="Times New Roman" panose="02020603050405020304" pitchFamily="18" charset="0"/>
                <a:cs typeface="Times New Roman" panose="02020603050405020304" pitchFamily="18" charset="0"/>
              </a:rPr>
              <a:t> thật, vì chưng sẽ được đất Đức Chúa Trời làm của mình vậy.</a:t>
            </a:r>
            <a:endParaRPr lang="en-US" altLang="en-US" sz="16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Subtitle 2">
            <a:extLst>
              <a:ext uri="{FF2B5EF4-FFF2-40B4-BE49-F238E27FC236}">
                <a16:creationId xmlns:a16="http://schemas.microsoft.com/office/drawing/2014/main" id="{7897A9CE-D9A3-DFCA-186C-54A0F3C6308C}"/>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vi-VN" altLang="en-US" sz="8000" b="1" dirty="0">
                <a:solidFill>
                  <a:srgbClr val="FF0000"/>
                </a:solidFill>
                <a:latin typeface="Times New Roman" panose="02020603050405020304" pitchFamily="18" charset="0"/>
                <a:cs typeface="Times New Roman" panose="02020603050405020304" pitchFamily="18" charset="0"/>
              </a:rPr>
              <a:t>Thứ ba:</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khóc lóc, ấy là phúc thật, vì chưng sẽ được yên ủi vậy.</a:t>
            </a:r>
            <a:endParaRPr lang="en-US" altLang="en-US" sz="18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Subtitle 2">
            <a:extLst>
              <a:ext uri="{FF2B5EF4-FFF2-40B4-BE49-F238E27FC236}">
                <a16:creationId xmlns:a16="http://schemas.microsoft.com/office/drawing/2014/main" id="{1F9C0583-6028-786C-0F2C-B6F74164672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200" b="1" dirty="0">
                <a:solidFill>
                  <a:srgbClr val="FF0000"/>
                </a:solidFill>
                <a:latin typeface="Times New Roman" panose="02020603050405020304" pitchFamily="18" charset="0"/>
                <a:cs typeface="Times New Roman" panose="02020603050405020304" pitchFamily="18" charset="0"/>
              </a:rPr>
              <a:t>Thứ bốn:</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khao khát nhân đức trọn lành, ấy là phúc thật, vì chưng sẽ được no đủ vậy.</a:t>
            </a:r>
            <a:endParaRPr lang="en-US" altLang="en-US" sz="16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8CAC1D55-A1D3-AA61-1F0B-406CD71DF7FD}"/>
              </a:ext>
            </a:extLst>
          </p:cNvPr>
          <p:cNvSpPr>
            <a:spLocks noGrp="1" noChangeArrowheads="1"/>
          </p:cNvSpPr>
          <p:nvPr>
            <p:ph type="subTitle" idx="1"/>
          </p:nvPr>
        </p:nvSpPr>
        <p:spPr>
          <a:xfrm>
            <a:off x="0" y="0"/>
            <a:ext cx="9144000" cy="5143500"/>
          </a:xfrm>
          <a:solidFill>
            <a:schemeClr val="bg1"/>
          </a:solidFill>
        </p:spPr>
        <p:txBody>
          <a:bodyPr>
            <a:normAutofit fontScale="92500"/>
          </a:bodyPr>
          <a:lstStyle/>
          <a:p>
            <a:pPr algn="just" eaLnBrk="1" hangingPunct="1">
              <a:defRPr/>
            </a:pPr>
            <a:r>
              <a:rPr lang="vi-VN" altLang="en-US" sz="8000" b="1" dirty="0">
                <a:solidFill>
                  <a:srgbClr val="FF0000"/>
                </a:solidFill>
                <a:latin typeface="Times New Roman" panose="02020603050405020304" pitchFamily="18" charset="0"/>
                <a:cs typeface="Times New Roman" panose="02020603050405020304" pitchFamily="18" charset="0"/>
              </a:rPr>
              <a:t>Thứ năm:</a:t>
            </a:r>
            <a:r>
              <a:rPr lang="vi-VN" altLang="en-US" sz="8000" b="1" dirty="0">
                <a:solidFill>
                  <a:srgbClr val="FFC000"/>
                </a:solidFill>
                <a:latin typeface="Times New Roman" panose="02020603050405020304" pitchFamily="18" charset="0"/>
                <a:cs typeface="Times New Roman" panose="02020603050405020304" pitchFamily="18" charset="0"/>
              </a:rPr>
              <a:t>	</a:t>
            </a:r>
            <a:r>
              <a:rPr lang="vi-VN" altLang="en-US" sz="8000" b="1" dirty="0">
                <a:solidFill>
                  <a:schemeClr val="tx1"/>
                </a:solidFill>
                <a:latin typeface="Times New Roman" panose="02020603050405020304" pitchFamily="18" charset="0"/>
                <a:cs typeface="Times New Roman" panose="02020603050405020304" pitchFamily="18" charset="0"/>
              </a:rPr>
              <a:t>Ai thương xót người, ấy là phúc thật, vì chưng mình sẽ được thương xót vậy.</a:t>
            </a:r>
            <a:endParaRPr lang="en-US" altLang="en-US" sz="8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ubtitle 2">
            <a:extLst>
              <a:ext uri="{FF2B5EF4-FFF2-40B4-BE49-F238E27FC236}">
                <a16:creationId xmlns:a16="http://schemas.microsoft.com/office/drawing/2014/main" id="{4999B0E5-5D06-2694-2C01-33327C15E3DC}"/>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rgbClr val="FF0000"/>
                </a:solidFill>
                <a:latin typeface="Times New Roman" panose="02020603050405020304" pitchFamily="18" charset="0"/>
                <a:cs typeface="Times New Roman" panose="02020603050405020304" pitchFamily="18" charset="0"/>
              </a:rPr>
              <a:t>Thứ sáu:</a:t>
            </a:r>
            <a:r>
              <a:rPr lang="vi-VN" altLang="en-US" sz="7200" b="1" dirty="0">
                <a:solidFill>
                  <a:srgbClr val="FFC000"/>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Ai giữ lòng sạch sẽ, ấy là phúc thật, vì chưng sẽ được thấy mặt Đức Chúa Trời vậy.</a:t>
            </a:r>
          </a:p>
          <a:p>
            <a:pPr eaLnBrk="1" hangingPunct="1">
              <a:defRPr/>
            </a:pPr>
            <a:endParaRPr lang="en-US" altLang="en-US" sz="1275"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ubtitle 2">
            <a:extLst>
              <a:ext uri="{FF2B5EF4-FFF2-40B4-BE49-F238E27FC236}">
                <a16:creationId xmlns:a16="http://schemas.microsoft.com/office/drawing/2014/main" id="{0EBC0F20-DD81-3105-D8C6-A7937474A117}"/>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bảy:</a:t>
            </a:r>
            <a:r>
              <a:rPr lang="vi-VN" altLang="en-US" sz="6600" b="1" dirty="0">
                <a:solidFill>
                  <a:schemeClr val="tx1"/>
                </a:solidFill>
                <a:latin typeface="Times New Roman" panose="02020603050405020304" pitchFamily="18" charset="0"/>
                <a:cs typeface="Times New Roman" panose="02020603050405020304" pitchFamily="18" charset="0"/>
              </a:rPr>
              <a:t>	Ai làm cho người hòa thuận, ấy là phúc thật, vì chưng sẽ được gọi là con Đức Chúa Trời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ubtitle 2">
            <a:extLst>
              <a:ext uri="{FF2B5EF4-FFF2-40B4-BE49-F238E27FC236}">
                <a16:creationId xmlns:a16="http://schemas.microsoft.com/office/drawing/2014/main" id="{E52F8858-16E8-FD5D-17B5-C5641CE3D4E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defRPr/>
            </a:pPr>
            <a:r>
              <a:rPr lang="vi-VN" altLang="en-US" sz="6600" b="1" dirty="0">
                <a:solidFill>
                  <a:srgbClr val="FF0000"/>
                </a:solidFill>
                <a:latin typeface="Times New Roman" panose="02020603050405020304" pitchFamily="18" charset="0"/>
                <a:cs typeface="Times New Roman" panose="02020603050405020304" pitchFamily="18" charset="0"/>
              </a:rPr>
              <a:t>Thứ tám:</a:t>
            </a:r>
            <a:r>
              <a:rPr lang="vi-VN" altLang="en-US" sz="6600" b="1" dirty="0">
                <a:solidFill>
                  <a:srgbClr val="FFC000"/>
                </a:solidFill>
                <a:latin typeface="Times New Roman" panose="02020603050405020304" pitchFamily="18" charset="0"/>
                <a:cs typeface="Times New Roman" panose="02020603050405020304" pitchFamily="18" charset="0"/>
              </a:rPr>
              <a:t>	</a:t>
            </a:r>
            <a:r>
              <a:rPr lang="vi-VN" altLang="en-US" sz="6600" b="1" dirty="0">
                <a:solidFill>
                  <a:schemeClr val="tx1"/>
                </a:solidFill>
                <a:latin typeface="Times New Roman" panose="02020603050405020304" pitchFamily="18" charset="0"/>
                <a:cs typeface="Times New Roman" panose="02020603050405020304" pitchFamily="18" charset="0"/>
              </a:rPr>
              <a:t>Ai chịu khốn nạn vì đạo ngay, ấy là phúc thật, vì chưng nước Đức Chúa Trời là của mình vậy.</a:t>
            </a:r>
          </a:p>
          <a:p>
            <a:pPr eaLnBrk="1" hangingPunct="1">
              <a:defRPr/>
            </a:pPr>
            <a:endParaRPr lang="en-US" altLang="en-US" sz="1400" dirty="0">
              <a:solidFill>
                <a:srgbClr val="FFC00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8B071663-4B6E-994B-582A-6E6D92613C37}"/>
              </a:ext>
            </a:extLst>
          </p:cNvPr>
          <p:cNvSpPr>
            <a:spLocks noGrp="1" noChangeArrowheads="1"/>
          </p:cNvSpPr>
          <p:nvPr>
            <p:ph type="subTitle" idx="1"/>
          </p:nvPr>
        </p:nvSpPr>
        <p:spPr>
          <a:xfrm>
            <a:off x="0" y="0"/>
            <a:ext cx="9144000" cy="5143500"/>
          </a:xfrm>
          <a:solidFill>
            <a:schemeClr val="bg1"/>
          </a:solidFill>
        </p:spPr>
        <p:txBody>
          <a:bodyPr>
            <a:normAutofit fontScale="92500" lnSpcReduction="10000"/>
          </a:bodyPr>
          <a:lstStyle/>
          <a:p>
            <a:pPr eaLnBrk="1" hangingPunct="1">
              <a:defRPr/>
            </a:pPr>
            <a:r>
              <a:rPr lang="en-US" altLang="en-US" sz="4500" b="1" dirty="0">
                <a:solidFill>
                  <a:srgbClr val="FF0000"/>
                </a:solidFill>
                <a:latin typeface="Times New Roman" panose="02020603050405020304" pitchFamily="18" charset="0"/>
                <a:cs typeface="Times New Roman" panose="02020603050405020304" pitchFamily="18" charset="0"/>
              </a:rPr>
              <a:t>KINH </a:t>
            </a:r>
            <a:r>
              <a:rPr lang="en-US" altLang="en-US" sz="4500" b="1" dirty="0" err="1">
                <a:solidFill>
                  <a:srgbClr val="FF0000"/>
                </a:solidFill>
                <a:latin typeface="Times New Roman" panose="02020603050405020304" pitchFamily="18" charset="0"/>
                <a:cs typeface="Times New Roman" panose="02020603050405020304" pitchFamily="18" charset="0"/>
              </a:rPr>
              <a:t>NĂM</a:t>
            </a:r>
            <a:r>
              <a:rPr lang="en-US" altLang="en-US" sz="4500" b="1" dirty="0">
                <a:solidFill>
                  <a:srgbClr val="FF0000"/>
                </a:solidFill>
                <a:latin typeface="Times New Roman" panose="02020603050405020304" pitchFamily="18" charset="0"/>
                <a:cs typeface="Times New Roman" panose="02020603050405020304" pitchFamily="18" charset="0"/>
              </a:rPr>
              <a:t> THÁNH 2025</a:t>
            </a:r>
            <a:endParaRPr lang="en-US" altLang="en-US" sz="1650" b="1" dirty="0">
              <a:solidFill>
                <a:srgbClr val="FFC000"/>
              </a:solidFill>
              <a:latin typeface="Times New Roman" panose="02020603050405020304" pitchFamily="18" charset="0"/>
              <a:cs typeface="Times New Roman" panose="02020603050405020304" pitchFamily="18" charset="0"/>
            </a:endParaRPr>
          </a:p>
          <a:p>
            <a:pPr algn="l" eaLnBrk="1" hangingPunct="1">
              <a:defRPr/>
            </a:pPr>
            <a:r>
              <a:rPr lang="vi-VN" altLang="en-US" sz="7600" b="1" dirty="0">
                <a:solidFill>
                  <a:schemeClr val="tx1"/>
                </a:solidFill>
                <a:latin typeface="Times New Roman" panose="02020603050405020304" pitchFamily="18" charset="0"/>
                <a:cs typeface="Times New Roman" panose="02020603050405020304" pitchFamily="18" charset="0"/>
              </a:rPr>
              <a:t>Lạy Cha trên trời,</a:t>
            </a:r>
            <a:r>
              <a:rPr lang="en-US" altLang="en-US" sz="7600" b="1" dirty="0">
                <a:solidFill>
                  <a:schemeClr val="tx1"/>
                </a:solidFill>
                <a:latin typeface="Times New Roman" panose="02020603050405020304" pitchFamily="18" charset="0"/>
                <a:cs typeface="Times New Roman" panose="02020603050405020304" pitchFamily="18" charset="0"/>
              </a:rPr>
              <a:t> </a:t>
            </a:r>
            <a:r>
              <a:rPr lang="vi-VN" altLang="en-US" sz="7600" b="1" dirty="0">
                <a:solidFill>
                  <a:schemeClr val="tx1"/>
                </a:solidFill>
                <a:latin typeface="Times New Roman" panose="02020603050405020304" pitchFamily="18" charset="0"/>
                <a:cs typeface="Times New Roman" panose="02020603050405020304" pitchFamily="18" charset="0"/>
              </a:rPr>
              <a:t>Xin cho ơn đức tin mà Cha ban tặng chúng con</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trong</a:t>
            </a:r>
            <a:r>
              <a:rPr lang="en-US" altLang="en-US" sz="7600" b="1" dirty="0">
                <a:solidFill>
                  <a:schemeClr val="tx1"/>
                </a:solidFill>
                <a:latin typeface="Times New Roman" panose="02020603050405020304" pitchFamily="18" charset="0"/>
                <a:cs typeface="Times New Roman" panose="02020603050405020304" pitchFamily="18" charset="0"/>
              </a:rPr>
              <a:t> Chúa </a:t>
            </a:r>
            <a:r>
              <a:rPr lang="en-US" altLang="en-US" sz="7600" b="1" dirty="0" err="1">
                <a:solidFill>
                  <a:schemeClr val="tx1"/>
                </a:solidFill>
                <a:latin typeface="Times New Roman" panose="02020603050405020304" pitchFamily="18" charset="0"/>
                <a:cs typeface="Times New Roman" panose="02020603050405020304" pitchFamily="18" charset="0"/>
              </a:rPr>
              <a:t>Giêsu</a:t>
            </a:r>
            <a:r>
              <a:rPr lang="en-US" altLang="en-US" sz="7600" b="1" dirty="0">
                <a:solidFill>
                  <a:schemeClr val="tx1"/>
                </a:solidFill>
                <a:latin typeface="Times New Roman" panose="02020603050405020304" pitchFamily="18" charset="0"/>
                <a:cs typeface="Times New Roman" panose="02020603050405020304" pitchFamily="18" charset="0"/>
              </a:rPr>
              <a:t> </a:t>
            </a:r>
            <a:r>
              <a:rPr lang="en-US" altLang="en-US" sz="7600" b="1" dirty="0" err="1">
                <a:solidFill>
                  <a:schemeClr val="tx1"/>
                </a:solidFill>
                <a:latin typeface="Times New Roman" panose="02020603050405020304" pitchFamily="18" charset="0"/>
                <a:cs typeface="Times New Roman" panose="02020603050405020304" pitchFamily="18" charset="0"/>
              </a:rPr>
              <a:t>Kitô</a:t>
            </a:r>
            <a:r>
              <a:rPr lang="en-US" altLang="en-US" sz="7600" b="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37EAD-4D4E-47CF-D907-8BABDC00951F}"/>
            </a:ext>
          </a:extLst>
        </p:cNvPr>
        <p:cNvGrpSpPr/>
        <p:nvPr/>
      </p:nvGrpSpPr>
      <p:grpSpPr>
        <a:xfrm>
          <a:off x="0" y="0"/>
          <a:ext cx="0" cy="0"/>
          <a:chOff x="0" y="0"/>
          <a:chExt cx="0" cy="0"/>
        </a:xfrm>
      </p:grpSpPr>
      <p:sp>
        <p:nvSpPr>
          <p:cNvPr id="101378" name="Subtitle 2">
            <a:extLst>
              <a:ext uri="{FF2B5EF4-FFF2-40B4-BE49-F238E27FC236}">
                <a16:creationId xmlns:a16="http://schemas.microsoft.com/office/drawing/2014/main" id="{E8B5C425-1613-646D-3D74-69D65365668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defRPr/>
            </a:pPr>
            <a:r>
              <a:rPr lang="vi-VN" altLang="en-US" sz="7200" b="1" dirty="0">
                <a:solidFill>
                  <a:schemeClr val="tx1"/>
                </a:solidFill>
                <a:latin typeface="Times New Roman" panose="02020603050405020304" pitchFamily="18" charset="0"/>
                <a:cs typeface="Times New Roman" panose="02020603050405020304" pitchFamily="18" charset="0"/>
              </a:rPr>
              <a:t>Con Cha và Anh của chúng con,</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cùng ngọn lửa đức ái được thắp lên trong tâm hồn chúng con/</a:t>
            </a:r>
            <a:endParaRPr lang="en-US" altLang="en-US" sz="60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3607885"/>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Subtitle 2">
            <a:extLst>
              <a:ext uri="{FF2B5EF4-FFF2-40B4-BE49-F238E27FC236}">
                <a16:creationId xmlns:a16="http://schemas.microsoft.com/office/drawing/2014/main" id="{8A50B797-F9AB-BABB-1B40-19BCA9033AB2}"/>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vi-VN" altLang="en-US" sz="7000" b="1" dirty="0">
                <a:solidFill>
                  <a:schemeClr val="tx1"/>
                </a:solidFill>
                <a:latin typeface="Times New Roman" panose="02020603050405020304" pitchFamily="18" charset="0"/>
                <a:cs typeface="Times New Roman" panose="02020603050405020304" pitchFamily="18" charset="0"/>
              </a:rPr>
              <a:t>bởi Chúa Thánh Thần, khơi dậy trong chúng con/ niềm hy vọng hồng phúc hướng về Nước Cha trị đến.</a:t>
            </a:r>
            <a:endParaRPr lang="en-US" altLang="en-US" sz="70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ubtitle 2">
            <a:extLst>
              <a:ext uri="{FF2B5EF4-FFF2-40B4-BE49-F238E27FC236}">
                <a16:creationId xmlns:a16="http://schemas.microsoft.com/office/drawing/2014/main" id="{05CAE2DE-B2EC-A655-F166-350C09BD7435}"/>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r>
              <a:rPr lang="vi-VN" altLang="en-US" sz="6800" b="1" dirty="0">
                <a:solidFill>
                  <a:schemeClr val="tx1"/>
                </a:solidFill>
                <a:latin typeface="Times New Roman" panose="02020603050405020304" pitchFamily="18" charset="0"/>
                <a:cs typeface="Times New Roman" panose="02020603050405020304" pitchFamily="18" charset="0"/>
              </a:rPr>
              <a:t>Xin ân sủng Cha biến đổi chúng con</a:t>
            </a:r>
            <a:r>
              <a:rPr lang="en-US" altLang="en-US" sz="6800" b="1" dirty="0">
                <a:solidFill>
                  <a:schemeClr val="tx1"/>
                </a:solidFill>
                <a:latin typeface="Times New Roman" panose="02020603050405020304" pitchFamily="18" charset="0"/>
                <a:cs typeface="Times New Roman" panose="02020603050405020304" pitchFamily="18" charset="0"/>
              </a:rPr>
              <a:t>/ </a:t>
            </a:r>
            <a:r>
              <a:rPr lang="vi-VN" altLang="en-US" sz="6800" b="1" dirty="0">
                <a:solidFill>
                  <a:schemeClr val="tx1"/>
                </a:solidFill>
                <a:latin typeface="Times New Roman" panose="02020603050405020304" pitchFamily="18" charset="0"/>
                <a:cs typeface="Times New Roman" panose="02020603050405020304" pitchFamily="18" charset="0"/>
              </a:rPr>
              <a:t>thành những người miệt mài vun trồng hạt giống Tin Mừng.</a:t>
            </a:r>
            <a:endParaRPr lang="en-US" altLang="en-US" sz="68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Subtitle 2">
            <a:extLst>
              <a:ext uri="{FF2B5EF4-FFF2-40B4-BE49-F238E27FC236}">
                <a16:creationId xmlns:a16="http://schemas.microsoft.com/office/drawing/2014/main" id="{1084ADDA-DAB6-AF8E-BD14-B16348A1FBD9}"/>
              </a:ext>
            </a:extLst>
          </p:cNvPr>
          <p:cNvSpPr>
            <a:spLocks noGrp="1" noChangeArrowheads="1"/>
          </p:cNvSpPr>
          <p:nvPr>
            <p:ph type="subTitle" idx="1"/>
          </p:nvPr>
        </p:nvSpPr>
        <p:spPr>
          <a:xfrm>
            <a:off x="0" y="246742"/>
            <a:ext cx="9144000" cy="4896757"/>
          </a:xfrm>
          <a:solidFill>
            <a:schemeClr val="bg1"/>
          </a:solidFill>
        </p:spPr>
        <p:txBody>
          <a:bodyPr>
            <a:noAutofit/>
          </a:bodyPr>
          <a:lstStyle/>
          <a:p>
            <a:pPr algn="just" eaLnBrk="1" hangingPunct="1"/>
            <a:r>
              <a:rPr lang="vi-VN" altLang="en-US" sz="7300" b="1" dirty="0">
                <a:solidFill>
                  <a:schemeClr val="tx1"/>
                </a:solidFill>
                <a:latin typeface="Times New Roman" panose="02020603050405020304" pitchFamily="18" charset="0"/>
                <a:cs typeface="Times New Roman" panose="02020603050405020304" pitchFamily="18" charset="0"/>
              </a:rPr>
              <a:t>Ước gì những hạt giống ấy</a:t>
            </a:r>
            <a:r>
              <a:rPr lang="en-US" altLang="en-US" sz="7300" b="1" dirty="0">
                <a:solidFill>
                  <a:schemeClr val="tx1"/>
                </a:solidFill>
                <a:latin typeface="Times New Roman" panose="02020603050405020304" pitchFamily="18" charset="0"/>
                <a:cs typeface="Times New Roman" panose="02020603050405020304" pitchFamily="18" charset="0"/>
              </a:rPr>
              <a:t>/ </a:t>
            </a:r>
            <a:r>
              <a:rPr lang="vi-VN" altLang="en-US" sz="7300" b="1" dirty="0">
                <a:solidFill>
                  <a:schemeClr val="tx1"/>
                </a:solidFill>
                <a:latin typeface="Times New Roman" panose="02020603050405020304" pitchFamily="18" charset="0"/>
                <a:cs typeface="Times New Roman" panose="02020603050405020304" pitchFamily="18" charset="0"/>
              </a:rPr>
              <a:t>biến đổi từ bên trong nhân loại và toàn thể vũ trụ này,</a:t>
            </a:r>
            <a:endParaRPr lang="en-US" altLang="en-US" sz="7300" b="1"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C9CDFB-00FD-BE53-37E3-7AFA361C9612}"/>
            </a:ext>
          </a:extLst>
        </p:cNvPr>
        <p:cNvGrpSpPr/>
        <p:nvPr/>
      </p:nvGrpSpPr>
      <p:grpSpPr>
        <a:xfrm>
          <a:off x="0" y="0"/>
          <a:ext cx="0" cy="0"/>
          <a:chOff x="0" y="0"/>
          <a:chExt cx="0" cy="0"/>
        </a:xfrm>
      </p:grpSpPr>
      <p:sp>
        <p:nvSpPr>
          <p:cNvPr id="102402" name="Subtitle 2">
            <a:extLst>
              <a:ext uri="{FF2B5EF4-FFF2-40B4-BE49-F238E27FC236}">
                <a16:creationId xmlns:a16="http://schemas.microsoft.com/office/drawing/2014/main" id="{48725B39-9AEA-3831-39AD-A3C80A34459D}"/>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trong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khi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vững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lòng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mong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đợi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trời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đất</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mới</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lúc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quyền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lực</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Sự</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Dữ</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bị</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đánh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bại</a:t>
            </a:r>
            <a:r>
              <a:rPr lang="en-US" altLang="en-US" sz="72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250154421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Subtitle 2">
            <a:extLst>
              <a:ext uri="{FF2B5EF4-FFF2-40B4-BE49-F238E27FC236}">
                <a16:creationId xmlns:a16="http://schemas.microsoft.com/office/drawing/2014/main" id="{4757C4C1-B1EF-BBE0-782B-EA4BAADC21D5}"/>
              </a:ext>
            </a:extLst>
          </p:cNvPr>
          <p:cNvSpPr>
            <a:spLocks noGrp="1" noChangeArrowheads="1"/>
          </p:cNvSpPr>
          <p:nvPr>
            <p:ph type="subTitle" idx="1"/>
          </p:nvPr>
        </p:nvSpPr>
        <p:spPr>
          <a:xfrm>
            <a:off x="0" y="0"/>
            <a:ext cx="9144000" cy="5143500"/>
          </a:xfrm>
          <a:solidFill>
            <a:schemeClr val="bg1"/>
          </a:solidFill>
        </p:spPr>
        <p:txBody>
          <a:bodyPr>
            <a:normAutofit lnSpcReduction="10000"/>
          </a:bodyPr>
          <a:lstStyle/>
          <a:p>
            <a:pPr algn="just" eaLnBrk="1" hangingPunct="1"/>
            <a:r>
              <a:rPr lang="en-US" altLang="en-US" sz="7200" b="1" dirty="0" err="1">
                <a:solidFill>
                  <a:schemeClr val="tx1"/>
                </a:solidFill>
                <a:latin typeface="Times New Roman" panose="02020603050405020304" pitchFamily="18" charset="0"/>
                <a:cs typeface="Times New Roman" panose="02020603050405020304" pitchFamily="18" charset="0"/>
              </a:rPr>
              <a:t>và</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vinh</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quang</a:t>
            </a:r>
            <a:r>
              <a:rPr lang="en-US" altLang="en-US" sz="7200" b="1" dirty="0">
                <a:solidFill>
                  <a:schemeClr val="tx1"/>
                </a:solidFill>
                <a:latin typeface="Times New Roman" panose="02020603050405020304" pitchFamily="18" charset="0"/>
                <a:cs typeface="Times New Roman" panose="02020603050405020304" pitchFamily="18" charset="0"/>
              </a:rPr>
              <a:t> Cha </a:t>
            </a:r>
            <a:r>
              <a:rPr lang="en-US" altLang="en-US" sz="7200" b="1" dirty="0" err="1">
                <a:solidFill>
                  <a:schemeClr val="tx1"/>
                </a:solidFill>
                <a:latin typeface="Times New Roman" panose="02020603050405020304" pitchFamily="18" charset="0"/>
                <a:cs typeface="Times New Roman" panose="02020603050405020304" pitchFamily="18" charset="0"/>
              </a:rPr>
              <a:t>sẽ</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chiếu</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sáng</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muôn</a:t>
            </a:r>
            <a:r>
              <a:rPr lang="en-US" altLang="en-US" sz="7200" b="1" dirty="0">
                <a:solidFill>
                  <a:schemeClr val="tx1"/>
                </a:solidFill>
                <a:latin typeface="Times New Roman" panose="02020603050405020304" pitchFamily="18" charset="0"/>
                <a:cs typeface="Times New Roman" panose="02020603050405020304" pitchFamily="18" charset="0"/>
              </a:rPr>
              <a:t> </a:t>
            </a:r>
            <a:r>
              <a:rPr lang="en-US" altLang="en-US" sz="7200" b="1" dirty="0" err="1">
                <a:solidFill>
                  <a:schemeClr val="tx1"/>
                </a:solidFill>
                <a:latin typeface="Times New Roman" panose="02020603050405020304" pitchFamily="18" charset="0"/>
                <a:cs typeface="Times New Roman" panose="02020603050405020304" pitchFamily="18" charset="0"/>
              </a:rPr>
              <a:t>đời</a:t>
            </a:r>
            <a:r>
              <a:rPr lang="en-US" altLang="en-US" sz="7200" b="1" dirty="0">
                <a:solidFill>
                  <a:schemeClr val="tx1"/>
                </a:solidFill>
                <a:latin typeface="Times New Roman" panose="02020603050405020304" pitchFamily="18" charset="0"/>
                <a:cs typeface="Times New Roman" panose="02020603050405020304" pitchFamily="18" charset="0"/>
              </a:rPr>
              <a:t>. </a:t>
            </a:r>
            <a:r>
              <a:rPr lang="vi-VN" altLang="en-US" sz="7200" b="1" dirty="0">
                <a:solidFill>
                  <a:schemeClr val="tx1"/>
                </a:solidFill>
                <a:latin typeface="Times New Roman" panose="02020603050405020304" pitchFamily="18" charset="0"/>
                <a:cs typeface="Times New Roman" panose="02020603050405020304" pitchFamily="18" charset="0"/>
              </a:rPr>
              <a:t>Xin cho ân sủng của Năm Thánh này/ khơi dậy trong chúng con,</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15E12-9916-732B-C01A-11C9DE3A8488}"/>
            </a:ext>
          </a:extLst>
        </p:cNvPr>
        <p:cNvGrpSpPr/>
        <p:nvPr/>
      </p:nvGrpSpPr>
      <p:grpSpPr>
        <a:xfrm>
          <a:off x="0" y="0"/>
          <a:ext cx="0" cy="0"/>
          <a:chOff x="0" y="0"/>
          <a:chExt cx="0" cy="0"/>
        </a:xfrm>
      </p:grpSpPr>
      <p:sp>
        <p:nvSpPr>
          <p:cNvPr id="118786" name="Subtitle 2">
            <a:extLst>
              <a:ext uri="{FF2B5EF4-FFF2-40B4-BE49-F238E27FC236}">
                <a16:creationId xmlns:a16="http://schemas.microsoft.com/office/drawing/2014/main" id="{92D4C300-2034-9AFA-5F60-80E2C8FE73DB}"/>
              </a:ext>
            </a:extLst>
          </p:cNvPr>
          <p:cNvSpPr>
            <a:spLocks noGrp="1" noChangeArrowheads="1"/>
          </p:cNvSpPr>
          <p:nvPr>
            <p:ph type="subTitle" idx="1"/>
          </p:nvPr>
        </p:nvSpPr>
        <p:spPr>
          <a:xfrm>
            <a:off x="0" y="0"/>
            <a:ext cx="9144000" cy="5143500"/>
          </a:xfrm>
          <a:solidFill>
            <a:schemeClr val="bg1"/>
          </a:solidFill>
        </p:spPr>
        <p:txBody>
          <a:bodyPr>
            <a:noAutofit/>
          </a:bodyPr>
          <a:lstStyle/>
          <a:p>
            <a:pPr algn="just" eaLnBrk="1" hangingPunct="1">
              <a:defRPr/>
            </a:pPr>
            <a:r>
              <a:rPr lang="vi-VN" altLang="en-US" sz="7500" b="1" dirty="0">
                <a:solidFill>
                  <a:schemeClr val="tx1"/>
                </a:solidFill>
                <a:latin typeface="Times New Roman" panose="02020603050405020304" pitchFamily="18" charset="0"/>
                <a:cs typeface="Times New Roman" panose="02020603050405020304" pitchFamily="18" charset="0"/>
              </a:rPr>
              <a:t>là </a:t>
            </a:r>
            <a:r>
              <a:rPr lang="vi-VN" altLang="en-US" sz="7500" b="1" dirty="0">
                <a:solidFill>
                  <a:srgbClr val="FF0000"/>
                </a:solidFill>
                <a:latin typeface="Times New Roman" panose="02020603050405020304" pitchFamily="18" charset="0"/>
                <a:cs typeface="Times New Roman" panose="02020603050405020304" pitchFamily="18" charset="0"/>
              </a:rPr>
              <a:t>Những Người Lữ Hành Hy Vọng</a:t>
            </a:r>
            <a:r>
              <a:rPr lang="vi-VN" altLang="en-US" sz="7500" b="1" dirty="0">
                <a:solidFill>
                  <a:schemeClr val="tx1"/>
                </a:solidFill>
                <a:latin typeface="Times New Roman" panose="02020603050405020304" pitchFamily="18" charset="0"/>
                <a:cs typeface="Times New Roman" panose="02020603050405020304" pitchFamily="18" charset="0"/>
              </a:rPr>
              <a: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niềm</a:t>
            </a:r>
            <a:r>
              <a:rPr lang="en-US" altLang="en-US" sz="7500" b="1" dirty="0">
                <a:solidFill>
                  <a:schemeClr val="tx1"/>
                </a:solidFill>
                <a:latin typeface="Times New Roman" panose="02020603050405020304" pitchFamily="18" charset="0"/>
                <a:cs typeface="Times New Roman" panose="02020603050405020304" pitchFamily="18" charset="0"/>
              </a:rPr>
              <a:t> khao </a:t>
            </a:r>
            <a:r>
              <a:rPr lang="en-US" altLang="en-US" sz="7500" b="1" dirty="0" err="1">
                <a:solidFill>
                  <a:schemeClr val="tx1"/>
                </a:solidFill>
                <a:latin typeface="Times New Roman" panose="02020603050405020304" pitchFamily="18" charset="0"/>
                <a:cs typeface="Times New Roman" panose="02020603050405020304" pitchFamily="18" charset="0"/>
              </a:rPr>
              <a:t>khát</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kho</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tàng</a:t>
            </a:r>
            <a:r>
              <a:rPr lang="en-US" altLang="en-US" sz="7500" b="1" dirty="0">
                <a:solidFill>
                  <a:schemeClr val="tx1"/>
                </a:solidFill>
                <a:latin typeface="Times New Roman" panose="02020603050405020304" pitchFamily="18" charset="0"/>
                <a:cs typeface="Times New Roman" panose="02020603050405020304" pitchFamily="18" charset="0"/>
              </a:rPr>
              <a:t> ở </a:t>
            </a:r>
            <a:r>
              <a:rPr lang="en-US" altLang="en-US" sz="7500" b="1" dirty="0" err="1">
                <a:solidFill>
                  <a:schemeClr val="tx1"/>
                </a:solidFill>
                <a:latin typeface="Times New Roman" panose="02020603050405020304" pitchFamily="18" charset="0"/>
                <a:cs typeface="Times New Roman" panose="02020603050405020304" pitchFamily="18" charset="0"/>
              </a:rPr>
              <a:t>trên</a:t>
            </a:r>
            <a:r>
              <a:rPr lang="en-US" altLang="en-US" sz="7500" b="1" dirty="0">
                <a:solidFill>
                  <a:schemeClr val="tx1"/>
                </a:solidFill>
                <a:latin typeface="Times New Roman" panose="02020603050405020304" pitchFamily="18" charset="0"/>
                <a:cs typeface="Times New Roman" panose="02020603050405020304" pitchFamily="18" charset="0"/>
              </a:rPr>
              <a:t> </a:t>
            </a:r>
            <a:r>
              <a:rPr lang="en-US" altLang="en-US" sz="7500" b="1" dirty="0" err="1">
                <a:solidFill>
                  <a:schemeClr val="tx1"/>
                </a:solidFill>
                <a:latin typeface="Times New Roman" panose="02020603050405020304" pitchFamily="18" charset="0"/>
                <a:cs typeface="Times New Roman" panose="02020603050405020304" pitchFamily="18" charset="0"/>
              </a:rPr>
              <a:t>trời</a:t>
            </a:r>
            <a:r>
              <a:rPr lang="en-US" altLang="en-US" sz="7500" b="1" dirty="0">
                <a:solidFill>
                  <a:schemeClr val="tx1"/>
                </a:solidFill>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30672937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ubtitle 2">
            <a:extLst>
              <a:ext uri="{FF2B5EF4-FFF2-40B4-BE49-F238E27FC236}">
                <a16:creationId xmlns:a16="http://schemas.microsoft.com/office/drawing/2014/main" id="{41602E03-DCD1-488B-D053-47495648D28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err="1">
                <a:solidFill>
                  <a:schemeClr val="tx1"/>
                </a:solidFill>
                <a:latin typeface="Times New Roman" panose="02020603050405020304" pitchFamily="18" charset="0"/>
                <a:cs typeface="Times New Roman" panose="02020603050405020304" pitchFamily="18" charset="0"/>
              </a:rPr>
              <a:t>Đồng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cũng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làm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lan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tỏa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trên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khắp</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thế</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giới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niềm</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vui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sự</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bình</a:t>
            </a:r>
            <a:r>
              <a:rPr lang="en-US" altLang="en-US" sz="6600" b="1" dirty="0">
                <a:solidFill>
                  <a:schemeClr val="tx1"/>
                </a:solidFill>
                <a:latin typeface="Times New Roman" panose="02020603050405020304" pitchFamily="18" charset="0"/>
                <a:cs typeface="Times New Roman" panose="02020603050405020304" pitchFamily="18" charset="0"/>
              </a:rPr>
              <a:t> an </a:t>
            </a:r>
            <a:r>
              <a:rPr lang="en-US" altLang="en-US" sz="6600" b="1" dirty="0" err="1">
                <a:solidFill>
                  <a:schemeClr val="tx1"/>
                </a:solidFill>
                <a:latin typeface="Times New Roman" panose="02020603050405020304" pitchFamily="18" charset="0"/>
                <a:cs typeface="Times New Roman" panose="02020603050405020304" pitchFamily="18" charset="0"/>
              </a:rPr>
              <a:t>của</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Cứu</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Chuộc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Subtitle 2">
            <a:extLst>
              <a:ext uri="{FF2B5EF4-FFF2-40B4-BE49-F238E27FC236}">
                <a16:creationId xmlns:a16="http://schemas.microsoft.com/office/drawing/2014/main" id="{E3BC3CA2-358F-C6F0-6E92-29F63F658DAF}"/>
              </a:ext>
            </a:extLst>
          </p:cNvPr>
          <p:cNvSpPr>
            <a:spLocks noGrp="1" noChangeArrowheads="1"/>
          </p:cNvSpPr>
          <p:nvPr>
            <p:ph type="subTitle" idx="1"/>
          </p:nvPr>
        </p:nvSpPr>
        <p:spPr>
          <a:xfrm>
            <a:off x="0" y="0"/>
            <a:ext cx="9144000" cy="5143500"/>
          </a:xfrm>
          <a:solidFill>
            <a:schemeClr val="bg1"/>
          </a:solidFill>
        </p:spPr>
        <p:txBody>
          <a:bodyPr>
            <a:normAutofit/>
          </a:bodyPr>
          <a:lstStyle/>
          <a:p>
            <a:pPr algn="just" eaLnBrk="1" hangingPunct="1"/>
            <a:r>
              <a:rPr lang="en-US" altLang="en-US" sz="6600" b="1" dirty="0">
                <a:solidFill>
                  <a:schemeClr val="tx1"/>
                </a:solidFill>
                <a:latin typeface="Times New Roman" panose="02020603050405020304" pitchFamily="18" charset="0"/>
                <a:cs typeface="Times New Roman" panose="02020603050405020304" pitchFamily="18" charset="0"/>
              </a:rPr>
              <a:t>Xin </a:t>
            </a:r>
            <a:r>
              <a:rPr lang="en-US" altLang="en-US" sz="6600" b="1" dirty="0" err="1">
                <a:solidFill>
                  <a:schemeClr val="tx1"/>
                </a:solidFill>
                <a:latin typeface="Times New Roman" panose="02020603050405020304" pitchFamily="18" charset="0"/>
                <a:cs typeface="Times New Roman" panose="02020603050405020304" pitchFamily="18" charset="0"/>
              </a:rPr>
              <a:t>tôn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vinh</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và</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ngợi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khen</a:t>
            </a:r>
            <a:r>
              <a:rPr lang="en-US" altLang="en-US" sz="6600" b="1" dirty="0">
                <a:solidFill>
                  <a:schemeClr val="tx1"/>
                </a:solidFill>
                <a:latin typeface="Times New Roman" panose="02020603050405020304" pitchFamily="18" charset="0"/>
                <a:cs typeface="Times New Roman" panose="02020603050405020304" pitchFamily="18" charset="0"/>
              </a:rPr>
              <a:t> Cha </a:t>
            </a:r>
            <a:r>
              <a:rPr lang="en-US" altLang="en-US" sz="6600" b="1" dirty="0" err="1">
                <a:solidFill>
                  <a:schemeClr val="tx1"/>
                </a:solidFill>
                <a:latin typeface="Times New Roman" panose="02020603050405020304" pitchFamily="18" charset="0"/>
                <a:cs typeface="Times New Roman" panose="02020603050405020304" pitchFamily="18" charset="0"/>
              </a:rPr>
              <a:t>là</a:t>
            </a:r>
            <a:r>
              <a:rPr lang="en-US" altLang="en-US" sz="6600" b="1" dirty="0">
                <a:solidFill>
                  <a:schemeClr val="tx1"/>
                </a:solidFill>
                <a:latin typeface="Times New Roman" panose="02020603050405020304" pitchFamily="18" charset="0"/>
                <a:cs typeface="Times New Roman" panose="02020603050405020304" pitchFamily="18" charset="0"/>
              </a:rPr>
              <a:t> Thiên Chúa </a:t>
            </a:r>
            <a:r>
              <a:rPr lang="en-US" altLang="en-US" sz="6600" b="1" dirty="0" err="1">
                <a:solidFill>
                  <a:schemeClr val="tx1"/>
                </a:solidFill>
                <a:latin typeface="Times New Roman" panose="02020603050405020304" pitchFamily="18" charset="0"/>
                <a:cs typeface="Times New Roman" panose="02020603050405020304" pitchFamily="18" charset="0"/>
              </a:rPr>
              <a:t>chúng</a:t>
            </a:r>
            <a:r>
              <a:rPr lang="en-US" altLang="en-US" sz="6600" b="1" dirty="0">
                <a:solidFill>
                  <a:schemeClr val="tx1"/>
                </a:solidFill>
                <a:latin typeface="Times New Roman" panose="02020603050405020304" pitchFamily="18" charset="0"/>
                <a:cs typeface="Times New Roman" panose="02020603050405020304" pitchFamily="18" charset="0"/>
              </a:rPr>
              <a:t> con, Cha </a:t>
            </a:r>
            <a:r>
              <a:rPr lang="en-US" altLang="en-US" sz="6600" b="1" dirty="0" err="1">
                <a:solidFill>
                  <a:schemeClr val="tx1"/>
                </a:solidFill>
                <a:latin typeface="Times New Roman" panose="02020603050405020304" pitchFamily="18" charset="0"/>
                <a:cs typeface="Times New Roman" panose="02020603050405020304" pitchFamily="18" charset="0"/>
              </a:rPr>
              <a:t>đáng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chúc</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tụng</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mãi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muôn</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dirty="0" err="1">
                <a:solidFill>
                  <a:schemeClr val="tx1"/>
                </a:solidFill>
                <a:latin typeface="Times New Roman" panose="02020603050405020304" pitchFamily="18" charset="0"/>
                <a:cs typeface="Times New Roman" panose="02020603050405020304" pitchFamily="18" charset="0"/>
              </a:rPr>
              <a:t>đời</a:t>
            </a:r>
            <a:r>
              <a:rPr lang="en-US" altLang="en-US" sz="6600" b="1" dirty="0">
                <a:solidFill>
                  <a:schemeClr val="tx1"/>
                </a:solidFill>
                <a:latin typeface="Times New Roman" panose="02020603050405020304" pitchFamily="18" charset="0"/>
                <a:cs typeface="Times New Roman" panose="02020603050405020304" pitchFamily="18" charset="0"/>
              </a:rPr>
              <a:t>. </a:t>
            </a:r>
            <a:r>
              <a:rPr lang="en-US" altLang="en-US" sz="6600" b="1" i="1" dirty="0">
                <a:solidFill>
                  <a:srgbClr val="FF0000"/>
                </a:solidFill>
                <a:latin typeface="Times New Roman" panose="02020603050405020304" pitchFamily="18" charset="0"/>
                <a:cs typeface="Times New Roman" panose="02020603050405020304" pitchFamily="18" charset="0"/>
              </a:rPr>
              <a:t>Amen</a:t>
            </a:r>
            <a:r>
              <a:rPr lang="en-US" altLang="en-US" sz="6600" b="1" i="1" dirty="0">
                <a:solidFill>
                  <a:schemeClr val="tx1"/>
                </a:solidFill>
                <a:latin typeface="Times New Roman" panose="02020603050405020304" pitchFamily="18" charset="0"/>
                <a:cs typeface="Times New Roman" panose="02020603050405020304" pitchFamily="18" charset="0"/>
              </a:rPr>
              <a:t>.</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DFFB3-8B66-0741-E6DC-B54D377784C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7B06B3-82EF-CD6F-20F7-FE1E71BD1E2E}"/>
              </a:ext>
            </a:extLst>
          </p:cNvPr>
          <p:cNvSpPr>
            <a:spLocks noGrp="1"/>
          </p:cNvSpPr>
          <p:nvPr>
            <p:ph idx="1"/>
          </p:nvPr>
        </p:nvSpPr>
        <p:spPr/>
        <p:txBody>
          <a:bodyPr/>
          <a:lstStyle/>
          <a:p>
            <a:endParaRPr lang="en-US"/>
          </a:p>
        </p:txBody>
      </p:sp>
      <p:pic>
        <p:nvPicPr>
          <p:cNvPr id="4" name="Picture 2" descr="Có thể là hình ảnh về 1 người và văn bản cho biết 'CHÚA NHẬT χιν THƯỜNG NIÊN NĂM C Đức Giêsu sai đi 72 môn ĐỆ የ፡ &quot;Vào nhà não, trước tiên cấc con hãy nói: 'Bình an cho nhà này'. Nếu Ở đấy cÕ con cai sự bình an, thì sự bình an của cấc con sẽ đền trên người ấy.&quot; (Lc 10, 1-12. (Lc10,1-12.17-20) 17-20)'">
            <a:extLst>
              <a:ext uri="{FF2B5EF4-FFF2-40B4-BE49-F238E27FC236}">
                <a16:creationId xmlns:a16="http://schemas.microsoft.com/office/drawing/2014/main" id="{ABF3B617-84BF-9178-CBBB-C02EAD6E78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05"/>
            <a:ext cx="9144000" cy="5141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3477123"/>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E470A-73A4-ACED-AD55-8AFD1A736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BFF3E1-A398-C57F-05E0-8697003CC605}"/>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NHẬP</a:t>
            </a:r>
            <a: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CHÚA </a:t>
            </a:r>
            <a:r>
              <a:rPr lang="en-US" sz="6700" b="1"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NGUỒN</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BÌNH AN</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Thái Nguyên)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55613274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136E7-C973-93C9-3D8C-9AECABA481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CBC937-DFF0-1BB1-6D59-640CEB463240}"/>
              </a:ext>
            </a:extLst>
          </p:cNvPr>
          <p:cNvSpPr>
            <a:spLocks noGrp="1"/>
          </p:cNvSpPr>
          <p:nvPr>
            <p:ph type="ctrTitle"/>
          </p:nvPr>
        </p:nvSpPr>
        <p:spPr>
          <a:xfrm>
            <a:off x="0" y="0"/>
            <a:ext cx="9144000" cy="5143500"/>
          </a:xfrm>
          <a:solidFill>
            <a:schemeClr val="bg1"/>
          </a:solidFill>
        </p:spPr>
        <p:txBody>
          <a:bodyPr lIns="91440" tIns="0" rIns="91440" bIns="0" anchor="t">
            <a:noAutofit/>
          </a:bodyPr>
          <a:lstStyle/>
          <a:p>
            <a:pPr algn="just"/>
            <a:r>
              <a:rPr lang="en-US" sz="9600" b="1" dirty="0" err="1">
                <a:effectLst/>
                <a:latin typeface="Times New Roman" panose="02020603050405020304" pitchFamily="18" charset="0"/>
                <a:cs typeface="Times New Roman" panose="02020603050405020304" pitchFamily="18" charset="0"/>
              </a:rPr>
              <a:t>ĐK</a:t>
            </a:r>
            <a:r>
              <a:rPr lang="en-US" sz="9600" b="1" dirty="0">
                <a:effectLst/>
                <a:latin typeface="Times New Roman" panose="02020603050405020304" pitchFamily="18" charset="0"/>
                <a:cs typeface="Times New Roman" panose="02020603050405020304" pitchFamily="18" charset="0"/>
              </a:rPr>
              <a:t>: Chúa </a:t>
            </a:r>
            <a:r>
              <a:rPr lang="en-US" sz="9600" b="1" dirty="0" err="1">
                <a:effectLst/>
                <a:latin typeface="Times New Roman" panose="02020603050405020304" pitchFamily="18" charset="0"/>
                <a:cs typeface="Times New Roman" panose="02020603050405020304" pitchFamily="18" charset="0"/>
              </a:rPr>
              <a:t>là</a:t>
            </a:r>
            <a:r>
              <a:rPr lang="en-US" sz="9600" b="1" dirty="0">
                <a:effectLst/>
                <a:latin typeface="Times New Roman" panose="02020603050405020304" pitchFamily="18" charset="0"/>
                <a:cs typeface="Times New Roman" panose="02020603050405020304" pitchFamily="18" charset="0"/>
              </a:rPr>
              <a:t> Thiên Chúa </a:t>
            </a:r>
            <a:r>
              <a:rPr lang="en-US" sz="9600" b="1" dirty="0" err="1">
                <a:effectLst/>
                <a:latin typeface="Times New Roman" panose="02020603050405020304" pitchFamily="18" charset="0"/>
                <a:cs typeface="Times New Roman" panose="02020603050405020304" pitchFamily="18" charset="0"/>
              </a:rPr>
              <a:t>của</a:t>
            </a:r>
            <a:r>
              <a:rPr lang="en-US" sz="9600" b="1" dirty="0">
                <a:effectLst/>
                <a:latin typeface="Times New Roman" panose="02020603050405020304" pitchFamily="18" charset="0"/>
                <a:cs typeface="Times New Roman" panose="02020603050405020304" pitchFamily="18" charset="0"/>
              </a:rPr>
              <a:t> </a:t>
            </a:r>
            <a:r>
              <a:rPr lang="en-US" sz="9600" b="1" dirty="0" err="1">
                <a:effectLst/>
                <a:latin typeface="Times New Roman" panose="02020603050405020304" pitchFamily="18" charset="0"/>
                <a:cs typeface="Times New Roman" panose="02020603050405020304" pitchFamily="18" charset="0"/>
              </a:rPr>
              <a:t>sự</a:t>
            </a:r>
            <a:r>
              <a:rPr lang="en-US" sz="9600" b="1" dirty="0">
                <a:effectLst/>
                <a:latin typeface="Times New Roman" panose="02020603050405020304" pitchFamily="18" charset="0"/>
                <a:cs typeface="Times New Roman" panose="02020603050405020304" pitchFamily="18" charset="0"/>
              </a:rPr>
              <a:t> </a:t>
            </a:r>
            <a:r>
              <a:rPr lang="en-US" sz="9600" b="1" dirty="0" err="1">
                <a:effectLst/>
                <a:latin typeface="Times New Roman" panose="02020603050405020304" pitchFamily="18" charset="0"/>
                <a:cs typeface="Times New Roman" panose="02020603050405020304" pitchFamily="18" charset="0"/>
              </a:rPr>
              <a:t>bình</a:t>
            </a:r>
            <a:r>
              <a:rPr lang="en-US" sz="9600" b="1" dirty="0">
                <a:effectLst/>
                <a:latin typeface="Times New Roman" panose="02020603050405020304" pitchFamily="18" charset="0"/>
                <a:cs typeface="Times New Roman" panose="02020603050405020304" pitchFamily="18" charset="0"/>
              </a:rPr>
              <a:t> an.</a:t>
            </a:r>
          </a:p>
        </p:txBody>
      </p:sp>
    </p:spTree>
    <p:extLst>
      <p:ext uri="{BB962C8B-B14F-4D97-AF65-F5344CB8AC3E}">
        <p14:creationId xmlns:p14="http://schemas.microsoft.com/office/powerpoint/2010/main" val="2339440812"/>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16C7B-370C-D8E3-155B-0EDBED2BC2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508D6D-BA35-0048-D994-EBF3DC1D95DB}"/>
              </a:ext>
            </a:extLst>
          </p:cNvPr>
          <p:cNvSpPr>
            <a:spLocks noGrp="1"/>
          </p:cNvSpPr>
          <p:nvPr>
            <p:ph type="ctrTitle"/>
          </p:nvPr>
        </p:nvSpPr>
        <p:spPr>
          <a:xfrm>
            <a:off x="0" y="0"/>
            <a:ext cx="9144000" cy="5143500"/>
          </a:xfrm>
          <a:solidFill>
            <a:schemeClr val="bg1"/>
          </a:solidFill>
        </p:spPr>
        <p:txBody>
          <a:bodyPr lIns="91440" tIns="0" rIns="91440" bIns="0" anchor="t">
            <a:noAutofit/>
          </a:bodyPr>
          <a:lstStyle/>
          <a:p>
            <a:pPr algn="just"/>
            <a:r>
              <a:rPr lang="en-US" sz="9600" b="1" dirty="0">
                <a:effectLst/>
                <a:latin typeface="Times New Roman (Headings)"/>
                <a:cs typeface="Arial" panose="020B0604020202020204" pitchFamily="34" charset="0"/>
              </a:rPr>
              <a:t>Chúa </a:t>
            </a:r>
            <a:r>
              <a:rPr lang="en-US" sz="9600" b="1" dirty="0" err="1">
                <a:effectLst/>
                <a:latin typeface="Times New Roman (Headings)"/>
                <a:cs typeface="Arial" panose="020B0604020202020204" pitchFamily="34" charset="0"/>
              </a:rPr>
              <a:t>là</a:t>
            </a:r>
            <a:r>
              <a:rPr lang="en-US" sz="9600" b="1" dirty="0">
                <a:effectLst/>
                <a:latin typeface="Times New Roman (Headings)"/>
                <a:cs typeface="Arial" panose="020B0604020202020204" pitchFamily="34" charset="0"/>
              </a:rPr>
              <a:t> Thiên Chúa, </a:t>
            </a:r>
            <a:r>
              <a:rPr lang="en-US" sz="9600" b="1" dirty="0" err="1">
                <a:effectLst/>
                <a:latin typeface="Times New Roman (Headings)"/>
                <a:cs typeface="Arial" panose="020B0604020202020204" pitchFamily="34" charset="0"/>
              </a:rPr>
              <a:t>Đấng</a:t>
            </a:r>
            <a:r>
              <a:rPr lang="en-US" sz="9600" b="1" dirty="0">
                <a:effectLst/>
                <a:latin typeface="Times New Roman (Headings)"/>
                <a:cs typeface="Arial" panose="020B0604020202020204" pitchFamily="34" charset="0"/>
              </a:rPr>
              <a:t> ban an </a:t>
            </a:r>
            <a:r>
              <a:rPr lang="en-US" sz="9600" b="1" dirty="0" err="1">
                <a:effectLst/>
                <a:latin typeface="Times New Roman (Headings)"/>
                <a:cs typeface="Arial" panose="020B0604020202020204" pitchFamily="34" charset="0"/>
              </a:rPr>
              <a:t>bình</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79067651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E91C6-1598-AAEA-621F-58E0C8AF80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0A59C4-6366-1237-495F-AC31FA5E47EA}"/>
              </a:ext>
            </a:extLst>
          </p:cNvPr>
          <p:cNvSpPr>
            <a:spLocks noGrp="1"/>
          </p:cNvSpPr>
          <p:nvPr>
            <p:ph type="ctrTitle"/>
          </p:nvPr>
        </p:nvSpPr>
        <p:spPr>
          <a:xfrm>
            <a:off x="0" y="0"/>
            <a:ext cx="9144000" cy="5143500"/>
          </a:xfrm>
          <a:solidFill>
            <a:schemeClr val="bg1"/>
          </a:solidFill>
        </p:spPr>
        <p:txBody>
          <a:bodyPr lIns="91440" tIns="0" rIns="91440" bIns="0" anchor="t">
            <a:noAutofit/>
          </a:bodyPr>
          <a:lstStyle/>
          <a:p>
            <a:pPr algn="just"/>
            <a:r>
              <a:rPr lang="en-US" sz="9600" b="1" dirty="0">
                <a:effectLst/>
                <a:latin typeface="Times New Roman (Headings)"/>
                <a:cs typeface="Arial" panose="020B0604020202020204" pitchFamily="34" charset="0"/>
              </a:rPr>
              <a:t>1. Chúa </a:t>
            </a:r>
            <a:r>
              <a:rPr lang="en-US" sz="9600" b="1" dirty="0" err="1">
                <a:effectLst/>
                <a:latin typeface="Times New Roman (Headings)"/>
                <a:cs typeface="Arial" panose="020B0604020202020204" pitchFamily="34" charset="0"/>
              </a:rPr>
              <a:t>muốn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đời</a:t>
            </a:r>
            <a:r>
              <a:rPr lang="en-US" sz="9600" b="1" dirty="0">
                <a:effectLst/>
                <a:latin typeface="Times New Roman (Headings)"/>
                <a:cs typeface="Arial" panose="020B0604020202020204" pitchFamily="34" charset="0"/>
              </a:rPr>
              <a:t> ban </a:t>
            </a:r>
            <a:r>
              <a:rPr lang="en-US" sz="9600" b="1" dirty="0" err="1">
                <a:effectLst/>
                <a:latin typeface="Times New Roman (Headings)"/>
                <a:cs typeface="Arial" panose="020B0604020202020204" pitchFamily="34" charset="0"/>
              </a:rPr>
              <a:t>phát</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ngàn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hồng</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ân</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1288521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5B44FC-4D23-242A-FFDF-FBF661EC60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4AC3ED-4CD9-AD73-FF1D-77BA032B1B1E}"/>
              </a:ext>
            </a:extLst>
          </p:cNvPr>
          <p:cNvSpPr>
            <a:spLocks noGrp="1"/>
          </p:cNvSpPr>
          <p:nvPr>
            <p:ph type="ctrTitle"/>
          </p:nvPr>
        </p:nvSpPr>
        <p:spPr>
          <a:xfrm>
            <a:off x="0" y="0"/>
            <a:ext cx="9144000" cy="5143500"/>
          </a:xfrm>
          <a:solidFill>
            <a:schemeClr val="bg1"/>
          </a:solidFill>
        </p:spPr>
        <p:txBody>
          <a:bodyPr lIns="91440" tIns="0" rIns="91440" bIns="0" anchor="t">
            <a:noAutofit/>
          </a:bodyPr>
          <a:lstStyle/>
          <a:p>
            <a:pPr algn="just"/>
            <a:r>
              <a:rPr lang="vi-VN" sz="9000" b="1" dirty="0">
                <a:effectLst/>
                <a:latin typeface="Times New Roman (Headings)"/>
                <a:cs typeface="Arial" panose="020B0604020202020204" pitchFamily="34" charset="0"/>
              </a:rPr>
              <a:t>Cho những người kêu khấn với lòng thành tâm.</a:t>
            </a:r>
            <a:endParaRPr lang="en-US" sz="9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12581474"/>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7812FE-4F74-6E9A-9869-60646EC19A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74A495-17E6-FD86-7FDB-8FD81D621D39}"/>
              </a:ext>
            </a:extLst>
          </p:cNvPr>
          <p:cNvSpPr>
            <a:spLocks noGrp="1"/>
          </p:cNvSpPr>
          <p:nvPr>
            <p:ph type="ctrTitle"/>
          </p:nvPr>
        </p:nvSpPr>
        <p:spPr>
          <a:xfrm>
            <a:off x="0" y="0"/>
            <a:ext cx="9144000" cy="5143500"/>
          </a:xfrm>
          <a:solidFill>
            <a:schemeClr val="bg1"/>
          </a:solidFill>
        </p:spPr>
        <p:txBody>
          <a:bodyPr lIns="91440" tIns="0" rIns="91440" bIns="0" anchor="t">
            <a:noAutofit/>
          </a:bodyPr>
          <a:lstStyle/>
          <a:p>
            <a:pPr algn="just"/>
            <a:r>
              <a:rPr lang="en-US" sz="9600" b="1" dirty="0" err="1">
                <a:effectLst/>
                <a:latin typeface="Times New Roman" panose="02020603050405020304" pitchFamily="18" charset="0"/>
                <a:cs typeface="Times New Roman" panose="02020603050405020304" pitchFamily="18" charset="0"/>
              </a:rPr>
              <a:t>ĐK</a:t>
            </a:r>
            <a:r>
              <a:rPr lang="en-US" sz="9600" b="1" dirty="0">
                <a:effectLst/>
                <a:latin typeface="Times New Roman" panose="02020603050405020304" pitchFamily="18" charset="0"/>
                <a:cs typeface="Times New Roman" panose="02020603050405020304" pitchFamily="18" charset="0"/>
              </a:rPr>
              <a:t>: Chúa </a:t>
            </a:r>
            <a:r>
              <a:rPr lang="en-US" sz="9600" b="1" dirty="0" err="1">
                <a:effectLst/>
                <a:latin typeface="Times New Roman" panose="02020603050405020304" pitchFamily="18" charset="0"/>
                <a:cs typeface="Times New Roman" panose="02020603050405020304" pitchFamily="18" charset="0"/>
              </a:rPr>
              <a:t>là</a:t>
            </a:r>
            <a:r>
              <a:rPr lang="en-US" sz="9600" b="1" dirty="0">
                <a:effectLst/>
                <a:latin typeface="Times New Roman" panose="02020603050405020304" pitchFamily="18" charset="0"/>
                <a:cs typeface="Times New Roman" panose="02020603050405020304" pitchFamily="18" charset="0"/>
              </a:rPr>
              <a:t> Thiên Chúa </a:t>
            </a:r>
            <a:r>
              <a:rPr lang="en-US" sz="9600" b="1" dirty="0" err="1">
                <a:effectLst/>
                <a:latin typeface="Times New Roman" panose="02020603050405020304" pitchFamily="18" charset="0"/>
                <a:cs typeface="Times New Roman" panose="02020603050405020304" pitchFamily="18" charset="0"/>
              </a:rPr>
              <a:t>của</a:t>
            </a:r>
            <a:r>
              <a:rPr lang="en-US" sz="9600" b="1" dirty="0">
                <a:effectLst/>
                <a:latin typeface="Times New Roman" panose="02020603050405020304" pitchFamily="18" charset="0"/>
                <a:cs typeface="Times New Roman" panose="02020603050405020304" pitchFamily="18" charset="0"/>
              </a:rPr>
              <a:t> </a:t>
            </a:r>
            <a:r>
              <a:rPr lang="en-US" sz="9600" b="1" dirty="0" err="1">
                <a:effectLst/>
                <a:latin typeface="Times New Roman" panose="02020603050405020304" pitchFamily="18" charset="0"/>
                <a:cs typeface="Times New Roman" panose="02020603050405020304" pitchFamily="18" charset="0"/>
              </a:rPr>
              <a:t>sự</a:t>
            </a:r>
            <a:r>
              <a:rPr lang="en-US" sz="9600" b="1" dirty="0">
                <a:effectLst/>
                <a:latin typeface="Times New Roman" panose="02020603050405020304" pitchFamily="18" charset="0"/>
                <a:cs typeface="Times New Roman" panose="02020603050405020304" pitchFamily="18" charset="0"/>
              </a:rPr>
              <a:t> </a:t>
            </a:r>
            <a:r>
              <a:rPr lang="en-US" sz="9600" b="1" dirty="0" err="1">
                <a:effectLst/>
                <a:latin typeface="Times New Roman" panose="02020603050405020304" pitchFamily="18" charset="0"/>
                <a:cs typeface="Times New Roman" panose="02020603050405020304" pitchFamily="18" charset="0"/>
              </a:rPr>
              <a:t>bình</a:t>
            </a:r>
            <a:r>
              <a:rPr lang="en-US" sz="9600" b="1" dirty="0">
                <a:effectLst/>
                <a:latin typeface="Times New Roman" panose="02020603050405020304" pitchFamily="18" charset="0"/>
                <a:cs typeface="Times New Roman" panose="02020603050405020304" pitchFamily="18" charset="0"/>
              </a:rPr>
              <a:t> an.</a:t>
            </a:r>
          </a:p>
        </p:txBody>
      </p:sp>
    </p:spTree>
    <p:extLst>
      <p:ext uri="{BB962C8B-B14F-4D97-AF65-F5344CB8AC3E}">
        <p14:creationId xmlns:p14="http://schemas.microsoft.com/office/powerpoint/2010/main" val="2545360917"/>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6C273B-54F9-0AFB-6AF5-D941DEDD65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BEAF00-3009-701F-61FD-AEBC5FCCA9D0}"/>
              </a:ext>
            </a:extLst>
          </p:cNvPr>
          <p:cNvSpPr>
            <a:spLocks noGrp="1"/>
          </p:cNvSpPr>
          <p:nvPr>
            <p:ph type="ctrTitle"/>
          </p:nvPr>
        </p:nvSpPr>
        <p:spPr>
          <a:xfrm>
            <a:off x="0" y="0"/>
            <a:ext cx="9144000" cy="5143500"/>
          </a:xfrm>
          <a:solidFill>
            <a:schemeClr val="bg1"/>
          </a:solidFill>
        </p:spPr>
        <p:txBody>
          <a:bodyPr lIns="91440" tIns="0" rIns="91440" bIns="0" anchor="t">
            <a:noAutofit/>
          </a:bodyPr>
          <a:lstStyle/>
          <a:p>
            <a:pPr algn="just"/>
            <a:r>
              <a:rPr lang="en-US" sz="9600" b="1" dirty="0">
                <a:effectLst/>
                <a:latin typeface="Times New Roman (Headings)"/>
                <a:cs typeface="Arial" panose="020B0604020202020204" pitchFamily="34" charset="0"/>
              </a:rPr>
              <a:t>Chúa </a:t>
            </a:r>
            <a:r>
              <a:rPr lang="en-US" sz="9600" b="1" dirty="0" err="1">
                <a:effectLst/>
                <a:latin typeface="Times New Roman (Headings)"/>
                <a:cs typeface="Arial" panose="020B0604020202020204" pitchFamily="34" charset="0"/>
              </a:rPr>
              <a:t>là</a:t>
            </a:r>
            <a:r>
              <a:rPr lang="en-US" sz="9600" b="1" dirty="0">
                <a:effectLst/>
                <a:latin typeface="Times New Roman (Headings)"/>
                <a:cs typeface="Arial" panose="020B0604020202020204" pitchFamily="34" charset="0"/>
              </a:rPr>
              <a:t> Thiên Chúa, </a:t>
            </a:r>
            <a:r>
              <a:rPr lang="en-US" sz="9600" b="1" dirty="0" err="1">
                <a:effectLst/>
                <a:latin typeface="Times New Roman (Headings)"/>
                <a:cs typeface="Arial" panose="020B0604020202020204" pitchFamily="34" charset="0"/>
              </a:rPr>
              <a:t>Đấng</a:t>
            </a:r>
            <a:r>
              <a:rPr lang="en-US" sz="9600" b="1" dirty="0">
                <a:effectLst/>
                <a:latin typeface="Times New Roman (Headings)"/>
                <a:cs typeface="Arial" panose="020B0604020202020204" pitchFamily="34" charset="0"/>
              </a:rPr>
              <a:t> ban an </a:t>
            </a:r>
            <a:r>
              <a:rPr lang="en-US" sz="9600" b="1" dirty="0" err="1">
                <a:effectLst/>
                <a:latin typeface="Times New Roman (Headings)"/>
                <a:cs typeface="Arial" panose="020B0604020202020204" pitchFamily="34" charset="0"/>
              </a:rPr>
              <a:t>bình</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2008402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5FD63-02F7-7D46-3086-CF2A9B46162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72AB3D-00F6-4FEF-C5A8-06F62977D36A}"/>
              </a:ext>
            </a:extLst>
          </p:cNvPr>
          <p:cNvSpPr>
            <a:spLocks noGrp="1"/>
          </p:cNvSpPr>
          <p:nvPr>
            <p:ph idx="1"/>
          </p:nvPr>
        </p:nvSpPr>
        <p:spPr/>
        <p:txBody>
          <a:bodyPr/>
          <a:lstStyle/>
          <a:p>
            <a:endParaRPr lang="en-US"/>
          </a:p>
        </p:txBody>
      </p:sp>
      <p:pic>
        <p:nvPicPr>
          <p:cNvPr id="4" name="Picture 2" descr="Có thể là hình ảnh về 1 người và văn bản cho biết 'CHÚA NHẬT χιν THƯỜNG NIÊN NĂM C Đức Giêsu sai đi 72 môn ĐỆ የ፡ &quot;Vào nhà não, trước tiên cấc con hãy nói: 'Bình an cho nhà này'. Nếu Ở đấy cÕ con cai sự bình an, thì sự bình an của cấc con sẽ đền trên người ấy.&quot; (Lc 10, 1-12. (Lc10,1-12.17-20) 17-20)'">
            <a:extLst>
              <a:ext uri="{FF2B5EF4-FFF2-40B4-BE49-F238E27FC236}">
                <a16:creationId xmlns:a16="http://schemas.microsoft.com/office/drawing/2014/main" id="{71428658-24F4-3BE1-B56D-7BE8BA96F0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05"/>
            <a:ext cx="9144000" cy="5141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0230053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95FC2-8898-7E78-99D6-2D7C320C28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0F293E-6CF9-3311-F32A-D855CB1D9E8F}"/>
              </a:ext>
            </a:extLst>
          </p:cNvPr>
          <p:cNvSpPr>
            <a:spLocks noGrp="1"/>
          </p:cNvSpPr>
          <p:nvPr>
            <p:ph type="ctrTitle"/>
          </p:nvPr>
        </p:nvSpPr>
        <p:spPr>
          <a:xfrm>
            <a:off x="647700" y="0"/>
            <a:ext cx="7848600" cy="595806"/>
          </a:xfrm>
        </p:spPr>
        <p:txBody>
          <a:bodyPr lIns="91440" tIns="0" rIns="91440" bIns="0" anchor="b">
            <a:normAutofit fontScale="90000"/>
          </a:bodyPr>
          <a:lstStyle/>
          <a:p>
            <a:pPr>
              <a:lnSpc>
                <a:spcPct val="90000"/>
              </a:lnSpc>
            </a:pPr>
            <a:r>
              <a:rPr lang="en-US" b="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KINH VINH DANH</a:t>
            </a:r>
            <a:endParaRPr lang="en-US" sz="3200" b="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9BEAAA6-8B64-CA01-CEDA-076C098D795E}"/>
              </a:ext>
            </a:extLst>
          </p:cNvPr>
          <p:cNvSpPr txBox="1">
            <a:spLocks/>
          </p:cNvSpPr>
          <p:nvPr/>
        </p:nvSpPr>
        <p:spPr>
          <a:xfrm>
            <a:off x="0" y="514350"/>
            <a:ext cx="9144000" cy="462915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en-US" sz="9600" b="1" i="1" dirty="0">
                <a:solidFill>
                  <a:srgbClr val="C00000"/>
                </a:solidFill>
                <a:latin typeface="Times New Roman (Headings)"/>
                <a:cs typeface="Arial" panose="020B0604020202020204" pitchFamily="34" charset="0"/>
              </a:rPr>
              <a:t>Vinh </a:t>
            </a:r>
            <a:r>
              <a:rPr lang="en-US" sz="9600" b="1" i="1" dirty="0" err="1">
                <a:solidFill>
                  <a:srgbClr val="C00000"/>
                </a:solidFill>
                <a:latin typeface="Times New Roman (Headings)"/>
                <a:cs typeface="Arial" panose="020B0604020202020204" pitchFamily="34" charset="0"/>
              </a:rPr>
              <a:t>danh</a:t>
            </a:r>
            <a:r>
              <a:rPr lang="en-US" sz="9600" b="1" i="1" dirty="0">
                <a:solidFill>
                  <a:srgbClr val="C00000"/>
                </a:solidFill>
                <a:latin typeface="Times New Roman (Headings)"/>
                <a:cs typeface="Arial" panose="020B0604020202020204" pitchFamily="34" charset="0"/>
              </a:rPr>
              <a:t> Thiên Chúa </a:t>
            </a:r>
            <a:r>
              <a:rPr lang="en-US" sz="9600" b="1" i="1" dirty="0" err="1">
                <a:solidFill>
                  <a:srgbClr val="C00000"/>
                </a:solidFill>
                <a:latin typeface="Times New Roman (Headings)"/>
                <a:cs typeface="Arial" panose="020B0604020202020204" pitchFamily="34" charset="0"/>
              </a:rPr>
              <a:t>trên</a:t>
            </a:r>
            <a:r>
              <a:rPr lang="en-US" sz="9600" b="1" i="1" dirty="0">
                <a:solidFill>
                  <a:srgbClr val="C00000"/>
                </a:solidFill>
                <a:latin typeface="Times New Roman (Headings)"/>
                <a:cs typeface="Arial" panose="020B0604020202020204" pitchFamily="34" charset="0"/>
              </a:rPr>
              <a:t> các </a:t>
            </a:r>
            <a:r>
              <a:rPr lang="en-US" sz="9600" b="1" i="1" dirty="0" err="1">
                <a:solidFill>
                  <a:srgbClr val="C00000"/>
                </a:solidFill>
                <a:latin typeface="Times New Roman (Headings)"/>
                <a:cs typeface="Arial" panose="020B0604020202020204" pitchFamily="34" charset="0"/>
              </a:rPr>
              <a:t>tầng</a:t>
            </a:r>
            <a:r>
              <a:rPr lang="en-US" sz="9600" b="1" i="1" dirty="0">
                <a:solidFill>
                  <a:srgbClr val="C00000"/>
                </a:solidFill>
                <a:latin typeface="Times New Roman (Headings)"/>
                <a:cs typeface="Arial" panose="020B0604020202020204" pitchFamily="34" charset="0"/>
              </a:rPr>
              <a:t> </a:t>
            </a:r>
            <a:r>
              <a:rPr lang="en-US" sz="9600" b="1" i="1" dirty="0" err="1">
                <a:solidFill>
                  <a:srgbClr val="C00000"/>
                </a:solidFill>
                <a:latin typeface="Times New Roman (Headings)"/>
                <a:cs typeface="Arial" panose="020B0604020202020204" pitchFamily="34" charset="0"/>
              </a:rPr>
              <a:t>trời</a:t>
            </a:r>
            <a:endParaRPr lang="en-US" sz="9600" b="1" i="1" dirty="0">
              <a:solidFill>
                <a:srgbClr val="C00000"/>
              </a:solidFill>
              <a:latin typeface="Times New Roman (Headings)"/>
              <a:cs typeface="Arial" panose="020B0604020202020204" pitchFamily="34" charset="0"/>
            </a:endParaRPr>
          </a:p>
        </p:txBody>
      </p:sp>
    </p:spTree>
    <p:extLst>
      <p:ext uri="{BB962C8B-B14F-4D97-AF65-F5344CB8AC3E}">
        <p14:creationId xmlns:p14="http://schemas.microsoft.com/office/powerpoint/2010/main" val="4200294491"/>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AB2E2-E362-6D33-CD0E-1642CD88A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FF2697-8B74-70F0-B7C9-A989DCA0196F}"/>
              </a:ext>
            </a:extLst>
          </p:cNvPr>
          <p:cNvSpPr>
            <a:spLocks noGrp="1"/>
          </p:cNvSpPr>
          <p:nvPr>
            <p:ph type="ctrTitle"/>
          </p:nvPr>
        </p:nvSpPr>
        <p:spPr>
          <a:xfrm>
            <a:off x="0" y="0"/>
            <a:ext cx="9144000" cy="5143500"/>
          </a:xfrm>
          <a:solidFill>
            <a:schemeClr val="bg1"/>
          </a:solidFill>
        </p:spPr>
        <p:txBody>
          <a:bodyPr lIns="91440" tIns="0" rIns="91440" bIns="0" anchor="t">
            <a:noAutofit/>
          </a:bodyPr>
          <a:lstStyle/>
          <a:p>
            <a:pPr algn="just"/>
            <a:r>
              <a:rPr lang="vi-VN" sz="10000" b="1" dirty="0">
                <a:effectLst/>
                <a:latin typeface="Times New Roman (Headings)"/>
                <a:cs typeface="Arial" panose="020B0604020202020204" pitchFamily="34" charset="0"/>
              </a:rPr>
              <a:t>và bình an dưới thế cho người thiện tâm.</a:t>
            </a:r>
            <a:endParaRPr lang="en-US" sz="10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7498728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436E9DE-C473-8D12-1025-302A26660E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76DE15-738C-CA62-B6EF-68F8B003E6FE}"/>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just"/>
            <a:r>
              <a:rPr lang="it-IT" sz="11500" b="1" dirty="0">
                <a:effectLst/>
                <a:latin typeface="Times New Roman (Headings)"/>
                <a:cs typeface="Arial" panose="020B0604020202020204" pitchFamily="34" charset="0"/>
              </a:rPr>
              <a:t>Chúng con ca ngợi Chúa,</a:t>
            </a:r>
            <a:endParaRPr lang="en-US" sz="11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2715052"/>
      </p:ext>
    </p:extLst>
  </p:cSld>
  <p:clrMapOvr>
    <a:overrideClrMapping bg1="lt1" tx1="dk1" bg2="lt2" tx2="dk2" accent1="accent1" accent2="accent2" accent3="accent3" accent4="accent4" accent5="accent5" accent6="accent6" hlink="hlink" folHlink="folHlink"/>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EAFC8-1E84-E5F1-9DD1-FD8239939D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7C9474-3216-B209-1249-ABD632A9D073}"/>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l"/>
            <a:r>
              <a:rPr lang="en-US" sz="10000" b="1" dirty="0" err="1">
                <a:effectLst/>
                <a:latin typeface="Times New Roman (Headings)"/>
                <a:cs typeface="Arial" panose="020B0604020202020204" pitchFamily="34" charset="0"/>
              </a:rPr>
              <a:t>chúng</a:t>
            </a:r>
            <a:r>
              <a:rPr lang="en-US" sz="10000" b="1" dirty="0">
                <a:effectLst/>
                <a:latin typeface="Times New Roman (Headings)"/>
                <a:cs typeface="Arial" panose="020B0604020202020204" pitchFamily="34" charset="0"/>
              </a:rPr>
              <a:t> con </a:t>
            </a:r>
            <a:r>
              <a:rPr lang="en-US" sz="10000" b="1" dirty="0" err="1">
                <a:effectLst/>
                <a:latin typeface="Times New Roman (Headings)"/>
                <a:cs typeface="Arial" panose="020B0604020202020204" pitchFamily="34" charset="0"/>
              </a:rPr>
              <a:t>chúc</a:t>
            </a:r>
            <a:r>
              <a:rPr lang="en-US" sz="10000" b="1" dirty="0">
                <a:effectLst/>
                <a:latin typeface="Times New Roman (Headings)"/>
                <a:cs typeface="Arial" panose="020B0604020202020204" pitchFamily="34" charset="0"/>
              </a:rPr>
              <a:t> </a:t>
            </a:r>
            <a:r>
              <a:rPr lang="en-US" sz="10000" b="1" dirty="0" err="1">
                <a:effectLst/>
                <a:latin typeface="Times New Roman (Headings)"/>
                <a:cs typeface="Arial" panose="020B0604020202020204" pitchFamily="34" charset="0"/>
              </a:rPr>
              <a:t>tụng</a:t>
            </a:r>
            <a:r>
              <a:rPr lang="en-US" sz="100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50026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80938-32D4-9ECB-AE95-C9A7F10F5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F792DF-2D51-7279-253B-006810682B8B}"/>
              </a:ext>
            </a:extLst>
          </p:cNvPr>
          <p:cNvSpPr>
            <a:spLocks noGrp="1"/>
          </p:cNvSpPr>
          <p:nvPr>
            <p:ph type="ctrTitle"/>
          </p:nvPr>
        </p:nvSpPr>
        <p:spPr>
          <a:xfrm>
            <a:off x="0" y="0"/>
            <a:ext cx="9144000" cy="5143500"/>
          </a:xfrm>
          <a:solidFill>
            <a:schemeClr val="bg1"/>
          </a:solidFill>
        </p:spPr>
        <p:txBody>
          <a:bodyPr lIns="91440" tIns="0" rIns="91440" bIns="0" anchor="ctr">
            <a:noAutofit/>
          </a:bodyPr>
          <a:lstStyle/>
          <a:p>
            <a:pPr algn="l"/>
            <a:r>
              <a:rPr lang="en-US" sz="11500" b="1" dirty="0" err="1">
                <a:effectLst/>
                <a:latin typeface="Times New Roman (Headings)"/>
                <a:cs typeface="Arial" panose="020B0604020202020204" pitchFamily="34" charset="0"/>
              </a:rPr>
              <a:t>chúng</a:t>
            </a:r>
            <a:r>
              <a:rPr lang="en-US" sz="11500" b="1" dirty="0">
                <a:effectLst/>
                <a:latin typeface="Times New Roman (Headings)"/>
                <a:cs typeface="Arial" panose="020B0604020202020204" pitchFamily="34" charset="0"/>
              </a:rPr>
              <a:t> </a:t>
            </a:r>
            <a:r>
              <a:rPr lang="en-US" sz="5400" b="1" dirty="0">
                <a:effectLst/>
                <a:latin typeface="Times New Roman (Headings)"/>
                <a:cs typeface="Arial" panose="020B0604020202020204" pitchFamily="34" charset="0"/>
              </a:rPr>
              <a:t> </a:t>
            </a:r>
            <a:r>
              <a:rPr lang="en-US" sz="1600" b="1" dirty="0">
                <a:effectLst/>
                <a:latin typeface="Times New Roman (Headings)"/>
                <a:cs typeface="Arial" panose="020B0604020202020204" pitchFamily="34" charset="0"/>
              </a:rPr>
              <a:t> </a:t>
            </a:r>
            <a:r>
              <a:rPr lang="en-US" sz="11500" b="1" dirty="0">
                <a:effectLst/>
                <a:latin typeface="Times New Roman (Headings)"/>
                <a:cs typeface="Arial" panose="020B0604020202020204" pitchFamily="34" charset="0"/>
              </a:rPr>
              <a:t>con </a:t>
            </a:r>
            <a:br>
              <a:rPr lang="en-US" sz="11500" b="1" dirty="0">
                <a:effectLst/>
                <a:latin typeface="Times New Roman (Headings)"/>
                <a:cs typeface="Arial" panose="020B0604020202020204" pitchFamily="34" charset="0"/>
              </a:rPr>
            </a:br>
            <a:r>
              <a:rPr lang="en-US" sz="11500" b="1" dirty="0" err="1">
                <a:effectLst/>
                <a:latin typeface="Times New Roman (Headings)"/>
                <a:cs typeface="Arial" panose="020B0604020202020204" pitchFamily="34" charset="0"/>
              </a:rPr>
              <a:t>thờ</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lạy</a:t>
            </a:r>
            <a:r>
              <a:rPr lang="en-US" sz="115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318480686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1EE40-63E7-3B45-289B-5416CD0424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EF7008-4EF1-B850-A70B-B1E7E8CE0F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11500" b="1" dirty="0" err="1">
                <a:effectLst/>
                <a:latin typeface="Times New Roman (Headings)"/>
                <a:cs typeface="Arial" panose="020B0604020202020204" pitchFamily="34" charset="0"/>
              </a:rPr>
              <a:t>chúng</a:t>
            </a:r>
            <a:r>
              <a:rPr lang="en-US" sz="11500" b="1" dirty="0">
                <a:effectLst/>
                <a:latin typeface="Times New Roman (Headings)"/>
                <a:cs typeface="Arial" panose="020B0604020202020204" pitchFamily="34" charset="0"/>
              </a:rPr>
              <a:t> con </a:t>
            </a:r>
            <a:r>
              <a:rPr lang="en-US" sz="11500" b="1" dirty="0" err="1">
                <a:effectLst/>
                <a:latin typeface="Times New Roman (Headings)"/>
                <a:cs typeface="Arial" panose="020B0604020202020204" pitchFamily="34" charset="0"/>
              </a:rPr>
              <a:t>tôn</a:t>
            </a:r>
            <a:r>
              <a:rPr lang="en-US" sz="11500" b="1" dirty="0">
                <a:effectLst/>
                <a:latin typeface="Times New Roman (Headings)"/>
                <a:cs typeface="Arial" panose="020B0604020202020204" pitchFamily="34" charset="0"/>
              </a:rPr>
              <a:t> </a:t>
            </a:r>
            <a:r>
              <a:rPr lang="en-US" sz="11500" b="1" dirty="0" err="1">
                <a:effectLst/>
                <a:latin typeface="Times New Roman (Headings)"/>
                <a:cs typeface="Arial" panose="020B0604020202020204" pitchFamily="34" charset="0"/>
              </a:rPr>
              <a:t>vinh</a:t>
            </a:r>
            <a:r>
              <a:rPr lang="en-US" sz="115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967341901"/>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C231D-3DE7-803D-DA2D-422C310DE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4F3856-2493-F6A1-1B1F-D04E853E278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l"/>
            <a:r>
              <a:rPr lang="en-US" sz="8800" b="1" dirty="0" err="1">
                <a:effectLst/>
                <a:latin typeface="Times New Roman (Headings)"/>
                <a:cs typeface="Arial" panose="020B0604020202020204" pitchFamily="34" charset="0"/>
              </a:rPr>
              <a:t>chúng</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cảm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tạ</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vì</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vinh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quang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cao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cả</a:t>
            </a:r>
            <a:r>
              <a:rPr lang="en-US" sz="88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1050285147"/>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9383-0950-E06E-DB59-3149EC6944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0E4C8E-7406-F4AF-0BE7-E5299CB7C96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lạy</a:t>
            </a:r>
            <a:r>
              <a:rPr lang="en-US" sz="8200" b="1" dirty="0">
                <a:effectLst/>
                <a:latin typeface="Times New Roman (Headings)"/>
                <a:cs typeface="Arial" panose="020B0604020202020204" pitchFamily="34" charset="0"/>
              </a:rPr>
              <a:t>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Vua </a:t>
            </a:r>
            <a:r>
              <a:rPr lang="en-US" sz="8200" b="1" dirty="0" err="1">
                <a:effectLst/>
                <a:latin typeface="Times New Roman (Headings)"/>
                <a:cs typeface="Arial" panose="020B0604020202020204" pitchFamily="34" charset="0"/>
              </a:rPr>
              <a:t>trên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trời</a:t>
            </a:r>
            <a:r>
              <a:rPr lang="en-US" sz="8200" b="1" dirty="0">
                <a:effectLst/>
                <a:latin typeface="Times New Roman (Headings)"/>
                <a:cs typeface="Arial" panose="020B0604020202020204" pitchFamily="34" charset="0"/>
              </a:rPr>
              <a:t>, </a:t>
            </a:r>
            <a:r>
              <a:rPr lang="fr-FR" sz="8200" b="1" dirty="0">
                <a:effectLst/>
                <a:latin typeface="Times New Roman (Headings)"/>
                <a:cs typeface="Arial" panose="020B0604020202020204" pitchFamily="34" charset="0"/>
              </a:rPr>
              <a:t>là </a:t>
            </a:r>
            <a:r>
              <a:rPr lang="fr-FR" sz="8200" b="1" dirty="0" err="1">
                <a:effectLst/>
                <a:latin typeface="Times New Roman (Headings)"/>
                <a:cs typeface="Arial" panose="020B0604020202020204" pitchFamily="34" charset="0"/>
              </a:rPr>
              <a:t>Chúa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Cha</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toàn</a:t>
            </a:r>
            <a:r>
              <a:rPr lang="fr-FR" sz="8200" b="1" dirty="0">
                <a:effectLst/>
                <a:latin typeface="Times New Roman (Headings)"/>
                <a:cs typeface="Arial" panose="020B0604020202020204" pitchFamily="34" charset="0"/>
              </a:rPr>
              <a:t> </a:t>
            </a:r>
            <a:r>
              <a:rPr lang="fr-FR" sz="8200" b="1" dirty="0" err="1">
                <a:effectLst/>
                <a:latin typeface="Times New Roman (Headings)"/>
                <a:cs typeface="Arial" panose="020B0604020202020204" pitchFamily="34" charset="0"/>
              </a:rPr>
              <a:t>năng</a:t>
            </a:r>
            <a:r>
              <a:rPr lang="fr-FR" sz="8200" b="1" dirty="0">
                <a:effectLst/>
                <a:latin typeface="Times New Roman (Headings)"/>
                <a:cs typeface="Arial" panose="020B0604020202020204" pitchFamily="34" charset="0"/>
              </a:rPr>
              <a:t>.</a:t>
            </a:r>
            <a:endParaRPr lang="en-US" sz="8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8639744"/>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31BD6-398B-F479-C233-3B1364E381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E31BAB-8808-4FA0-1F3A-C389400922C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err="1">
                <a:effectLst/>
                <a:latin typeface="Times New Roman (Headings)"/>
                <a:cs typeface="Arial" panose="020B0604020202020204" pitchFamily="34" charset="0"/>
              </a:rPr>
              <a:t>Lạy</a:t>
            </a:r>
            <a:r>
              <a:rPr lang="en-US" sz="8800" b="1">
                <a:effectLst/>
                <a:latin typeface="Times New Roman (Headings)"/>
                <a:cs typeface="Arial" panose="020B0604020202020204" pitchFamily="34" charset="0"/>
              </a:rPr>
              <a:t> Con </a:t>
            </a:r>
            <a:r>
              <a:rPr lang="en-US" sz="8800" b="1" err="1">
                <a:effectLst/>
                <a:latin typeface="Times New Roman (Headings)"/>
                <a:cs typeface="Arial" panose="020B0604020202020204" pitchFamily="34" charset="0"/>
              </a:rPr>
              <a:t>một</a:t>
            </a:r>
            <a:r>
              <a:rPr lang="en-US" sz="8800" b="1">
                <a:effectLst/>
                <a:latin typeface="Times New Roman (Headings)"/>
                <a:cs typeface="Arial" panose="020B0604020202020204" pitchFamily="34" charset="0"/>
              </a:rPr>
              <a:t> Thiên Chúa, Chúa </a:t>
            </a:r>
            <a:r>
              <a:rPr lang="en-US" sz="8800" b="1" err="1">
                <a:effectLst/>
                <a:latin typeface="Times New Roman (Headings)"/>
                <a:cs typeface="Arial" panose="020B0604020202020204" pitchFamily="34" charset="0"/>
              </a:rPr>
              <a:t>Giêsu</a:t>
            </a:r>
            <a:r>
              <a:rPr lang="en-US" sz="8800" b="1">
                <a:effectLst/>
                <a:latin typeface="Times New Roman (Headings)"/>
                <a:cs typeface="Arial" panose="020B0604020202020204" pitchFamily="34" charset="0"/>
              </a:rPr>
              <a:t> </a:t>
            </a:r>
            <a:r>
              <a:rPr lang="en-US" sz="8800" b="1" err="1">
                <a:effectLst/>
                <a:latin typeface="Times New Roman (Headings)"/>
                <a:cs typeface="Arial" panose="020B0604020202020204" pitchFamily="34" charset="0"/>
              </a:rPr>
              <a:t>Kitô</a:t>
            </a:r>
            <a:r>
              <a:rPr lang="en-US" sz="88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1105281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EF6C76-B44B-4E97-B57B-3311E8F50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40FAEE-399C-38BD-870F-283A920E188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Chiên</a:t>
            </a:r>
            <a:r>
              <a:rPr lang="en-US" sz="8000" b="1">
                <a:effectLst/>
                <a:latin typeface="Times New Roman (Headings)"/>
                <a:cs typeface="Arial" panose="020B0604020202020204" pitchFamily="34" charset="0"/>
              </a:rPr>
              <a:t> Thiên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a:t>
            </a:r>
          </a:p>
        </p:txBody>
      </p:sp>
    </p:spTree>
    <p:extLst>
      <p:ext uri="{BB962C8B-B14F-4D97-AF65-F5344CB8AC3E}">
        <p14:creationId xmlns:p14="http://schemas.microsoft.com/office/powerpoint/2010/main" val="395612302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DBE6C-24E8-8ABE-5603-E0265B5C3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E1B5B-1BFE-4548-9A6C-CFDB66E61F4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xóa tội trần gian,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514817633"/>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BB45FD-D05C-3905-248F-1B69BD7DF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917A59-2161-38CC-9BF0-590A1036E43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a:effectLst/>
                <a:latin typeface="Times New Roman (Headings)"/>
                <a:cs typeface="Arial" panose="020B0604020202020204" pitchFamily="34" charset="0"/>
              </a:rPr>
              <a:t>Chúa </a:t>
            </a:r>
            <a:r>
              <a:rPr lang="en-US" sz="8000" b="1" err="1">
                <a:effectLst/>
                <a:latin typeface="Times New Roman (Headings)"/>
                <a:cs typeface="Arial" panose="020B0604020202020204" pitchFamily="34" charset="0"/>
              </a:rPr>
              <a:t>xóa</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tội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gian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xin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nhậm</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lời</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chúng</a:t>
            </a:r>
            <a:r>
              <a:rPr lang="en-US" sz="8000" b="1">
                <a:effectLst/>
                <a:latin typeface="Times New Roman (Headings)"/>
                <a:cs typeface="Arial" panose="020B0604020202020204" pitchFamily="34" charset="0"/>
              </a:rPr>
              <a:t> con </a:t>
            </a:r>
            <a:r>
              <a:rPr lang="en-US" sz="8000" b="1" err="1">
                <a:effectLst/>
                <a:latin typeface="Times New Roman (Headings)"/>
                <a:cs typeface="Arial" panose="020B0604020202020204" pitchFamily="34" charset="0"/>
              </a:rPr>
              <a:t>cầu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khẩn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37288192"/>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E39385-25B5-5A4E-CD7F-BDFBA59B8C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B06C8-D470-BFA0-B1DF-7A8EAC4CB39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a:effectLst/>
                <a:latin typeface="Times New Roman (Headings)"/>
                <a:cs typeface="Arial" panose="020B0604020202020204" pitchFamily="34" charset="0"/>
              </a:rPr>
              <a:t>Chúa ngự bên hữu </a:t>
            </a:r>
            <a:r>
              <a:rPr lang="vi-VN" sz="8000" b="1" err="1">
                <a:effectLst/>
                <a:latin typeface="Times New Roman (Headings)"/>
                <a:cs typeface="Arial" panose="020B0604020202020204" pitchFamily="34" charset="0"/>
              </a:rPr>
              <a:t>Ðức</a:t>
            </a:r>
            <a:r>
              <a:rPr lang="vi-VN" sz="8000" b="1">
                <a:effectLst/>
                <a:latin typeface="Times New Roman (Headings)"/>
                <a:cs typeface="Arial" panose="020B0604020202020204" pitchFamily="34" charset="0"/>
              </a:rPr>
              <a:t> Chúa Cha, xin thương xót chúng con.</a:t>
            </a:r>
            <a:endParaRPr lang="en-US" sz="8000" b="1">
              <a:effectLst/>
              <a:latin typeface="Times New Roman (Headings)"/>
              <a:cs typeface="Arial" panose="020B0604020202020204" pitchFamily="34" charset="0"/>
            </a:endParaRPr>
          </a:p>
        </p:txBody>
      </p:sp>
    </p:spTree>
    <p:extLst>
      <p:ext uri="{BB962C8B-B14F-4D97-AF65-F5344CB8AC3E}">
        <p14:creationId xmlns:p14="http://schemas.microsoft.com/office/powerpoint/2010/main" val="3220331924"/>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B9E85-F300-C8AB-12AC-4C3A99ED56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D9E1DF-46D8-BB58-A47C-9C32CE603FD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Vì</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lạy</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Giêsu</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Kitô</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Thánh,</a:t>
            </a:r>
          </a:p>
        </p:txBody>
      </p:sp>
    </p:spTree>
    <p:extLst>
      <p:ext uri="{BB962C8B-B14F-4D97-AF65-F5344CB8AC3E}">
        <p14:creationId xmlns:p14="http://schemas.microsoft.com/office/powerpoint/2010/main" val="2329755139"/>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86FB9-755A-2D55-A424-49141F3797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74EB70-A9CD-1ABE-08F6-FBEA84FAC270}"/>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chỉ</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có</a:t>
            </a:r>
            <a:r>
              <a:rPr lang="en-US" sz="8000" b="1">
                <a:effectLst/>
                <a:latin typeface="Times New Roman (Headings)"/>
                <a:cs typeface="Arial" panose="020B0604020202020204" pitchFamily="34" charset="0"/>
              </a:rPr>
              <a:t> Chúa </a:t>
            </a:r>
            <a:r>
              <a:rPr lang="en-US" sz="8000" b="1" err="1">
                <a:effectLst/>
                <a:latin typeface="Times New Roman (Headings)"/>
                <a:cs typeface="Arial" panose="020B0604020202020204" pitchFamily="34" charset="0"/>
              </a:rPr>
              <a:t>là</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Ðấng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Tối</a:t>
            </a:r>
            <a:r>
              <a:rPr lang="en-US" sz="8000" b="1">
                <a:effectLst/>
                <a:latin typeface="Times New Roman (Headings)"/>
                <a:cs typeface="Arial" panose="020B0604020202020204" pitchFamily="34" charset="0"/>
              </a:rPr>
              <a:t> Cao,</a:t>
            </a:r>
          </a:p>
        </p:txBody>
      </p:sp>
    </p:spTree>
    <p:extLst>
      <p:ext uri="{BB962C8B-B14F-4D97-AF65-F5344CB8AC3E}">
        <p14:creationId xmlns:p14="http://schemas.microsoft.com/office/powerpoint/2010/main" val="2023784634"/>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04602-C6B8-124B-DB47-1205437619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4AE46-463B-060F-DC19-46518799B4B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err="1">
                <a:effectLst/>
                <a:latin typeface="Times New Roman (Headings)"/>
                <a:cs typeface="Arial" panose="020B0604020202020204" pitchFamily="34" charset="0"/>
              </a:rPr>
              <a:t>cùng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Thánh </a:t>
            </a:r>
            <a:r>
              <a:rPr lang="en-US" sz="8000" b="1" err="1">
                <a:effectLst/>
                <a:latin typeface="Times New Roman (Headings)"/>
                <a:cs typeface="Arial" panose="020B0604020202020204" pitchFamily="34" charset="0"/>
              </a:rPr>
              <a:t>Thần</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trong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vinh</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quang</a:t>
            </a:r>
            <a:r>
              <a:rPr lang="en-US" sz="8000" b="1">
                <a:effectLst/>
                <a:latin typeface="Times New Roman (Headings)"/>
                <a:cs typeface="Arial" panose="020B0604020202020204" pitchFamily="34" charset="0"/>
              </a:rPr>
              <a:t> </a:t>
            </a:r>
            <a:r>
              <a:rPr lang="en-US" sz="8000" b="1" err="1">
                <a:effectLst/>
                <a:latin typeface="Times New Roman (Headings)"/>
                <a:cs typeface="Arial" panose="020B0604020202020204" pitchFamily="34" charset="0"/>
              </a:rPr>
              <a:t>Ðức</a:t>
            </a:r>
            <a:r>
              <a:rPr lang="en-US" sz="8000" b="1">
                <a:effectLst/>
                <a:latin typeface="Times New Roman (Headings)"/>
                <a:cs typeface="Arial" panose="020B0604020202020204" pitchFamily="34" charset="0"/>
              </a:rPr>
              <a:t> Chúa Cha. </a:t>
            </a:r>
            <a:r>
              <a:rPr lang="en-US" sz="8000" b="1">
                <a:solidFill>
                  <a:srgbClr val="FF0000"/>
                </a:solidFill>
                <a:effectLst/>
                <a:latin typeface="Times New Roman (Headings)"/>
                <a:cs typeface="Arial" panose="020B0604020202020204" pitchFamily="34" charset="0"/>
              </a:rPr>
              <a:t>Amen</a:t>
            </a:r>
            <a:r>
              <a:rPr lang="en-US" sz="8000" b="1">
                <a:effectLst/>
                <a:latin typeface="Times New Roman (Headings)"/>
                <a:cs typeface="Arial" panose="020B0604020202020204" pitchFamily="34" charset="0"/>
              </a:rPr>
              <a:t>.</a:t>
            </a:r>
          </a:p>
        </p:txBody>
      </p:sp>
    </p:spTree>
    <p:extLst>
      <p:ext uri="{BB962C8B-B14F-4D97-AF65-F5344CB8AC3E}">
        <p14:creationId xmlns:p14="http://schemas.microsoft.com/office/powerpoint/2010/main" val="359581470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59BDE1-6117-1BA7-FDAA-56709E7686E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6159FF-8BF1-3F69-CDCF-C60947D657F3}"/>
              </a:ext>
            </a:extLst>
          </p:cNvPr>
          <p:cNvSpPr>
            <a:spLocks noGrp="1"/>
          </p:cNvSpPr>
          <p:nvPr>
            <p:ph idx="1"/>
          </p:nvPr>
        </p:nvSpPr>
        <p:spPr/>
        <p:txBody>
          <a:bodyPr/>
          <a:lstStyle/>
          <a:p>
            <a:endParaRPr lang="en-US"/>
          </a:p>
        </p:txBody>
      </p:sp>
      <p:pic>
        <p:nvPicPr>
          <p:cNvPr id="4" name="Picture 2" descr="Có thể là hình ảnh về 1 người và văn bản cho biết 'CHÚA NHẬT χιν THƯỜNG NIÊN NĂM C Đức Giêsu sai đi 72 môn ĐỆ የ፡ &quot;Vào nhà não, trước tiên cấc con hãy nói: 'Bình an cho nhà này'. Nếu Ở đấy cÕ con cai sự bình an, thì sự bình an của cấc con sẽ đền trên người ấy.&quot; (Lc 10, 1-12. (Lc10,1-12.17-20) 17-20)'">
            <a:extLst>
              <a:ext uri="{FF2B5EF4-FFF2-40B4-BE49-F238E27FC236}">
                <a16:creationId xmlns:a16="http://schemas.microsoft.com/office/drawing/2014/main" id="{0A2249C4-D90A-C2F0-15A5-01B8A8BB65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05"/>
            <a:ext cx="9144000" cy="5141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19074396"/>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Content Placeholder 2">
            <a:extLst>
              <a:ext uri="{FF2B5EF4-FFF2-40B4-BE49-F238E27FC236}">
                <a16:creationId xmlns:a16="http://schemas.microsoft.com/office/drawing/2014/main" id="{A287D1D8-D62C-A7C3-2AC9-06908C6E34EE}"/>
              </a:ext>
            </a:extLst>
          </p:cNvPr>
          <p:cNvSpPr>
            <a:spLocks noGrp="1"/>
          </p:cNvSpPr>
          <p:nvPr>
            <p:ph idx="1"/>
          </p:nvPr>
        </p:nvSpPr>
        <p:spPr/>
        <p:txBody>
          <a:bodyPr/>
          <a:lstStyle/>
          <a:p>
            <a:endParaRPr lang="en-US"/>
          </a:p>
        </p:txBody>
      </p:sp>
      <p:pic>
        <p:nvPicPr>
          <p:cNvPr id="11266" name="Picture 2" descr="Có thể là hình ảnh về văn bản cho biết 'BÀI ĐỌC BAIĐỌC1 1 Bàitrichsách trích sách Bài NGÔN SỮ SUISAI-A P00O II &quot;Nay Ta tuôn đổ xuống Thành ĐÔ ơn thai bình tựa dông sông cả.&quot; (IS 66, 10-14c] 말법송운다운송공이'">
            <a:extLst>
              <a:ext uri="{FF2B5EF4-FFF2-40B4-BE49-F238E27FC236}">
                <a16:creationId xmlns:a16="http://schemas.microsoft.com/office/drawing/2014/main" id="{6B41E248-479D-792C-E607-E8F81BE5B0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803250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624DA1-C59A-DCB2-1254-4731F8239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0E785D-F143-1F4A-51C1-7A4176DF2B1C}"/>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ĐÁP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CA</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THÁNH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VỊNH</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65</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Thái Nguyên</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732244959"/>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9B57F-E32D-18B5-F0BB-7030978D6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C7A6A7-B4C8-8398-C291-BE4F82B1177A}"/>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l"/>
            <a:r>
              <a:rPr lang="en-US" sz="8500" b="1" dirty="0">
                <a:effectLst/>
                <a:latin typeface="Times New Roman (Headings)"/>
                <a:cs typeface="Arial" panose="020B0604020202020204" pitchFamily="34" charset="0"/>
              </a:rPr>
              <a:t>1. </a:t>
            </a:r>
            <a:r>
              <a:rPr lang="en-US" sz="8500" b="1" dirty="0" err="1">
                <a:effectLst/>
                <a:latin typeface="Times New Roman (Headings)"/>
                <a:cs typeface="Arial" panose="020B0604020202020204" pitchFamily="34" charset="0"/>
              </a:rPr>
              <a:t>Toàn</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cầu</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hỡi</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hãy</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reo</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mừng</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trong</a:t>
            </a:r>
            <a:r>
              <a:rPr lang="en-US" sz="85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25004007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6C0688-8DA7-1BE6-7DA3-3C120E15C9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744B1A-DBD8-32E7-B41E-8FCF6A4D0DFA}"/>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Hãy</a:t>
            </a:r>
            <a:r>
              <a:rPr lang="en-US" sz="8800" b="1" dirty="0">
                <a:effectLst/>
                <a:latin typeface="Times New Roman (Headings)"/>
                <a:cs typeface="Arial" panose="020B0604020202020204" pitchFamily="34" charset="0"/>
              </a:rPr>
              <a:t> ca </a:t>
            </a:r>
            <a:r>
              <a:rPr lang="en-US" sz="8800" b="1" dirty="0" err="1">
                <a:effectLst/>
                <a:latin typeface="Times New Roman (Headings)"/>
                <a:cs typeface="Arial" panose="020B0604020202020204" pitchFamily="34" charset="0"/>
              </a:rPr>
              <a:t>ngợi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mừng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vinh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quang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uy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danh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081146242"/>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CC596-5E4B-E7F4-108B-CC94DCD26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0037A-7FB4-F9EC-3F93-7B9C9142686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Hãy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kính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dâng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lời</a:t>
            </a:r>
            <a:r>
              <a:rPr lang="en-US" sz="8800" b="1" dirty="0">
                <a:effectLst/>
                <a:latin typeface="Times New Roman (Headings)"/>
                <a:cs typeface="Arial" panose="020B0604020202020204" pitchFamily="34" charset="0"/>
              </a:rPr>
              <a:t> ca </a:t>
            </a:r>
            <a:r>
              <a:rPr lang="en-US" sz="8800" b="1" dirty="0" err="1">
                <a:effectLst/>
                <a:latin typeface="Times New Roman (Headings)"/>
                <a:cs typeface="Arial" panose="020B0604020202020204" pitchFamily="34" charset="0"/>
              </a:rPr>
              <a:t>khen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vinh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hiển</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16982357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40B97-5A5E-E01D-7F77-E3FF8C576A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B552A9-68B7-99D4-D06F-501F9D3256B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Và hãy thân thưa: vĩ đại thay sự nghiệp Chúa.</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112100519"/>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9534DF-3B3B-6585-A38A-F71066C42B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649EF9-EBFF-612B-9418-506EAA435FE0}"/>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ĐK</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Toàn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thể</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địa</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cầu</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hãy</a:t>
            </a:r>
            <a:r>
              <a:rPr lang="en-US" sz="9600" b="1" dirty="0">
                <a:effectLst/>
                <a:latin typeface="Times New Roman (Headings)"/>
                <a:cs typeface="Arial" panose="020B0604020202020204" pitchFamily="34" charset="0"/>
              </a:rPr>
              <a:t> tung </a:t>
            </a:r>
            <a:r>
              <a:rPr lang="en-US" sz="9600" b="1" dirty="0" err="1">
                <a:effectLst/>
                <a:latin typeface="Times New Roman (Headings)"/>
                <a:cs typeface="Arial" panose="020B0604020202020204" pitchFamily="34" charset="0"/>
              </a:rPr>
              <a:t>hô</a:t>
            </a:r>
            <a:r>
              <a:rPr lang="en-US" sz="96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2134798476"/>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A6275-3255-005D-BEF9-238789B905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4B0774-EC4B-3194-6416-3F2C63A77CE7}"/>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hãy</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ngợi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khen</a:t>
            </a:r>
            <a:r>
              <a:rPr lang="en-US" sz="9600" b="1" dirty="0">
                <a:effectLst/>
                <a:latin typeface="Times New Roman (Headings)"/>
                <a:cs typeface="Arial" panose="020B0604020202020204" pitchFamily="34" charset="0"/>
              </a:rPr>
              <a:t> Đức Chúa </a:t>
            </a:r>
            <a:r>
              <a:rPr lang="en-US" sz="9600" b="1" dirty="0" err="1">
                <a:effectLst/>
                <a:latin typeface="Times New Roman (Headings)"/>
                <a:cs typeface="Arial" panose="020B0604020202020204" pitchFamily="34" charset="0"/>
              </a:rPr>
              <a:t>Trời</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75485105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92409-39D0-C62F-ED0A-7E5AAE9248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E60518-48FD-25A7-1E20-02CD1322B291}"/>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l"/>
            <a:r>
              <a:rPr lang="en-US" sz="8500" b="1" dirty="0">
                <a:latin typeface="Times New Roman (Headings)"/>
                <a:cs typeface="Arial" panose="020B0604020202020204" pitchFamily="34" charset="0"/>
              </a:rPr>
              <a:t>2</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Toàn</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cầu</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hỡi</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hát</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khen</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mừng</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danh</a:t>
            </a:r>
            <a:r>
              <a:rPr lang="en-US" sz="8500" b="1" dirty="0">
                <a:effectLst/>
                <a:latin typeface="Times New Roman (Headings)"/>
                <a:cs typeface="Arial" panose="020B0604020202020204" pitchFamily="34" charset="0"/>
              </a:rPr>
              <a:t> </a:t>
            </a:r>
            <a:r>
              <a:rPr lang="en-US" sz="8500" b="1" dirty="0" err="1">
                <a:effectLst/>
                <a:latin typeface="Times New Roman (Headings)"/>
                <a:cs typeface="Arial" panose="020B0604020202020204" pitchFamily="34" charset="0"/>
              </a:rPr>
              <a:t>thánh</a:t>
            </a:r>
            <a:r>
              <a:rPr lang="en-US" sz="85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1457843360"/>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60328-47E6-61A1-21E1-447056A817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4227F8-70EB-B7CD-A08D-CF72E9EDDF40}"/>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Hãy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chúc</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tụng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và</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cao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rao</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uy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danh</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249645069"/>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7D7AB-B5D0-FD66-CA3B-72B00D5220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A3FEAD-17A3-D22D-AE35-0A7D73859A0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Hãy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đến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đây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coi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kỳ</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công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bởi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tay</a:t>
            </a:r>
            <a:r>
              <a:rPr lang="en-US" sz="88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4285436530"/>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76B84-3804-E5A6-920B-BD904600B0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2F195C-FEF3-45F0-2C80-0912A438853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Ngài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đã</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thể</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hiện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biết</a:t>
            </a:r>
            <a:r>
              <a:rPr lang="en-US" sz="8800" b="1" dirty="0">
                <a:effectLst/>
                <a:latin typeface="Times New Roman (Headings)"/>
                <a:cs typeface="Arial" panose="020B0604020202020204" pitchFamily="34" charset="0"/>
              </a:rPr>
              <a:t> bao </a:t>
            </a:r>
            <a:r>
              <a:rPr lang="en-US" sz="8800" b="1" dirty="0" err="1">
                <a:effectLst/>
                <a:latin typeface="Times New Roman (Headings)"/>
                <a:cs typeface="Arial" panose="020B0604020202020204" pitchFamily="34" charset="0"/>
              </a:rPr>
              <a:t>nhiêu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chuyện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tuyệt</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luân</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900780605"/>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8063A4-F63E-6522-0D5E-CD7BBF4B042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9EEEBD-7F45-1C73-58FB-BC8DEF413370}"/>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ĐK</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Toàn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thể</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địa</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cầu</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hãy</a:t>
            </a:r>
            <a:r>
              <a:rPr lang="en-US" sz="9600" b="1" dirty="0">
                <a:effectLst/>
                <a:latin typeface="Times New Roman (Headings)"/>
                <a:cs typeface="Arial" panose="020B0604020202020204" pitchFamily="34" charset="0"/>
              </a:rPr>
              <a:t> tung </a:t>
            </a:r>
            <a:r>
              <a:rPr lang="en-US" sz="9600" b="1" dirty="0" err="1">
                <a:effectLst/>
                <a:latin typeface="Times New Roman (Headings)"/>
                <a:cs typeface="Arial" panose="020B0604020202020204" pitchFamily="34" charset="0"/>
              </a:rPr>
              <a:t>hô</a:t>
            </a:r>
            <a:r>
              <a:rPr lang="en-US" sz="96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17116135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988200-BA7E-7C25-B372-D2D4EA7517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C617C9-5127-BA75-CF5B-23DF29E341D9}"/>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hãy</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ngợi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khen</a:t>
            </a:r>
            <a:r>
              <a:rPr lang="en-US" sz="9600" b="1" dirty="0">
                <a:effectLst/>
                <a:latin typeface="Times New Roman (Headings)"/>
                <a:cs typeface="Arial" panose="020B0604020202020204" pitchFamily="34" charset="0"/>
              </a:rPr>
              <a:t> Đức Chúa </a:t>
            </a:r>
            <a:r>
              <a:rPr lang="en-US" sz="9600" b="1" dirty="0" err="1">
                <a:effectLst/>
                <a:latin typeface="Times New Roman (Headings)"/>
                <a:cs typeface="Arial" panose="020B0604020202020204" pitchFamily="34" charset="0"/>
              </a:rPr>
              <a:t>Trời</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425291395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4B65A-B5E3-1B70-9CA5-24E04D4006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FF0309-B1BA-D58D-D3A6-EA0B40CF3033}"/>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l"/>
            <a:r>
              <a:rPr lang="vi-VN" sz="9000" b="1" dirty="0">
                <a:effectLst/>
                <a:latin typeface="Times New Roman (Headings)"/>
                <a:cs typeface="Arial" panose="020B0604020202020204" pitchFamily="34" charset="0"/>
              </a:rPr>
              <a:t>3. Ngài đã biến biển khơi thành nơi khô ráo,</a:t>
            </a:r>
            <a:endParaRPr lang="en-US" sz="9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293696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0FFB0-BE33-EA0B-56F6-7E22FE281B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FCC29F-16B1-2989-9736-CABC720DFDDE}"/>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để cho ta được đi băng qua dễ dàng.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71166347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C349B-EE53-92FB-2C14-84A871199C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2AC7BA-A78C-8D75-EC3E-4AD65778EEF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Lòng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những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hoan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lời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ngợi</a:t>
            </a:r>
            <a:r>
              <a:rPr lang="en-US" sz="8800" b="1" dirty="0">
                <a:effectLst/>
                <a:latin typeface="Times New Roman (Headings)"/>
                <a:cs typeface="Arial" panose="020B0604020202020204" pitchFamily="34" charset="0"/>
              </a:rPr>
              <a:t> ca Thiên Chúa.</a:t>
            </a:r>
          </a:p>
        </p:txBody>
      </p:sp>
    </p:spTree>
    <p:extLst>
      <p:ext uri="{BB962C8B-B14F-4D97-AF65-F5344CB8AC3E}">
        <p14:creationId xmlns:p14="http://schemas.microsoft.com/office/powerpoint/2010/main" val="4153416399"/>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54878-F659-90DC-5C2D-FB3FBC879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42CCF5-27BE-48C0-A39E-4E029841D12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Lạy</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uy</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quyền</a:t>
            </a:r>
            <a:r>
              <a:rPr lang="en-US" sz="8800" b="1" dirty="0">
                <a:effectLst/>
                <a:latin typeface="Times New Roman (Headings)"/>
                <a:cs typeface="Arial" panose="020B0604020202020204" pitchFamily="34" charset="0"/>
              </a:rPr>
              <a:t> Chúa </a:t>
            </a:r>
            <a:r>
              <a:rPr lang="en-US" sz="8800" b="1" dirty="0" err="1">
                <a:effectLst/>
                <a:latin typeface="Times New Roman (Headings)"/>
                <a:cs typeface="Arial" panose="020B0604020202020204" pitchFamily="34" charset="0"/>
              </a:rPr>
              <a:t>Đấng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thống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trị</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ngàn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năm</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100101610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CCCAF-D649-EFEC-11A9-BE0F56085D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4171A9-1C4C-484A-295E-083E2D8B46B2}"/>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ĐK</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Toàn</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thể</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địa</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cầu</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hãy</a:t>
            </a:r>
            <a:r>
              <a:rPr lang="en-US" sz="9600" b="1" dirty="0">
                <a:effectLst/>
                <a:latin typeface="Times New Roman (Headings)"/>
                <a:cs typeface="Arial" panose="020B0604020202020204" pitchFamily="34" charset="0"/>
              </a:rPr>
              <a:t> tung </a:t>
            </a:r>
            <a:r>
              <a:rPr lang="en-US" sz="9600" b="1" dirty="0" err="1">
                <a:effectLst/>
                <a:latin typeface="Times New Roman (Headings)"/>
                <a:cs typeface="Arial" panose="020B0604020202020204" pitchFamily="34" charset="0"/>
              </a:rPr>
              <a:t>hô</a:t>
            </a:r>
            <a:r>
              <a:rPr lang="en-US" sz="9600" b="1" dirty="0">
                <a:effectLst/>
                <a:latin typeface="Times New Roman (Headings)"/>
                <a:cs typeface="Arial" panose="020B0604020202020204" pitchFamily="34" charset="0"/>
              </a:rPr>
              <a:t> Chúa,</a:t>
            </a:r>
          </a:p>
        </p:txBody>
      </p:sp>
    </p:spTree>
    <p:extLst>
      <p:ext uri="{BB962C8B-B14F-4D97-AF65-F5344CB8AC3E}">
        <p14:creationId xmlns:p14="http://schemas.microsoft.com/office/powerpoint/2010/main" val="4140730678"/>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A2962-3B9F-720C-2E02-F685AB2A53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0A2479-DB27-E433-B740-995FD11A8125}"/>
              </a:ext>
            </a:extLst>
          </p:cNvPr>
          <p:cNvSpPr>
            <a:spLocks noGrp="1"/>
          </p:cNvSpPr>
          <p:nvPr>
            <p:ph type="ctrTitle"/>
          </p:nvPr>
        </p:nvSpPr>
        <p:spPr>
          <a:xfrm>
            <a:off x="0" y="-130630"/>
            <a:ext cx="9144000" cy="5274129"/>
          </a:xfrm>
          <a:solidFill>
            <a:schemeClr val="bg1"/>
          </a:solidFill>
        </p:spPr>
        <p:txBody>
          <a:bodyPr lIns="91440" tIns="0" rIns="91440" bIns="0">
            <a:noAutofit/>
          </a:bodyPr>
          <a:lstStyle/>
          <a:p>
            <a:pPr algn="just"/>
            <a:r>
              <a:rPr lang="en-US" sz="9600" b="1" dirty="0" err="1">
                <a:effectLst/>
                <a:latin typeface="Times New Roman (Headings)"/>
                <a:cs typeface="Arial" panose="020B0604020202020204" pitchFamily="34" charset="0"/>
              </a:rPr>
              <a:t>hãy</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ngợi</a:t>
            </a:r>
            <a:r>
              <a:rPr lang="en-US" sz="9600" b="1" dirty="0">
                <a:effectLst/>
                <a:latin typeface="Times New Roman (Headings)"/>
                <a:cs typeface="Arial" panose="020B0604020202020204" pitchFamily="34" charset="0"/>
              </a:rPr>
              <a:t> </a:t>
            </a:r>
            <a:r>
              <a:rPr lang="en-US" sz="9600" b="1" dirty="0" err="1">
                <a:effectLst/>
                <a:latin typeface="Times New Roman (Headings)"/>
                <a:cs typeface="Arial" panose="020B0604020202020204" pitchFamily="34" charset="0"/>
              </a:rPr>
              <a:t>khen</a:t>
            </a:r>
            <a:r>
              <a:rPr lang="en-US" sz="9600" b="1" dirty="0">
                <a:effectLst/>
                <a:latin typeface="Times New Roman (Headings)"/>
                <a:cs typeface="Arial" panose="020B0604020202020204" pitchFamily="34" charset="0"/>
              </a:rPr>
              <a:t> Đức Chúa </a:t>
            </a:r>
            <a:r>
              <a:rPr lang="en-US" sz="9600" b="1" dirty="0" err="1">
                <a:effectLst/>
                <a:latin typeface="Times New Roman (Headings)"/>
                <a:cs typeface="Arial" panose="020B0604020202020204" pitchFamily="34" charset="0"/>
              </a:rPr>
              <a:t>Trời</a:t>
            </a:r>
            <a:r>
              <a:rPr lang="en-US" sz="96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576501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143" y="0"/>
            <a:ext cx="9141714" cy="51435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 name="Content Placeholder 2">
            <a:extLst>
              <a:ext uri="{FF2B5EF4-FFF2-40B4-BE49-F238E27FC236}">
                <a16:creationId xmlns:a16="http://schemas.microsoft.com/office/drawing/2014/main" id="{F5CE8DDD-44F1-46DF-BDCC-BE0F816F7919}"/>
              </a:ext>
            </a:extLst>
          </p:cNvPr>
          <p:cNvSpPr>
            <a:spLocks noGrp="1"/>
          </p:cNvSpPr>
          <p:nvPr>
            <p:ph idx="1"/>
          </p:nvPr>
        </p:nvSpPr>
        <p:spPr/>
        <p:txBody>
          <a:bodyPr/>
          <a:lstStyle/>
          <a:p>
            <a:endParaRPr lang="en-US"/>
          </a:p>
        </p:txBody>
      </p:sp>
      <p:pic>
        <p:nvPicPr>
          <p:cNvPr id="2" name="Picture 2" descr="Có thể là hình ảnh về 1 người và văn bản cho biết 'BÀI ĐỌC AIĐỌC2 2 Bài trích thư của thánh Phaolô tông đồ gửi tìn hữu Ga-lát lất &quot;Tôi mang trên mình tôi những dẫu tích của ĐỨC Giê-su.&quot; (GI 6, 1418)'">
            <a:extLst>
              <a:ext uri="{FF2B5EF4-FFF2-40B4-BE49-F238E27FC236}">
                <a16:creationId xmlns:a16="http://schemas.microsoft.com/office/drawing/2014/main" id="{72731BEB-F77C-C3ED-DB91-6F7B578B5B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2612110"/>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9DBAE2-BDC8-C38B-1D85-213EFE8D302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195C77-CA19-58A1-3044-9C9C7F93C840}"/>
              </a:ext>
            </a:extLst>
          </p:cNvPr>
          <p:cNvSpPr>
            <a:spLocks noGrp="1"/>
          </p:cNvSpPr>
          <p:nvPr>
            <p:ph idx="1"/>
          </p:nvPr>
        </p:nvSpPr>
        <p:spPr/>
        <p:txBody>
          <a:bodyPr/>
          <a:lstStyle/>
          <a:p>
            <a:endParaRPr lang="en-US"/>
          </a:p>
        </p:txBody>
      </p:sp>
      <p:pic>
        <p:nvPicPr>
          <p:cNvPr id="4" name="Picture 2" descr="Có thể là hình ảnh về 1 người và văn bản cho biết 'CHÚA NHẬT χιν THƯỜNG NIÊN NĂM C Đức Giêsu sai đi 72 môn ĐỆ የ፡ &quot;Vào nhà não, trước tiên cấc con hãy nói: 'Bình an cho nhà này'. Nếu Ở đấy cÕ con cai sự bình an, thì sự bình an của cấc con sẽ đền trên người ấy.&quot; (Lc 10, 1-12. (Lc10,1-12.17-20) 17-20)'">
            <a:extLst>
              <a:ext uri="{FF2B5EF4-FFF2-40B4-BE49-F238E27FC236}">
                <a16:creationId xmlns:a16="http://schemas.microsoft.com/office/drawing/2014/main" id="{3A41BE34-C24C-74D2-CAEB-ADAB0AF66B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05"/>
            <a:ext cx="9144000" cy="5141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09829"/>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1B82F-9B9E-9A0F-F01F-8D74989335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12D805-4723-9CE9-42DA-7AE8EBF9C314}"/>
              </a:ext>
            </a:extLst>
          </p:cNvPr>
          <p:cNvSpPr>
            <a:spLocks noGrp="1"/>
          </p:cNvSpPr>
          <p:nvPr>
            <p:ph type="ctrTitle"/>
          </p:nvPr>
        </p:nvSpPr>
        <p:spPr>
          <a:xfrm>
            <a:off x="0" y="409575"/>
            <a:ext cx="9144000" cy="4733925"/>
          </a:xfrm>
          <a:solidFill>
            <a:schemeClr val="bg1"/>
          </a:solidFill>
        </p:spPr>
        <p:txBody>
          <a:bodyPr lIns="91440" tIns="0" rIns="91440" bIns="0">
            <a:noAutofit/>
          </a:bodyPr>
          <a:lstStyle/>
          <a:p>
            <a:r>
              <a:rPr lang="en-US" sz="8000" b="1" dirty="0">
                <a:effectLst/>
                <a:latin typeface="Times New Roman (Headings)"/>
                <a:cs typeface="Arial" panose="020B0604020202020204" pitchFamily="34" charset="0"/>
              </a:rPr>
              <a:t>All… All... </a:t>
            </a:r>
            <a:br>
              <a:rPr lang="en-US" sz="8000" b="1" dirty="0">
                <a:effectLst/>
                <a:latin typeface="Times New Roman (Headings)"/>
                <a:cs typeface="Arial" panose="020B0604020202020204" pitchFamily="34" charset="0"/>
              </a:rPr>
            </a:br>
            <a:r>
              <a:rPr lang="en-US" sz="8000" b="1" dirty="0">
                <a:effectLst/>
                <a:latin typeface="Times New Roman (Headings)"/>
                <a:cs typeface="Arial" panose="020B0604020202020204" pitchFamily="34" charset="0"/>
              </a:rPr>
              <a:t>Chúa </a:t>
            </a:r>
            <a:r>
              <a:rPr lang="en-US" sz="8000" b="1" dirty="0" err="1">
                <a:effectLst/>
                <a:latin typeface="Times New Roman (Headings)"/>
                <a:cs typeface="Arial" panose="020B0604020202020204" pitchFamily="34" charset="0"/>
              </a:rPr>
              <a:t>phán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Nếu</a:t>
            </a:r>
            <a:r>
              <a:rPr lang="en-US" sz="8000" b="1" dirty="0">
                <a:effectLst/>
                <a:latin typeface="Times New Roman (Headings)"/>
                <a:cs typeface="Arial" panose="020B0604020202020204" pitchFamily="34" charset="0"/>
              </a:rPr>
              <a:t> ai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mến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Thầy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thì</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sẽ</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giữ</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Thầy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luôn</a:t>
            </a:r>
            <a:r>
              <a:rPr lang="en-US" sz="8000" b="1" dirty="0">
                <a:effectLst/>
                <a:latin typeface="Times New Roman (Headings)"/>
                <a:cs typeface="Arial" panose="020B0604020202020204" pitchFamily="34" charset="0"/>
              </a:rPr>
              <a:t>,</a:t>
            </a:r>
          </a:p>
        </p:txBody>
      </p:sp>
      <p:sp>
        <p:nvSpPr>
          <p:cNvPr id="3" name="Tiêu đề 1">
            <a:extLst>
              <a:ext uri="{FF2B5EF4-FFF2-40B4-BE49-F238E27FC236}">
                <a16:creationId xmlns:a16="http://schemas.microsoft.com/office/drawing/2014/main" id="{B65BFD26-A711-3E47-CB91-41F966BFC137}"/>
              </a:ext>
            </a:extLst>
          </p:cNvPr>
          <p:cNvSpPr txBox="1">
            <a:spLocks/>
          </p:cNvSpPr>
          <p:nvPr/>
        </p:nvSpPr>
        <p:spPr>
          <a:xfrm>
            <a:off x="0" y="0"/>
            <a:ext cx="9144000" cy="409575"/>
          </a:xfrm>
          <a:prstGeom prst="rect">
            <a:avLst/>
          </a:prstGeom>
          <a:no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000" b="1" u="sng" dirty="0">
                <a:solidFill>
                  <a:srgbClr val="FF0000"/>
                </a:solidFill>
                <a:latin typeface="Arial" panose="020B0604020202020204" pitchFamily="34" charset="0"/>
                <a:cs typeface="Arial" panose="020B0604020202020204" pitchFamily="34" charset="0"/>
              </a:rPr>
              <a:t>TUNG </a:t>
            </a:r>
            <a:r>
              <a:rPr lang="en-US" sz="2000" b="1" u="sng" dirty="0" err="1">
                <a:solidFill>
                  <a:srgbClr val="FF0000"/>
                </a:solidFill>
                <a:latin typeface="Arial" panose="020B0604020202020204" pitchFamily="34" charset="0"/>
                <a:cs typeface="Arial" panose="020B0604020202020204" pitchFamily="34" charset="0"/>
              </a:rPr>
              <a:t>HÔ</a:t>
            </a:r>
            <a:r>
              <a:rPr lang="en-US" sz="2000" b="1" u="sng" dirty="0">
                <a:solidFill>
                  <a:srgbClr val="FF0000"/>
                </a:solidFill>
                <a:latin typeface="Arial" panose="020B0604020202020204" pitchFamily="34" charset="0"/>
                <a:cs typeface="Arial" panose="020B0604020202020204" pitchFamily="34" charset="0"/>
              </a:rPr>
              <a:t> TIN </a:t>
            </a:r>
            <a:r>
              <a:rPr lang="en-US" sz="2000" b="1" u="sng" dirty="0" err="1">
                <a:solidFill>
                  <a:srgbClr val="FF0000"/>
                </a:solidFill>
                <a:latin typeface="Arial" panose="020B0604020202020204" pitchFamily="34" charset="0"/>
                <a:cs typeface="Arial" panose="020B0604020202020204" pitchFamily="34" charset="0"/>
              </a:rPr>
              <a:t>MỪNG</a:t>
            </a:r>
            <a:endParaRPr lang="vi-VN" sz="2000" b="1" dirty="0">
              <a:solidFill>
                <a:srgbClr val="00B050"/>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09131186"/>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06615-2E99-EA04-3BDE-BFE498487A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95F701-1094-431D-AE6C-46FE2A062166}"/>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11500" b="1" dirty="0">
                <a:effectLst/>
                <a:latin typeface="Times New Roman (Headings)"/>
                <a:cs typeface="Arial" panose="020B0604020202020204" pitchFamily="34" charset="0"/>
              </a:rPr>
              <a:t>và Cha Thầy sẽ yêu mến người ấy,</a:t>
            </a:r>
            <a:endParaRPr lang="en-US" sz="11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15757512"/>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0A5B30-3E41-A9A3-C865-FE4A2EC7D0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F4BBE2-AF94-24A0-BC3B-A8D68FBBF117}"/>
              </a:ext>
            </a:extLst>
          </p:cNvPr>
          <p:cNvSpPr>
            <a:spLocks noGrp="1"/>
          </p:cNvSpPr>
          <p:nvPr>
            <p:ph type="ctrTitle"/>
          </p:nvPr>
        </p:nvSpPr>
        <p:spPr>
          <a:xfrm>
            <a:off x="0" y="0"/>
            <a:ext cx="9144000" cy="5143500"/>
          </a:xfrm>
          <a:solidFill>
            <a:schemeClr val="bg1"/>
          </a:solidFill>
        </p:spPr>
        <p:txBody>
          <a:bodyPr lIns="91440" tIns="0" rIns="91440" bIns="0">
            <a:noAutofit/>
          </a:bodyPr>
          <a:lstStyle/>
          <a:p>
            <a:r>
              <a:rPr lang="vi-VN" sz="11500" b="1" dirty="0">
                <a:effectLst/>
                <a:latin typeface="Times New Roman (Headings)"/>
                <a:cs typeface="Arial" panose="020B0604020202020204" pitchFamily="34" charset="0"/>
              </a:rPr>
              <a:t>và Chúng Ta đến ở trong người ấy".</a:t>
            </a:r>
            <a:endParaRPr lang="en-US" sz="11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70252935"/>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31C2B-3E15-22A4-AD92-09EF94C8A2C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F13AB88-CD26-E1E0-0A39-96BB4C870CAE}"/>
              </a:ext>
            </a:extLst>
          </p:cNvPr>
          <p:cNvSpPr>
            <a:spLocks noGrp="1"/>
          </p:cNvSpPr>
          <p:nvPr>
            <p:ph idx="1"/>
          </p:nvPr>
        </p:nvSpPr>
        <p:spPr/>
        <p:txBody>
          <a:bodyPr/>
          <a:lstStyle/>
          <a:p>
            <a:endParaRPr lang="en-US"/>
          </a:p>
        </p:txBody>
      </p:sp>
      <p:pic>
        <p:nvPicPr>
          <p:cNvPr id="13314" name="Picture 2" descr="Có thể là hình ảnh về 3 người và văn bản cho biết 'TIN MỪNG CHÚA GIESU KITÔ Theo Thánh Lu ca &quot;Nếu Ở đó, CÓ ai đãng hưởng bình an, an. thì bình an của anh em sẽ Ở lại VỚi người ấy.&quot; [LC 10, 112.'">
            <a:extLst>
              <a:ext uri="{FF2B5EF4-FFF2-40B4-BE49-F238E27FC236}">
                <a16:creationId xmlns:a16="http://schemas.microsoft.com/office/drawing/2014/main" id="{99C6671A-6364-6942-1BFA-C3F8095643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5640065"/>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F4424-8E6B-FA7F-6116-F1C7325D6C7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C550C2-D025-4227-2B4D-E1E86E0E0748}"/>
              </a:ext>
            </a:extLst>
          </p:cNvPr>
          <p:cNvSpPr>
            <a:spLocks noGrp="1"/>
          </p:cNvSpPr>
          <p:nvPr>
            <p:ph idx="1"/>
          </p:nvPr>
        </p:nvSpPr>
        <p:spPr/>
        <p:txBody>
          <a:bodyPr/>
          <a:lstStyle/>
          <a:p>
            <a:endParaRPr lang="en-US"/>
          </a:p>
        </p:txBody>
      </p:sp>
      <p:pic>
        <p:nvPicPr>
          <p:cNvPr id="4" name="Picture 2" descr="Có thể là hình ảnh về 1 người và văn bản cho biết 'CHÚA NHẬT χιν THƯỜNG NIÊN NĂM C Đức Giêsu sai đi 72 môn ĐỆ የ፡ &quot;Vào nhà não, trước tiên cấc con hãy nói: 'Bình an cho nhà này'. Nếu Ở đấy cÕ con cai sự bình an, thì sự bình an của cấc con sẽ đền trên người ấy.&quot; (Lc 10, 1-12. (Lc10,1-12.17-20) 17-20)'">
            <a:extLst>
              <a:ext uri="{FF2B5EF4-FFF2-40B4-BE49-F238E27FC236}">
                <a16:creationId xmlns:a16="http://schemas.microsoft.com/office/drawing/2014/main" id="{CB0790C6-7763-5009-FCE9-E410BB6E31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05"/>
            <a:ext cx="9144000" cy="5141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9494810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3ABA4-807E-D75C-D52C-5C17410145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AC7524-1DCF-5012-325A-112DC29DE05E}"/>
              </a:ext>
            </a:extLst>
          </p:cNvPr>
          <p:cNvSpPr>
            <a:spLocks noGrp="1"/>
          </p:cNvSpPr>
          <p:nvPr>
            <p:ph type="ctrTitle"/>
          </p:nvPr>
        </p:nvSpPr>
        <p:spPr>
          <a:xfrm>
            <a:off x="0" y="514351"/>
            <a:ext cx="9144000" cy="4629148"/>
          </a:xfrm>
          <a:solidFill>
            <a:schemeClr val="bg1"/>
          </a:solidFill>
        </p:spPr>
        <p:txBody>
          <a:bodyPr lIns="91440" tIns="0" rIns="91440" bIns="0">
            <a:noAutofit/>
          </a:bodyPr>
          <a:lstStyle/>
          <a:p>
            <a:pPr algn="just"/>
            <a:r>
              <a:rPr lang="en-US" sz="8200" b="1" dirty="0" err="1">
                <a:effectLst/>
                <a:latin typeface="Times New Roman (Headings)"/>
                <a:cs typeface="Arial" panose="020B0604020202020204" pitchFamily="34" charset="0"/>
              </a:rPr>
              <a:t>Tôi</a:t>
            </a:r>
            <a:r>
              <a:rPr lang="en-US" sz="8200" b="1" dirty="0">
                <a:effectLst/>
                <a:latin typeface="Times New Roman (Headings)"/>
                <a:cs typeface="Arial" panose="020B0604020202020204" pitchFamily="34" charset="0"/>
              </a:rPr>
              <a:t> tin </a:t>
            </a:r>
            <a:r>
              <a:rPr lang="en-US" sz="8200" b="1" dirty="0" err="1">
                <a:effectLst/>
                <a:latin typeface="Times New Roman (Headings)"/>
                <a:cs typeface="Arial" panose="020B0604020202020204" pitchFamily="34" charset="0"/>
              </a:rPr>
              <a:t>kính</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một</a:t>
            </a:r>
            <a:r>
              <a:rPr lang="en-US" sz="8200" b="1" dirty="0">
                <a:effectLst/>
                <a:latin typeface="Times New Roman (Headings)"/>
                <a:cs typeface="Arial" panose="020B0604020202020204" pitchFamily="34" charset="0"/>
              </a:rPr>
              <a:t> Thiên Chúa </a:t>
            </a:r>
            <a:r>
              <a:rPr lang="en-US" sz="8200" b="1" dirty="0" err="1">
                <a:effectLst/>
                <a:latin typeface="Times New Roman (Headings)"/>
                <a:cs typeface="Arial" panose="020B0604020202020204" pitchFamily="34" charset="0"/>
              </a:rPr>
              <a:t>là</a:t>
            </a:r>
            <a:r>
              <a:rPr lang="en-US" sz="8200" b="1" dirty="0">
                <a:effectLst/>
                <a:latin typeface="Times New Roman (Headings)"/>
                <a:cs typeface="Arial" panose="020B0604020202020204" pitchFamily="34" charset="0"/>
              </a:rPr>
              <a:t> Cha </a:t>
            </a:r>
            <a:r>
              <a:rPr lang="en-US" sz="8200" b="1" dirty="0" err="1">
                <a:effectLst/>
                <a:latin typeface="Times New Roman (Headings)"/>
                <a:cs typeface="Arial" panose="020B0604020202020204" pitchFamily="34" charset="0"/>
              </a:rPr>
              <a:t>toàn</a:t>
            </a:r>
            <a:r>
              <a:rPr lang="en-US" sz="8200" b="1" dirty="0">
                <a:effectLst/>
                <a:latin typeface="Times New Roman (Headings)"/>
                <a:cs typeface="Arial" panose="020B0604020202020204" pitchFamily="34" charset="0"/>
              </a:rPr>
              <a:t> </a:t>
            </a:r>
            <a:r>
              <a:rPr lang="en-US" sz="8200" b="1" dirty="0" err="1">
                <a:effectLst/>
                <a:latin typeface="Times New Roman (Headings)"/>
                <a:cs typeface="Arial" panose="020B0604020202020204" pitchFamily="34" charset="0"/>
              </a:rPr>
              <a:t>năng</a:t>
            </a:r>
            <a:r>
              <a:rPr lang="en-US" sz="8200" b="1" dirty="0">
                <a:effectLst/>
                <a:latin typeface="Times New Roman (Headings)"/>
                <a:cs typeface="Arial" panose="020B0604020202020204" pitchFamily="34" charset="0"/>
              </a:rPr>
              <a:t>.</a:t>
            </a:r>
          </a:p>
        </p:txBody>
      </p:sp>
      <p:sp>
        <p:nvSpPr>
          <p:cNvPr id="4" name="Tiêu đề 1">
            <a:extLst>
              <a:ext uri="{FF2B5EF4-FFF2-40B4-BE49-F238E27FC236}">
                <a16:creationId xmlns:a16="http://schemas.microsoft.com/office/drawing/2014/main" id="{9B130C5D-607E-1CBB-D591-F748074BB843}"/>
              </a:ext>
            </a:extLst>
          </p:cNvPr>
          <p:cNvSpPr txBox="1">
            <a:spLocks/>
          </p:cNvSpPr>
          <p:nvPr/>
        </p:nvSpPr>
        <p:spPr>
          <a:xfrm>
            <a:off x="0" y="83125"/>
            <a:ext cx="9144000" cy="514350"/>
          </a:xfrm>
          <a:prstGeom prst="rect">
            <a:avLst/>
          </a:prstGeom>
          <a:solidFill>
            <a:schemeClr val="bg1"/>
          </a:solidFill>
          <a:ln>
            <a:noFill/>
          </a:ln>
        </p:spPr>
        <p:style>
          <a:lnRef idx="0">
            <a:scrgbClr r="0" g="0" b="0"/>
          </a:lnRef>
          <a:fillRef idx="0">
            <a:scrgbClr r="0" g="0" b="0"/>
          </a:fillRef>
          <a:effectRef idx="0">
            <a:scrgbClr r="0" g="0" b="0"/>
          </a:effectRef>
          <a:fontRef idx="minor">
            <a:schemeClr val="accent3"/>
          </a:fontRef>
        </p:style>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3600" b="1" dirty="0">
                <a:solidFill>
                  <a:srgbClr val="FF0000"/>
                </a:solidFill>
                <a:latin typeface="Times New Roman" panose="02020603050405020304" pitchFamily="18" charset="0"/>
                <a:cs typeface="Times New Roman" panose="02020603050405020304" pitchFamily="18" charset="0"/>
              </a:rPr>
              <a:t>KINH TIN </a:t>
            </a:r>
            <a:r>
              <a:rPr lang="en-US" sz="3600" b="1" dirty="0" err="1">
                <a:solidFill>
                  <a:srgbClr val="FF0000"/>
                </a:solidFill>
                <a:latin typeface="Times New Roman" panose="02020603050405020304" pitchFamily="18" charset="0"/>
                <a:cs typeface="Times New Roman" panose="02020603050405020304" pitchFamily="18" charset="0"/>
              </a:rPr>
              <a:t>KÍNH</a:t>
            </a:r>
            <a:endParaRPr lang="vi-VN" sz="3600" b="1" dirty="0">
              <a:solidFill>
                <a:srgbClr val="00B05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22460507"/>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309F3-8315-CE40-0B0A-EA1412C04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03A48-7357-BDA4-3CCC-60DB19E7970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thành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muôn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hữu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vô</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hình</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521278370"/>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C03334-9006-FD9C-EE9F-42904ED334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00168C-2886-DF81-5CE8-19D4DA9DDB3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Chúa </a:t>
            </a:r>
            <a:r>
              <a:rPr lang="en-US" sz="8000" b="1" dirty="0" err="1">
                <a:effectLst/>
                <a:latin typeface="Times New Roman (Headings)"/>
                <a:cs typeface="Arial" panose="020B0604020202020204" pitchFamily="34" charset="0"/>
              </a:rPr>
              <a:t>Giê-su</a:t>
            </a:r>
            <a:r>
              <a:rPr lang="en-US" sz="8000" b="1" dirty="0">
                <a:effectLst/>
                <a:latin typeface="Times New Roman (Headings)"/>
                <a:cs typeface="Arial" panose="020B0604020202020204" pitchFamily="34" charset="0"/>
              </a:rPr>
              <a:t> Ki-</a:t>
            </a:r>
            <a:r>
              <a:rPr lang="en-US" sz="8000" b="1" dirty="0" err="1">
                <a:effectLst/>
                <a:latin typeface="Times New Roman (Headings)"/>
                <a:cs typeface="Arial" panose="020B0604020202020204" pitchFamily="34" charset="0"/>
              </a:rPr>
              <a:t>tô</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Một</a:t>
            </a:r>
            <a:r>
              <a:rPr lang="en-US" sz="8000" b="1" dirty="0">
                <a:effectLst/>
                <a:latin typeface="Times New Roman (Headings)"/>
                <a:cs typeface="Arial" panose="020B0604020202020204" pitchFamily="34" charset="0"/>
              </a:rPr>
              <a:t> Thiên Chúa,</a:t>
            </a:r>
          </a:p>
        </p:txBody>
      </p:sp>
    </p:spTree>
    <p:extLst>
      <p:ext uri="{BB962C8B-B14F-4D97-AF65-F5344CB8AC3E}">
        <p14:creationId xmlns:p14="http://schemas.microsoft.com/office/powerpoint/2010/main" val="2448684649"/>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14702-B588-558A-1359-E8B9C635D1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C1DD87-71D7-AED6-17FA-35FFEFA4853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sinh bởi Đức Chúa Cha từ trước muôn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72557194"/>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4737AC-60A0-9959-47F1-5D68D9B499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C9E8A-C643-00E5-AC2D-6C2820D32B6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là Thiên Chúa bởi Thiên Chúa, Ánh Sáng bởi Ánh Sáng,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662185499"/>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FCE7A3-6C92-3908-91CA-673B0AC87C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B87E14-CD07-987B-B16A-B6F1EAC6623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a:effectLst/>
                <a:latin typeface="Times New Roman (Headings)"/>
                <a:cs typeface="Arial" panose="020B0604020202020204" pitchFamily="34" charset="0"/>
              </a:rPr>
              <a:t>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bởi</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thật</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516855143"/>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7E1989-CD9F-C389-DBCA-E38B2B16A5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6B3884-7BF0-103E-74AE-B62AE3B0CBCA}"/>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Được sinh ra mà không phải được tạo thành đồng bản thể với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14847988"/>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702D7-D322-577F-67D6-CF9AF370B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87094C-0B2C-98F4-6B4D-4514C85AA18D}"/>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nhờ Người mà muôn vật được tạo thành.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95322477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0651F0-8517-85E0-AD02-BB3A04FC53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034158-F0F9-35B6-3EE8-8E1A93B8F6C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Vì loài người chúng ta và để cứu độ chúng ta, Người đã từ trời xuống thế.</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75317151"/>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E0594-87D3-1701-548F-A1FB74949B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8790E-DD99-C089-5A30-F58F5D8CCE07}"/>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6500" b="1" dirty="0">
                <a:effectLst/>
                <a:latin typeface="Times New Roman (Headings)"/>
                <a:cs typeface="Arial" panose="020B0604020202020204" pitchFamily="34" charset="0"/>
              </a:rPr>
              <a:t>Bởi phép Đức Chúa Thánh Thần, Người đã nhập thể trong lòng Trinh Nữ Ma-ri-a, và đã làm người.</a:t>
            </a:r>
            <a:endParaRPr lang="en-US" sz="65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494088456"/>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704B99-47D6-7361-9262-F92BC79A02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AA215-A9FC-C80A-B3B8-C734F226088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chịu đóng đinh vào thập giá vì chúng ta,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25404257"/>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F57FD2-CC38-ED97-66C3-FEA9FCE155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7A4BD7-BB80-6939-2C6C-FE35D4772ED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thời quan Phong-xi-ô</a:t>
            </a:r>
            <a:r>
              <a:rPr lang="en-US" sz="8000" b="1" dirty="0">
                <a:effectLst/>
                <a:latin typeface="Times New Roman (Headings)"/>
                <a:cs typeface="Arial" panose="020B0604020202020204" pitchFamily="34" charset="0"/>
              </a:rPr>
              <a:t> </a:t>
            </a:r>
            <a:r>
              <a:rPr lang="vi-VN" sz="8000" b="1" dirty="0">
                <a:effectLst/>
                <a:latin typeface="Times New Roman (Headings)"/>
                <a:cs typeface="Arial" panose="020B0604020202020204" pitchFamily="34" charset="0"/>
              </a:rPr>
              <a:t>Phi-la-tô; Người chịu khổ hình và mai táng.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61748042"/>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2B82F-F1B5-2650-3B64-FC86C186D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EAC947-BCD7-2678-BDCD-F5DD300050CE}"/>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Ngày thứ ba Người sống lại như lời Thánh kinh.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18618283"/>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C22B3-9BF7-16BA-860C-D4E9C0DDCC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2485B6-3F65-7989-D709-51616B97254B}"/>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lên trời, ngự bên hữu Đức Chúa Cha.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371128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DAA13-4036-8519-BEA4-BBAB076B20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625AD-8F23-2772-F0C9-2C9B161DE880}"/>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Và Người sẽ lại đến trong vinh quang để phán xét kẻ sống và kẻ chết,</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64876205"/>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90F71-DD30-B648-823A-B189F04644C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E771F9-5B9B-F4BF-40E1-9B253EDB10A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Nước Người sẽ không bao giờ cùng.</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658011190"/>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D87F4-5936-E338-1E4D-7D5DFB51CF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C756C0D-5D39-DF8B-E96E-C1E7BB3B80E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tinh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kính</a:t>
            </a:r>
            <a:r>
              <a:rPr lang="en-US" sz="8000" b="1" dirty="0">
                <a:effectLst/>
                <a:latin typeface="Times New Roman (Headings)"/>
                <a:cs typeface="Arial" panose="020B0604020202020204" pitchFamily="34" charset="0"/>
              </a:rPr>
              <a:t> Đức Chúa Thánh </a:t>
            </a:r>
            <a:r>
              <a:rPr lang="en-US" sz="8000" b="1" dirty="0" err="1">
                <a:effectLst/>
                <a:latin typeface="Times New Roman (Headings)"/>
                <a:cs typeface="Arial" panose="020B0604020202020204" pitchFamily="34" charset="0"/>
              </a:rPr>
              <a:t>Thần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Thiên Chúa,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Đấng</a:t>
            </a:r>
            <a:r>
              <a:rPr lang="en-US" sz="8000" b="1" dirty="0">
                <a:effectLst/>
                <a:latin typeface="Times New Roman (Headings)"/>
                <a:cs typeface="Arial" panose="020B0604020202020204" pitchFamily="34" charset="0"/>
              </a:rPr>
              <a:t> ban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89142787"/>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569B4C-4C34-8B84-98A4-809EEAEF99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C7CD4B-98DB-7F88-F991-BC295B90F523}"/>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bởi Đức Chúa Cha và Đức Chúa Con mà ra.</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015723285"/>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51C22-968A-79B9-95D0-922E624A3D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528DD2-9620-254B-2ED0-219513EABA1C}"/>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được phụng thờ và tôn vinh cùng với Đức Chúa Cha và Đức Chúa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564884281"/>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50C26-B26C-BB85-1BCC-45F7AB7D6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A9FBF3-26E4-9539-6D59-A4727CFF0A09}"/>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Người đã dùng các Tiên tri mà phán dạy.</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05897880"/>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EBB88B-0D7F-4D7B-97CD-D35FF041C2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80486A-BFEB-AC1F-2399-6E3280D660F6}"/>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tin </a:t>
            </a:r>
            <a:r>
              <a:rPr lang="en-US" sz="8000" b="1" dirty="0" err="1">
                <a:effectLst/>
                <a:latin typeface="Times New Roman (Headings)"/>
                <a:cs typeface="Arial" panose="020B0604020202020204" pitchFamily="34" charset="0"/>
              </a:rPr>
              <a:t>Hội</a:t>
            </a:r>
            <a:r>
              <a:rPr lang="en-US" sz="8000" b="1" dirty="0">
                <a:effectLst/>
                <a:latin typeface="Times New Roman (Headings)"/>
                <a:cs typeface="Arial" panose="020B0604020202020204" pitchFamily="34" charset="0"/>
              </a:rPr>
              <a:t> Thánh </a:t>
            </a:r>
            <a:r>
              <a:rPr lang="en-US" sz="8000" b="1" dirty="0" err="1">
                <a:effectLst/>
                <a:latin typeface="Times New Roman (Headings)"/>
                <a:cs typeface="Arial" panose="020B0604020202020204" pitchFamily="34" charset="0"/>
              </a:rPr>
              <a:t>duy</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nhất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thánh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thiện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giáo</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truyền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221903746"/>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0C82F-AC4B-5F76-0A86-D951776B0F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CA16B-F7F9-4ED1-D0A6-4074FE90DF48}"/>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Tôi tuyên xưng có một Phép Rửa để tha tội.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376629172"/>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5666B3-C50D-C141-A14C-1FF4C97F3F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4A895A-326F-80AF-1F23-A7D232913CBF}"/>
              </a:ext>
            </a:extLst>
          </p:cNvPr>
          <p:cNvSpPr>
            <a:spLocks noGrp="1"/>
          </p:cNvSpPr>
          <p:nvPr>
            <p:ph type="ctrTitle"/>
          </p:nvPr>
        </p:nvSpPr>
        <p:spPr>
          <a:xfrm>
            <a:off x="0" y="0"/>
            <a:ext cx="9144000" cy="5143499"/>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Tôi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trông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đợi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kẻ</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chết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lại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và</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sự</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sống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sau</a:t>
            </a:r>
            <a:r>
              <a:rPr lang="en-US" sz="8000" b="1" dirty="0">
                <a:effectLst/>
                <a:latin typeface="Times New Roman (Headings)"/>
                <a:cs typeface="Arial" panose="020B0604020202020204" pitchFamily="34" charset="0"/>
              </a:rPr>
              <a:t>. </a:t>
            </a:r>
            <a:r>
              <a:rPr lang="en-US" sz="8000" b="1" dirty="0">
                <a:solidFill>
                  <a:srgbClr val="FF0000"/>
                </a:solidFill>
                <a:effectLst/>
                <a:latin typeface="Times New Roman (Headings)"/>
                <a:cs typeface="Arial" panose="020B0604020202020204" pitchFamily="34" charset="0"/>
              </a:rPr>
              <a:t>Amen</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101381447"/>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50BBDE-2E55-4C01-A172-376818C22EE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B831AA-B6B1-F0BC-B199-C41AC540F4C9}"/>
              </a:ext>
            </a:extLst>
          </p:cNvPr>
          <p:cNvSpPr>
            <a:spLocks noGrp="1"/>
          </p:cNvSpPr>
          <p:nvPr>
            <p:ph idx="1"/>
          </p:nvPr>
        </p:nvSpPr>
        <p:spPr/>
        <p:txBody>
          <a:bodyPr/>
          <a:lstStyle/>
          <a:p>
            <a:endParaRPr lang="en-US"/>
          </a:p>
        </p:txBody>
      </p:sp>
      <p:pic>
        <p:nvPicPr>
          <p:cNvPr id="4" name="Picture 2" descr="Có thể là hình ảnh về 1 người và văn bản cho biết 'CHÚA NHẬT χιν THƯỜNG NIÊN NĂM C Đức Giêsu sai đi 72 môn ĐỆ የ፡ &quot;Vào nhà não, trước tiên cấc con hãy nói: 'Bình an cho nhà này'. Nếu Ở đấy cÕ con cai sự bình an, thì sự bình an của cấc con sẽ đền trên người ấy.&quot; (Lc 10, 1-12. (Lc10,1-12.17-20) 17-20)'">
            <a:extLst>
              <a:ext uri="{FF2B5EF4-FFF2-40B4-BE49-F238E27FC236}">
                <a16:creationId xmlns:a16="http://schemas.microsoft.com/office/drawing/2014/main" id="{BB2668F2-0CE1-5D5E-A2B3-C73E8916341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05"/>
            <a:ext cx="9144000" cy="5141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75510949"/>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FCB38-41C2-527C-14C7-BA88EAF3FA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A52F11-2C4F-E299-24FE-8E81AAC56EAF}"/>
              </a:ext>
            </a:extLst>
          </p:cNvPr>
          <p:cNvSpPr>
            <a:spLocks noGrp="1"/>
          </p:cNvSpPr>
          <p:nvPr>
            <p:ph type="ctrTitle"/>
          </p:nvPr>
        </p:nvSpPr>
        <p:spPr>
          <a:xfrm>
            <a:off x="0" y="0"/>
            <a:ext cx="9144000"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DÂNG</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LỄ</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HIẾN</a:t>
            </a:r>
            <a: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 </a:t>
            </a:r>
            <a:r>
              <a:rPr lang="en-US" sz="6700" b="1" dirty="0" err="1">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DÂNG</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(Hoàng Kim </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Tốt</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2283286852"/>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A27BF2-E065-7BEE-150F-A8E4136107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8D814-82E8-C3DB-5F74-205B743D576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r>
              <a:rPr lang="en-US" sz="8000" b="1" dirty="0">
                <a:effectLst/>
                <a:latin typeface="Times New Roman (Headings)"/>
                <a:cs typeface="Arial" panose="020B0604020202020204" pitchFamily="34" charset="0"/>
              </a:rPr>
              <a:t> Cha, </a:t>
            </a:r>
            <a:r>
              <a:rPr lang="en-US" sz="8000" b="1" dirty="0" err="1">
                <a:effectLst/>
                <a:latin typeface="Times New Roman (Headings)"/>
                <a:cs typeface="Arial" panose="020B0604020202020204" pitchFamily="34" charset="0"/>
              </a:rPr>
              <a:t>nguyện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r>
              <a:rPr lang="en-US" sz="8000" b="1" dirty="0">
                <a:effectLst/>
                <a:latin typeface="Times New Roman (Headings)"/>
                <a:cs typeface="Arial" panose="020B0604020202020204" pitchFamily="34" charset="0"/>
              </a:rPr>
              <a:t> Cha, </a:t>
            </a:r>
            <a:r>
              <a:rPr lang="en-US" sz="8000" b="1" dirty="0" err="1">
                <a:effectLst/>
                <a:latin typeface="Times New Roman (Headings)"/>
                <a:cs typeface="Arial" panose="020B0604020202020204" pitchFamily="34" charset="0"/>
              </a:rPr>
              <a:t>nguyện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r>
              <a:rPr lang="en-US" sz="8000" b="1" dirty="0">
                <a:effectLst/>
                <a:latin typeface="Times New Roman (Headings)"/>
                <a:cs typeface="Arial" panose="020B0604020202020204" pitchFamily="34" charset="0"/>
              </a:rPr>
              <a:t> Cha (a </a:t>
            </a:r>
            <a:r>
              <a:rPr lang="en-US" sz="8000" b="1" dirty="0" err="1">
                <a:effectLst/>
                <a:latin typeface="Times New Roman (Headings)"/>
                <a:cs typeface="Arial" panose="020B0604020202020204" pitchFamily="34" charset="0"/>
              </a:rPr>
              <a:t>a</a:t>
            </a:r>
            <a:r>
              <a:rPr lang="en-US" sz="8000" b="1" dirty="0">
                <a:effectLst/>
                <a:latin typeface="Times New Roman (Headings)"/>
                <a:cs typeface="Arial" panose="020B0604020202020204" pitchFamily="34" charset="0"/>
              </a:rPr>
              <a:t> a).</a:t>
            </a:r>
          </a:p>
        </p:txBody>
      </p:sp>
    </p:spTree>
    <p:extLst>
      <p:ext uri="{BB962C8B-B14F-4D97-AF65-F5344CB8AC3E}">
        <p14:creationId xmlns:p14="http://schemas.microsoft.com/office/powerpoint/2010/main" val="560427385"/>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E8B56D-3E9E-EF7D-988E-4E3FB4A801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EA49A3-D4B7-547C-DB52-535A32A0462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pt-BR" sz="8800" b="1" dirty="0">
                <a:effectLst/>
                <a:latin typeface="Times New Roman (Headings)"/>
                <a:cs typeface="Arial" panose="020B0604020202020204" pitchFamily="34" charset="0"/>
              </a:rPr>
              <a:t>Dâng lên Cha (á a à) sự sống, dâng lên Cha (á a à) hy vọng.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159390971"/>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A27DF-C603-22AB-BD06-E0E30DDE22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51979E-1AB2-9A53-97E0-E954CEC9E74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r>
              <a:rPr lang="en-US" sz="8000" b="1" dirty="0">
                <a:effectLst/>
                <a:latin typeface="Times New Roman (Headings)"/>
                <a:cs typeface="Arial" panose="020B0604020202020204" pitchFamily="34" charset="0"/>
              </a:rPr>
              <a:t> Cha (à a à) </a:t>
            </a:r>
            <a:r>
              <a:rPr lang="en-US" sz="8000" b="1" dirty="0" err="1">
                <a:effectLst/>
                <a:latin typeface="Times New Roman (Headings)"/>
                <a:cs typeface="Arial" panose="020B0604020202020204" pitchFamily="34" charset="0"/>
              </a:rPr>
              <a:t>tuổi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xuân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r>
              <a:rPr lang="en-US" sz="8000" b="1" dirty="0">
                <a:effectLst/>
                <a:latin typeface="Times New Roman (Headings)"/>
                <a:cs typeface="Arial" panose="020B0604020202020204" pitchFamily="34" charset="0"/>
              </a:rPr>
              <a:t> Cha </a:t>
            </a:r>
            <a:r>
              <a:rPr lang="en-US" sz="8000" b="1" dirty="0" err="1">
                <a:effectLst/>
                <a:latin typeface="Times New Roman (Headings)"/>
                <a:cs typeface="Arial" panose="020B0604020202020204" pitchFamily="34" charset="0"/>
              </a:rPr>
              <a:t>tình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trong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sáng</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3962363001"/>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6A1E0C-60D3-55D9-433B-D7DAF7FAF5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A07387-4825-1751-9F3F-509DA7D42F4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r>
              <a:rPr lang="en-US" sz="8000" b="1" dirty="0">
                <a:effectLst/>
                <a:latin typeface="Times New Roman (Headings)"/>
                <a:cs typeface="Arial" panose="020B0604020202020204" pitchFamily="34" charset="0"/>
              </a:rPr>
              <a:t> Cha </a:t>
            </a:r>
            <a:r>
              <a:rPr lang="en-US" sz="8000" b="1" dirty="0" err="1">
                <a:effectLst/>
                <a:latin typeface="Times New Roman (Headings)"/>
                <a:cs typeface="Arial" panose="020B0604020202020204" pitchFamily="34" charset="0"/>
              </a:rPr>
              <a:t>cuộc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trót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cuộc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cuộc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1501468592"/>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4109F-F9A8-7682-14CD-0FC012BFC5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945130-9605-9E98-407C-48156F1774D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7200" b="1" dirty="0">
                <a:effectLst/>
                <a:latin typeface="Times New Roman (Headings)"/>
                <a:cs typeface="Arial" panose="020B0604020202020204" pitchFamily="34" charset="0"/>
              </a:rPr>
              <a:t>1. Dâng tuổi xuân với ngàn mộng ước. Dâng sắc hương dâng đời duyên tình.</a:t>
            </a:r>
            <a:endParaRPr lang="en-US" sz="72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610227035"/>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32A6D-5C9D-A841-8A48-52F638B59A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4F3440-B8DF-9A1E-4B73-523B150C580F}"/>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Con bước theo Con Đường Đóng Đinh. Xin giúp con giữ trọn lòng thanh.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21420426"/>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D4664-5A49-861D-E8F2-AB38E995A2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9769F1-C76D-339C-18E6-5CF3F054416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Dâng tuổi xuân với ngàn mộng ước (Con xin dâng đời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46678406"/>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5047AF-09BF-03E1-6BC2-93CF7BFB0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E80C8E-C7F5-2093-9E4D-4CD9FF7A97B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Dâng sắc hương dâng đời duyên tình (Con xin dâng đời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62655116"/>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CC6BDE-771A-2EA0-B897-DC77D2BFDF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77C77-E6C8-91D9-2233-32CE866B3A2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Con bước theo bước theo Con Đường Đóng Đinh. Xin giúp con giúp con</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901301279"/>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30211-9136-DE1A-BCA1-6A4AA5E3A1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95AFEAE-5622-1C3B-F8CB-0B5AD6C9144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giữ trọn lòng thanh (trọn lòng thanh).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054430517"/>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E803FA-3352-40BB-2C9A-A2823F532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E34B79-F40C-6FC7-0E95-70F23EB1406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ĐK</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r>
              <a:rPr lang="en-US" sz="8000" b="1" dirty="0">
                <a:effectLst/>
                <a:latin typeface="Times New Roman (Headings)"/>
                <a:cs typeface="Arial" panose="020B0604020202020204" pitchFamily="34" charset="0"/>
              </a:rPr>
              <a:t> Cha, </a:t>
            </a:r>
            <a:r>
              <a:rPr lang="en-US" sz="8000" b="1" dirty="0" err="1">
                <a:effectLst/>
                <a:latin typeface="Times New Roman (Headings)"/>
                <a:cs typeface="Arial" panose="020B0604020202020204" pitchFamily="34" charset="0"/>
              </a:rPr>
              <a:t>nguyện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r>
              <a:rPr lang="en-US" sz="8000" b="1" dirty="0">
                <a:effectLst/>
                <a:latin typeface="Times New Roman (Headings)"/>
                <a:cs typeface="Arial" panose="020B0604020202020204" pitchFamily="34" charset="0"/>
              </a:rPr>
              <a:t> Cha, </a:t>
            </a:r>
            <a:r>
              <a:rPr lang="en-US" sz="8000" b="1" dirty="0" err="1">
                <a:effectLst/>
                <a:latin typeface="Times New Roman (Headings)"/>
                <a:cs typeface="Arial" panose="020B0604020202020204" pitchFamily="34" charset="0"/>
              </a:rPr>
              <a:t>nguyện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r>
              <a:rPr lang="en-US" sz="8000" b="1" dirty="0">
                <a:effectLst/>
                <a:latin typeface="Times New Roman (Headings)"/>
                <a:cs typeface="Arial" panose="020B0604020202020204" pitchFamily="34" charset="0"/>
              </a:rPr>
              <a:t> Cha (a </a:t>
            </a:r>
            <a:r>
              <a:rPr lang="en-US" sz="8000" b="1" dirty="0" err="1">
                <a:effectLst/>
                <a:latin typeface="Times New Roman (Headings)"/>
                <a:cs typeface="Arial" panose="020B0604020202020204" pitchFamily="34" charset="0"/>
              </a:rPr>
              <a:t>a</a:t>
            </a:r>
            <a:r>
              <a:rPr lang="en-US" sz="8000" b="1" dirty="0">
                <a:effectLst/>
                <a:latin typeface="Times New Roman (Headings)"/>
                <a:cs typeface="Arial" panose="020B0604020202020204" pitchFamily="34" charset="0"/>
              </a:rPr>
              <a:t> a).</a:t>
            </a:r>
          </a:p>
        </p:txBody>
      </p:sp>
    </p:spTree>
    <p:extLst>
      <p:ext uri="{BB962C8B-B14F-4D97-AF65-F5344CB8AC3E}">
        <p14:creationId xmlns:p14="http://schemas.microsoft.com/office/powerpoint/2010/main" val="3501364888"/>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D913B-AD44-04F6-8681-ADBAEFB491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BD353D-F127-729C-EC37-1F046158052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pt-BR" sz="8800" b="1" dirty="0">
                <a:effectLst/>
                <a:latin typeface="Times New Roman (Headings)"/>
                <a:cs typeface="Arial" panose="020B0604020202020204" pitchFamily="34" charset="0"/>
              </a:rPr>
              <a:t>Dâng lên Cha (á a à) sự sống, dâng lên Cha (á a à) hy vọng.</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82010512"/>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6DC451-F69E-5F73-5595-0C9F3287CC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0A335F-0FAC-7D9B-1B01-1434E961E08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r>
              <a:rPr lang="en-US" sz="8000" b="1" dirty="0">
                <a:effectLst/>
                <a:latin typeface="Times New Roman (Headings)"/>
                <a:cs typeface="Arial" panose="020B0604020202020204" pitchFamily="34" charset="0"/>
              </a:rPr>
              <a:t> Cha (à a à) </a:t>
            </a:r>
            <a:r>
              <a:rPr lang="en-US" sz="8000" b="1" dirty="0" err="1">
                <a:effectLst/>
                <a:latin typeface="Times New Roman (Headings)"/>
                <a:cs typeface="Arial" panose="020B0604020202020204" pitchFamily="34" charset="0"/>
              </a:rPr>
              <a:t>tuổi</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xuân</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r>
              <a:rPr lang="en-US" sz="8000" b="1" dirty="0">
                <a:effectLst/>
                <a:latin typeface="Times New Roman (Headings)"/>
                <a:cs typeface="Arial" panose="020B0604020202020204" pitchFamily="34" charset="0"/>
              </a:rPr>
              <a:t> Cha </a:t>
            </a:r>
            <a:r>
              <a:rPr lang="en-US" sz="8000" b="1" dirty="0" err="1">
                <a:effectLst/>
                <a:latin typeface="Times New Roman (Headings)"/>
                <a:cs typeface="Arial" panose="020B0604020202020204" pitchFamily="34" charset="0"/>
              </a:rPr>
              <a:t>tình</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yêu</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trong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sáng</a:t>
            </a:r>
            <a:r>
              <a:rPr lang="en-US" sz="80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762187690"/>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40B38-D72D-F8D2-5B27-3D2C56E24C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D184A2-3A07-D533-4746-E7992C4E979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000" b="1" dirty="0" err="1">
                <a:effectLst/>
                <a:latin typeface="Times New Roman (Headings)"/>
                <a:cs typeface="Arial" panose="020B0604020202020204" pitchFamily="34" charset="0"/>
              </a:rPr>
              <a:t>Dâng</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lên</a:t>
            </a:r>
            <a:r>
              <a:rPr lang="en-US" sz="8000" b="1" dirty="0">
                <a:effectLst/>
                <a:latin typeface="Times New Roman (Headings)"/>
                <a:cs typeface="Arial" panose="020B0604020202020204" pitchFamily="34" charset="0"/>
              </a:rPr>
              <a:t> Cha </a:t>
            </a:r>
            <a:r>
              <a:rPr lang="en-US" sz="8000" b="1" dirty="0" err="1">
                <a:effectLst/>
                <a:latin typeface="Times New Roman (Headings)"/>
                <a:cs typeface="Arial" panose="020B0604020202020204" pitchFamily="34" charset="0"/>
              </a:rPr>
              <a:t>cuộc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trót</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cuộc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con, </a:t>
            </a:r>
            <a:r>
              <a:rPr lang="en-US" sz="8000" b="1" dirty="0" err="1">
                <a:effectLst/>
                <a:latin typeface="Times New Roman (Headings)"/>
                <a:cs typeface="Arial" panose="020B0604020202020204" pitchFamily="34" charset="0"/>
              </a:rPr>
              <a:t>cuộc</a:t>
            </a:r>
            <a:r>
              <a:rPr lang="en-US" sz="8000" b="1" dirty="0">
                <a:effectLst/>
                <a:latin typeface="Times New Roman (Headings)"/>
                <a:cs typeface="Arial" panose="020B0604020202020204" pitchFamily="34" charset="0"/>
              </a:rPr>
              <a:t> </a:t>
            </a:r>
            <a:r>
              <a:rPr lang="en-US" sz="8000" b="1" dirty="0" err="1">
                <a:effectLst/>
                <a:latin typeface="Times New Roman (Headings)"/>
                <a:cs typeface="Arial" panose="020B0604020202020204" pitchFamily="34" charset="0"/>
              </a:rPr>
              <a:t>đời</a:t>
            </a:r>
            <a:r>
              <a:rPr lang="en-US" sz="8000" b="1" dirty="0">
                <a:effectLst/>
                <a:latin typeface="Times New Roman (Headings)"/>
                <a:cs typeface="Arial" panose="020B0604020202020204" pitchFamily="34" charset="0"/>
              </a:rPr>
              <a:t> con).</a:t>
            </a:r>
          </a:p>
        </p:txBody>
      </p:sp>
    </p:spTree>
    <p:extLst>
      <p:ext uri="{BB962C8B-B14F-4D97-AF65-F5344CB8AC3E}">
        <p14:creationId xmlns:p14="http://schemas.microsoft.com/office/powerpoint/2010/main" val="3829045867"/>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7243F-6BBD-8A97-68A0-9FE19CF4A1E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D93E89-AB77-8F83-F50F-8F38A52F477B}"/>
              </a:ext>
            </a:extLst>
          </p:cNvPr>
          <p:cNvSpPr>
            <a:spLocks noGrp="1"/>
          </p:cNvSpPr>
          <p:nvPr>
            <p:ph idx="1"/>
          </p:nvPr>
        </p:nvSpPr>
        <p:spPr/>
        <p:txBody>
          <a:bodyPr/>
          <a:lstStyle/>
          <a:p>
            <a:endParaRPr lang="en-US"/>
          </a:p>
        </p:txBody>
      </p:sp>
      <p:pic>
        <p:nvPicPr>
          <p:cNvPr id="4" name="Picture 2" descr="Có thể là hình ảnh về 1 người và văn bản cho biết 'CHÚA NHẬT χιν THƯỜNG NIÊN NĂM C Đức Giêsu sai đi 72 môn ĐỆ የ፡ &quot;Vào nhà não, trước tiên cấc con hãy nói: 'Bình an cho nhà này'. Nếu Ở đấy cÕ con cai sự bình an, thì sự bình an của cấc con sẽ đền trên người ấy.&quot; (Lc 10, 1-12. (Lc10,1-12.17-20) 17-20)'">
            <a:extLst>
              <a:ext uri="{FF2B5EF4-FFF2-40B4-BE49-F238E27FC236}">
                <a16:creationId xmlns:a16="http://schemas.microsoft.com/office/drawing/2014/main" id="{D8C040D0-CB6F-B0CD-BCBB-767AD90517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05"/>
            <a:ext cx="9144000" cy="5141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57378742"/>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40AC1-1078-A17A-A7F5-06C16C82F6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45C7E0-AD08-9DB0-D243-A28F8F7A3746}"/>
              </a:ext>
            </a:extLst>
          </p:cNvPr>
          <p:cNvSpPr>
            <a:spLocks noGrp="1"/>
          </p:cNvSpPr>
          <p:nvPr>
            <p:ph type="ctrTitle"/>
          </p:nvPr>
        </p:nvSpPr>
        <p:spPr>
          <a:xfrm>
            <a:off x="736600" y="12700"/>
            <a:ext cx="7670800" cy="457761"/>
          </a:xfrm>
        </p:spPr>
        <p:txBody>
          <a:bodyPr lIns="91440" tIns="0" rIns="91440" bIns="0" anchor="b">
            <a:normAutofit/>
          </a:bodyPr>
          <a:lstStyle/>
          <a:p>
            <a:pPr>
              <a:lnSpc>
                <a:spcPct val="90000"/>
              </a:lnSpc>
            </a:pPr>
            <a:r>
              <a:rPr lang="en-US" sz="3200" b="1" u="sng"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CA </a:t>
            </a:r>
            <a:r>
              <a:rPr lang="en-US" sz="3200" b="1" u="sng"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3200" b="1" u="sng"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r>
              <a:rPr lang="en-US" sz="3200" b="1" u="sng" dirty="0" err="1">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LỄ</a:t>
            </a:r>
            <a:endParaRPr lang="en-US" sz="1800" b="1" u="sng"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
        <p:nvSpPr>
          <p:cNvPr id="3" name="Title 1">
            <a:extLst>
              <a:ext uri="{FF2B5EF4-FFF2-40B4-BE49-F238E27FC236}">
                <a16:creationId xmlns:a16="http://schemas.microsoft.com/office/drawing/2014/main" id="{313E845D-EBCB-EFA6-463C-B9644F5A6593}"/>
              </a:ext>
            </a:extLst>
          </p:cNvPr>
          <p:cNvSpPr txBox="1">
            <a:spLocks/>
          </p:cNvSpPr>
          <p:nvPr/>
        </p:nvSpPr>
        <p:spPr>
          <a:xfrm>
            <a:off x="0" y="470461"/>
            <a:ext cx="9144000" cy="4673039"/>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vi-VN" sz="9600" b="1" dirty="0">
                <a:latin typeface="Times New Roman (Headings)"/>
                <a:cs typeface="Arial" panose="020B0604020202020204" pitchFamily="34" charset="0"/>
              </a:rPr>
              <a:t>Linh hồn tôi ơi, hãy chúc tụng Chúa, </a:t>
            </a:r>
            <a:endParaRPr lang="en-US" sz="9600" b="1" dirty="0">
              <a:latin typeface="Times New Roman (Headings)"/>
              <a:cs typeface="Arial" panose="020B0604020202020204" pitchFamily="34" charset="0"/>
            </a:endParaRPr>
          </a:p>
        </p:txBody>
      </p:sp>
    </p:spTree>
    <p:extLst>
      <p:ext uri="{BB962C8B-B14F-4D97-AF65-F5344CB8AC3E}">
        <p14:creationId xmlns:p14="http://schemas.microsoft.com/office/powerpoint/2010/main" val="2157675428"/>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2FB68-8CB8-968E-BDDB-3D465166A445}"/>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CC0EEAE3-85E2-F4D6-28FA-EE752037D9C6}"/>
              </a:ext>
            </a:extLst>
          </p:cNvPr>
          <p:cNvSpPr txBox="1">
            <a:spLocks/>
          </p:cNvSpPr>
          <p:nvPr/>
        </p:nvSpPr>
        <p:spPr>
          <a:xfrm>
            <a:off x="0" y="0"/>
            <a:ext cx="9144000" cy="5143500"/>
          </a:xfrm>
          <a:prstGeom prst="rect">
            <a:avLst/>
          </a:prstGeom>
          <a:solidFill>
            <a:schemeClr val="bg1"/>
          </a:solidFill>
        </p:spPr>
        <p:txBody>
          <a:bodyPr vert="horz" lIns="91440" tIns="0" rIns="91440" bIns="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just"/>
            <a:r>
              <a:rPr lang="vi-VN" sz="8800" b="1" dirty="0">
                <a:latin typeface="Times New Roman (Headings)"/>
                <a:cs typeface="Arial" panose="020B0604020202020204" pitchFamily="34" charset="0"/>
              </a:rPr>
              <a:t>và toàn thể con người tôi hãy chúc tụng thánh danh Người.</a:t>
            </a:r>
            <a:endParaRPr lang="en-US" sz="8800" b="1" dirty="0">
              <a:latin typeface="Times New Roman (Headings)"/>
              <a:cs typeface="Arial" panose="020B0604020202020204" pitchFamily="34" charset="0"/>
            </a:endParaRPr>
          </a:p>
        </p:txBody>
      </p:sp>
    </p:spTree>
    <p:extLst>
      <p:ext uri="{BB962C8B-B14F-4D97-AF65-F5344CB8AC3E}">
        <p14:creationId xmlns:p14="http://schemas.microsoft.com/office/powerpoint/2010/main" val="1222833346"/>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293F-BA6C-A212-BFD7-75ADD11CE4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034844-C508-6B0C-D71E-141649C4734A}"/>
              </a:ext>
            </a:extLst>
          </p:cNvPr>
          <p:cNvSpPr>
            <a:spLocks noGrp="1"/>
          </p:cNvSpPr>
          <p:nvPr>
            <p:ph type="ctrTitle"/>
          </p:nvPr>
        </p:nvSpPr>
        <p:spPr>
          <a:xfrm>
            <a:off x="-1" y="0"/>
            <a:ext cx="9144001" cy="5143500"/>
          </a:xfrm>
        </p:spPr>
        <p:txBody>
          <a:bodyPr lIns="91440" tIns="0" rIns="91440" bIns="0" anchor="ctr">
            <a:normAutofit/>
          </a:bodyPr>
          <a:lstStyle/>
          <a:p>
            <a:pPr>
              <a:lnSpc>
                <a:spcPct val="90000"/>
              </a:lnSpc>
            </a:pP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HIỆP</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TÌNH CHÚA</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t>CAO VỜI</a:t>
            </a:r>
            <a:br>
              <a:rPr lang="en-US" sz="6700" b="1" dirty="0">
                <a:solidFill>
                  <a:srgbClr val="FF0000"/>
                </a:solidFill>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a:t>
            </a:r>
            <a:r>
              <a:rPr lang="en-US" sz="4700" b="1" i="1" dirty="0" err="1">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Lm</a:t>
            </a:r>
            <a:r>
              <a:rPr lang="en-US" sz="4700" b="1" i="1" dirty="0">
                <a:solidFill>
                  <a:schemeClr val="bg1">
                    <a:lumMod val="50000"/>
                  </a:schemeClr>
                </a:solidFill>
                <a:latin typeface="Times New Roman" panose="02020603050405020304" pitchFamily="18" charset="0"/>
                <a:ea typeface="Sans Serif Collection" panose="020B0502040504020204" pitchFamily="34" charset="0"/>
                <a:cs typeface="Times New Roman" panose="02020603050405020304" pitchFamily="18" charset="0"/>
              </a:rPr>
              <a:t>. Duy Thiên)</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401445071"/>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12FDD-E0FA-922E-237A-136619E81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310D9-2B5E-AF01-E40F-3F4370A6F96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Tình yêu Chúa cao vời biết bao, nào con biết đáp đền thế nào,</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521539375"/>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A85B6-E2BD-648B-179B-895C1F67C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4A26F9-B316-7B2A-47B9-4B324E79B26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để cho cân xứng Chúa ơi, để cho cân xứng Chúa ơi.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782993134"/>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0C6CF-1963-6306-CC39-51995F364C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D1BC13-8C99-F972-3B6D-DB0C1E2BFD13}"/>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1</a:t>
            </a:r>
            <a:r>
              <a:rPr lang="en-US" sz="8000" b="1" dirty="0">
                <a:effectLst/>
                <a:latin typeface="Times New Roman (Headings)"/>
                <a:cs typeface="Arial" panose="020B0604020202020204" pitchFamily="34" charset="0"/>
              </a:rPr>
              <a:t>.</a:t>
            </a:r>
            <a:r>
              <a:rPr lang="vi-VN" sz="8000" b="1" dirty="0">
                <a:effectLst/>
                <a:latin typeface="Times New Roman (Headings)"/>
                <a:cs typeface="Arial" panose="020B0604020202020204" pitchFamily="34" charset="0"/>
              </a:rPr>
              <a:t> Ôi tình yêu thương Chúa cao vời, tình yêu thương Chúa muôn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61981180"/>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F894C3-AA3B-D406-45D4-17D019CCF4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3B3B15-CE9D-13B2-7BCE-A3FCB71E7E6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Người yêu con từ ngàn xưa. Từ khi chưa có đồi non,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555755990"/>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E6BEDE-88E3-AB9F-86CA-CA9D588965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9708E1-739C-1D11-928F-3DD6E43728E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từ khi chưa có trời cao, chưa có vầng trăng với ngàn sao.</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25337123"/>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7B46DC-CD6E-31B6-4086-B44EE34865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817A18-5C9C-E43E-7877-50B21D95445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Gọi con giữa muôn </a:t>
            </a:r>
            <a:r>
              <a:rPr lang="vi-VN" sz="8000" b="1" dirty="0" err="1">
                <a:effectLst/>
                <a:latin typeface="Times New Roman (Headings)"/>
                <a:cs typeface="Arial" panose="020B0604020202020204" pitchFamily="34" charset="0"/>
              </a:rPr>
              <a:t>muôn</a:t>
            </a:r>
            <a:r>
              <a:rPr lang="vi-VN" sz="8000" b="1" dirty="0">
                <a:effectLst/>
                <a:latin typeface="Times New Roman (Headings)"/>
                <a:cs typeface="Arial" panose="020B0604020202020204" pitchFamily="34" charset="0"/>
              </a:rPr>
              <a:t> người, tìm con giữa nơi bùn nhơ.</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811763974"/>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57517C-87D7-5EB2-3B13-69347E0888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15373-F1E9-969E-9EAA-1C63F8210729}"/>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Tình yêu Chúa cao vời biết bao, nào con biết đáp đền thế nào,</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868842736"/>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101CD8-1AA8-F4C4-2F34-1AECB419C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13BBB7-2FCB-3F9A-271C-BA036985710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để cho cân xứng Chúa ơi, để cho cân xứng Chúa ơi.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276132597"/>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8F545B-9D42-FE2B-D0FB-8D94D3919A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C15FEC-9CF2-19DC-6039-D1C8E13AD9D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2</a:t>
            </a:r>
            <a:r>
              <a:rPr lang="en-US" sz="8000" b="1" dirty="0">
                <a:effectLst/>
                <a:latin typeface="Times New Roman (Headings)"/>
                <a:cs typeface="Arial" panose="020B0604020202020204" pitchFamily="34" charset="0"/>
              </a:rPr>
              <a:t>.</a:t>
            </a:r>
            <a:r>
              <a:rPr lang="vi-VN" sz="8000" b="1" dirty="0">
                <a:effectLst/>
                <a:latin typeface="Times New Roman (Headings)"/>
                <a:cs typeface="Arial" panose="020B0604020202020204" pitchFamily="34" charset="0"/>
              </a:rPr>
              <a:t> Ôi vì thương con Chúa quên mình, vì yêu nên hiến thân mình</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431002340"/>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544C2-83C9-9D2F-FA72-89FEA458D3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719C5F-A18D-12A0-B100-E8B024928B1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err="1">
                <a:effectLst/>
                <a:latin typeface="Times New Roman (Headings)"/>
                <a:cs typeface="Arial" panose="020B0604020202020204" pitchFamily="34" charset="0"/>
              </a:rPr>
              <a:t>gọi</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nên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bạn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tình</a:t>
            </a:r>
            <a:r>
              <a:rPr lang="en-US" sz="8800" b="1" dirty="0">
                <a:effectLst/>
                <a:latin typeface="Times New Roman (Headings)"/>
                <a:cs typeface="Arial" panose="020B0604020202020204" pitchFamily="34" charset="0"/>
              </a:rPr>
              <a:t> Cha. </a:t>
            </a:r>
            <a:r>
              <a:rPr lang="en-US" sz="8800" b="1" dirty="0" err="1">
                <a:effectLst/>
                <a:latin typeface="Times New Roman (Headings)"/>
                <a:cs typeface="Arial" panose="020B0604020202020204" pitchFamily="34" charset="0"/>
              </a:rPr>
              <a:t>Dù</a:t>
            </a:r>
            <a:r>
              <a:rPr lang="en-US" sz="8800" b="1" dirty="0">
                <a:effectLst/>
                <a:latin typeface="Times New Roman (Headings)"/>
                <a:cs typeface="Arial" panose="020B0604020202020204" pitchFamily="34" charset="0"/>
              </a:rPr>
              <a:t> bao </a:t>
            </a:r>
            <a:r>
              <a:rPr lang="en-US" sz="8800" b="1" dirty="0" err="1">
                <a:effectLst/>
                <a:latin typeface="Times New Roman (Headings)"/>
                <a:cs typeface="Arial" panose="020B0604020202020204" pitchFamily="34" charset="0"/>
              </a:rPr>
              <a:t>sóng</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gió</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hiểm</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nguy</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07045650"/>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BE9BB-6BE6-3022-0983-C46A768BEC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57DFDA-A565-D242-56BE-22568189F6E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dìu con trên bước đường đi, ơn Chúa ngày đêm ủ ấp con.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9005795"/>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AE391-2272-6CE5-0051-469416D6CF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827C36-7824-A8D0-48F0-2A01AEB21DD8}"/>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Vì con Chúa quên thân mình, đời con dám mơ gì hơn.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895993318"/>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A83F81-2FF7-962A-8B29-2F67348C79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198349-E48C-C171-F10F-37D3E51F8935}"/>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Tình yêu Chúa cao vời biết bao, nào con biết đáp đền thế nào,</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71083909"/>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1CD5FC-E7A8-53D5-7441-CAD211D1A4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76488D-ABAE-E7B3-F650-86E40DE24C5C}"/>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để cho cân xứng Chúa ơi, để cho cân xứng Chúa ơi.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1711266420"/>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0A081-1044-F05C-2AC3-A05859C4B4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4542DA-86D6-257E-4A90-967270827AD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1</a:t>
            </a:r>
            <a:r>
              <a:rPr lang="en-US" sz="8000" b="1" dirty="0">
                <a:effectLst/>
                <a:latin typeface="Times New Roman (Headings)"/>
                <a:cs typeface="Arial" panose="020B0604020202020204" pitchFamily="34" charset="0"/>
              </a:rPr>
              <a:t>.</a:t>
            </a:r>
            <a:r>
              <a:rPr lang="vi-VN" sz="8000" b="1" dirty="0">
                <a:effectLst/>
                <a:latin typeface="Times New Roman (Headings)"/>
                <a:cs typeface="Arial" panose="020B0604020202020204" pitchFamily="34" charset="0"/>
              </a:rPr>
              <a:t> Ôi tình yêu thương Chúa cao vời, tình yêu thương Chúa muôn đời,</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478696045"/>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A22FFB-431D-23B0-DA83-B874E20DE4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1D8491-9F6F-FE47-1818-88BFBFD0FA4B}"/>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Người yêu con từ ngàn xưa. Từ khi chưa có đồi non,</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414123124"/>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95ADC-A0A5-30CC-F3AB-61684E5E25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BA5EAA-9929-12DC-DF03-243CACBE66FD}"/>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từ khi chưa có trời cao, chưa có vầng trăng với ngàn sao.</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981029768"/>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2BB25-50D2-E499-4EEC-B061FDC2BB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79D63C-35C1-E48C-A92D-5C44C1FAC604}"/>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000" b="1" dirty="0">
                <a:effectLst/>
                <a:latin typeface="Times New Roman (Headings)"/>
                <a:cs typeface="Arial" panose="020B0604020202020204" pitchFamily="34" charset="0"/>
              </a:rPr>
              <a:t>Gọi con giữa muôn </a:t>
            </a:r>
            <a:r>
              <a:rPr lang="vi-VN" sz="8000" b="1" dirty="0" err="1">
                <a:effectLst/>
                <a:latin typeface="Times New Roman (Headings)"/>
                <a:cs typeface="Arial" panose="020B0604020202020204" pitchFamily="34" charset="0"/>
              </a:rPr>
              <a:t>muôn</a:t>
            </a:r>
            <a:r>
              <a:rPr lang="vi-VN" sz="8000" b="1" dirty="0">
                <a:effectLst/>
                <a:latin typeface="Times New Roman (Headings)"/>
                <a:cs typeface="Arial" panose="020B0604020202020204" pitchFamily="34" charset="0"/>
              </a:rPr>
              <a:t> người, tìm con giữa nơi bùn nhơ.</a:t>
            </a:r>
            <a:endParaRPr lang="en-US" sz="80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579984293"/>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1990AE-B607-19E0-CA6D-5F287E7EEC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2273F3-D72D-130A-0846-09CE9D6A85BE}"/>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err="1">
                <a:effectLst/>
                <a:latin typeface="Times New Roman (Headings)"/>
                <a:cs typeface="Arial" panose="020B0604020202020204" pitchFamily="34" charset="0"/>
              </a:rPr>
              <a:t>ĐK</a:t>
            </a:r>
            <a:r>
              <a:rPr lang="vi-VN" sz="8800" b="1" dirty="0">
                <a:effectLst/>
                <a:latin typeface="Times New Roman (Headings)"/>
                <a:cs typeface="Arial" panose="020B0604020202020204" pitchFamily="34" charset="0"/>
              </a:rPr>
              <a:t>. Tình yêu Chúa cao vời biết bao, nào con biết đáp đền thế nào,</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3751713446"/>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6CD74-9609-9CE2-70D6-57EA47B27A0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7B969E-08C6-5250-400E-E99DCE635E0A}"/>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để cho cân xứng Chúa ơi, để cho cân xứng Chúa ơi.</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210469482"/>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2E386-A7E9-2E16-B4C4-E5609B1BCFA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938F59-B38D-61F0-36DB-864251D7F594}"/>
              </a:ext>
            </a:extLst>
          </p:cNvPr>
          <p:cNvSpPr>
            <a:spLocks noGrp="1"/>
          </p:cNvSpPr>
          <p:nvPr>
            <p:ph idx="1"/>
          </p:nvPr>
        </p:nvSpPr>
        <p:spPr/>
        <p:txBody>
          <a:bodyPr/>
          <a:lstStyle/>
          <a:p>
            <a:endParaRPr lang="en-US"/>
          </a:p>
        </p:txBody>
      </p:sp>
      <p:pic>
        <p:nvPicPr>
          <p:cNvPr id="4" name="Picture 2" descr="Có thể là hình ảnh về 1 người và văn bản cho biết 'CHÚA NHẬT χιν THƯỜNG NIÊN NĂM C Đức Giêsu sai đi 72 môn ĐỆ የ፡ &quot;Vào nhà não, trước tiên cấc con hãy nói: 'Bình an cho nhà này'. Nếu Ở đấy cÕ con cai sự bình an, thì sự bình an của cấc con sẽ đền trên người ấy.&quot; (Lc 10, 1-12. (Lc10,1-12.17-20) 17-20)'">
            <a:extLst>
              <a:ext uri="{FF2B5EF4-FFF2-40B4-BE49-F238E27FC236}">
                <a16:creationId xmlns:a16="http://schemas.microsoft.com/office/drawing/2014/main" id="{6E151C67-6DA2-0168-12E5-60C83D5309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05"/>
            <a:ext cx="9144000" cy="5141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3018800"/>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F23D71-BC68-100A-9F02-38DD98D414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2B7ADD-2E84-6630-1D52-B4038C318E30}"/>
              </a:ext>
            </a:extLst>
          </p:cNvPr>
          <p:cNvSpPr>
            <a:spLocks noGrp="1"/>
          </p:cNvSpPr>
          <p:nvPr>
            <p:ph type="ctrTitle"/>
          </p:nvPr>
        </p:nvSpPr>
        <p:spPr>
          <a:xfrm>
            <a:off x="0" y="0"/>
            <a:ext cx="9144000" cy="5143499"/>
          </a:xfrm>
        </p:spPr>
        <p:txBody>
          <a:bodyPr lIns="91440" tIns="0" rIns="91440" bIns="0" anchor="ctr">
            <a:normAutofit/>
          </a:bodyPr>
          <a:lstStyle/>
          <a:p>
            <a:pPr>
              <a:lnSpc>
                <a:spcPct val="90000"/>
              </a:lnSpc>
            </a:pPr>
            <a:r>
              <a:rPr lang="en-US" sz="4700" b="1" dirty="0" err="1">
                <a:effectLst/>
                <a:latin typeface="Times New Roman" panose="02020603050405020304" pitchFamily="18" charset="0"/>
                <a:ea typeface="Sans Serif Collection" panose="020B0502040504020204" pitchFamily="34" charset="0"/>
                <a:cs typeface="Times New Roman" panose="02020603050405020304" pitchFamily="18" charset="0"/>
              </a:rPr>
              <a:t>KẾT</a:t>
            </a:r>
            <a:r>
              <a:rPr lang="en-US" sz="4700" b="1" dirty="0">
                <a:latin typeface="Times New Roman" panose="02020603050405020304" pitchFamily="18" charset="0"/>
                <a:ea typeface="Sans Serif Collection" panose="020B0502040504020204" pitchFamily="34" charset="0"/>
                <a:cs typeface="Times New Roman" panose="02020603050405020304" pitchFamily="18" charset="0"/>
              </a:rPr>
              <a:t> </a:t>
            </a:r>
            <a:r>
              <a:rPr lang="en-US" sz="4700" b="1" dirty="0" err="1">
                <a:latin typeface="Times New Roman" panose="02020603050405020304" pitchFamily="18" charset="0"/>
                <a:ea typeface="Sans Serif Collection" panose="020B0502040504020204" pitchFamily="34" charset="0"/>
                <a:cs typeface="Times New Roman" panose="02020603050405020304" pitchFamily="18" charset="0"/>
              </a:rPr>
              <a:t>LỄ</a:t>
            </a:r>
            <a:br>
              <a:rPr lang="en-US" sz="4700" b="1"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THẮP SÁNG</a:t>
            </a:r>
            <a:b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br>
            <a:r>
              <a:rPr lang="vi-VN"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TRONG CON</a:t>
            </a:r>
            <a:r>
              <a:rPr lang="en-US" sz="6700" b="1" dirty="0">
                <a:solidFill>
                  <a:srgbClr val="FF0000"/>
                </a:solidFill>
                <a:latin typeface="Times New Roman" panose="02020603050405020304" pitchFamily="18" charset="0"/>
                <a:ea typeface="Sans Serif Collection" panose="020B0502040504020204" pitchFamily="34" charset="0"/>
                <a:cs typeface="Times New Roman" panose="02020603050405020304" pitchFamily="18" charset="0"/>
              </a:rPr>
              <a:t> </a:t>
            </a:r>
            <a:br>
              <a:rPr lang="en-US" sz="4700" b="1" i="0" dirty="0">
                <a:effectLst/>
                <a:latin typeface="Times New Roman" panose="02020603050405020304" pitchFamily="18" charset="0"/>
                <a:ea typeface="Sans Serif Collection" panose="020B0502040504020204" pitchFamily="34" charset="0"/>
                <a:cs typeface="Times New Roman" panose="02020603050405020304" pitchFamily="18" charset="0"/>
              </a:rPr>
            </a:b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r>
              <a:rPr lang="vi-VN" sz="4700" b="1" i="1" dirty="0" err="1">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Sr</a:t>
            </a:r>
            <a:r>
              <a:rPr lang="vi-VN"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 Trầm Hương</a:t>
            </a:r>
            <a:r>
              <a:rPr lang="en-US" sz="4700" b="1" i="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rPr>
              <a:t>)</a:t>
            </a:r>
            <a:endParaRPr lang="en-US" sz="4700" b="1" dirty="0">
              <a:solidFill>
                <a:schemeClr val="bg1">
                  <a:lumMod val="50000"/>
                </a:schemeClr>
              </a:solidFill>
              <a:effectLst/>
              <a:latin typeface="Times New Roman" panose="02020603050405020304" pitchFamily="18" charset="0"/>
              <a:ea typeface="Sans Serif Collection" panose="020B0502040504020204" pitchFamily="34" charset="0"/>
              <a:cs typeface="Times New Roman" panose="02020603050405020304" pitchFamily="18" charset="0"/>
            </a:endParaRPr>
          </a:p>
        </p:txBody>
      </p:sp>
    </p:spTree>
    <p:extLst>
      <p:ext uri="{BB962C8B-B14F-4D97-AF65-F5344CB8AC3E}">
        <p14:creationId xmlns:p14="http://schemas.microsoft.com/office/powerpoint/2010/main" val="3964645951"/>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5D3E-6024-C05B-C588-C3F3A4075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48F62-0FBE-07B6-A99E-FBC1BF1D5737}"/>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ÐK</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Thắp</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sáng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lên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trong</a:t>
            </a:r>
            <a:r>
              <a:rPr lang="en-US" sz="7200" b="1" dirty="0">
                <a:effectLst/>
                <a:latin typeface="Times New Roman (Headings)"/>
                <a:cs typeface="Arial" panose="020B0604020202020204" pitchFamily="34" charset="0"/>
              </a:rPr>
              <a:t> con </a:t>
            </a:r>
            <a:r>
              <a:rPr lang="en-US" sz="7200" b="1" dirty="0" err="1">
                <a:effectLst/>
                <a:latin typeface="Times New Roman (Headings)"/>
                <a:cs typeface="Arial" panose="020B0604020202020204" pitchFamily="34" charset="0"/>
              </a:rPr>
              <a:t>tình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yêu</a:t>
            </a:r>
            <a:r>
              <a:rPr lang="en-US" sz="7200" b="1" dirty="0">
                <a:effectLst/>
                <a:latin typeface="Times New Roman (Headings)"/>
                <a:cs typeface="Arial" panose="020B0604020202020204" pitchFamily="34" charset="0"/>
              </a:rPr>
              <a:t> Chúa. </a:t>
            </a:r>
            <a:r>
              <a:rPr lang="en-US" sz="7200" b="1" dirty="0" err="1">
                <a:effectLst/>
                <a:latin typeface="Times New Roman (Headings)"/>
                <a:cs typeface="Arial" panose="020B0604020202020204" pitchFamily="34" charset="0"/>
              </a:rPr>
              <a:t>Thắp</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sáng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lên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trong</a:t>
            </a:r>
            <a:r>
              <a:rPr lang="en-US" sz="7200" b="1" dirty="0">
                <a:effectLst/>
                <a:latin typeface="Times New Roman (Headings)"/>
                <a:cs typeface="Arial" panose="020B0604020202020204" pitchFamily="34" charset="0"/>
              </a:rPr>
              <a:t> con </a:t>
            </a:r>
            <a:r>
              <a:rPr lang="en-US" sz="7200" b="1" dirty="0" err="1">
                <a:effectLst/>
                <a:latin typeface="Times New Roman (Headings)"/>
                <a:cs typeface="Arial" panose="020B0604020202020204" pitchFamily="34" charset="0"/>
              </a:rPr>
              <a:t>tình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tuyệt</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vời</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634649438"/>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FABFFB-6B52-48AE-6162-2C8F7C8CE7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4844FCD-BA0B-57A3-DCDC-4DAE018CEDA2}"/>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8800" b="1" dirty="0">
                <a:effectLst/>
                <a:latin typeface="Times New Roman (Headings)"/>
                <a:cs typeface="Arial" panose="020B0604020202020204" pitchFamily="34" charset="0"/>
              </a:rPr>
              <a:t>1. </a:t>
            </a:r>
            <a:r>
              <a:rPr lang="en-US" sz="8800" b="1" dirty="0" err="1">
                <a:effectLst/>
                <a:latin typeface="Times New Roman (Headings)"/>
                <a:cs typeface="Arial" panose="020B0604020202020204" pitchFamily="34" charset="0"/>
              </a:rPr>
              <a:t>Ðể</a:t>
            </a:r>
            <a:r>
              <a:rPr lang="en-US" sz="8800" b="1" dirty="0">
                <a:effectLst/>
                <a:latin typeface="Times New Roman (Headings)"/>
                <a:cs typeface="Arial" panose="020B0604020202020204" pitchFamily="34" charset="0"/>
              </a:rPr>
              <a:t> con </a:t>
            </a:r>
            <a:r>
              <a:rPr lang="en-US" sz="8800" b="1" dirty="0" err="1">
                <a:effectLst/>
                <a:latin typeface="Times New Roman (Headings)"/>
                <a:cs typeface="Arial" panose="020B0604020202020204" pitchFamily="34" charset="0"/>
              </a:rPr>
              <a:t>hân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hoan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đem</a:t>
            </a:r>
            <a:r>
              <a:rPr lang="en-US" sz="8800" b="1" dirty="0">
                <a:effectLst/>
                <a:latin typeface="Times New Roman (Headings)"/>
                <a:cs typeface="Arial" panose="020B0604020202020204" pitchFamily="34" charset="0"/>
              </a:rPr>
              <a:t> tin </a:t>
            </a:r>
            <a:r>
              <a:rPr lang="en-US" sz="8800" b="1" dirty="0" err="1">
                <a:effectLst/>
                <a:latin typeface="Times New Roman (Headings)"/>
                <a:cs typeface="Arial" panose="020B0604020202020204" pitchFamily="34" charset="0"/>
              </a:rPr>
              <a:t>yêu</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đi</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về</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muôn</a:t>
            </a:r>
            <a:r>
              <a:rPr lang="en-US" sz="8800" b="1" dirty="0">
                <a:effectLst/>
                <a:latin typeface="Times New Roman (Headings)"/>
                <a:cs typeface="Arial" panose="020B0604020202020204" pitchFamily="34" charset="0"/>
              </a:rPr>
              <a:t> </a:t>
            </a:r>
            <a:r>
              <a:rPr lang="en-US" sz="8800" b="1" dirty="0" err="1">
                <a:effectLst/>
                <a:latin typeface="Times New Roman (Headings)"/>
                <a:cs typeface="Arial" panose="020B0604020202020204" pitchFamily="34" charset="0"/>
              </a:rPr>
              <a:t>lối</a:t>
            </a:r>
            <a:r>
              <a:rPr lang="en-US" sz="88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997881582"/>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64209-BC3F-A014-6D18-21737106C3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32C8CD-2114-4FB2-65A0-DCABAC2414D6}"/>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vi-VN" sz="8800" b="1" dirty="0">
                <a:effectLst/>
                <a:latin typeface="Times New Roman (Headings)"/>
                <a:cs typeface="Arial" panose="020B0604020202020204" pitchFamily="34" charset="0"/>
              </a:rPr>
              <a:t>Tựa như mưa tuôn, mưa hồng ân Chúa trên trần đời. </a:t>
            </a:r>
            <a:endParaRPr lang="en-US" sz="8800" b="1" dirty="0">
              <a:effectLst/>
              <a:latin typeface="Times New Roman (Headings)"/>
              <a:cs typeface="Arial" panose="020B0604020202020204" pitchFamily="34" charset="0"/>
            </a:endParaRPr>
          </a:p>
        </p:txBody>
      </p:sp>
    </p:spTree>
    <p:extLst>
      <p:ext uri="{BB962C8B-B14F-4D97-AF65-F5344CB8AC3E}">
        <p14:creationId xmlns:p14="http://schemas.microsoft.com/office/powerpoint/2010/main" val="2092071801"/>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B68EF2-5520-05F7-72DB-D8243E88F5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CA9C2F-C53E-44AB-7FFB-738F592FE9E1}"/>
              </a:ext>
            </a:extLst>
          </p:cNvPr>
          <p:cNvSpPr>
            <a:spLocks noGrp="1"/>
          </p:cNvSpPr>
          <p:nvPr>
            <p:ph type="ctrTitle"/>
          </p:nvPr>
        </p:nvSpPr>
        <p:spPr>
          <a:xfrm>
            <a:off x="0" y="0"/>
            <a:ext cx="9144000" cy="5143500"/>
          </a:xfrm>
          <a:solidFill>
            <a:schemeClr val="bg1"/>
          </a:solidFill>
        </p:spPr>
        <p:txBody>
          <a:bodyPr lIns="91440" tIns="0" rIns="91440" bIns="0">
            <a:noAutofit/>
          </a:bodyPr>
          <a:lstStyle/>
          <a:p>
            <a:pPr algn="just"/>
            <a:r>
              <a:rPr lang="en-US" sz="7200" b="1" dirty="0" err="1">
                <a:effectLst/>
                <a:latin typeface="Times New Roman (Headings)"/>
                <a:cs typeface="Arial" panose="020B0604020202020204" pitchFamily="34" charset="0"/>
              </a:rPr>
              <a:t>ÐK</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Thắp</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sáng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lên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trong</a:t>
            </a:r>
            <a:r>
              <a:rPr lang="en-US" sz="7200" b="1" dirty="0">
                <a:effectLst/>
                <a:latin typeface="Times New Roman (Headings)"/>
                <a:cs typeface="Arial" panose="020B0604020202020204" pitchFamily="34" charset="0"/>
              </a:rPr>
              <a:t> con </a:t>
            </a:r>
            <a:r>
              <a:rPr lang="en-US" sz="7200" b="1" dirty="0" err="1">
                <a:effectLst/>
                <a:latin typeface="Times New Roman (Headings)"/>
                <a:cs typeface="Arial" panose="020B0604020202020204" pitchFamily="34" charset="0"/>
              </a:rPr>
              <a:t>tình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yêu</a:t>
            </a:r>
            <a:r>
              <a:rPr lang="en-US" sz="7200" b="1" dirty="0">
                <a:effectLst/>
                <a:latin typeface="Times New Roman (Headings)"/>
                <a:cs typeface="Arial" panose="020B0604020202020204" pitchFamily="34" charset="0"/>
              </a:rPr>
              <a:t> Chúa. </a:t>
            </a:r>
            <a:r>
              <a:rPr lang="en-US" sz="7200" b="1" dirty="0" err="1">
                <a:effectLst/>
                <a:latin typeface="Times New Roman (Headings)"/>
                <a:cs typeface="Arial" panose="020B0604020202020204" pitchFamily="34" charset="0"/>
              </a:rPr>
              <a:t>Thắp</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sáng</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lên</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trong</a:t>
            </a:r>
            <a:r>
              <a:rPr lang="en-US" sz="7200" b="1" dirty="0">
                <a:effectLst/>
                <a:latin typeface="Times New Roman (Headings)"/>
                <a:cs typeface="Arial" panose="020B0604020202020204" pitchFamily="34" charset="0"/>
              </a:rPr>
              <a:t> con </a:t>
            </a:r>
            <a:r>
              <a:rPr lang="en-US" sz="7200" b="1" dirty="0" err="1">
                <a:effectLst/>
                <a:latin typeface="Times New Roman (Headings)"/>
                <a:cs typeface="Arial" panose="020B0604020202020204" pitchFamily="34" charset="0"/>
              </a:rPr>
              <a:t>tình</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tuyệt</a:t>
            </a:r>
            <a:r>
              <a:rPr lang="en-US" sz="7200" b="1" dirty="0">
                <a:effectLst/>
                <a:latin typeface="Times New Roman (Headings)"/>
                <a:cs typeface="Arial" panose="020B0604020202020204" pitchFamily="34" charset="0"/>
              </a:rPr>
              <a:t> </a:t>
            </a:r>
            <a:r>
              <a:rPr lang="en-US" sz="7200" b="1" dirty="0" err="1">
                <a:effectLst/>
                <a:latin typeface="Times New Roman (Headings)"/>
                <a:cs typeface="Arial" panose="020B0604020202020204" pitchFamily="34" charset="0"/>
              </a:rPr>
              <a:t>vời</a:t>
            </a:r>
            <a:r>
              <a:rPr lang="en-US" sz="7200" b="1" dirty="0">
                <a:effectLst/>
                <a:latin typeface="Times New Roman (Headings)"/>
                <a:cs typeface="Arial" panose="020B0604020202020204" pitchFamily="34" charset="0"/>
              </a:rPr>
              <a:t>.</a:t>
            </a:r>
          </a:p>
        </p:txBody>
      </p:sp>
    </p:spTree>
    <p:extLst>
      <p:ext uri="{BB962C8B-B14F-4D97-AF65-F5344CB8AC3E}">
        <p14:creationId xmlns:p14="http://schemas.microsoft.com/office/powerpoint/2010/main" val="2176638685"/>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2987B-2347-D2E3-819E-899003D2FDB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F95142-F6E9-547B-5C96-9AB75617012D}"/>
              </a:ext>
            </a:extLst>
          </p:cNvPr>
          <p:cNvSpPr>
            <a:spLocks noGrp="1"/>
          </p:cNvSpPr>
          <p:nvPr>
            <p:ph idx="1"/>
          </p:nvPr>
        </p:nvSpPr>
        <p:spPr/>
        <p:txBody>
          <a:bodyPr/>
          <a:lstStyle/>
          <a:p>
            <a:endParaRPr lang="en-US"/>
          </a:p>
        </p:txBody>
      </p:sp>
      <p:pic>
        <p:nvPicPr>
          <p:cNvPr id="4" name="Picture 2" descr="Có thể là hình ảnh về 1 người và văn bản cho biết 'CHÚA NHẬT χιν THƯỜNG NIÊN NĂM C Đức Giêsu sai đi 72 môn ĐỆ የ፡ &quot;Vào nhà não, trước tiên cấc con hãy nói: 'Bình an cho nhà này'. Nếu Ở đấy cÕ con cai sự bình an, thì sự bình an của cấc con sẽ đền trên người ấy.&quot; (Lc 10, 1-12. (Lc10,1-12.17-20) 17-20)'">
            <a:extLst>
              <a:ext uri="{FF2B5EF4-FFF2-40B4-BE49-F238E27FC236}">
                <a16:creationId xmlns:a16="http://schemas.microsoft.com/office/drawing/2014/main" id="{E01933DF-F5B6-B5F8-CB00-AF88ABA100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905"/>
            <a:ext cx="9144000" cy="51415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9955707"/>
      </p:ext>
    </p:extLst>
  </p:cSld>
  <p:clrMapOvr>
    <a:masterClrMapping/>
  </p:clrMapOvr>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ustom 3">
      <a:majorFont>
        <a:latin typeface="UTM American Sans"/>
        <a:ea typeface=""/>
        <a:cs typeface=""/>
      </a:majorFont>
      <a:minorFont>
        <a:latin typeface="UTM American San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635</TotalTime>
  <Words>4068</Words>
  <Application>Microsoft Office PowerPoint</Application>
  <PresentationFormat>On-screen Show (16:9)</PresentationFormat>
  <Paragraphs>391</Paragraphs>
  <Slides>240</Slides>
  <Notes>77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240</vt:i4>
      </vt:variant>
    </vt:vector>
  </HeadingPairs>
  <TitlesOfParts>
    <vt:vector size="247" baseType="lpstr">
      <vt:lpstr>Arial</vt:lpstr>
      <vt:lpstr>Calibri</vt:lpstr>
      <vt:lpstr>Oswald</vt:lpstr>
      <vt:lpstr>Times New Roman</vt:lpstr>
      <vt:lpstr>Times New Roman (Headings)</vt:lpstr>
      <vt:lpstr>UTM American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NHẬP LỄ CHÚA NGUỒN  BÌNH AN (Lm. Thái Nguyên)</vt:lpstr>
      <vt:lpstr>ĐK: Chúa là Thiên Chúa của sự bình an.</vt:lpstr>
      <vt:lpstr>Chúa là Thiên Chúa, Đấng ban an bình.</vt:lpstr>
      <vt:lpstr>1. Chúa muốn đời ban phát ngàn hồng ân.</vt:lpstr>
      <vt:lpstr>Cho những người kêu khấn với lòng thành tâm.</vt:lpstr>
      <vt:lpstr>ĐK: Chúa là Thiên Chúa của sự bình an.</vt:lpstr>
      <vt:lpstr>Chúa là Thiên Chúa, Đấng ban an bình.</vt:lpstr>
      <vt:lpstr>PowerPoint Presentation</vt:lpstr>
      <vt:lpstr>KINH VINH DANH</vt:lpstr>
      <vt:lpstr>và bình an dưới thế cho người thiện tâm.</vt:lpstr>
      <vt:lpstr>Chúng con ca ngợi Chúa,</vt:lpstr>
      <vt:lpstr>chúng con chúc tụng Chúa,</vt:lpstr>
      <vt:lpstr>chúng   con  thờ lạy Chúa,</vt:lpstr>
      <vt:lpstr>chúng con tôn vinh Chúa,</vt:lpstr>
      <vt:lpstr>chúng con cảm tạ Chúa vì vinh quang cao cả Chúa,</vt:lpstr>
      <vt:lpstr>lạy Chúa là Thiên Chúa, là Vua trên trời, là Chúa Cha toàn năng.</vt:lpstr>
      <vt:lpstr>Lạy Con một Thiên Chúa, Chúa Giêsu Kitô.</vt:lpstr>
      <vt:lpstr>Lạy Chúa là Thiên Chúa, là Chiên Thiên Chúa, là Con Ðức Chúa Cha,</vt:lpstr>
      <vt:lpstr>Chúa xóa tội trần gian, xin thương xót chúng con,</vt:lpstr>
      <vt:lpstr>Chúa xóa tội trần gian, xin nhậm lời chúng con cầu khẩn.</vt:lpstr>
      <vt:lpstr>Chúa ngự bên hữu Ðức Chúa Cha, xin thương xót chúng con.</vt:lpstr>
      <vt:lpstr>Vì lạy Chúa Giêsu Kitô, chỉ có Chúa là Ðấng Thánh,</vt:lpstr>
      <vt:lpstr>chỉ có Chúa là Chúa, chỉ có Chúa là Ðấng Tối Cao,</vt:lpstr>
      <vt:lpstr>cùng Ðức Chúa Thánh Thần trong vinh quang Ðức Chúa Cha. Amen.</vt:lpstr>
      <vt:lpstr>PowerPoint Presentation</vt:lpstr>
      <vt:lpstr>PowerPoint Presentation</vt:lpstr>
      <vt:lpstr>ĐÁP CA THÁNH VỊNH 65 (Lm. Thái Nguyên)</vt:lpstr>
      <vt:lpstr>1. Toàn cầu hỡi, hãy reo mừng trong Thiên Chúa.</vt:lpstr>
      <vt:lpstr>Hãy ca ngợi mừng vinh quang uy danh Ngài.</vt:lpstr>
      <vt:lpstr>Hãy kính dâng Ngài lời ca khen muôn vinh hiển.</vt:lpstr>
      <vt:lpstr>Và hãy thân thưa: vĩ đại thay sự nghiệp Chúa.</vt:lpstr>
      <vt:lpstr>ĐK: Toàn thể địa cầu hãy tung hô Chúa,</vt:lpstr>
      <vt:lpstr>hãy ngợi khen Đức Chúa Trời.</vt:lpstr>
      <vt:lpstr>2. Toàn cầu hỡi, hát khen mừng danh thánh Chúa.</vt:lpstr>
      <vt:lpstr>Hãy chúc tụng và cao rao uy danh Ngài.</vt:lpstr>
      <vt:lpstr>Hãy đến đây coi kỳ công bởi tay Thiên Chúa.</vt:lpstr>
      <vt:lpstr>Ngài đã thể hiện biết bao nhiêu chuyện tuyệt luân.</vt:lpstr>
      <vt:lpstr>ĐK: Toàn thể địa cầu hãy tung hô Chúa,</vt:lpstr>
      <vt:lpstr>hãy ngợi khen Đức Chúa Trời.</vt:lpstr>
      <vt:lpstr>3. Ngài đã biến biển khơi thành nơi khô ráo,</vt:lpstr>
      <vt:lpstr>để cho ta được đi băng qua dễ dàng.</vt:lpstr>
      <vt:lpstr>Lòng những hân hoan ngàn lời ngợi ca Thiên Chúa.</vt:lpstr>
      <vt:lpstr>Lạy Chúa uy quyền Chúa Đấng thống trị ngàn năm.</vt:lpstr>
      <vt:lpstr>ĐK: Toàn thể địa cầu hãy tung hô Chúa,</vt:lpstr>
      <vt:lpstr>hãy ngợi khen Đức Chúa Trời.</vt:lpstr>
      <vt:lpstr>PowerPoint Presentation</vt:lpstr>
      <vt:lpstr>PowerPoint Presentation</vt:lpstr>
      <vt:lpstr>All… All...  Chúa phán: "Nếu ai yêu mến Thầy thì sẽ giữ lời Thầy luôn,</vt:lpstr>
      <vt:lpstr>và Cha Thầy sẽ yêu mến người ấy,</vt:lpstr>
      <vt:lpstr>và Chúng Ta đến ở trong người ấy".</vt:lpstr>
      <vt:lpstr>PowerPoint Presentation</vt:lpstr>
      <vt:lpstr>PowerPoint Presentation</vt:lpstr>
      <vt:lpstr>Tôi tin kính một Thiên Chúa là Cha toàn năng.</vt:lpstr>
      <vt:lpstr>Đấng tạo thành trời đất muôn vật hữu hình và vô hình.</vt:lpstr>
      <vt:lpstr>Tôi tin kính một Chúa Giê-su Ki-tô Con Một Thiên Chúa,</vt:lpstr>
      <vt:lpstr>sinh bởi Đức Chúa Cha từ trước muôn đời.</vt:lpstr>
      <vt:lpstr>Người là Thiên Chúa bởi Thiên Chúa, Ánh Sáng bởi Ánh Sáng,</vt:lpstr>
      <vt:lpstr>Thiên Chúa thật bởi Thiên Chúa thật.</vt:lpstr>
      <vt:lpstr>Được sinh ra mà không phải được tạo thành đồng bản thể với Đức Chúa Cha:</vt:lpstr>
      <vt:lpstr>nhờ Người mà muôn vật được tạo thành.</vt:lpstr>
      <vt:lpstr>Vì loài người chúng ta và để cứu độ chúng ta, Người đã từ trời xuống thế.</vt:lpstr>
      <vt:lpstr>Bởi phép Đức Chúa Thánh Thần, Người đã nhập thể trong lòng Trinh Nữ Ma-ri-a, và đã làm người.</vt:lpstr>
      <vt:lpstr>Người chịu đóng đinh vào thập giá vì chúng ta,</vt:lpstr>
      <vt:lpstr>thời quan Phong-xi-ô Phi-la-tô; Người chịu khổ hình và mai táng.</vt:lpstr>
      <vt:lpstr>Ngày thứ ba Người sống lại như lời Thánh kinh.</vt:lpstr>
      <vt:lpstr>Người lên trời, ngự bên hữu Đức Chúa Cha.</vt:lpstr>
      <vt:lpstr>Và Người sẽ lại đến trong vinh quang để phán xét kẻ sống và kẻ chết,</vt:lpstr>
      <vt:lpstr>Nước Người sẽ không bao giờ cùng.</vt:lpstr>
      <vt:lpstr>Tôi tinh kính Đức Chúa Thánh Thần là Thiên Chúa, và là Đấng ban sự sống,</vt:lpstr>
      <vt:lpstr>Người bởi Đức Chúa Cha và Đức Chúa Con mà ra.</vt:lpstr>
      <vt:lpstr>Người được phụng thờ và tôn vinh cùng với Đức Chúa Cha và Đức Chúa Con</vt:lpstr>
      <vt:lpstr>Người đã dùng các Tiên tri mà phán dạy.</vt:lpstr>
      <vt:lpstr>Tôi tin Hội Thánh duy nhất, thánh thiện, công giáo và tông truyền.</vt:lpstr>
      <vt:lpstr>Tôi tuyên xưng có một Phép Rửa để tha tội.</vt:lpstr>
      <vt:lpstr>Tôi trông đợi kẻ chết sống lại và sự sống đời sau. Amen.</vt:lpstr>
      <vt:lpstr>PowerPoint Presentation</vt:lpstr>
      <vt:lpstr>DÂNG LỄ LỄ HIẾN DÂNG (Hoàng Kim Tốt)</vt:lpstr>
      <vt:lpstr>ĐK. Dâng lên Cha, nguyện dâng lên Cha, nguyện dâng lên Cha (a a a).</vt:lpstr>
      <vt:lpstr>Dâng lên Cha (á a à) sự sống, dâng lên Cha (á a à) hy vọng.</vt:lpstr>
      <vt:lpstr>Dâng lên Cha (à a à) tuổi xuân, dâng lên Cha tình yêu trong sáng.</vt:lpstr>
      <vt:lpstr>Dâng lên Cha cuộc đời con (trót cuộc đời con, cuộc đời con).</vt:lpstr>
      <vt:lpstr>1. Dâng tuổi xuân với ngàn mộng ước. Dâng sắc hương dâng đời duyên tình.</vt:lpstr>
      <vt:lpstr>Con bước theo Con Đường Đóng Đinh. Xin giúp con giữ trọn lòng thanh.</vt:lpstr>
      <vt:lpstr>Dâng tuổi xuân với ngàn mộng ước (Con xin dâng đời con)</vt:lpstr>
      <vt:lpstr>Dâng sắc hương dâng đời duyên tình (Con xin dâng đời con)</vt:lpstr>
      <vt:lpstr>Con bước theo bước theo Con Đường Đóng Đinh. Xin giúp con giúp con</vt:lpstr>
      <vt:lpstr>giữ trọn lòng thanh (trọn lòng thanh).</vt:lpstr>
      <vt:lpstr>ĐK. Dâng lên Cha, nguyện dâng lên Cha, nguyện dâng lên Cha (a a a).</vt:lpstr>
      <vt:lpstr>Dâng lên Cha (á a à) sự sống, dâng lên Cha (á a à) hy vọng.</vt:lpstr>
      <vt:lpstr>Dâng lên Cha (à a à) tuổi xuân, dâng lên Cha tình yêu trong sáng.</vt:lpstr>
      <vt:lpstr>Dâng lên Cha cuộc đời con (trót cuộc đời con, cuộc đời con).</vt:lpstr>
      <vt:lpstr>PowerPoint Presentation</vt:lpstr>
      <vt:lpstr>CA HIỆP LỄ</vt:lpstr>
      <vt:lpstr>PowerPoint Presentation</vt:lpstr>
      <vt:lpstr>HIỆP LỄ TÌNH CHÚA CAO VỜI (Lm. Duy Thiên)</vt:lpstr>
      <vt:lpstr>ĐK. Tình yêu Chúa cao vời biết bao, nào con biết đáp đền thế nào,</vt:lpstr>
      <vt:lpstr>để cho cân xứng Chúa ơi, để cho cân xứng Chúa ơi.</vt:lpstr>
      <vt:lpstr>1. Ôi tình yêu thương Chúa cao vời, tình yêu thương Chúa muôn đời,</vt:lpstr>
      <vt:lpstr>Người yêu con từ ngàn xưa. Từ khi chưa có đồi non,</vt:lpstr>
      <vt:lpstr>từ khi chưa có trời cao, chưa có vầng trăng với ngàn sao.</vt:lpstr>
      <vt:lpstr>Gọi con giữa muôn muôn người, tìm con giữa nơi bùn nhơ.</vt:lpstr>
      <vt:lpstr>ĐK. Tình yêu Chúa cao vời biết bao, nào con biết đáp đền thế nào,</vt:lpstr>
      <vt:lpstr>để cho cân xứng Chúa ơi, để cho cân xứng Chúa ơi.</vt:lpstr>
      <vt:lpstr>2. Ôi vì thương con Chúa quên mình, vì yêu nên hiến thân mình</vt:lpstr>
      <vt:lpstr>gọi con nên bạn tình Cha. Dù bao sóng gió hiểm nguy,</vt:lpstr>
      <vt:lpstr>dìu con trên bước đường đi, ơn Chúa ngày đêm ủ ấp con.</vt:lpstr>
      <vt:lpstr>Vì con Chúa quên thân mình, đời con dám mơ gì hơn.</vt:lpstr>
      <vt:lpstr>ĐK. Tình yêu Chúa cao vời biết bao, nào con biết đáp đền thế nào,</vt:lpstr>
      <vt:lpstr>để cho cân xứng Chúa ơi, để cho cân xứng Chúa ơi.</vt:lpstr>
      <vt:lpstr>1. Ôi tình yêu thương Chúa cao vời, tình yêu thương Chúa muôn đời,</vt:lpstr>
      <vt:lpstr>Người yêu con từ ngàn xưa. Từ khi chưa có đồi non,</vt:lpstr>
      <vt:lpstr>từ khi chưa có trời cao, chưa có vầng trăng với ngàn sao.</vt:lpstr>
      <vt:lpstr>Gọi con giữa muôn muôn người, tìm con giữa nơi bùn nhơ.</vt:lpstr>
      <vt:lpstr>ĐK. Tình yêu Chúa cao vời biết bao, nào con biết đáp đền thế nào,</vt:lpstr>
      <vt:lpstr>để cho cân xứng Chúa ơi, để cho cân xứng Chúa ơi.</vt:lpstr>
      <vt:lpstr>PowerPoint Presentation</vt:lpstr>
      <vt:lpstr>KẾT LỄ THẮP SÁNG TRONG CON  (Sr. Trầm Hương)</vt:lpstr>
      <vt:lpstr>ÐK: Thắp sáng lên trong con tình yêu Chúa. Thắp sáng lên trong con tình tuyệt vời.</vt:lpstr>
      <vt:lpstr>1. Ðể con hân hoan đem tin yêu đi về muôn lối.</vt:lpstr>
      <vt:lpstr>Tựa như mưa tuôn, mưa hồng ân Chúa trên trần đời. </vt:lpstr>
      <vt:lpstr>ÐK: Thắp sáng lên trong con tình yêu Chúa. Thắp sáng lên trong con tình tuyệt vời.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 Nhập Lễ VÀO NHÀ CHÚA St: Minh Tâm</dc:title>
  <dc:creator>Hung Nam</dc:creator>
  <cp:lastModifiedBy>Lý Thanh Ngô</cp:lastModifiedBy>
  <cp:revision>552</cp:revision>
  <cp:lastPrinted>2025-03-29T15:09:16Z</cp:lastPrinted>
  <dcterms:created xsi:type="dcterms:W3CDTF">2023-01-29T22:00:16Z</dcterms:created>
  <dcterms:modified xsi:type="dcterms:W3CDTF">2025-07-05T10:14:35Z</dcterms:modified>
</cp:coreProperties>
</file>