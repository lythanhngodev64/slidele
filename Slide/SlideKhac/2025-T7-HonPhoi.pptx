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8"/>
  </p:notesMasterIdLst>
  <p:sldIdLst>
    <p:sldId id="51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513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512" r:id="rId174"/>
    <p:sldId id="428" r:id="rId175"/>
    <p:sldId id="429" r:id="rId176"/>
    <p:sldId id="430" r:id="rId177"/>
    <p:sldId id="431" r:id="rId178"/>
    <p:sldId id="432" r:id="rId179"/>
    <p:sldId id="433" r:id="rId180"/>
    <p:sldId id="434" r:id="rId181"/>
    <p:sldId id="435" r:id="rId182"/>
    <p:sldId id="436" r:id="rId183"/>
    <p:sldId id="437" r:id="rId184"/>
    <p:sldId id="438" r:id="rId185"/>
    <p:sldId id="439" r:id="rId186"/>
    <p:sldId id="440" r:id="rId187"/>
    <p:sldId id="441" r:id="rId188"/>
    <p:sldId id="442" r:id="rId189"/>
    <p:sldId id="443" r:id="rId190"/>
    <p:sldId id="444" r:id="rId191"/>
    <p:sldId id="445" r:id="rId192"/>
    <p:sldId id="446" r:id="rId193"/>
    <p:sldId id="447" r:id="rId194"/>
    <p:sldId id="448" r:id="rId195"/>
    <p:sldId id="449" r:id="rId196"/>
    <p:sldId id="450" r:id="rId197"/>
    <p:sldId id="451" r:id="rId198"/>
    <p:sldId id="452" r:id="rId199"/>
    <p:sldId id="453" r:id="rId200"/>
    <p:sldId id="454" r:id="rId201"/>
    <p:sldId id="455" r:id="rId202"/>
    <p:sldId id="456" r:id="rId203"/>
    <p:sldId id="457" r:id="rId204"/>
    <p:sldId id="458" r:id="rId205"/>
    <p:sldId id="459" r:id="rId206"/>
    <p:sldId id="460" r:id="rId207"/>
    <p:sldId id="461" r:id="rId208"/>
    <p:sldId id="462" r:id="rId209"/>
    <p:sldId id="463" r:id="rId210"/>
    <p:sldId id="464" r:id="rId211"/>
    <p:sldId id="465" r:id="rId212"/>
    <p:sldId id="466" r:id="rId213"/>
    <p:sldId id="467" r:id="rId214"/>
    <p:sldId id="468" r:id="rId215"/>
    <p:sldId id="469" r:id="rId216"/>
    <p:sldId id="470" r:id="rId217"/>
    <p:sldId id="471" r:id="rId218"/>
    <p:sldId id="472" r:id="rId219"/>
    <p:sldId id="473" r:id="rId220"/>
    <p:sldId id="474" r:id="rId221"/>
    <p:sldId id="475" r:id="rId222"/>
    <p:sldId id="476" r:id="rId223"/>
    <p:sldId id="477" r:id="rId224"/>
    <p:sldId id="478" r:id="rId225"/>
    <p:sldId id="479" r:id="rId226"/>
    <p:sldId id="480" r:id="rId227"/>
    <p:sldId id="481" r:id="rId228"/>
    <p:sldId id="482" r:id="rId229"/>
    <p:sldId id="483" r:id="rId230"/>
    <p:sldId id="484" r:id="rId231"/>
    <p:sldId id="485" r:id="rId232"/>
    <p:sldId id="486" r:id="rId233"/>
    <p:sldId id="487" r:id="rId234"/>
    <p:sldId id="488" r:id="rId235"/>
    <p:sldId id="489" r:id="rId236"/>
    <p:sldId id="490" r:id="rId237"/>
    <p:sldId id="491" r:id="rId238"/>
    <p:sldId id="492" r:id="rId239"/>
    <p:sldId id="493" r:id="rId240"/>
    <p:sldId id="494" r:id="rId241"/>
    <p:sldId id="495" r:id="rId242"/>
    <p:sldId id="496" r:id="rId243"/>
    <p:sldId id="497" r:id="rId244"/>
    <p:sldId id="498" r:id="rId245"/>
    <p:sldId id="499" r:id="rId246"/>
    <p:sldId id="500" r:id="rId247"/>
    <p:sldId id="501" r:id="rId248"/>
    <p:sldId id="502" r:id="rId249"/>
    <p:sldId id="503" r:id="rId250"/>
    <p:sldId id="504" r:id="rId251"/>
    <p:sldId id="505" r:id="rId252"/>
    <p:sldId id="506" r:id="rId253"/>
    <p:sldId id="507" r:id="rId254"/>
    <p:sldId id="508" r:id="rId255"/>
    <p:sldId id="509" r:id="rId256"/>
    <p:sldId id="510" r:id="rId257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1" roundtripDataSignature="AMtx7mhsmQBws01xgFn+lZtOoa8Ce4UX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14" y="7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6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38" Type="http://schemas.openxmlformats.org/officeDocument/2006/relationships/slide" Target="slides/slide237.xml"/><Relationship Id="rId254" Type="http://schemas.openxmlformats.org/officeDocument/2006/relationships/slide" Target="slides/slide253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slide" Target="slides/slide227.xml"/><Relationship Id="rId244" Type="http://schemas.openxmlformats.org/officeDocument/2006/relationships/slide" Target="slides/slide243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265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0" Type="http://schemas.openxmlformats.org/officeDocument/2006/relationships/slide" Target="slides/slide249.xml"/><Relationship Id="rId255" Type="http://schemas.openxmlformats.org/officeDocument/2006/relationships/slide" Target="slides/slide254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slide" Target="slides/slide239.xml"/><Relationship Id="rId245" Type="http://schemas.openxmlformats.org/officeDocument/2006/relationships/slide" Target="slides/slide244.xml"/><Relationship Id="rId261" Type="http://customschemas.google.com/relationships/presentationmetadata" Target="metadata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1" Type="http://schemas.openxmlformats.org/officeDocument/2006/relationships/slide" Target="slides/slide250.xml"/><Relationship Id="rId256" Type="http://schemas.openxmlformats.org/officeDocument/2006/relationships/slide" Target="slides/slide255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slide" Target="slides/slide245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262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viewProps" Target="viewProp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theme" Target="theme/theme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9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9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0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0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0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0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0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>
          <a:extLst>
            <a:ext uri="{FF2B5EF4-FFF2-40B4-BE49-F238E27FC236}">
              <a16:creationId xmlns:a16="http://schemas.microsoft.com/office/drawing/2014/main" id="{2CF18289-6FBA-8D27-EFF8-CE0BC1CA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32:notes">
            <a:extLst>
              <a:ext uri="{FF2B5EF4-FFF2-40B4-BE49-F238E27FC236}">
                <a16:creationId xmlns:a16="http://schemas.microsoft.com/office/drawing/2014/main" id="{19A1A57A-9C2E-7051-AE6C-F9AB5D39E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132:notes">
            <a:extLst>
              <a:ext uri="{FF2B5EF4-FFF2-40B4-BE49-F238E27FC236}">
                <a16:creationId xmlns:a16="http://schemas.microsoft.com/office/drawing/2014/main" id="{DD98AF08-7EDF-24D6-4DC1-98A4713738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1735424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42a8b53c1_2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g3a42a8b53c1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42a8b53c1_2_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g3a42a8b53c1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a42a8b53c1_2_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g3a42a8b53c1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a42a8b53c1_2_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g3a42a8b53c1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a42a8b53c1_2_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g3a42a8b53c1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a42a8b53c1_2_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g3a42a8b53c1_2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a42a8b53c1_2_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g3a42a8b53c1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a42a8b53c1_2_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g3a42a8b53c1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a42a8b53c1_2_3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g3a42a8b53c1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a42a8b53c1_2_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g3a42a8b53c1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a42a8b53c1_2_4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g3a42a8b53c1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a42a8b53c1_2_5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g3a42a8b53c1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a42a8b53c1_2_5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g3a42a8b53c1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a42a8b53c1_2_5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g3a42a8b53c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a42a8b53c1_2_6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g3a42a8b53c1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a42a8b53c1_2_6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g3a42a8b53c1_2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a42a8b53c1_2_7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g3a42a8b53c1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a42a8b53c1_2_7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g3a42a8b53c1_2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a42a8b53c1_2_8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g3a42a8b53c1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a42a8b53c1_2_8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g3a42a8b53c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a42a8b53c1_2_9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g3a42a8b53c1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a42a8b53c1_2_9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g3a42a8b53c1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a42a8b53c1_2_10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g3a42a8b53c1_2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a42a8b53c1_2_10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g3a42a8b53c1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a42a8b53c1_2_1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g3a42a8b53c1_2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a42a8b53c1_2_1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g3a42a8b53c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a42a8b53c1_2_1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g3a42a8b53c1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a42a8b53c1_2_1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g3a42a8b53c1_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a42a8b53c1_2_1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g3a42a8b53c1_2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a42a8b53c1_2_1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g3a42a8b53c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a42a8b53c1_2_1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g3a42a8b53c1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a42a8b53c1_2_1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g3a42a8b53c1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a42a8b53c1_2_14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g3a42a8b53c1_2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a42a8b53c1_2_15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g3a42a8b53c1_2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a42a8b53c1_2_15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g3a42a8b53c1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a42a8b53c1_2_16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g3a42a8b53c1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a42a8b53c1_2_16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g3a42a8b53c1_2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a42a8b53c1_2_17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g3a42a8b53c1_2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a42a8b53c1_2_17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g3a42a8b53c1_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a42a8b53c1_2_18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g3a42a8b53c1_2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a42a8b53c1_2_18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g3a42a8b53c1_2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5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6" name="Google Shape;936;p15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156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170</a:t>
            </a:fld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5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5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>
          <a:extLst>
            <a:ext uri="{FF2B5EF4-FFF2-40B4-BE49-F238E27FC236}">
              <a16:creationId xmlns:a16="http://schemas.microsoft.com/office/drawing/2014/main" id="{435CB8F9-6DFD-916C-418C-74164755A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58:notes">
            <a:extLst>
              <a:ext uri="{FF2B5EF4-FFF2-40B4-BE49-F238E27FC236}">
                <a16:creationId xmlns:a16="http://schemas.microsoft.com/office/drawing/2014/main" id="{7D9AA8B2-E8D6-5597-51A1-F2AF6AFB8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158:notes">
            <a:extLst>
              <a:ext uri="{FF2B5EF4-FFF2-40B4-BE49-F238E27FC236}">
                <a16:creationId xmlns:a16="http://schemas.microsoft.com/office/drawing/2014/main" id="{06E36BAA-7FB6-E544-96AE-93ECDAC8D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4056889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5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6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6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6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6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6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6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6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6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7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7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7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7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7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7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7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7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7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a42a8b53c1_2_19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g3a42a8b53c1_2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a42a8b53c1_2_19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g3a42a8b53c1_2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a42a8b53c1_2_20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g3a42a8b53c1_2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a42a8b53c1_2_2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g3a42a8b53c1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a42a8b53c1_2_2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g3a42a8b53c1_2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a42a8b53c1_2_2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g3a42a8b53c1_2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a42a8b53c1_2_2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g3a42a8b53c1_2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a42a8b53c1_2_2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g3a42a8b53c1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a42a8b53c1_2_2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g3a42a8b53c1_2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a42a8b53c1_2_2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g3a42a8b53c1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a42a8b53c1_2_2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g3a42a8b53c1_2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a42a8b53c1_2_24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g3a42a8b53c1_2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a42a8b53c1_2_25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g3a42a8b53c1_2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a42a8b53c1_2_25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g3a42a8b53c1_2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a42a8b53c1_2_25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g3a42a8b53c1_2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a42a8b53c1_2_2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g3a42a8b53c1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20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2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20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20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20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a42a8b53c1_2_2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g3a42a8b53c1_2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2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20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p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20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a42a8b53c1_2_27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g3a42a8b53c1_2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a42a8b53c1_2_28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g3a42a8b53c1_2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2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a42a8b53c1_2_28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g3a42a8b53c1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a42a8b53c1_2_29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g3a42a8b53c1_2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a42a8b53c1_2_29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g3a42a8b53c1_2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a42a8b53c1_2_3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g3a42a8b53c1_2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a42a8b53c1_2_3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0" name="Google Shape;1220;g3a42a8b53c1_2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3a42a8b53c1_2_3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g3a42a8b53c1_2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a42a8b53c1_2_3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g3a42a8b53c1_2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3a42a8b53c1_2_3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g3a42a8b53c1_2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a42a8b53c1_2_3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g3a42a8b53c1_2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a42a8b53c1_2_3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g3a42a8b53c1_2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3a42a8b53c1_2_3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g3a42a8b53c1_2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a42a8b53c1_2_33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g3a42a8b53c1_2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a42a8b53c1_2_34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g3a42a8b53c1_2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a42a8b53c1_2_35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g3a42a8b53c1_2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a42a8b53c1_2_35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g3a42a8b53c1_2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a42a8b53c1_2_35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g3a42a8b53c1_2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a42a8b53c1_2_3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g3a42a8b53c1_2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a42a8b53c1_2_36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g3a42a8b53c1_2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a42a8b53c1_2_37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g3a42a8b53c1_2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a42a8b53c1_2_37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5" name="Google Shape;1295;g3a42a8b53c1_2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3a42a8b53c1_2_38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g3a42a8b53c1_2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3a42a8b53c1_2_38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g3a42a8b53c1_2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3a42a8b53c1_2_39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g3a42a8b53c1_2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3a42a8b53c1_2_39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g3a42a8b53c1_2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3a42a8b53c1_2_39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g3a42a8b53c1_2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2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3a42a8b53c1_2_40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g3a42a8b53c1_2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3a42a8b53c1_2_4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g3a42a8b53c1_2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3a42a8b53c1_2_4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g3a42a8b53c1_2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a42a8b53c1_2_4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g3a42a8b53c1_2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3a42a8b53c1_2_4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" name="Google Shape;1350;g3a42a8b53c1_2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3a42a8b53c1_2_4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g3a42a8b53c1_2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a42a8b53c1_2_4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0" name="Google Shape;1360;g3a42a8b53c1_2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2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5" name="Google Shape;1365;p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7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4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>
            <a:spLocks noGrp="1"/>
          </p:cNvSpPr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8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49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4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0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0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50"/>
          <p:cNvSpPr txBox="1">
            <a:spLocks noGrp="1"/>
          </p:cNvSpPr>
          <p:nvPr>
            <p:ph type="body" idx="3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0"/>
          <p:cNvSpPr txBox="1">
            <a:spLocks noGrp="1"/>
          </p:cNvSpPr>
          <p:nvPr>
            <p:ph type="body" idx="4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5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>
            <a:spLocks noGrp="1"/>
          </p:cNvSpPr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3"/>
          <p:cNvSpPr txBox="1">
            <a:spLocks noGrp="1"/>
          </p:cNvSpPr>
          <p:nvPr>
            <p:ph type="body"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3"/>
          <p:cNvSpPr txBox="1">
            <a:spLocks noGrp="1"/>
          </p:cNvSpPr>
          <p:nvPr>
            <p:ph type="body" idx="2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5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4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5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5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>
            <a:spLocks noGrp="1"/>
          </p:cNvSpPr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6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4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4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4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37D974-44AE-BB22-F0EF-D71CCC02E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5"/>
            <a:ext cx="9144000" cy="513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21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†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† và Thánh Thần †.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lang="en-US" sz="4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sz="40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82875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82875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subTitle" idx="1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176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19200" b="1" i="1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lang="en-US" sz="26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marL="0" lvl="0" indent="0" algn="ctr" rtl="0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lang="en-US" sz="60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000" b="1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 i="1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lang="en-US" sz="7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lang="en-US" sz="4800" b="1" i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 b="1" i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endParaRPr sz="4400" b="1" i="1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lang="en-US" sz="4800" b="1" i="1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sz="66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lang="en-US" sz="4800" b="1" i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 b="1" i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endParaRPr sz="4000" b="1" i="1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endParaRPr sz="4400" b="1" i="1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lang="en-US" sz="72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sz="49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8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>
            <a:spLocks noGrp="1"/>
          </p:cNvSpPr>
          <p:nvPr>
            <p:ph type="subTitle" idx="1"/>
          </p:nvPr>
        </p:nvSpPr>
        <p:spPr>
          <a:xfrm>
            <a:off x="0" y="647272"/>
            <a:ext cx="9144000" cy="44962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endParaRPr sz="1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sz="49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subTitle" idx="1"/>
          </p:nvPr>
        </p:nvSpPr>
        <p:spPr>
          <a:xfrm>
            <a:off x="0" y="421240"/>
            <a:ext cx="9144000" cy="47222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subTitle" idx="1"/>
          </p:nvPr>
        </p:nvSpPr>
        <p:spPr>
          <a:xfrm>
            <a:off x="0" y="71919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sz="44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subTitle" idx="1"/>
          </p:nvPr>
        </p:nvSpPr>
        <p:spPr>
          <a:xfrm>
            <a:off x="0" y="626724"/>
            <a:ext cx="9144000" cy="451677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Chúa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phép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tắc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lòng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lành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vô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endParaRPr sz="72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endParaRPr lang="en-US" sz="4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phán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hứa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sự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ấy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chẳng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có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lẽ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Amen.</a:t>
            </a:r>
            <a:endParaRPr sz="72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37150" rIns="91425" bIns="45700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sz="44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7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sz="7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Chúa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Đấng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trọn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tốt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trọn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lành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vô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sz="44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sz="8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lang="en-US" sz="4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 †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†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Thánh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Thần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†. Amen.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marL="0" lvl="0" indent="0" algn="just" rtl="0"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7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sz="7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endParaRPr lang="en-US" sz="44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lang="en-US" sz="75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75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5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ghé</a:t>
            </a:r>
            <a:r>
              <a:rPr lang="en-US" sz="75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5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mắt</a:t>
            </a:r>
            <a:r>
              <a:rPr lang="en-US" sz="75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5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</a:t>
            </a:r>
            <a:r>
              <a:rPr lang="en-US" sz="75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5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xem</a:t>
            </a:r>
            <a:r>
              <a:rPr lang="en-US" sz="75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5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75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con. </a:t>
            </a:r>
            <a:r>
              <a:rPr lang="en-US" sz="75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75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5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75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5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khỏi</a:t>
            </a:r>
            <a:r>
              <a:rPr lang="en-US" sz="75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5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đày</a:t>
            </a:r>
            <a:r>
              <a:rPr lang="en-US" sz="75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 sz="75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NGHĨA ĐỨC TIN</a:t>
            </a:r>
            <a:endParaRPr/>
          </a:p>
          <a:p>
            <a:pPr marL="0" lvl="0" indent="0" algn="just" rtl="0"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7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Chúa Nhật hôm nay, chúng con hợp nhau kính lạy thờ phượng Chúa, </a:t>
            </a:r>
            <a:endParaRPr sz="7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khong khen cảm tạ ơn Chúa về mọi ơn lành Chúa đã ban cho chúng con,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phạt tạ Chúa vì những tội lỗi chúng con đã phạm mất lòng Chúa: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4"/>
          <p:cNvSpPr txBox="1">
            <a:spLocks noGrp="1"/>
          </p:cNvSpPr>
          <p:nvPr>
            <p:ph type="subTitle" idx="1"/>
          </p:nvPr>
        </p:nvSpPr>
        <p:spPr>
          <a:xfrm>
            <a:off x="92467" y="-205483"/>
            <a:ext cx="9051533" cy="53489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chúng con dám xin Chúa hãy khứng ban những ơn cần kíp cho chúng con được rỗi linh hồn. 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lang="en-US" sz="73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chúng con cả lòng tin vững vàng mọi điều đạo thánh Chúa dạy, </a:t>
            </a:r>
            <a:endParaRPr sz="73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 là những điều cần kíp này là có một Đức Chúa Trời phép tắc vô cùng dựng nên trời đất, 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7"/>
          <p:cNvSpPr txBox="1">
            <a:spLocks noGrp="1"/>
          </p:cNvSpPr>
          <p:nvPr>
            <p:ph type="subTitle" idx="1"/>
          </p:nvPr>
        </p:nvSpPr>
        <p:spPr>
          <a:xfrm>
            <a:off x="0" y="-308225"/>
            <a:ext cx="9144000" cy="54517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Người có Ba Ngôi. Ngôi Thứ Nhất là Cha, Ngôi Thứ Hai là Con, Ngôi Thứ Ba là Thánh Thần; </a:t>
            </a:r>
            <a:endParaRPr/>
          </a:p>
          <a:p>
            <a:pPr marL="0" lvl="0" indent="0" algn="just" rtl="0"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 Ngôi cũng một tính một phép, cho nên Ba Ngôi cũng một Chúa mà thôi.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tin Ngôi Thứ Hai ra đời làm người, sinh bởi Bà Maria Đồng Trinh,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 tên là Giêsu, ở thế gian ba mươi ba năm, đoạn chịu chết trên cây Thánh giá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endParaRPr lang="en-US" sz="44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tội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hạ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2"/>
          <p:cNvSpPr txBox="1">
            <a:spLocks noGrp="1"/>
          </p:cNvSpPr>
          <p:nvPr>
            <p:ph type="subTitle" idx="1"/>
          </p:nvPr>
        </p:nvSpPr>
        <p:spPr>
          <a:xfrm>
            <a:off x="0" y="-164387"/>
            <a:ext cx="9144000" cy="53078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khỏi bốn mươi ngày lên trời; đủ mười ngày lại cho Đức Chúa Thánh Thần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226193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xuống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các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Thánh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mới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lập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chẳng thông công cùng Hội Thánh ấy thì chẳng đặng rỗi linh hồn;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linh hồn là giống thiêng liêng chẳng hề chết đặng; và đến ngày tận thế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loài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sẽ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xét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kẻ lành lên thiên đàng hưởng phước đời đời; kẻ dữ sa hỏa ngục chịu phạt vô cùng.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chúng con tin các sự ấy mà thôi thì chưa đủ cho đặng lên </a:t>
            </a:r>
            <a:b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đàng;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song phải giữ Mười điều răn Đức Chúa Trời cùng Năm luật điều Hội Thánh,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làm những việc lành phước đức.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vì sự ấy, chúng con hằng phải sợ hãi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trốn tránh các tội lỗi, nhất là bảy mối tội đầu, là căn nguyên mọi tội lỗi khác.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2"/>
          <p:cNvSpPr txBox="1">
            <a:spLocks noGrp="1"/>
          </p:cNvSpPr>
          <p:nvPr>
            <p:ph type="subTitle" idx="1"/>
          </p:nvPr>
        </p:nvSpPr>
        <p:spPr>
          <a:xfrm>
            <a:off x="0" y="-246580"/>
            <a:ext cx="9144000" cy="539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Vậy chúng con phải ân cần lo lắng mà năng chịu các phép bí tích Đức</a:t>
            </a:r>
            <a:r>
              <a:rPr lang="en-US" sz="6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</a:t>
            </a:r>
            <a:r>
              <a:rPr lang="en-US" sz="6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Giêsu đã truyền,</a:t>
            </a:r>
            <a:endParaRPr sz="6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linh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nghiệm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bảy phép bí tích mà thôi, song phép Rửa tội, phép Mình Thánh Chúa,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phép Giải tội, là ba phép cần kíp hơn cho chúng con đặng rỗi.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Ấy vậy chúng con hằng phải ra sức lo lắng thể nào mà chịu các phép trọng ấy cho nên, 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tin thật vững vàng mà giữ cẩn thận các điều trước này,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mới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hưởng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phúc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thanh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nhàn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kiếp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kiếp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>
            <a:spLocks noGrp="1"/>
          </p:cNvSpPr>
          <p:nvPr>
            <p:ph type="subTitle" idx="1"/>
          </p:nvPr>
        </p:nvSpPr>
        <p:spPr>
          <a:xfrm>
            <a:off x="0" y="-143838"/>
            <a:ext cx="9144000" cy="52873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lang="en-US" sz="66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sz="7200" b="1" i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5"/>
          <p:cNvSpPr txBox="1">
            <a:spLocks noGrp="1"/>
          </p:cNvSpPr>
          <p:nvPr>
            <p:ph type="subTitle" idx="1"/>
          </p:nvPr>
        </p:nvSpPr>
        <p:spPr>
          <a:xfrm>
            <a:off x="0" y="-226031"/>
            <a:ext cx="9144000" cy="53695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lang="en-US" sz="7000" b="1" i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endParaRPr sz="7000" b="1" i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lang="en-US" sz="4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7"/>
          <p:cNvSpPr txBox="1">
            <a:spLocks noGrp="1"/>
          </p:cNvSpPr>
          <p:nvPr>
            <p:ph type="subTitle" idx="1"/>
          </p:nvPr>
        </p:nvSpPr>
        <p:spPr>
          <a:xfrm>
            <a:off x="0" y="-236306"/>
            <a:ext cx="9144000" cy="537980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lang="en-US" sz="6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sz="6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lang="en-US" sz="6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</a:t>
            </a:r>
            <a:r>
              <a:rPr lang="en-US" sz="72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bốn</a:t>
            </a:r>
            <a:r>
              <a:rPr lang="en-US" sz="72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chay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thịt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Thánh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buộc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marL="0" lvl="0" indent="0" algn="just" rtl="0"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8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lang="en-US" sz="8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marL="0" lvl="0" indent="0" algn="just" rtl="0"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8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lang="en-US" sz="8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marL="0" lvl="0" indent="0" algn="l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marL="0" lvl="0" indent="0" algn="ctr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9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endParaRPr sz="1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lang="en-US" sz="495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sz="49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lang="en-US" sz="495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sz="4950" b="1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endParaRPr sz="825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lang="en-US" sz="54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sz="5400" b="1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0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0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0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lang="en-US" sz="495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4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0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marL="0" lvl="0" indent="0" algn="just" rtl="0"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marL="0" lvl="0" indent="0" algn="just" rtl="0"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marL="0" lvl="0" indent="0" algn="just" rtl="0"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0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95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marL="0" lvl="0" indent="0" algn="just" rtl="0"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0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0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1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8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1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marL="0" lvl="0" indent="0" algn="ctr" rtl="0"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lang="en-US" sz="66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lang="en-US"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marL="0" lvl="0" indent="0" algn="ctr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1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lang="en-US" sz="66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lang="en-US"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marL="0" lvl="0" indent="0" algn="ctr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NĂM THÁNH 2025</a:t>
            </a:r>
            <a:endParaRPr sz="16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406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7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 trên trời, Xin cho ơn đức tin mà Cha ban tặng chúng con/ trong Chúa Giêsu Kitô,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Cha và Anh của chúng con, cùng ngọn lửa đức ái được thắp lên trong tâm hồn chúng con/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1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 Chúa Thánh Thần, khơi dậy trong chúng con/ niềm hy vọng hồng phúc hướng về Nước Cha trị đến.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1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ân sủng Cha biến đổi chúng con/ thành những người miệt mài vun trồng hạt giống Tin Mừng.</a:t>
            </a:r>
            <a:endParaRPr sz="6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1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gì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hạt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giống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ấy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biến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đổi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bên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loại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toàn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thể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vũ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trụ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</a:t>
            </a:r>
            <a:r>
              <a:rPr lang="en-US" sz="7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73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1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khi vững lòng mong đợi trời mới đất mới, lúc mà quyền lực Sự Dữ sẽ bị đánh bại,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vinh quang Cha sẽ chiếu sáng muôn đời. Xin cho ân sủng của Năm Thánh này/ khơi dậy trong chúng con,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2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lang="en-US" sz="7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</a:t>
            </a:r>
            <a:r>
              <a:rPr lang="en-US" sz="7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 Người Lữ Hành Hy Vọng</a:t>
            </a:r>
            <a:r>
              <a:rPr lang="en-US" sz="7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niềm khao khát kho tàng ở trên trời.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2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-US"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 thời cũng làm lan tỏa trên khắp thế giới/ niềm vui và sự bình an của Đấng Cứu Chuộc chúng con.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2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-US"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tôn vinh và ngợi khen Cha là Thiên Chúa chúng con, Cha đáng chúc tụng mãi muôn đời. </a:t>
            </a:r>
            <a:r>
              <a:rPr lang="en-US" sz="6600" b="1" i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>
          <a:extLst>
            <a:ext uri="{FF2B5EF4-FFF2-40B4-BE49-F238E27FC236}">
              <a16:creationId xmlns:a16="http://schemas.microsoft.com/office/drawing/2014/main" id="{2C77DD50-A4F5-76DA-E790-98F3BD34E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ó thể là hình ảnh về văn bản cho biết 'CHÚA NHẬT Il MÙA VỌNG NĂM A HÃY SÁM HỐI vì Nước Trời đã đến gần &quot;CÕ tiếng người hô trong hoang địa: Hãy dọn sãn con đưỡng cho ĐỰC Chúa, sửa lỗi cho thảng để Người di.&quot; [Mt3,112]'">
            <a:extLst>
              <a:ext uri="{FF2B5EF4-FFF2-40B4-BE49-F238E27FC236}">
                <a16:creationId xmlns:a16="http://schemas.microsoft.com/office/drawing/2014/main" id="{0E65245D-7E4D-7960-196F-F4F00A57A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11242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2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lang="en-US" sz="47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TRƯỚC BÀN THỜ</a:t>
            </a:r>
            <a:br>
              <a:rPr lang="en-US" sz="4700" b="1" i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Kim Long)</a:t>
            </a:r>
            <a:endParaRPr sz="4700" b="1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42a8b53c1_2_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Hôm nay trước bàn thờ đôi tân hôn đến trao lời ước ân tình.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a42a8b53c1_2_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Ánh nến sáng lên lung linh, hương thơm ngát cánh hoa tươi xinh.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a42a8b53c1_2_1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Hai người hiệp lời nguyện cầu, cho tình mình được đẹp màu thật bền lâu.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a42a8b53c1_2_1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thương chấp nhận  và khấng ban muôn hồng ân.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42a8b53c1_2_2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Từ đây (là) người nam sẽ bỏ cha mẹ mình để nên một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a42a8b53c1_2_2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5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người yêu trong hồng ân Thiên Chúa.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a42a8b53c1_2_3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Hôm nay trước bàn thờ đôi tân hôn đến trao lời ước ân tình.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a42a8b53c1_2_3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Ánh nến sáng lên lung linh, hương thơm ngát cánh hoa tươi xinh.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a42a8b53c1_2_3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Hai người hiệp lời nguyện cầu, cho tình mình được đẹp màu thật bền lâu.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a42a8b53c1_2_4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thương chấp nhận  và khấng ban muôn hồng ân.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a42a8b53c1_2_4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Nguyện hai lòng hiệp vui dắt dìu nhau trọn đời,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a42a8b53c1_2_5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5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vui hoặc ngày thương đau mong tình yêu luôn mới.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a42a8b53c1_2_5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Hôm nay trước bàn thờ đôi tân hôn đến trao lời ước ân tình.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a42a8b53c1_2_5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Ánh nến sáng lên lung linh, hương thơm ngát cánh hoa tươi xinh.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a42a8b53c1_2_6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Hai người hiệp lời nguyện cầu, cho tình mình được đẹp màu thật bền lâu.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a42a8b53c1_2_6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thương chấp nhận  và khấng ban muôn hồng ân.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ó thể là hình ảnh về văn bản cho biết 'CHÚA NHẬT Il MÙA VỌNG NĂM A HÃY SÁM HỐI vì Nước Trời đã đến gần &quot;CÕ tiếng người hô trong hoang địa: Hãy dọn sãn con đưỡng cho ĐỰC Chúa, sửa lỗi cho thảng để Người di.&quot; [Mt3,112]'">
            <a:extLst>
              <a:ext uri="{FF2B5EF4-FFF2-40B4-BE49-F238E27FC236}">
                <a16:creationId xmlns:a16="http://schemas.microsoft.com/office/drawing/2014/main" id="{19D0874C-8FB4-356B-0D2B-3AC85A024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33"/>
          <p:cNvSpPr/>
          <p:nvPr/>
        </p:nvSpPr>
        <p:spPr>
          <a:xfrm rot="-54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rgbClr val="1F3864"/>
              </a:gs>
            </a:gsLst>
            <a:lin ang="12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33"/>
          <p:cNvSpPr/>
          <p:nvPr/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0">
                <a:srgbClr val="000000">
                  <a:alpha val="51764"/>
                </a:srgbClr>
              </a:gs>
              <a:gs pos="8000">
                <a:srgbClr val="000000">
                  <a:alpha val="51764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33"/>
          <p:cNvSpPr/>
          <p:nvPr/>
        </p:nvSpPr>
        <p:spPr>
          <a:xfrm rot="-54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rgbClr val="9CC2E5">
                  <a:alpha val="0"/>
                </a:srgbClr>
              </a:gs>
              <a:gs pos="100000">
                <a:srgbClr val="000000">
                  <a:alpha val="45882"/>
                </a:srgbClr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6" name="Picture 2" descr="Có thể là hình ảnh về văn bản cho biết 'BÀI ĐỌC 1 Bài itrichsách trích NGÔN SỨ I-SAIA &quot;Người xết XỬ công minh cho ngưỡi thấp CỔ bé miệng, và phán quyết VO tu bênh Kέ nghèo trong XỨ SỞ.&quot; (ร 11, (IS11,110) 110]'">
            <a:extLst>
              <a:ext uri="{FF2B5EF4-FFF2-40B4-BE49-F238E27FC236}">
                <a16:creationId xmlns:a16="http://schemas.microsoft.com/office/drawing/2014/main" id="{1F9C2F3E-0776-C80F-FB06-033E79F51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34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a42a8b53c1_2_7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lang="en-US" sz="47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71</a:t>
            </a:r>
            <a:br>
              <a:rPr lang="en-US" sz="4700" b="1" i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lang="en-US" sz="4700" b="1" i="1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(04 câu)</a:t>
            </a:r>
            <a:endParaRPr sz="4700" b="1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a42a8b53c1_2_7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Chúa, xin ban quyền bính cho Tân Vương,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a42a8b53c1_2_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trao công lý trong tay Hoàng Tử.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a42a8b53c1_2_8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Tân Vương theo công lý xét xử dân riêng,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a42a8b53c1_2_9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bênh vực quyền lợi kẻ khó nghèo.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a42a8b53c1_2_9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Triều đại người nở hoa công chính, thái bình luôn thịnh trị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a42a8b53c1_2_10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tới ngày nào tuế nguyệt chẳng còn.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a42a8b53c1_2_10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Vương triều sẽ luôn đua nở thắm hoa công minh,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a42a8b53c1_2_1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thu mãi an ninh thịnh trị.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a42a8b53c1_2_11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trông coi từ biển đây qua biển bên kia,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a42a8b53c1_2_1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khắp sông rộng và cả vũ hoàn.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a42a8b53c1_2_12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Triều đại người nở hoa công chính, thái bình luôn thịnh trị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a42a8b53c1_2_12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tới ngày nào tuế nguyệt chẳng còn.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a42a8b53c1_2_13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nghèo khó khấn xin Ngài sẽ luôn thương nghe,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a42a8b53c1_2_14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 tay cứu con dân cùng khổ.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a42a8b53c1_2_14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Chạnh lòng thương ai nguy khốn, bé nhỏ đơn côi,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a42a8b53c1_2_14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cơ cùng Ngài giải thoát cho.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a42a8b53c1_2_15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Triều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nở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hoa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chính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luôn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thịnh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trị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a42a8b53c1_2_15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tới ngày nào tuế nguyệt chẳng còn.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a42a8b53c1_2_16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Danh Ngài sẽ chói sáng cùng thái dương lan xa,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a42a8b53c1_2_16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 muôn kiếp muôn năm trường cửu.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a42a8b53c1_2_17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Nhờ Danh Chúa muôn dân nước sẽ được chúc phúc,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a42a8b53c1_2_17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hạ cùng ngợi khen chúc tụng.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a42a8b53c1_2_18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Triều đại người nở hoa công chính, thái bình luôn thịnh trị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a42a8b53c1_2_18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tới ngày nào tuế nguyệt chẳng còn.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70" name="Picture 2" descr="Có thể là hình ảnh về văn bản cho biết 'BAI ĐOC BÀIĐOC2 2 Bàitrichthu Bài trích thư của thánh Phaolo tông đồ gửi tín ทนั้น RÔ-ma បាន &quot;VI thế giữa muôn dân con cất lời cảm tạ, dang điệu hat cung đần CA MỪNG DANH THÂNH CHÚA.&quot; [RM 15, 4-9]'">
            <a:extLst>
              <a:ext uri="{FF2B5EF4-FFF2-40B4-BE49-F238E27FC236}">
                <a16:creationId xmlns:a16="http://schemas.microsoft.com/office/drawing/2014/main" id="{149627C2-B076-5EAB-D9E5-D98C45AC8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56"/>
          <p:cNvSpPr txBox="1">
            <a:spLocks noGrp="1"/>
          </p:cNvSpPr>
          <p:nvPr>
            <p:ph type="ctrTitle"/>
          </p:nvPr>
        </p:nvSpPr>
        <p:spPr>
          <a:xfrm>
            <a:off x="0" y="584200"/>
            <a:ext cx="9144000" cy="4559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lang="en-US" sz="7000" b="1" i="1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All… All…</a:t>
            </a:r>
            <a:r>
              <a:rPr lang="en-US" sz="7000" b="1" i="1">
                <a:solidFill>
                  <a:srgbClr val="EE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br>
              <a:rPr lang="en-US" sz="7200" b="1" i="1">
                <a:solidFill>
                  <a:srgbClr val="EE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75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Hãy dọn đường Chúa, san bằng cho phẳng ngay. </a:t>
            </a:r>
            <a:endParaRPr sz="7500" b="1" i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0" name="Google Shape;940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sz="3200" b="1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5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"/>
              <a:buNone/>
            </a:pPr>
            <a:r>
              <a:rPr lang="en-US" sz="75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Và mọi người</a:t>
            </a:r>
            <a:br>
              <a:rPr lang="en-US" sz="75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75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sẽ thấy ơn cứu độ </a:t>
            </a:r>
            <a:br>
              <a:rPr lang="en-US" sz="75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75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của Thiên Chúa.</a:t>
            </a:r>
            <a:br>
              <a:rPr lang="en-US" sz="7500" b="1" i="1">
                <a:latin typeface="Times"/>
                <a:ea typeface="Times"/>
                <a:cs typeface="Times"/>
                <a:sym typeface="Times"/>
              </a:rPr>
            </a:br>
            <a:r>
              <a:rPr lang="en-US" sz="7500" b="1" i="1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All.. All..</a:t>
            </a:r>
            <a:endParaRPr sz="7500" b="1">
              <a:solidFill>
                <a:srgbClr val="FFFF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ó thể là hình ảnh về văn bản cho biết 'TIN MỪNG CHÚA GIÊSU KITO Theo Thanh Matthêu &quot;Anh em hãy sám hối, VÌ NƯỚC Trời đà đến gần.&quot; (Mt 3, 112]'">
            <a:extLst>
              <a:ext uri="{FF2B5EF4-FFF2-40B4-BE49-F238E27FC236}">
                <a16:creationId xmlns:a16="http://schemas.microsoft.com/office/drawing/2014/main" id="{20A17ABB-7476-DF54-298F-5946A5CF6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90000"/>
    </mc:Choice>
    <mc:Fallback>
      <p:transition advTm="90000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>
          <a:extLst>
            <a:ext uri="{FF2B5EF4-FFF2-40B4-BE49-F238E27FC236}">
              <a16:creationId xmlns:a16="http://schemas.microsoft.com/office/drawing/2014/main" id="{C2BAD647-10C2-20A7-B309-12AAEFAA5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EAA623-1793-2852-6AE3-099F31EA7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3"/>
            <a:ext cx="9144000" cy="51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98045"/>
      </p:ext>
    </p:extLst>
  </p:cSld>
  <p:clrMapOvr>
    <a:masterClrMapping/>
  </p:clrMapOvr>
  <p:transition spd="slow">
    <p:wipe/>
  </p:transition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59"/>
          <p:cNvSpPr txBox="1">
            <a:spLocks noGrp="1"/>
          </p:cNvSpPr>
          <p:nvPr>
            <p:ph type="ctrTitle"/>
          </p:nvPr>
        </p:nvSpPr>
        <p:spPr>
          <a:xfrm>
            <a:off x="0" y="514351"/>
            <a:ext cx="9144000" cy="46291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lang="en-US" sz="7200" b="1" dirty="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lang="en-US" sz="72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</a:t>
            </a:r>
            <a:r>
              <a:rPr lang="en-US" sz="72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tin </a:t>
            </a:r>
            <a:r>
              <a:rPr lang="en-US" sz="72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kính</a:t>
            </a:r>
            <a:r>
              <a:rPr lang="en-US" sz="72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một</a:t>
            </a:r>
            <a:r>
              <a:rPr lang="en-US" sz="72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Thiên Chúa </a:t>
            </a:r>
            <a:r>
              <a:rPr lang="en-US" sz="72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là</a:t>
            </a:r>
            <a:r>
              <a:rPr lang="en-US" sz="72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Cha </a:t>
            </a:r>
            <a:r>
              <a:rPr lang="en-US" sz="72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toàn</a:t>
            </a:r>
            <a:r>
              <a:rPr lang="en-US" sz="72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năng</a:t>
            </a:r>
            <a:r>
              <a:rPr lang="en-US" sz="72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dirty="0"/>
          </a:p>
        </p:txBody>
      </p:sp>
      <p:sp>
        <p:nvSpPr>
          <p:cNvPr id="956" name="Google Shape;956;p159"/>
          <p:cNvSpPr txBox="1"/>
          <p:nvPr/>
        </p:nvSpPr>
        <p:spPr>
          <a:xfrm>
            <a:off x="0" y="0"/>
            <a:ext cx="9144000" cy="7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lang="en-US" sz="3600" b="1" i="0" u="none" strike="noStrike" cap="none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</a:t>
            </a:r>
            <a:r>
              <a:rPr lang="en-US" sz="3600" b="1" i="0" u="none" strike="noStrike" cap="none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</a:t>
            </a:r>
            <a:endParaRPr sz="3600" b="1" i="0" u="none" strike="noStrike" cap="none" dirty="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6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6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6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6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6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6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6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6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sz="7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6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69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7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sz="7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7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7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7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7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7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7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7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</a:t>
            </a:r>
            <a:b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tha tội.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7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ó thể là hình ảnh về văn bản cho biết 'CHÚA NHẬT Il MÙA VỌNG NĂM A HÃY SÁM HỐI vì Nước Trời đã đến gần &quot;CÕ tiếng người hô trong hoang địa: Hãy dọn sãn con đưỡng cho ĐỰC Chúa, sửa lỗi cho thảng để Người di.&quot; [Mt3,112]'">
            <a:extLst>
              <a:ext uri="{FF2B5EF4-FFF2-40B4-BE49-F238E27FC236}">
                <a16:creationId xmlns:a16="http://schemas.microsoft.com/office/drawing/2014/main" id="{FBDBA0A1-B8B3-AB9B-8AB6-C4042255C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a42a8b53c1_2_19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lang="en-US" sz="47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 GIAO HOÀ</a:t>
            </a:r>
            <a:br>
              <a:rPr lang="en-US" sz="4700" b="1" i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(Nguyên Kha)</a:t>
            </a:r>
            <a:endParaRPr sz="4700" b="1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a42a8b53c1_2_19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tiến  lên Cha nhân từ trọn niềm vui bao ước mơ.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a42a8b53c1_2_20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Đây lễ hy sinh toàn thiêu, đẹp như lễ dâng ban chiều.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a42a8b53c1_2_21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lễ vật giao hoà, này lễ vật vô giá đoàn con dâng Chúa từ nhân.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a42a8b53c1_2_21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lễ vật toàn thiêu, tha thiết con nguyện cầu,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a42a8b53c1_2_2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Thiên Chúa thứ tha lỗi lầm.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a42a8b53c1_2_22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tiến lên Cha cuộc đời nhiều gian lao bao đắng cay.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a42a8b53c1_2_22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Nước mắt tuôn rơi tràn mi, nguyện nâng đỡ con đêm ngày.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a42a8b53c1_2_23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lễ vật giao hoà, này lễ vật vô giá đoàn con dâng Chúa từ nhân.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a42a8b53c1_2_23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lễ vật toàn thiêu, tha thiết con nguyện cầu,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a42a8b53c1_2_24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Thiên Chúa thứ tha lỗi lầm.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a42a8b53c1_2_24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 hát con dâng cao vời tựa làn hương thơm ngát bay.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a42a8b53c1_2_25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tiến lên Cha cực linh, nguyện ban xuống ơn an bình.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a42a8b53c1_2_25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lễ vật giao hoà, này lễ vật vô giá đoàn con dâng Chúa từ nhân.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a42a8b53c1_2_25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lễ vật toàn thiêu, tha thiết con nguyện cầu,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a42a8b53c1_2_26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Thiên Chúa thứ tha lỗi lầm.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201" descr="A golden chalice and a cross next to a boo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5782" b="984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20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20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20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1" name="Google Shape;1161;p205" descr="A golden chalice and a cross next to a boo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5782" b="984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a42a8b53c1_2_26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sz="4000" b="1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lang="en-US" sz="66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20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sz="7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20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sz="7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1" name="Google Shape;1181;p209" descr="A golden chalice and a cross next to a boo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5782" b="984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a42a8b53c1_2_272"/>
          <p:cNvSpPr txBox="1">
            <a:spLocks noGrp="1"/>
          </p:cNvSpPr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lang="en-US" sz="8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Vùng lên, Giê-ru-sa-lem hỡi!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7" name="Google Shape;1187;g3a42a8b53c1_2_272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a42a8b53c1_2_28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8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Đứng trên nơi cao mà nhìn: Kìa Thiên Chúa đem hoan lạc đến cho ngươi.</a:t>
            </a:r>
            <a:endParaRPr sz="8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7" name="Google Shape;1197;p212" descr="A gold chalice and two round objects on a plat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21"/>
            <a:ext cx="9144000" cy="5141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a42a8b53c1_2_28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lang="en-US" sz="47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HOA NỞ</a:t>
            </a:r>
            <a:br>
              <a:rPr lang="en-US" sz="67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MIỀN CANA</a:t>
            </a:r>
            <a:br>
              <a:rPr lang="en-US" sz="4700" b="1" i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(Phanxicô)</a:t>
            </a:r>
            <a:endParaRPr sz="4700" b="1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a42a8b53c1_2_29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xưa, khi hoa nở miền Ca-na, khi đôi lứa í a chung đường,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a42a8b53c1_2_29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đã nâng ly rượu mừng, Ngài nâng nâng ly rượu chúc hôn.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a42a8b53c1_2_30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say theo men của cuộc đời, Ngài chung vui với người vui.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a42a8b53c1_2_30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ban ơn thiêng nối tình người, Ngài thánh hóa đời lứa đôi.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a42a8b53c1_2_3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Giê-su thương mến cho duyên tình mãi nở hoa.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a42a8b53c1_2_31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Giê-su đến trong nhà cho đời hòa tiếng ca.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a42a8b53c1_2_32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Nhiều khi xem hoa nở, chờ trăng lên, nương tay võng uống lời ru hời,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a42a8b53c1_2_32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đã vui trong phận người, Ngài vui trong thân phận chúng con.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a42a8b53c1_2_33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xem muôn hoa thắm vườn nhà, Ngài nghe tiếng hát mẹ cha.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a42a8b53c1_2_33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ba mươi năm thấy thuận hòa, và thấy nghĩa tình thiết tha.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a42a8b53c1_2_33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Giê-su thương mến cho duyên tình mãi nở hoa.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a42a8b53c1_2_34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Giê-su đến trong nhà cho đời hòa tiếng ca.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a42a8b53c1_2_35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 yêu xin muôn thuở đẹp lung linh, trăm năm mãi có ta có mình,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a42a8b53c1_2_35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Dắt dìu nhau trên đường tình, dìu nhau trên con đường mến yêu.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a42a8b53c1_2_35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 khi an vui lúc ngậm ngùi, tình luôn son sắt đẹp tươi.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a42a8b53c1_2_36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Niềm tin linh thiêng giữa dòng đời là gió giúp thuyền lướt trôi.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a42a8b53c1_2_36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Giê-su thương mến cho duyên tình mãi nở hoa.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a42a8b53c1_2_37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Giê-su đến trong nhà cho đời hòa tiếng ca.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a42a8b53c1_2_37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xưa khi mây mở trời Ca-na, đôi chim trắng vút bay giữa trời,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3a42a8b53c1_2_38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nhìn theo, môi mỉm cười, Ngài vui trông theo từng lứa đôi.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a42a8b53c1_2_38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Giê-su nối đường đời, dìu đưa trăm lối ngàn nơi.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a42a8b53c1_2_39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tay trong tay bước tuyệt vời về đến cõi trời thắm tươi.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a42a8b53c1_2_39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Giê-su thương mến cho duyên tình mãi nở hoa.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3a42a8b53c1_2_39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Giê-su đến trong nhà cho đời hòa tiếng ca.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ó thể là hình ảnh về văn bản cho biết 'CHÚA NHẬT Il MÙA VỌNG NĂM A HÃY SÁM HỐI vì Nước Trời đã đến gần &quot;CÕ tiếng người hô trong hoang địa: Hãy dọn sãn con đưỡng cho ĐỰC Chúa, sửa lỗi cho thảng để Người di.&quot; [Mt3,112]'">
            <a:extLst>
              <a:ext uri="{FF2B5EF4-FFF2-40B4-BE49-F238E27FC236}">
                <a16:creationId xmlns:a16="http://schemas.microsoft.com/office/drawing/2014/main" id="{F27481D1-CDC1-F8D0-793D-51D02D272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3a42a8b53c1_2_40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lang="en-US" sz="47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ƠI,</a:t>
            </a:r>
            <a:br>
              <a:rPr lang="en-US" sz="67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ĐẾN</a:t>
            </a:r>
            <a:br>
              <a:rPr lang="en-US" sz="4700" b="1" i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sz="4700" b="1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a42a8b53c1_2_41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ơi con xin đến dâng lên Mẹ cuộc tình, Mẹ ơi con xin đến dâng lên Mẹ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3a42a8b53c1_2_41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 kính. Xin chớ quên ban nguồn sức thiêng,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3a42a8b53c1_2_42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đưa dẫn con qua muôn nẻo đường, Mẹ ơi nguyện đoái thương.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a42a8b53c1_2_42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Xin Mẹ phủ bóng mến thương, gia đình đượm thắm sắc hương,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3a42a8b53c1_2_43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hương tình yêu đôi lứa. Dẫu đời gặp những đắng cay, 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3a42a8b53c1_2_43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Mẹ tình chớ đổi thay, con xin Mẹ, Mẹ ơi!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 thể là hình ảnh về văn bản cho biết 'CHÚA NHẬT Il MÙA VỌNG NĂM A HÃY SÁM HỐI vì Nước Trời đã đến gần &quot;CÕ tiếng người hô trong hoang địa: Hãy dọn sãn con đưỡng cho ĐỰC Chúa, sửa lỗi cho thảng để Người di.&quot; [Mt3,112]'">
            <a:extLst>
              <a:ext uri="{FF2B5EF4-FFF2-40B4-BE49-F238E27FC236}">
                <a16:creationId xmlns:a16="http://schemas.microsoft.com/office/drawing/2014/main" id="{BDB3D0DC-299F-6B4B-7E0C-044EDB261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3953</Words>
  <Application>Microsoft Office PowerPoint</Application>
  <PresentationFormat>On-screen Show (16:9)</PresentationFormat>
  <Paragraphs>306</Paragraphs>
  <Slides>256</Slides>
  <Notes>255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256</vt:i4>
      </vt:variant>
    </vt:vector>
  </HeadingPairs>
  <TitlesOfParts>
    <vt:vector size="261" baseType="lpstr">
      <vt:lpstr>Arial</vt:lpstr>
      <vt:lpstr>Calibri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NHẬP LỄ TRƯỚC BÀN THỜ (Lm. Kim Long)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ĐÁP CA THÁNH VỊNH 71 (Lm. Thái Nguyên) (04 câu)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All… All…  Hãy dọn đường Chúa, san bằng cho phẳng ngay. </vt:lpstr>
      <vt:lpstr>Và mọi người sẽ thấy ơn cứu độ  của Thiên Chúa. All.. All..</vt:lpstr>
      <vt:lpstr>PowerPoint Presentation</vt:lpstr>
      <vt:lpstr>PowerPoint Presentation</vt:lpstr>
      <vt:lpstr>CT: Tôi tin kính một Thiên Chúa là Cha toàn năng.</vt:lpstr>
      <vt:lpstr>Đấng tạo thành trời đất muôn vật hữu hình và vô hình.</vt:lpstr>
      <vt:lpstr>Tôi tin kính một Chúa Giê-su Ki-tô Con Một Thiên Chúa,</vt:lpstr>
      <vt:lpstr>sinh bởi Đức Chúa Cha từ trước muôn đời.</vt:lpstr>
      <vt:lpstr>Người là Thiên Chúa bởi Thiên Chúa, Ánh Sáng bởi Ánh Sáng,</vt:lpstr>
      <vt:lpstr>Thiên Chúa thật bởi Thiên Chúa Thật Được sinh ra mà không phải được tạo thành, </vt:lpstr>
      <vt:lpstr>đồng bản thể với Đức Chúa Cha:nhờ Người mà muôn vật được tạo thành.</vt:lpstr>
      <vt:lpstr>Vì loài người chúng ta và để cứu độ chúng ta, Người đã từ trời xuống thế.</vt:lpstr>
      <vt:lpstr>Bởi phép Đức Chúa Thánh Thần Người đã nhập thể trong long Trinh Nữ Maria, và đã làm người.</vt:lpstr>
      <vt:lpstr>Người chịu đóng đinh vào thập giá vì chúng ta, Thời quan Phong-xi-ô Phi-la-tô; </vt:lpstr>
      <vt:lpstr>Người chịu khổ hình và mai táng, ngày thứ ba Người sống lại như lời Thánh Kinh.</vt:lpstr>
      <vt:lpstr>Người lên trời, ngự bên hữu Đức Chúa Cha, và Người sẽ lại đến trong vinh quang</vt:lpstr>
      <vt:lpstr>để phán xét kẻ sống và kẻ chết, Nước Người sẽ không bao giờ cùng.</vt:lpstr>
      <vt:lpstr>Tôi tinh kính Đức Chúa Thánh Thần là Thiên Chúa, và là Đấng ban sự sống,</vt:lpstr>
      <vt:lpstr>Người bởi Đức Chúa Cha và Đức Chúa Con mà ra.</vt:lpstr>
      <vt:lpstr>Người được phụng thờ và tôn vinh cùng với Đức Chúa Cha và Đức Chúa Con.</vt:lpstr>
      <vt:lpstr>Người đã dùng các Tiên tri mà phán dạy.</vt:lpstr>
      <vt:lpstr>Tôi tin Hội Thánh duy nhất, thánh thiện, công giáo và tông truyền.</vt:lpstr>
      <vt:lpstr>Tôi tuyên xưng có một Phép Rửa  để tha tội.</vt:lpstr>
      <vt:lpstr>Tôi trông đợi kẻ chết sống lại và sự sống đời sau. Amen.</vt:lpstr>
      <vt:lpstr>PowerPoint Presentation</vt:lpstr>
      <vt:lpstr>DÂNG LỄ LỄ GIAO HOÀ (Nguyên Kha)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KINH THÁNH, THÁNH Thánh, Thánh, Thánh. Chúa là Thiên Chúa các đạo binh </vt:lpstr>
      <vt:lpstr>Trời đất đầy vinh quang Chúa. Hoan hô Chúa trên các tầng trời.</vt:lpstr>
      <vt:lpstr>Chúc tụng Đấng ngự đến nhân danh Chúa. Hoan hô Chúa trên các tầng trời.</vt:lpstr>
      <vt:lpstr>PowerPoint Presentation</vt:lpstr>
      <vt:lpstr> CHIÊN THIÊN CHÚA Lạy Chiên Thiên Chúa, Đấng xóa tội trần gian, xin thương xót chúng con. </vt:lpstr>
      <vt:lpstr>Lạy Chiên Thiên Chúa, Đấng xóa tội trần gian: xin thương xót chúng con.</vt:lpstr>
      <vt:lpstr>Lạy Chiên Thiên Chúa, Đấng xóa tội trần gian: xin ban bình an cho chúng con.</vt:lpstr>
      <vt:lpstr>PowerPoint Presentation</vt:lpstr>
      <vt:lpstr>Vùng lên, Giê-ru-sa-lem hỡi!</vt:lpstr>
      <vt:lpstr>Đứng trên nơi cao mà nhìn: Kìa Thiên Chúa đem hoan lạc đến cho ngươi.</vt:lpstr>
      <vt:lpstr>PowerPoint Presentation</vt:lpstr>
      <vt:lpstr>HIỆP LỄ HOA NỞ MIỀN CANA (Phanxicô)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KẾT LỄ MẸ ƠI, CON XIN ĐẾN (Lm. Mi Trầm)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Lý Thanh Ngô</cp:lastModifiedBy>
  <cp:revision>4</cp:revision>
  <dcterms:created xsi:type="dcterms:W3CDTF">2023-01-29T22:00:16Z</dcterms:created>
  <dcterms:modified xsi:type="dcterms:W3CDTF">2025-12-05T15:27:14Z</dcterms:modified>
</cp:coreProperties>
</file>