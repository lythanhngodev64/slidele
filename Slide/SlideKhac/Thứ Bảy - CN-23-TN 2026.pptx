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34" r:id="rId52"/>
    <p:sldId id="335" r:id="rId53"/>
    <p:sldId id="336" r:id="rId54"/>
    <p:sldId id="337" r:id="rId55"/>
    <p:sldId id="338" r:id="rId56"/>
    <p:sldId id="339" r:id="rId57"/>
    <p:sldId id="340" r:id="rId58"/>
    <p:sldId id="341" r:id="rId59"/>
    <p:sldId id="342" r:id="rId60"/>
    <p:sldId id="343" r:id="rId61"/>
    <p:sldId id="344" r:id="rId62"/>
    <p:sldId id="345" r:id="rId63"/>
    <p:sldId id="346" r:id="rId64"/>
    <p:sldId id="347" r:id="rId65"/>
    <p:sldId id="348" r:id="rId66"/>
    <p:sldId id="349" r:id="rId67"/>
    <p:sldId id="350" r:id="rId68"/>
    <p:sldId id="351" r:id="rId69"/>
    <p:sldId id="352" r:id="rId70"/>
    <p:sldId id="353" r:id="rId71"/>
    <p:sldId id="354" r:id="rId72"/>
    <p:sldId id="355" r:id="rId73"/>
    <p:sldId id="356" r:id="rId74"/>
    <p:sldId id="357" r:id="rId75"/>
    <p:sldId id="358" r:id="rId76"/>
    <p:sldId id="359" r:id="rId77"/>
    <p:sldId id="360" r:id="rId78"/>
    <p:sldId id="361" r:id="rId79"/>
    <p:sldId id="362" r:id="rId80"/>
    <p:sldId id="363" r:id="rId81"/>
    <p:sldId id="364" r:id="rId82"/>
    <p:sldId id="365" r:id="rId83"/>
    <p:sldId id="366" r:id="rId84"/>
    <p:sldId id="367" r:id="rId85"/>
    <p:sldId id="368" r:id="rId86"/>
    <p:sldId id="369" r:id="rId87"/>
    <p:sldId id="370" r:id="rId88"/>
    <p:sldId id="371" r:id="rId89"/>
    <p:sldId id="372" r:id="rId90"/>
    <p:sldId id="373" r:id="rId91"/>
    <p:sldId id="374" r:id="rId92"/>
    <p:sldId id="375" r:id="rId93"/>
    <p:sldId id="376" r:id="rId94"/>
    <p:sldId id="377" r:id="rId95"/>
    <p:sldId id="378" r:id="rId96"/>
    <p:sldId id="379" r:id="rId97"/>
    <p:sldId id="380" r:id="rId98"/>
    <p:sldId id="381" r:id="rId99"/>
    <p:sldId id="382" r:id="rId100"/>
    <p:sldId id="383" r:id="rId101"/>
    <p:sldId id="384" r:id="rId102"/>
    <p:sldId id="385" r:id="rId103"/>
    <p:sldId id="386" r:id="rId104"/>
    <p:sldId id="387" r:id="rId105"/>
    <p:sldId id="388" r:id="rId106"/>
    <p:sldId id="389" r:id="rId107"/>
    <p:sldId id="390" r:id="rId108"/>
    <p:sldId id="391" r:id="rId109"/>
    <p:sldId id="392" r:id="rId110"/>
    <p:sldId id="393" r:id="rId111"/>
    <p:sldId id="394" r:id="rId112"/>
    <p:sldId id="395" r:id="rId113"/>
    <p:sldId id="396" r:id="rId114"/>
    <p:sldId id="397" r:id="rId115"/>
    <p:sldId id="398" r:id="rId116"/>
    <p:sldId id="399" r:id="rId117"/>
    <p:sldId id="400" r:id="rId118"/>
    <p:sldId id="401" r:id="rId119"/>
    <p:sldId id="402" r:id="rId120"/>
    <p:sldId id="403" r:id="rId121"/>
    <p:sldId id="404" r:id="rId122"/>
    <p:sldId id="405" r:id="rId123"/>
    <p:sldId id="406" r:id="rId124"/>
    <p:sldId id="407" r:id="rId125"/>
    <p:sldId id="408" r:id="rId126"/>
    <p:sldId id="409" r:id="rId127"/>
    <p:sldId id="410" r:id="rId128"/>
    <p:sldId id="411" r:id="rId129"/>
    <p:sldId id="412" r:id="rId130"/>
    <p:sldId id="413" r:id="rId131"/>
    <p:sldId id="414" r:id="rId132"/>
    <p:sldId id="415" r:id="rId133"/>
    <p:sldId id="416" r:id="rId134"/>
    <p:sldId id="417" r:id="rId135"/>
    <p:sldId id="418" r:id="rId136"/>
    <p:sldId id="419" r:id="rId137"/>
    <p:sldId id="420" r:id="rId138"/>
    <p:sldId id="421" r:id="rId139"/>
    <p:sldId id="422" r:id="rId140"/>
    <p:sldId id="423" r:id="rId141"/>
    <p:sldId id="424" r:id="rId142"/>
    <p:sldId id="425" r:id="rId143"/>
    <p:sldId id="426" r:id="rId144"/>
    <p:sldId id="427" r:id="rId145"/>
    <p:sldId id="428" r:id="rId146"/>
    <p:sldId id="429" r:id="rId147"/>
    <p:sldId id="430" r:id="rId148"/>
    <p:sldId id="431" r:id="rId149"/>
    <p:sldId id="432" r:id="rId150"/>
    <p:sldId id="433" r:id="rId151"/>
    <p:sldId id="434" r:id="rId152"/>
    <p:sldId id="435" r:id="rId153"/>
    <p:sldId id="436" r:id="rId154"/>
    <p:sldId id="437" r:id="rId155"/>
    <p:sldId id="438" r:id="rId156"/>
    <p:sldId id="439" r:id="rId157"/>
    <p:sldId id="440" r:id="rId158"/>
    <p:sldId id="441" r:id="rId159"/>
    <p:sldId id="442" r:id="rId160"/>
    <p:sldId id="443" r:id="rId161"/>
    <p:sldId id="444" r:id="rId162"/>
    <p:sldId id="445" r:id="rId163"/>
    <p:sldId id="446" r:id="rId164"/>
    <p:sldId id="447" r:id="rId165"/>
    <p:sldId id="448" r:id="rId166"/>
    <p:sldId id="449" r:id="rId167"/>
    <p:sldId id="450" r:id="rId168"/>
    <p:sldId id="451" r:id="rId169"/>
    <p:sldId id="452" r:id="rId170"/>
    <p:sldId id="453" r:id="rId171"/>
    <p:sldId id="454" r:id="rId172"/>
    <p:sldId id="455" r:id="rId173"/>
    <p:sldId id="456" r:id="rId174"/>
    <p:sldId id="457" r:id="rId175"/>
    <p:sldId id="458" r:id="rId176"/>
    <p:sldId id="459" r:id="rId177"/>
    <p:sldId id="460" r:id="rId178"/>
    <p:sldId id="461" r:id="rId179"/>
    <p:sldId id="462" r:id="rId180"/>
    <p:sldId id="463" r:id="rId181"/>
    <p:sldId id="464" r:id="rId182"/>
    <p:sldId id="465" r:id="rId183"/>
    <p:sldId id="466" r:id="rId184"/>
    <p:sldId id="467" r:id="rId185"/>
    <p:sldId id="468" r:id="rId186"/>
    <p:sldId id="469" r:id="rId187"/>
    <p:sldId id="470" r:id="rId188"/>
    <p:sldId id="471" r:id="rId189"/>
    <p:sldId id="472" r:id="rId190"/>
    <p:sldId id="473" r:id="rId191"/>
    <p:sldId id="474" r:id="rId192"/>
    <p:sldId id="475" r:id="rId193"/>
    <p:sldId id="476" r:id="rId194"/>
    <p:sldId id="477" r:id="rId195"/>
    <p:sldId id="478" r:id="rId196"/>
    <p:sldId id="479" r:id="rId197"/>
  </p:sldIdLst>
  <p:sldSz cx="9144000" cy="5143500" type="screen16x9"/>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0" roundtripDataSignature="AMtx7mgB5eNM7m6G2pbGhq+1k49Bo8Xs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5" d="100"/>
          <a:sy n="135" d="100"/>
        </p:scale>
        <p:origin x="228" y="13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96" Type="http://schemas.openxmlformats.org/officeDocument/2006/relationships/slide" Target="slides/slide195.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32"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3" Type="http://schemas.openxmlformats.org/officeDocument/2006/relationships/theme" Target="theme/theme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notesMaster" Target="notesMasters/notesMaster1.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34"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30" Type="http://customschemas.google.com/relationships/presentationmetadata" Target="metadata"/><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231" Type="http://schemas.openxmlformats.org/officeDocument/2006/relationships/presProps" Target="pres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faf5860435_0_26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g3faf5860435_0_26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e5a0c7ab5b_0_37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g3e5a0c7ab5b_0_37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e5a0c7ab5b_0_38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g3e5a0c7ab5b_0_38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5a0c7ab5b_0_38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3e5a0c7ab5b_0_38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e5a0c7ab5b_0_39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g3e5a0c7ab5b_0_391: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e5a0c7ab5b_0_3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e5a0c7ab5b_0_39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e5a0c7ab5b_0_39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g3e5a0c7ab5b_0_39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5a0c7ab5b_0_40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e5a0c7ab5b_0_40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e5a0c7ab5b_0_40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g3e5a0c7ab5b_0_40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e5a0c7ab5b_0_4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e5a0c7ab5b_0_411: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e5a0c7ab5b_0_4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g3e5a0c7ab5b_0_41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5a0c7ab5b_0_41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g3e5a0c7ab5b_0_41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e5a0c7ab5b_0_42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3e5a0c7ab5b_0_42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e5a0c7ab5b_0_42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g3e5a0c7ab5b_0_42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2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2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2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2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3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3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3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3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p3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3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3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3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3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3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3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3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3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4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4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4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4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4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4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4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4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4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p4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4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4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4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4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4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1" name="Google Shape;321;p4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4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4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5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5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7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6" name="Google Shape;476;p7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8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1" name="Google Shape;481;p8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8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p8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8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8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8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6" name="Google Shape;496;p8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8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p8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8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6" name="Google Shape;506;p8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8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p8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8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6" name="Google Shape;516;p8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8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8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8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6" name="Google Shape;526;p8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9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1" name="Google Shape;531;p9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9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p9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9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p9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9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p9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9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p9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6" name="Google Shape;556;p9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9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1" name="Google Shape;561;p9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9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6" name="Google Shape;566;p9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9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1" name="Google Shape;571;p9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9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6" name="Google Shape;576;p9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10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1" name="Google Shape;581;p10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10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6" name="Google Shape;586;p10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10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1" name="Google Shape;591;p1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10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6" name="Google Shape;596;p10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10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1" name="Google Shape;601;p10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0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6" name="Google Shape;606;p10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10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1" name="Google Shape;611;p10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10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6" name="Google Shape;616;p10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10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1" name="Google Shape;621;p10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10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6" name="Google Shape;626;p10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1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1" name="Google Shape;631;p1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6" name="Google Shape;636;p1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1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p11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11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6" name="Google Shape;646;p11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3fb2dc0a37c_0_8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1" name="Google Shape;651;g3fb2dc0a37c_0_8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f69acae762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6" name="Google Shape;656;g3f69acae762_0_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f69acae762_0_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1" name="Google Shape;661;g3f69acae762_0_1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3f69acae762_0_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6" name="Google Shape;666;g3f69acae762_0_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3f7156d7ccb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1" name="Google Shape;671;g3f7156d7ccb_0_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3fb2dc0a37c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3fb2dc0a37c_0_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faf5860435_0_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g3faf5860435_0_1: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3faf5860435_0_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6" name="Google Shape;686;g3faf5860435_0_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3fb2dc0a37c_0_8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g3fb2dc0a37c_0_8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d90891dc36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3d90891dc36_0_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3ab13fdb44f_0_29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2" name="Google Shape;702;g3ab13fdb44f_0_2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03" name="Google Shape;703;g3ab13fdb44f_0_29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96</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3ab13fdb44f_0_30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g3ab13fdb44f_0_30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rgbClr val="FF0000"/>
              </a:buClr>
              <a:buSzPts val="1200"/>
              <a:buFont typeface="Arial"/>
              <a:buAutoNum type="arabicPeriod"/>
            </a:pPr>
            <a:r>
              <a:rPr lang="en-US" b="0" i="0">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97</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3ab13fdb44f_0_30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4" name="Google Shape;714;g3ab13fdb44f_0_30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15" name="Google Shape;715;g3ab13fdb44f_0_30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98</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ab13fdb44f_0_31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3ab13fdb44f_0_3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21" name="Google Shape;721;g3ab13fdb44f_0_31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99</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3ab13fdb44f_0_31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3ab13fdb44f_0_3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27" name="Google Shape;727;g3ab13fdb44f_0_31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100</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3ab13fdb44f_0_3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2" name="Google Shape;732;g3ab13fdb44f_0_3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33" name="Google Shape;733;g3ab13fdb44f_0_32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101</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3ab13fdb44f_0_32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g3ab13fdb44f_0_3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39" name="Google Shape;739;g3ab13fdb44f_0_32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102</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3ab13fdb44f_0_33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g3ab13fdb44f_0_3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45" name="Google Shape;745;g3ab13fdb44f_0_33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103</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3ab13fdb44f_0_33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3ab13fdb44f_0_33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51" name="Google Shape;751;g3ab13fdb44f_0_33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104</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ab13fdb44f_0_34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g3ab13fdb44f_0_3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57" name="Google Shape;757;g3ab13fdb44f_0_34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105</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3ab13fdb44f_0_34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g3ab13fdb44f_0_34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63" name="Google Shape;763;g3ab13fdb44f_0_34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106</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3ab13fdb44f_0_35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g3ab13fdb44f_0_35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69" name="Google Shape;769;g3ab13fdb44f_0_35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107</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3ab13fdb44f_0_35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3ab13fdb44f_0_35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75" name="Google Shape;775;g3ab13fdb44f_0_35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108</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3fb2dc0a37c_0_9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3fb2dc0a37c_0_9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3d48ab63a6f_0_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g3d48ab63a6f_0_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3e6e2da66e2_0_6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3e6e2da66e2_0_6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3e6e2da66e2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3e6e2da66e2_0_7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faf5860435_0_1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3faf5860435_0_1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3e26ec1f821_0_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3e26ec1f821_0_2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3f282feffb0_0_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3f282feffb0_0_1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3f282feffb0_0_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3f282feffb0_0_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3fb2dc0a37c_0_1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3fb2dc0a37c_0_11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3fb2dc0a37c_0_1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fb2dc0a37c_0_1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3fb2dc0a37c_0_1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3fb2dc0a37c_0_12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fb2dc0a37c_0_1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3fb2dc0a37c_0_12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3d89366497e_0_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3d89366497e_0_4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15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p1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p156: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122</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3b224b7d20a_0_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3b224b7d20a_0_9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3baa6357486_0_1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9" name="Google Shape;859;g3baa6357486_0_1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3fb2dc0a37c_0_9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3fb2dc0a37c_0_9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15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p15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16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p1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p16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0" name="Google Shape;880;p16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p16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p16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16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p16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1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p1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16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p16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p16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p16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16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p16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p16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16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p16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p17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p17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17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p17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p17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p17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17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p17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17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p17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p17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p17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1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p1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17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p17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p17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p17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3fb2dc0a37c_0_10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3fb2dc0a37c_0_101: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3f95afb83fa_0_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3f95afb83fa_0_2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3f69acae762_0_1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3f69acae762_0_12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3f69acae762_0_1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3f69acae762_0_12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3fb2dc0a37c_0_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3fb2dc0a37c_0_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3fac4c6c2fc_0_7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3fac4c6c2fc_0_7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3fac4c6c2fc_0_8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3fac4c6c2fc_0_8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3fb2dc0a37c_0_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3fb2dc0a37c_0_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3fb2dc0a37c_0_1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3fb2dc0a37c_0_1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3fb2dc0a37c_0_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3fb2dc0a37c_0_1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3fb2dc0a37c_0_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3fb2dc0a37c_0_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3fb2dc0a37c_0_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3fb2dc0a37c_0_2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3fb2dc0a37c_0_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3fb2dc0a37c_0_2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3fb2dc0a37c_0_3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3fb2dc0a37c_0_3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3fb2dc0a37c_0_3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3fb2dc0a37c_0_3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3fb2dc0a37c_0_13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3fb2dc0a37c_0_13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3fb2dc0a37c_0_13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0" name="Google Shape;1050;g3fb2dc0a37c_0_13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3e5a0c7ab5b_0_2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3e5a0c7ab5b_0_25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p20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p2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p20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p20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p20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0" name="Google Shape;1070;p20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3e5a0c7ab5b_0_33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3e5a0c7ab5b_0_33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3a42a8b53c1_2_2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3a42a8b53c1_2_26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p20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p20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20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p20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3e5a0c7ab5b_0_33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5" name="Google Shape;1095;g3e5a0c7ab5b_0_33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3e9ce9eb37a_0_18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0" name="Google Shape;1100;g3e9ce9eb37a_0_18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3fac4c6c2fc_0_9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3fac4c6c2fc_0_9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3e5a0c7ab5b_0_34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1" name="Google Shape;1111;g3e5a0c7ab5b_0_34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3f491e64396_0_4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6" name="Google Shape;1116;g3f491e64396_0_4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3f491e64396_0_5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1" name="Google Shape;1121;g3f491e64396_0_5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3f491e64396_0_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6" name="Google Shape;1126;g3f491e64396_0_6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3f95afb83fa_0_14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1" name="Google Shape;1131;g3f95afb83fa_0_14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3f54ad4d3bd_0_1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6" name="Google Shape;1136;g3f54ad4d3bd_0_14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3faf5860435_0_8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1" name="Google Shape;1141;g3faf5860435_0_8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3fb2dc0a37c_0_4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6" name="Google Shape;1146;g3fb2dc0a37c_0_4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3fb2dc0a37c_0_5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1" name="Google Shape;1151;g3fb2dc0a37c_0_5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3fb2dc0a37c_0_1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6" name="Google Shape;1156;g3fb2dc0a37c_0_14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g3fb2dc0a37c_0_6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1" name="Google Shape;1161;g3fb2dc0a37c_0_6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g3fb2dc0a37c_0_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6" name="Google Shape;1166;g3fb2dc0a37c_0_6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3fb2dc0a37c_0_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1" name="Google Shape;1171;g3fb2dc0a37c_0_6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g3fb2dc0a37c_0_7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6" name="Google Shape;1176;g3fb2dc0a37c_0_7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9"/>
        <p:cNvGrpSpPr/>
        <p:nvPr/>
      </p:nvGrpSpPr>
      <p:grpSpPr>
        <a:xfrm>
          <a:off x="0" y="0"/>
          <a:ext cx="0" cy="0"/>
          <a:chOff x="0" y="0"/>
          <a:chExt cx="0" cy="0"/>
        </a:xfrm>
      </p:grpSpPr>
      <p:sp>
        <p:nvSpPr>
          <p:cNvPr id="1180" name="Google Shape;1180;g3fb2dc0a37c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1" name="Google Shape;1181;g3fb2dc0a37c_0_7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g3fb2dc0a37c_0_1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6" name="Google Shape;1186;g3fb2dc0a37c_0_14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g3fb2dc0a37c_0_10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1" name="Google Shape;1191;g3fb2dc0a37c_0_10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g3faf5860435_0_1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6" name="Google Shape;1196;g3faf5860435_0_12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g3faf5860435_0_1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1" name="Google Shape;1201;g3faf5860435_0_12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g3faf5860435_0_2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6" name="Google Shape;1206;g3faf5860435_0_2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3faf5860435_0_2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1" name="Google Shape;1211;g3faf5860435_0_22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4"/>
        <p:cNvGrpSpPr/>
        <p:nvPr/>
      </p:nvGrpSpPr>
      <p:grpSpPr>
        <a:xfrm>
          <a:off x="0" y="0"/>
          <a:ext cx="0" cy="0"/>
          <a:chOff x="0" y="0"/>
          <a:chExt cx="0" cy="0"/>
        </a:xfrm>
      </p:grpSpPr>
      <p:sp>
        <p:nvSpPr>
          <p:cNvPr id="1215" name="Google Shape;1215;g3faf5860435_0_2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6" name="Google Shape;1216;g3faf5860435_0_22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3fb2dc0a37c_0_10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1" name="Google Shape;1221;g3fb2dc0a37c_0_10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4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6"/>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246"/>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6"/>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6"/>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47"/>
          <p:cNvSpPr txBox="1">
            <a:spLocks noGrp="1"/>
          </p:cNvSpPr>
          <p:nvPr>
            <p:ph type="ctrTitle"/>
          </p:nvPr>
        </p:nvSpPr>
        <p:spPr>
          <a:xfrm>
            <a:off x="685800" y="1597822"/>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47"/>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247"/>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47"/>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47"/>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48"/>
          <p:cNvSpPr txBox="1">
            <a:spLocks noGrp="1"/>
          </p:cNvSpPr>
          <p:nvPr>
            <p:ph type="title"/>
          </p:nvPr>
        </p:nvSpPr>
        <p:spPr>
          <a:xfrm>
            <a:off x="722313" y="3305178"/>
            <a:ext cx="7772400" cy="1021557"/>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Arial"/>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48"/>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48"/>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48"/>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48"/>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9"/>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9"/>
          <p:cNvSpPr txBox="1">
            <a:spLocks noGrp="1"/>
          </p:cNvSpPr>
          <p:nvPr>
            <p:ph type="body" idx="1"/>
          </p:nvPr>
        </p:nvSpPr>
        <p:spPr>
          <a:xfrm>
            <a:off x="457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49"/>
          <p:cNvSpPr txBox="1">
            <a:spLocks noGrp="1"/>
          </p:cNvSpPr>
          <p:nvPr>
            <p:ph type="body" idx="2"/>
          </p:nvPr>
        </p:nvSpPr>
        <p:spPr>
          <a:xfrm>
            <a:off x="4648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49"/>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49"/>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49"/>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50"/>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50"/>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50"/>
          <p:cNvSpPr txBox="1">
            <a:spLocks noGrp="1"/>
          </p:cNvSpPr>
          <p:nvPr>
            <p:ph type="body" idx="3"/>
          </p:nvPr>
        </p:nvSpPr>
        <p:spPr>
          <a:xfrm>
            <a:off x="4645031"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50"/>
          <p:cNvSpPr txBox="1">
            <a:spLocks noGrp="1"/>
          </p:cNvSpPr>
          <p:nvPr>
            <p:ph type="body" idx="4"/>
          </p:nvPr>
        </p:nvSpPr>
        <p:spPr>
          <a:xfrm>
            <a:off x="4645031"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50"/>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50"/>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50"/>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5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51"/>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51"/>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1"/>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52"/>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2"/>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2"/>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3"/>
          <p:cNvSpPr txBox="1">
            <a:spLocks noGrp="1"/>
          </p:cNvSpPr>
          <p:nvPr>
            <p:ph type="title"/>
          </p:nvPr>
        </p:nvSpPr>
        <p:spPr>
          <a:xfrm>
            <a:off x="457206" y="204788"/>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53"/>
          <p:cNvSpPr txBox="1">
            <a:spLocks noGrp="1"/>
          </p:cNvSpPr>
          <p:nvPr>
            <p:ph type="body" idx="1"/>
          </p:nvPr>
        </p:nvSpPr>
        <p:spPr>
          <a:xfrm>
            <a:off x="3575050" y="204789"/>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53"/>
          <p:cNvSpPr txBox="1">
            <a:spLocks noGrp="1"/>
          </p:cNvSpPr>
          <p:nvPr>
            <p:ph type="body" idx="2"/>
          </p:nvPr>
        </p:nvSpPr>
        <p:spPr>
          <a:xfrm>
            <a:off x="457206" y="1076328"/>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53"/>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53"/>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3"/>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4"/>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4"/>
          <p:cNvSpPr>
            <a:spLocks noGrp="1"/>
          </p:cNvSpPr>
          <p:nvPr>
            <p:ph type="pic" idx="2"/>
          </p:nvPr>
        </p:nvSpPr>
        <p:spPr>
          <a:xfrm>
            <a:off x="1792288" y="459581"/>
            <a:ext cx="5486400" cy="3086100"/>
          </a:xfrm>
          <a:prstGeom prst="rect">
            <a:avLst/>
          </a:prstGeom>
          <a:noFill/>
          <a:ln>
            <a:noFill/>
          </a:ln>
        </p:spPr>
      </p:sp>
      <p:sp>
        <p:nvSpPr>
          <p:cNvPr id="68" name="Google Shape;68;p254"/>
          <p:cNvSpPr txBox="1">
            <a:spLocks noGrp="1"/>
          </p:cNvSpPr>
          <p:nvPr>
            <p:ph type="body" idx="1"/>
          </p:nvPr>
        </p:nvSpPr>
        <p:spPr>
          <a:xfrm>
            <a:off x="1792288" y="4025504"/>
            <a:ext cx="5486400" cy="60364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54"/>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4"/>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4"/>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5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5"/>
          <p:cNvSpPr txBox="1">
            <a:spLocks noGrp="1"/>
          </p:cNvSpPr>
          <p:nvPr>
            <p:ph type="body" idx="1"/>
          </p:nvPr>
        </p:nvSpPr>
        <p:spPr>
          <a:xfrm rot="5400000">
            <a:off x="2874764" y="-1217414"/>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55"/>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5"/>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5"/>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6"/>
          <p:cNvSpPr txBox="1">
            <a:spLocks noGrp="1"/>
          </p:cNvSpPr>
          <p:nvPr>
            <p:ph type="title"/>
          </p:nvPr>
        </p:nvSpPr>
        <p:spPr>
          <a:xfrm rot="5400000">
            <a:off x="5463778" y="1371603"/>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56"/>
          <p:cNvSpPr txBox="1">
            <a:spLocks noGrp="1"/>
          </p:cNvSpPr>
          <p:nvPr>
            <p:ph type="body" idx="1"/>
          </p:nvPr>
        </p:nvSpPr>
        <p:spPr>
          <a:xfrm rot="5400000">
            <a:off x="1272778" y="-609597"/>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56"/>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56"/>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56"/>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45"/>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245"/>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245"/>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245"/>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4.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3200"/>
              <a:buNone/>
            </a:pPr>
            <a:endParaRPr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lt1"/>
              </a:buClr>
              <a:buSzPts val="8000"/>
              <a:buNone/>
            </a:pPr>
            <a:r>
              <a:rPr lang="en-US" sz="8000" b="1" dirty="0" err="1">
                <a:solidFill>
                  <a:schemeClr val="lt1"/>
                </a:solidFill>
                <a:latin typeface="Times New Roman"/>
                <a:ea typeface="Times New Roman"/>
                <a:cs typeface="Times New Roman"/>
                <a:sym typeface="Times New Roman"/>
              </a:rPr>
              <a:t>Nhân</a:t>
            </a:r>
            <a:r>
              <a:rPr lang="en-US" sz="8000" b="1" dirty="0">
                <a:solidFill>
                  <a:schemeClr val="lt1"/>
                </a:solidFill>
                <a:latin typeface="Times New Roman"/>
                <a:ea typeface="Times New Roman"/>
                <a:cs typeface="Times New Roman"/>
                <a:sym typeface="Times New Roman"/>
              </a:rPr>
              <a:t> </a:t>
            </a:r>
            <a:r>
              <a:rPr lang="en-US" sz="8000" b="1" dirty="0" err="1">
                <a:solidFill>
                  <a:schemeClr val="lt1"/>
                </a:solidFill>
                <a:latin typeface="Times New Roman"/>
                <a:ea typeface="Times New Roman"/>
                <a:cs typeface="Times New Roman"/>
                <a:sym typeface="Times New Roman"/>
              </a:rPr>
              <a:t>danh</a:t>
            </a:r>
            <a:r>
              <a:rPr lang="en-US" sz="8000" b="1" dirty="0">
                <a:solidFill>
                  <a:schemeClr val="lt1"/>
                </a:solidFill>
                <a:latin typeface="Times New Roman"/>
                <a:ea typeface="Times New Roman"/>
                <a:cs typeface="Times New Roman"/>
                <a:sym typeface="Times New Roman"/>
              </a:rPr>
              <a:t> Cha </a:t>
            </a:r>
            <a:r>
              <a:rPr lang="en-US" sz="8000" b="1" dirty="0">
                <a:solidFill>
                  <a:srgbClr val="EE0000"/>
                </a:solidFill>
                <a:latin typeface="Times New Roman"/>
                <a:ea typeface="Times New Roman"/>
                <a:cs typeface="Times New Roman"/>
                <a:sym typeface="Times New Roman"/>
              </a:rPr>
              <a:t>†</a:t>
            </a:r>
            <a:r>
              <a:rPr lang="en-US" sz="8000" b="1" dirty="0">
                <a:solidFill>
                  <a:schemeClr val="lt1"/>
                </a:solidFill>
                <a:latin typeface="Times New Roman"/>
                <a:ea typeface="Times New Roman"/>
                <a:cs typeface="Times New Roman"/>
                <a:sym typeface="Times New Roman"/>
              </a:rPr>
              <a:t> </a:t>
            </a:r>
            <a:endParaRPr dirty="0"/>
          </a:p>
          <a:p>
            <a:pPr marL="0" lvl="0" indent="0" algn="ctr" rtl="0">
              <a:lnSpc>
                <a:spcPct val="100000"/>
              </a:lnSpc>
              <a:spcBef>
                <a:spcPts val="0"/>
              </a:spcBef>
              <a:spcAft>
                <a:spcPts val="0"/>
              </a:spcAft>
              <a:buClr>
                <a:schemeClr val="lt1"/>
              </a:buClr>
              <a:buSzPts val="8000"/>
              <a:buNone/>
            </a:pPr>
            <a:r>
              <a:rPr lang="en-US" sz="8000" b="1" dirty="0" err="1">
                <a:solidFill>
                  <a:schemeClr val="lt1"/>
                </a:solidFill>
                <a:latin typeface="Times New Roman"/>
                <a:ea typeface="Times New Roman"/>
                <a:cs typeface="Times New Roman"/>
                <a:sym typeface="Times New Roman"/>
              </a:rPr>
              <a:t>và</a:t>
            </a:r>
            <a:r>
              <a:rPr lang="en-US" sz="8000" b="1" dirty="0">
                <a:solidFill>
                  <a:schemeClr val="lt1"/>
                </a:solidFill>
                <a:latin typeface="Times New Roman"/>
                <a:ea typeface="Times New Roman"/>
                <a:cs typeface="Times New Roman"/>
                <a:sym typeface="Times New Roman"/>
              </a:rPr>
              <a:t> Con </a:t>
            </a:r>
            <a:r>
              <a:rPr lang="en-US" sz="8000" b="1" dirty="0">
                <a:solidFill>
                  <a:srgbClr val="EE0000"/>
                </a:solidFill>
                <a:latin typeface="Times New Roman"/>
                <a:ea typeface="Times New Roman"/>
                <a:cs typeface="Times New Roman"/>
                <a:sym typeface="Times New Roman"/>
              </a:rPr>
              <a:t>†</a:t>
            </a:r>
            <a:r>
              <a:rPr lang="en-US" sz="8000" b="1" dirty="0">
                <a:solidFill>
                  <a:schemeClr val="lt1"/>
                </a:solidFill>
                <a:latin typeface="Times New Roman"/>
                <a:ea typeface="Times New Roman"/>
                <a:cs typeface="Times New Roman"/>
                <a:sym typeface="Times New Roman"/>
              </a:rPr>
              <a:t> </a:t>
            </a:r>
            <a:r>
              <a:rPr lang="en-US" sz="8000" b="1" dirty="0" err="1">
                <a:solidFill>
                  <a:schemeClr val="lt1"/>
                </a:solidFill>
                <a:latin typeface="Times New Roman"/>
                <a:ea typeface="Times New Roman"/>
                <a:cs typeface="Times New Roman"/>
                <a:sym typeface="Times New Roman"/>
              </a:rPr>
              <a:t>và</a:t>
            </a:r>
            <a:r>
              <a:rPr lang="en-US" sz="8000" b="1" dirty="0">
                <a:solidFill>
                  <a:schemeClr val="lt1"/>
                </a:solidFill>
                <a:latin typeface="Times New Roman"/>
                <a:ea typeface="Times New Roman"/>
                <a:cs typeface="Times New Roman"/>
                <a:sym typeface="Times New Roman"/>
              </a:rPr>
              <a:t> Thánh </a:t>
            </a:r>
            <a:r>
              <a:rPr lang="en-US" sz="8000" b="1" dirty="0" err="1">
                <a:solidFill>
                  <a:schemeClr val="lt1"/>
                </a:solidFill>
                <a:latin typeface="Times New Roman"/>
                <a:ea typeface="Times New Roman"/>
                <a:cs typeface="Times New Roman"/>
                <a:sym typeface="Times New Roman"/>
              </a:rPr>
              <a:t>Thần</a:t>
            </a:r>
            <a:r>
              <a:rPr lang="en-US" sz="8000" b="1" dirty="0">
                <a:solidFill>
                  <a:schemeClr val="lt1"/>
                </a:solidFill>
                <a:latin typeface="Times New Roman"/>
                <a:ea typeface="Times New Roman"/>
                <a:cs typeface="Times New Roman"/>
                <a:sym typeface="Times New Roman"/>
              </a:rPr>
              <a:t> </a:t>
            </a:r>
            <a:r>
              <a:rPr lang="en-US" sz="8000" b="1" dirty="0">
                <a:solidFill>
                  <a:srgbClr val="EE0000"/>
                </a:solidFill>
                <a:latin typeface="Times New Roman"/>
                <a:ea typeface="Times New Roman"/>
                <a:cs typeface="Times New Roman"/>
                <a:sym typeface="Times New Roman"/>
              </a:rPr>
              <a:t>†</a:t>
            </a:r>
            <a:r>
              <a:rPr lang="en-US" sz="8000" b="1" dirty="0">
                <a:solidFill>
                  <a:schemeClr val="lt1"/>
                </a:solidFill>
                <a:latin typeface="Times New Roman"/>
                <a:ea typeface="Times New Roman"/>
                <a:cs typeface="Times New Roman"/>
                <a:sym typeface="Times New Roman"/>
              </a:rPr>
              <a:t>. Amen.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subTitle" idx="1"/>
          </p:nvPr>
        </p:nvSpPr>
        <p:spPr>
          <a:xfrm>
            <a:off x="0" y="0"/>
            <a:ext cx="9144000" cy="5143500"/>
          </a:xfrm>
          <a:prstGeom prst="rect">
            <a:avLst/>
          </a:prstGeom>
          <a:solidFill>
            <a:srgbClr val="002060"/>
          </a:solidFill>
          <a:ln w="9525" cap="flat" cmpd="sng">
            <a:solidFill>
              <a:srgbClr val="002060"/>
            </a:solidFill>
            <a:prstDash val="solid"/>
            <a:round/>
            <a:headEnd type="none" w="sm" len="sm"/>
            <a:tailEnd type="none" w="sm" len="sm"/>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accent4"/>
              </a:buClr>
              <a:buSzPts val="4000"/>
              <a:buNone/>
            </a:pPr>
            <a:r>
              <a:rPr lang="en-US" sz="4000" b="1" dirty="0">
                <a:solidFill>
                  <a:schemeClr val="accent4"/>
                </a:solidFill>
                <a:latin typeface="Times New Roman"/>
                <a:ea typeface="Times New Roman"/>
                <a:cs typeface="Times New Roman"/>
                <a:sym typeface="Times New Roman"/>
              </a:rPr>
              <a:t>KINH CHÚA THÁNH </a:t>
            </a:r>
            <a:r>
              <a:rPr lang="en-US" sz="4000" b="1" dirty="0" err="1">
                <a:solidFill>
                  <a:schemeClr val="accent4"/>
                </a:solidFill>
                <a:latin typeface="Times New Roman"/>
                <a:ea typeface="Times New Roman"/>
                <a:cs typeface="Times New Roman"/>
                <a:sym typeface="Times New Roman"/>
              </a:rPr>
              <a:t>THẦN</a:t>
            </a:r>
            <a:endParaRPr sz="4000" b="1" dirty="0">
              <a:solidFill>
                <a:schemeClr val="accent4"/>
              </a:solidFill>
              <a:latin typeface="Times New Roman"/>
              <a:ea typeface="Times New Roman"/>
              <a:cs typeface="Times New Roman"/>
              <a:sym typeface="Times New Roman"/>
            </a:endParaRPr>
          </a:p>
          <a:p>
            <a:pPr marL="0" lvl="0" indent="0" algn="just" rtl="0">
              <a:lnSpc>
                <a:spcPct val="100000"/>
              </a:lnSpc>
              <a:spcBef>
                <a:spcPts val="600"/>
              </a:spcBef>
              <a:spcAft>
                <a:spcPts val="0"/>
              </a:spcAft>
              <a:buClr>
                <a:schemeClr val="lt1"/>
              </a:buClr>
              <a:buSzPts val="7200"/>
              <a:buNone/>
            </a:pPr>
            <a:r>
              <a:rPr lang="en-US" sz="7200" b="1" dirty="0" err="1">
                <a:solidFill>
                  <a:schemeClr val="lt1"/>
                </a:solidFill>
                <a:latin typeface="Times New Roman"/>
                <a:ea typeface="Times New Roman"/>
                <a:cs typeface="Times New Roman"/>
                <a:sym typeface="Times New Roman"/>
              </a:rPr>
              <a:t>Chúng</a:t>
            </a:r>
            <a:r>
              <a:rPr lang="en-US" sz="7200" b="1" dirty="0">
                <a:solidFill>
                  <a:schemeClr val="lt1"/>
                </a:solidFill>
                <a:latin typeface="Times New Roman"/>
                <a:ea typeface="Times New Roman"/>
                <a:cs typeface="Times New Roman"/>
                <a:sym typeface="Times New Roman"/>
              </a:rPr>
              <a:t> con </a:t>
            </a:r>
            <a:r>
              <a:rPr lang="en-US" sz="7200" b="1" dirty="0" err="1">
                <a:solidFill>
                  <a:schemeClr val="lt1"/>
                </a:solidFill>
                <a:latin typeface="Times New Roman"/>
                <a:ea typeface="Times New Roman"/>
                <a:cs typeface="Times New Roman"/>
                <a:sym typeface="Times New Roman"/>
              </a:rPr>
              <a:t>lạy</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ơn</a:t>
            </a:r>
            <a:r>
              <a:rPr lang="en-US" sz="7200" b="1" dirty="0">
                <a:solidFill>
                  <a:schemeClr val="lt1"/>
                </a:solidFill>
                <a:latin typeface="Times New Roman"/>
                <a:ea typeface="Times New Roman"/>
                <a:cs typeface="Times New Roman"/>
                <a:sym typeface="Times New Roman"/>
              </a:rPr>
              <a:t> Đức Chúa Thánh </a:t>
            </a:r>
            <a:r>
              <a:rPr lang="en-US" sz="7200" b="1" dirty="0" err="1">
                <a:solidFill>
                  <a:schemeClr val="lt1"/>
                </a:solidFill>
                <a:latin typeface="Times New Roman"/>
                <a:ea typeface="Times New Roman"/>
                <a:cs typeface="Times New Roman"/>
                <a:sym typeface="Times New Roman"/>
              </a:rPr>
              <a:t>Thần</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thiêng</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liêng</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sáng</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láng</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vô</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cùng</a:t>
            </a:r>
            <a:r>
              <a:rPr lang="en-US" sz="7200" b="1" dirty="0">
                <a:solidFill>
                  <a:schemeClr val="lt1"/>
                </a:solidFill>
                <a:latin typeface="Times New Roman"/>
                <a:ea typeface="Times New Roman"/>
                <a:cs typeface="Times New Roman"/>
                <a:sym typeface="Times New Roman"/>
              </a:rPr>
              <a:t>. </a:t>
            </a:r>
            <a:endParaRPr sz="7200" dirty="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82875"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82875"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sửa lại mọi sự trong ngoài chúng con. Chúng con cầu cùng Đức Chúa Trời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82875"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xưa đã cho Đức Chúa Thánh Thần xuống soi lòng dạy dỗ các Thánh Tông Đồ,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0"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0"/>
          <p:cNvSpPr txBox="1">
            <a:spLocks noGrp="1"/>
          </p:cNvSpPr>
          <p:nvPr>
            <p:ph type="subTitle" idx="1"/>
          </p:nvPr>
        </p:nvSpPr>
        <p:spPr>
          <a:xfrm>
            <a:off x="1" y="0"/>
            <a:ext cx="9144000" cy="5143499"/>
          </a:xfrm>
          <a:prstGeom prst="rect">
            <a:avLst/>
          </a:prstGeom>
          <a:solidFill>
            <a:srgbClr val="002060"/>
          </a:solidFill>
          <a:ln>
            <a:noFill/>
          </a:ln>
        </p:spPr>
        <p:txBody>
          <a:bodyPr spcFirstLastPara="1" wrap="square" lIns="91425" tIns="0"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dirty="0" err="1">
                <a:solidFill>
                  <a:schemeClr val="lt1"/>
                </a:solidFill>
                <a:latin typeface="Times New Roman"/>
                <a:ea typeface="Times New Roman"/>
                <a:cs typeface="Times New Roman"/>
                <a:sym typeface="Times New Roman"/>
              </a:rPr>
              <a:t>vì</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công</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nghiệp</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vô</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cùng</a:t>
            </a:r>
            <a:r>
              <a:rPr lang="en-US" sz="7200" b="1" dirty="0">
                <a:solidFill>
                  <a:schemeClr val="lt1"/>
                </a:solidFill>
                <a:latin typeface="Times New Roman"/>
                <a:ea typeface="Times New Roman"/>
                <a:cs typeface="Times New Roman"/>
                <a:sym typeface="Times New Roman"/>
              </a:rPr>
              <a:t> Đức Chúa </a:t>
            </a:r>
            <a:r>
              <a:rPr lang="en-US" sz="7200" b="1" dirty="0" err="1">
                <a:solidFill>
                  <a:schemeClr val="lt1"/>
                </a:solidFill>
                <a:latin typeface="Times New Roman"/>
                <a:ea typeface="Times New Roman"/>
                <a:cs typeface="Times New Roman"/>
                <a:sym typeface="Times New Roman"/>
              </a:rPr>
              <a:t>Giêsu</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Kitô</a:t>
            </a:r>
            <a:r>
              <a:rPr lang="en-US" sz="7200" b="1" dirty="0">
                <a:solidFill>
                  <a:schemeClr val="lt1"/>
                </a:solidFill>
                <a:latin typeface="Times New Roman"/>
                <a:ea typeface="Times New Roman"/>
                <a:cs typeface="Times New Roman"/>
                <a:sym typeface="Times New Roman"/>
              </a:rPr>
              <a:t> </a:t>
            </a:r>
            <a:r>
              <a:rPr lang="en-US" sz="7200" b="1" dirty="0" err="1">
                <a:solidFill>
                  <a:schemeClr val="lt1"/>
                </a:solidFill>
                <a:latin typeface="Times New Roman"/>
                <a:ea typeface="Times New Roman"/>
                <a:cs typeface="Times New Roman"/>
                <a:sym typeface="Times New Roman"/>
              </a:rPr>
              <a:t>là</a:t>
            </a:r>
            <a:r>
              <a:rPr lang="en-US" sz="7200" b="1" dirty="0">
                <a:solidFill>
                  <a:schemeClr val="lt1"/>
                </a:solidFill>
                <a:latin typeface="Times New Roman"/>
                <a:ea typeface="Times New Roman"/>
                <a:cs typeface="Times New Roman"/>
                <a:sym typeface="Times New Roman"/>
              </a:rPr>
              <a:t> Chúa </a:t>
            </a:r>
            <a:r>
              <a:rPr lang="en-US" sz="7200" b="1" dirty="0" err="1">
                <a:solidFill>
                  <a:schemeClr val="lt1"/>
                </a:solidFill>
                <a:latin typeface="Times New Roman"/>
                <a:ea typeface="Times New Roman"/>
                <a:cs typeface="Times New Roman"/>
                <a:sym typeface="Times New Roman"/>
              </a:rPr>
              <a:t>chúng</a:t>
            </a:r>
            <a:r>
              <a:rPr lang="en-US" sz="7200" b="1" dirty="0">
                <a:solidFill>
                  <a:schemeClr val="lt1"/>
                </a:solidFill>
                <a:latin typeface="Times New Roman"/>
                <a:ea typeface="Times New Roman"/>
                <a:cs typeface="Times New Roman"/>
                <a:sym typeface="Times New Roman"/>
              </a:rPr>
              <a:t> con. Amen.</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3e5a0c7ab5b_0_37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25000" lnSpcReduction="10000"/>
          </a:bodyPr>
          <a:lstStyle/>
          <a:p>
            <a:pPr marL="0" lvl="0" indent="0" algn="ctr" rtl="0">
              <a:lnSpc>
                <a:spcPct val="100000"/>
              </a:lnSpc>
              <a:spcBef>
                <a:spcPts val="0"/>
              </a:spcBef>
              <a:spcAft>
                <a:spcPts val="0"/>
              </a:spcAft>
              <a:buClr>
                <a:schemeClr val="accent4"/>
              </a:buClr>
              <a:buSzPct val="100000"/>
              <a:buNone/>
            </a:pPr>
            <a:r>
              <a:rPr lang="en-US" sz="17600" b="1">
                <a:solidFill>
                  <a:schemeClr val="accent4"/>
                </a:solidFill>
                <a:latin typeface="Times New Roman"/>
                <a:ea typeface="Times New Roman"/>
                <a:cs typeface="Times New Roman"/>
                <a:sym typeface="Times New Roman"/>
              </a:rPr>
              <a:t>KINH TRUYỀN TIN</a:t>
            </a:r>
            <a:endParaRPr/>
          </a:p>
          <a:p>
            <a:pPr marL="0" lvl="0" indent="0" algn="just" rtl="0">
              <a:lnSpc>
                <a:spcPct val="100000"/>
              </a:lnSpc>
              <a:spcBef>
                <a:spcPts val="1440"/>
              </a:spcBef>
              <a:spcAft>
                <a:spcPts val="0"/>
              </a:spcAft>
              <a:buClr>
                <a:schemeClr val="accent4"/>
              </a:buClr>
              <a:buSzPct val="100000"/>
              <a:buNone/>
            </a:pPr>
            <a:r>
              <a:rPr lang="en-US" sz="19200" b="1" i="1" u="sng">
                <a:solidFill>
                  <a:schemeClr val="accent4"/>
                </a:solidFill>
                <a:latin typeface="Times New Roman"/>
                <a:ea typeface="Times New Roman"/>
                <a:cs typeface="Times New Roman"/>
                <a:sym typeface="Times New Roman"/>
              </a:rPr>
              <a:t>Xướng:</a:t>
            </a:r>
            <a:r>
              <a:rPr lang="en-US" sz="26400" b="1">
                <a:solidFill>
                  <a:schemeClr val="accent4"/>
                </a:solidFill>
                <a:latin typeface="Times New Roman"/>
                <a:ea typeface="Times New Roman"/>
                <a:cs typeface="Times New Roman"/>
                <a:sym typeface="Times New Roman"/>
              </a:rPr>
              <a:t> </a:t>
            </a:r>
            <a:r>
              <a:rPr lang="en-US" sz="28800" b="1">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marL="0" lvl="0" indent="0" algn="ctr" rtl="0">
              <a:lnSpc>
                <a:spcPct val="120000"/>
              </a:lnSpc>
              <a:spcBef>
                <a:spcPts val="64"/>
              </a:spcBef>
              <a:spcAft>
                <a:spcPts val="0"/>
              </a:spcAft>
              <a:buClr>
                <a:srgbClr val="888888"/>
              </a:buClr>
              <a:buSzPct val="100000"/>
              <a:buNone/>
            </a:pP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e5a0c7ab5b_0_38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Đáp: </a:t>
            </a:r>
            <a:r>
              <a:rPr lang="en-US" sz="7200" b="1">
                <a:solidFill>
                  <a:schemeClr val="lt1"/>
                </a:solidFill>
                <a:latin typeface="Times New Roman"/>
                <a:ea typeface="Times New Roman"/>
                <a:cs typeface="Times New Roman"/>
                <a:sym typeface="Times New Roman"/>
              </a:rPr>
              <a:t>Và Rất Thánh Đức Bà chịu thai bởi phép Đức Chúa Thánh Thần. </a:t>
            </a:r>
            <a:r>
              <a:rPr lang="en-US" sz="4800" b="1" i="1">
                <a:solidFill>
                  <a:schemeClr val="accent4"/>
                </a:solidFill>
                <a:latin typeface="Times New Roman"/>
                <a:ea typeface="Times New Roman"/>
                <a:cs typeface="Times New Roman"/>
                <a:sym typeface="Times New Roman"/>
              </a:rPr>
              <a:t>Kính mừng….. </a:t>
            </a:r>
            <a:br>
              <a:rPr lang="en-US" sz="6000" b="1" i="1">
                <a:solidFill>
                  <a:schemeClr val="accent4"/>
                </a:solidFill>
                <a:latin typeface="Times New Roman"/>
                <a:ea typeface="Times New Roman"/>
                <a:cs typeface="Times New Roman"/>
                <a:sym typeface="Times New Roman"/>
              </a:rPr>
            </a:br>
            <a:endParaRPr sz="6000" b="1" i="1">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e5a0c7ab5b_0_38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7200"/>
              <a:buNone/>
            </a:pPr>
            <a:endParaRPr sz="7200" b="1" i="1" u="sng">
              <a:solidFill>
                <a:schemeClr val="accen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Xướng: </a:t>
            </a:r>
            <a:r>
              <a:rPr lang="en-US" sz="7200" b="1">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e5a0c7ab5b_0_39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Đáp: </a:t>
            </a:r>
            <a:r>
              <a:rPr lang="en-US" sz="7500" b="1">
                <a:solidFill>
                  <a:schemeClr val="lt1"/>
                </a:solidFill>
                <a:latin typeface="Times New Roman"/>
                <a:ea typeface="Times New Roman"/>
                <a:cs typeface="Times New Roman"/>
                <a:sym typeface="Times New Roman"/>
              </a:rPr>
              <a:t>Tôi xin vâng như lời Thánh Thiên Thần truyền.</a:t>
            </a:r>
            <a:endParaRPr/>
          </a:p>
          <a:p>
            <a:pPr marL="0" lvl="0" indent="0" algn="ctr"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Kính mừng….. </a:t>
            </a:r>
            <a:br>
              <a:rPr lang="en-US" sz="4800" b="1" i="1">
                <a:solidFill>
                  <a:schemeClr val="accent1"/>
                </a:solidFill>
                <a:latin typeface="Times New Roman"/>
                <a:ea typeface="Times New Roman"/>
                <a:cs typeface="Times New Roman"/>
                <a:sym typeface="Times New Roman"/>
              </a:rPr>
            </a:br>
            <a:endParaRPr sz="4800" b="1" i="1">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e5a0c7ab5b_0_39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4400"/>
              <a:buNone/>
            </a:pPr>
            <a:endParaRPr sz="4400" b="1" i="1" u="sng">
              <a:solidFill>
                <a:schemeClr val="accen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u="sng">
                <a:solidFill>
                  <a:schemeClr val="accent4"/>
                </a:solidFill>
                <a:latin typeface="Times New Roman"/>
                <a:ea typeface="Times New Roman"/>
                <a:cs typeface="Times New Roman"/>
                <a:sym typeface="Times New Roman"/>
              </a:rPr>
              <a:t>Xướng:</a:t>
            </a:r>
            <a:r>
              <a:rPr lang="en-US" sz="7200" b="1">
                <a:solidFill>
                  <a:schemeClr val="accent4"/>
                </a:solidFill>
                <a:latin typeface="Times New Roman"/>
                <a:ea typeface="Times New Roman"/>
                <a:cs typeface="Times New Roman"/>
                <a:sym typeface="Times New Roman"/>
              </a:rPr>
              <a:t> </a:t>
            </a:r>
            <a:r>
              <a:rPr lang="en-US" sz="8000" b="1">
                <a:solidFill>
                  <a:schemeClr val="lt1"/>
                </a:solidFill>
                <a:latin typeface="Times New Roman"/>
                <a:ea typeface="Times New Roman"/>
                <a:cs typeface="Times New Roman"/>
                <a:sym typeface="Times New Roman"/>
              </a:rPr>
              <a:t>Chốc ấy Ngôi Thứ Hai xuống thế làm người.</a:t>
            </a:r>
            <a:endParaRPr sz="6000" b="1">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e5a0c7ab5b_0_39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1"/>
              </a:buClr>
              <a:buSzPts val="4800"/>
              <a:buNone/>
            </a:pPr>
            <a:br>
              <a:rPr lang="en-US" sz="4800" b="1" i="1" u="sng">
                <a:solidFill>
                  <a:schemeClr val="accent1"/>
                </a:solidFill>
                <a:latin typeface="Times New Roman"/>
                <a:ea typeface="Times New Roman"/>
                <a:cs typeface="Times New Roman"/>
                <a:sym typeface="Times New Roman"/>
              </a:rPr>
            </a:br>
            <a:r>
              <a:rPr lang="en-US" sz="4800" b="1" i="1">
                <a:solidFill>
                  <a:schemeClr val="accent4"/>
                </a:solidFill>
                <a:latin typeface="Times New Roman"/>
                <a:ea typeface="Times New Roman"/>
                <a:cs typeface="Times New Roman"/>
                <a:sym typeface="Times New Roman"/>
              </a:rPr>
              <a:t>Đáp: </a:t>
            </a:r>
            <a:r>
              <a:rPr lang="en-US" sz="8000" b="1">
                <a:solidFill>
                  <a:schemeClr val="lt1"/>
                </a:solidFill>
                <a:latin typeface="Times New Roman"/>
                <a:ea typeface="Times New Roman"/>
                <a:cs typeface="Times New Roman"/>
                <a:sym typeface="Times New Roman"/>
              </a:rPr>
              <a:t>Và ở cùng </a:t>
            </a:r>
            <a:br>
              <a:rPr lang="en-US" sz="8000" b="1">
                <a:solidFill>
                  <a:schemeClr val="lt1"/>
                </a:solidFill>
                <a:latin typeface="Times New Roman"/>
                <a:ea typeface="Times New Roman"/>
                <a:cs typeface="Times New Roman"/>
                <a:sym typeface="Times New Roman"/>
              </a:rPr>
            </a:br>
            <a:r>
              <a:rPr lang="en-US" sz="8000" b="1">
                <a:solidFill>
                  <a:schemeClr val="lt1"/>
                </a:solidFill>
                <a:latin typeface="Times New Roman"/>
                <a:ea typeface="Times New Roman"/>
                <a:cs typeface="Times New Roman"/>
                <a:sym typeface="Times New Roman"/>
              </a:rPr>
              <a:t>chúng con.</a:t>
            </a:r>
            <a:endParaRPr sz="6600" b="1">
              <a:solidFill>
                <a:schemeClr val="lt1"/>
              </a:solidFill>
              <a:latin typeface="Times New Roman"/>
              <a:ea typeface="Times New Roman"/>
              <a:cs typeface="Times New Roman"/>
              <a:sym typeface="Times New Roman"/>
            </a:endParaRPr>
          </a:p>
          <a:p>
            <a:pPr marL="0" lvl="0" indent="0" algn="ctr"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Kính mừng….. </a:t>
            </a:r>
            <a:br>
              <a:rPr lang="en-US" sz="4800" b="1" i="1">
                <a:solidFill>
                  <a:schemeClr val="accent1"/>
                </a:solidFill>
                <a:latin typeface="Times New Roman"/>
                <a:ea typeface="Times New Roman"/>
                <a:cs typeface="Times New Roman"/>
                <a:sym typeface="Times New Roman"/>
              </a:rPr>
            </a:br>
            <a:endParaRPr sz="4800" b="1" i="1">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e5a0c7ab5b_0_40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4000"/>
              <a:buNone/>
            </a:pPr>
            <a:endParaRPr sz="4000" b="1" i="1" u="sng">
              <a:solidFill>
                <a:schemeClr val="accen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Xướng:</a:t>
            </a:r>
            <a:r>
              <a:rPr lang="en-US" sz="7200" b="1">
                <a:solidFill>
                  <a:schemeClr val="accent4"/>
                </a:solidFill>
                <a:latin typeface="Times New Roman"/>
                <a:ea typeface="Times New Roman"/>
                <a:cs typeface="Times New Roman"/>
                <a:sym typeface="Times New Roman"/>
              </a:rPr>
              <a:t> </a:t>
            </a:r>
            <a:r>
              <a:rPr lang="en-US" sz="7200" b="1">
                <a:solidFill>
                  <a:schemeClr val="lt1"/>
                </a:solidFill>
                <a:latin typeface="Times New Roman"/>
                <a:ea typeface="Times New Roman"/>
                <a:cs typeface="Times New Roman"/>
                <a:sym typeface="Times New Roman"/>
              </a:rPr>
              <a:t>Lạy Rất Thánh Đức Mẹ Chúa Trời, xin cầu cho chúng con.</a:t>
            </a:r>
            <a:endParaRPr sz="6000" b="1">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e5a0c7ab5b_0_40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4400"/>
              <a:buNone/>
            </a:pPr>
            <a:endParaRPr sz="4400" b="1" i="1" u="sng">
              <a:solidFill>
                <a:schemeClr val="l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Đáp:</a:t>
            </a:r>
            <a:r>
              <a:rPr lang="en-US" sz="7200" b="1" i="1">
                <a:solidFill>
                  <a:schemeClr val="accent4"/>
                </a:solidFill>
                <a:latin typeface="Times New Roman"/>
                <a:ea typeface="Times New Roman"/>
                <a:cs typeface="Times New Roman"/>
                <a:sym typeface="Times New Roman"/>
              </a:rPr>
              <a:t> </a:t>
            </a:r>
            <a:r>
              <a:rPr lang="en-US" sz="8000" b="1">
                <a:solidFill>
                  <a:schemeClr val="lt1"/>
                </a:solidFill>
                <a:latin typeface="Times New Roman"/>
                <a:ea typeface="Times New Roman"/>
                <a:cs typeface="Times New Roman"/>
                <a:sym typeface="Times New Roman"/>
              </a:rPr>
              <a:t>Đáng chịu lấy những sự Chúa Kitô đã hứa.</a:t>
            </a:r>
            <a:endParaRPr sz="6000" b="1">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e5a0c7ab5b_0_41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20000"/>
          </a:bodyPr>
          <a:lstStyle/>
          <a:p>
            <a:pPr marL="0" lvl="0" indent="0" algn="ctr" rtl="0">
              <a:lnSpc>
                <a:spcPct val="100000"/>
              </a:lnSpc>
              <a:spcBef>
                <a:spcPts val="0"/>
              </a:spcBef>
              <a:spcAft>
                <a:spcPts val="0"/>
              </a:spcAft>
              <a:buClr>
                <a:schemeClr val="accent4"/>
              </a:buClr>
              <a:buSzPct val="100000"/>
              <a:buNone/>
            </a:pPr>
            <a:r>
              <a:rPr lang="en-US" sz="4800" b="1">
                <a:solidFill>
                  <a:schemeClr val="accent4"/>
                </a:solidFill>
                <a:latin typeface="Times New Roman"/>
                <a:ea typeface="Times New Roman"/>
                <a:cs typeface="Times New Roman"/>
                <a:sym typeface="Times New Roman"/>
              </a:rPr>
              <a:t>LỜI NGUYỆN</a:t>
            </a:r>
            <a:endParaRPr sz="4950" b="1">
              <a:solidFill>
                <a:schemeClr val="accent4"/>
              </a:solidFill>
              <a:latin typeface="Times New Roman"/>
              <a:ea typeface="Times New Roman"/>
              <a:cs typeface="Times New Roman"/>
              <a:sym typeface="Times New Roman"/>
            </a:endParaRPr>
          </a:p>
          <a:p>
            <a:pPr marL="0" lvl="0" indent="0" algn="just" rtl="0">
              <a:lnSpc>
                <a:spcPct val="100000"/>
              </a:lnSpc>
              <a:spcBef>
                <a:spcPts val="1572"/>
              </a:spcBef>
              <a:spcAft>
                <a:spcPts val="0"/>
              </a:spcAft>
              <a:buClr>
                <a:schemeClr val="lt1"/>
              </a:buClr>
              <a:buSzPct val="100000"/>
              <a:buNone/>
            </a:pPr>
            <a:r>
              <a:rPr lang="en-US" sz="8500" b="1">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3e5a0c7ab5b_0_41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3e5a0c7ab5b_0_41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e5a0c7ab5b_0_42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3e5a0c7ab5b_0_42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888888"/>
              </a:buClr>
              <a:buSzPts val="1800"/>
              <a:buNone/>
            </a:pPr>
            <a:endParaRPr sz="18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lt1"/>
              </a:buClr>
              <a:buSzPts val="7000"/>
              <a:buNone/>
            </a:pPr>
            <a:r>
              <a:rPr lang="en-US" sz="7000" b="1">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TIN</a:t>
            </a:r>
            <a:endParaRPr sz="4950" b="1">
              <a:solidFill>
                <a:schemeClr val="accent4"/>
              </a:solidFill>
              <a:latin typeface="Times New Roman"/>
              <a:ea typeface="Times New Roman"/>
              <a:cs typeface="Times New Roman"/>
              <a:sym typeface="Times New Roman"/>
            </a:endParaRPr>
          </a:p>
          <a:p>
            <a:pPr marL="0" lvl="0" indent="0" algn="just" rtl="0">
              <a:lnSpc>
                <a:spcPct val="100000"/>
              </a:lnSpc>
              <a:spcBef>
                <a:spcPts val="1480"/>
              </a:spcBef>
              <a:spcAft>
                <a:spcPts val="0"/>
              </a:spcAft>
              <a:buClr>
                <a:schemeClr val="lt1"/>
              </a:buClr>
              <a:buSzPct val="100000"/>
              <a:buNone/>
            </a:pPr>
            <a:r>
              <a:rPr lang="en-US" sz="8000" b="1">
                <a:solidFill>
                  <a:schemeClr val="lt1"/>
                </a:solidFill>
                <a:latin typeface="Times New Roman"/>
                <a:ea typeface="Times New Roman"/>
                <a:cs typeface="Times New Roman"/>
                <a:sym typeface="Times New Roman"/>
              </a:rPr>
              <a:t>Lạy Chúa con, con tin thật có một Đức Chúa Trời là Đấng thưởng phạt vô cùng.</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chịu nạn chịu chết mà chuộc tội cho thiên hạ.</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8"/>
          <p:cNvSpPr txBox="1">
            <a:spLocks noGrp="1"/>
          </p:cNvSpPr>
          <p:nvPr>
            <p:ph type="subTitle" idx="1"/>
          </p:nvPr>
        </p:nvSpPr>
        <p:spPr>
          <a:xfrm>
            <a:off x="0" y="1"/>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Bấy nhiêu điều ấy cùng các điều Hội Thánh dạy</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thì con tin vững vàng, vì Chúa là</a:t>
            </a:r>
            <a:br>
              <a:rPr lang="en-US" sz="72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Đấng thông minh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0"/>
          <p:cNvSpPr txBox="1">
            <a:spLocks noGrp="1"/>
          </p:cNvSpPr>
          <p:nvPr>
            <p:ph type="subTitle" idx="1"/>
          </p:nvPr>
        </p:nvSpPr>
        <p:spPr>
          <a:xfrm>
            <a:off x="0" y="-9"/>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CẬY</a:t>
            </a:r>
            <a:endParaRPr sz="4400" b="1">
              <a:solidFill>
                <a:schemeClr val="accent4"/>
              </a:solidFill>
              <a:latin typeface="Times New Roman"/>
              <a:ea typeface="Times New Roman"/>
              <a:cs typeface="Times New Roman"/>
              <a:sym typeface="Times New Roman"/>
            </a:endParaRPr>
          </a:p>
          <a:p>
            <a:pPr marL="0" lvl="0" indent="0" algn="just" rtl="0">
              <a:lnSpc>
                <a:spcPct val="100000"/>
              </a:lnSpc>
              <a:spcBef>
                <a:spcPts val="1480"/>
              </a:spcBef>
              <a:spcAft>
                <a:spcPts val="0"/>
              </a:spcAft>
              <a:buClr>
                <a:schemeClr val="lt1"/>
              </a:buClr>
              <a:buSzPct val="100000"/>
              <a:buNone/>
            </a:pPr>
            <a:r>
              <a:rPr lang="en-US" sz="8000" b="1">
                <a:solidFill>
                  <a:schemeClr val="lt1"/>
                </a:solidFill>
                <a:latin typeface="Times New Roman"/>
                <a:ea typeface="Times New Roman"/>
                <a:cs typeface="Times New Roman"/>
                <a:sym typeface="Times New Roman"/>
              </a:rPr>
              <a:t>Lạy Chúa con, con trông cậy vững vàng, vì công nghiệp Đức Chúa Giêsu</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thì Chúa sẽ ban ơn cho con giữ đạo nên ở đời này,</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4"/>
          <p:cNvSpPr txBox="1">
            <a:spLocks noGrp="1"/>
          </p:cNvSpPr>
          <p:nvPr>
            <p:ph type="subTitle" idx="1"/>
          </p:nvPr>
        </p:nvSpPr>
        <p:spPr>
          <a:xfrm>
            <a:off x="0" y="1"/>
            <a:ext cx="9144000" cy="5143499"/>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vì Chúa là Đấng phép tắc và lòng lành vô cùng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endParaRPr sz="40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đã phán hứa sự ấy chẳng có lẽ nào sai đặng.  Amen.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3715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MẾN</a:t>
            </a:r>
            <a:endParaRPr sz="4400" b="1">
              <a:solidFill>
                <a:schemeClr val="accent4"/>
              </a:solidFill>
              <a:latin typeface="Times New Roman"/>
              <a:ea typeface="Times New Roman"/>
              <a:cs typeface="Times New Roman"/>
              <a:sym typeface="Times New Roman"/>
            </a:endParaRPr>
          </a:p>
          <a:p>
            <a:pPr marL="0" lvl="0" indent="0" algn="just" rtl="0">
              <a:lnSpc>
                <a:spcPct val="100000"/>
              </a:lnSpc>
              <a:spcBef>
                <a:spcPts val="1443"/>
              </a:spcBef>
              <a:spcAft>
                <a:spcPts val="0"/>
              </a:spcAft>
              <a:buClr>
                <a:schemeClr val="lt1"/>
              </a:buClr>
              <a:buSzPct val="100000"/>
              <a:buNone/>
            </a:pPr>
            <a:r>
              <a:rPr lang="en-US" sz="7800" b="1">
                <a:solidFill>
                  <a:schemeClr val="lt1"/>
                </a:solidFill>
                <a:latin typeface="Times New Roman"/>
                <a:ea typeface="Times New Roman"/>
                <a:cs typeface="Times New Roman"/>
                <a:sym typeface="Times New Roman"/>
              </a:rPr>
              <a:t>Lạy Chúa con, con kính mến Chúa hết lòng hết sức trên hết mọi sự,</a:t>
            </a:r>
            <a:endParaRPr sz="7800" b="1">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br>
              <a:rPr lang="en-US" sz="72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lại vì Chúa thì con thương yêu người ta như mình con vậy.  Amen.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ctr" rtl="0">
              <a:lnSpc>
                <a:spcPct val="100000"/>
              </a:lnSpc>
              <a:spcBef>
                <a:spcPts val="0"/>
              </a:spcBef>
              <a:spcAft>
                <a:spcPts val="0"/>
              </a:spcAft>
              <a:buClr>
                <a:schemeClr val="accent4"/>
              </a:buClr>
              <a:buSzPts val="4400"/>
              <a:buNone/>
            </a:pPr>
            <a:r>
              <a:rPr lang="en-US" sz="4400" b="1">
                <a:solidFill>
                  <a:schemeClr val="accent4"/>
                </a:solidFill>
                <a:latin typeface="Times New Roman"/>
                <a:ea typeface="Times New Roman"/>
                <a:cs typeface="Times New Roman"/>
                <a:sym typeface="Times New Roman"/>
              </a:rPr>
              <a:t>KINH SẤP MÌNH</a:t>
            </a:r>
            <a:endParaRPr sz="4400" b="1">
              <a:solidFill>
                <a:schemeClr val="accent4"/>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sz="8800" b="1">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4"/>
          <p:cNvSpPr txBox="1">
            <a:spLocks noGrp="1"/>
          </p:cNvSpPr>
          <p:nvPr>
            <p:ph type="subTitle" idx="1"/>
          </p:nvPr>
        </p:nvSpPr>
        <p:spPr>
          <a:xfrm>
            <a:off x="0" y="1"/>
            <a:ext cx="9030984"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lt1"/>
              </a:buClr>
              <a:buSzPts val="7200"/>
              <a:buNone/>
            </a:pPr>
            <a:br>
              <a:rPr lang="en-US" sz="48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Nhân danh Cha </a:t>
            </a:r>
            <a:r>
              <a:rPr lang="en-US" sz="7200" b="1">
                <a:solidFill>
                  <a:srgbClr val="EE0000"/>
                </a:solidFill>
                <a:latin typeface="Times New Roman"/>
                <a:ea typeface="Times New Roman"/>
                <a:cs typeface="Times New Roman"/>
                <a:sym typeface="Times New Roman"/>
              </a:rPr>
              <a:t>†</a:t>
            </a:r>
            <a:r>
              <a:rPr lang="en-US" sz="7200" b="1">
                <a:solidFill>
                  <a:schemeClr val="lt1"/>
                </a:solidFill>
                <a:latin typeface="Times New Roman"/>
                <a:ea typeface="Times New Roman"/>
                <a:cs typeface="Times New Roman"/>
                <a:sym typeface="Times New Roman"/>
              </a:rPr>
              <a:t> </a:t>
            </a:r>
            <a:endParaRPr/>
          </a:p>
          <a:p>
            <a:pPr marL="0" lvl="0" indent="0" algn="ctr"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Con </a:t>
            </a:r>
            <a:r>
              <a:rPr lang="en-US" sz="7200" b="1">
                <a:solidFill>
                  <a:srgbClr val="EE0000"/>
                </a:solidFill>
                <a:latin typeface="Times New Roman"/>
                <a:ea typeface="Times New Roman"/>
                <a:cs typeface="Times New Roman"/>
                <a:sym typeface="Times New Roman"/>
              </a:rPr>
              <a:t>†</a:t>
            </a:r>
            <a:r>
              <a:rPr lang="en-US" sz="7200" b="1">
                <a:solidFill>
                  <a:schemeClr val="lt1"/>
                </a:solidFill>
                <a:latin typeface="Times New Roman"/>
                <a:ea typeface="Times New Roman"/>
                <a:cs typeface="Times New Roman"/>
                <a:sym typeface="Times New Roman"/>
              </a:rPr>
              <a:t> và Thánh Thần </a:t>
            </a:r>
            <a:r>
              <a:rPr lang="en-US" sz="7200" b="1">
                <a:solidFill>
                  <a:srgbClr val="EE0000"/>
                </a:solidFill>
                <a:latin typeface="Times New Roman"/>
                <a:ea typeface="Times New Roman"/>
                <a:cs typeface="Times New Roman"/>
                <a:sym typeface="Times New Roman"/>
              </a:rPr>
              <a:t>†</a:t>
            </a:r>
            <a:r>
              <a:rPr lang="en-US" sz="7200" b="1">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LẠY NỮ VƯƠNG</a:t>
            </a:r>
            <a:endParaRPr/>
          </a:p>
          <a:p>
            <a:pPr marL="0" lvl="0" indent="0" algn="just" rtl="0">
              <a:lnSpc>
                <a:spcPct val="100000"/>
              </a:lnSpc>
              <a:spcBef>
                <a:spcPts val="1443"/>
              </a:spcBef>
              <a:spcAft>
                <a:spcPts val="0"/>
              </a:spcAft>
              <a:buClr>
                <a:schemeClr val="lt1"/>
              </a:buClr>
              <a:buSzPct val="100000"/>
              <a:buNone/>
            </a:pPr>
            <a:r>
              <a:rPr lang="en-US" sz="7800" b="1">
                <a:solidFill>
                  <a:schemeClr val="lt1"/>
                </a:solidFill>
                <a:latin typeface="Times New Roman"/>
                <a:ea typeface="Times New Roman"/>
                <a:cs typeface="Times New Roman"/>
                <a:sym typeface="Times New Roman"/>
              </a:rPr>
              <a:t>Lạy Nữ Vương, Mẹ nhân lành làm cho chúng con đặng sống, đặng vui, đặng cậy.</a:t>
            </a:r>
            <a:endParaRPr sz="7800" b="1">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500"/>
              <a:buNone/>
            </a:pPr>
            <a:endParaRPr sz="44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lt1"/>
              </a:buClr>
              <a:buSzPts val="7500"/>
              <a:buNone/>
            </a:pPr>
            <a:r>
              <a:rPr lang="en-US" sz="7500" b="1">
                <a:solidFill>
                  <a:schemeClr val="lt1"/>
                </a:solidFill>
                <a:latin typeface="Times New Roman"/>
                <a:ea typeface="Times New Roman"/>
                <a:cs typeface="Times New Roman"/>
                <a:sym typeface="Times New Roman"/>
              </a:rPr>
              <a:t>xin ghé mắt thương xem chúng con. Đến sau khỏi đày, </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xin cho chúng con được thấy Đức Chúa Giêsu con lòng Bà gồm phúc lạ.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Ôi khoan thay! nhân thay! dịu thay! Thánh Maria trọn đời đồng trinh. Amen.</a:t>
            </a:r>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79"/>
          <p:cNvSpPr txBox="1">
            <a:spLocks noGrp="1"/>
          </p:cNvSpPr>
          <p:nvPr>
            <p:ph type="subTitle" idx="1"/>
          </p:nvPr>
        </p:nvSpPr>
        <p:spPr>
          <a:xfrm>
            <a:off x="0" y="-143838"/>
            <a:ext cx="9144000" cy="5287338"/>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accent4"/>
              </a:buClr>
              <a:buSzPts val="4400"/>
              <a:buNone/>
            </a:pPr>
            <a:r>
              <a:rPr lang="en-US" sz="4400" b="1">
                <a:solidFill>
                  <a:schemeClr val="accent4"/>
                </a:solidFill>
                <a:latin typeface="Times New Roman"/>
                <a:ea typeface="Times New Roman"/>
                <a:cs typeface="Times New Roman"/>
                <a:sym typeface="Times New Roman"/>
              </a:rPr>
              <a:t>Đạo Đức Chúa Trời có 10 điều răn:</a:t>
            </a:r>
            <a:endParaRPr/>
          </a:p>
          <a:p>
            <a:pPr marL="0" lvl="0" indent="0" algn="just" rtl="0">
              <a:lnSpc>
                <a:spcPct val="100000"/>
              </a:lnSpc>
              <a:spcBef>
                <a:spcPts val="1440"/>
              </a:spcBef>
              <a:spcAft>
                <a:spcPts val="0"/>
              </a:spcAft>
              <a:buClr>
                <a:schemeClr val="accent4"/>
              </a:buClr>
              <a:buSzPts val="6600"/>
              <a:buNone/>
            </a:pPr>
            <a:r>
              <a:rPr lang="en-US" sz="6600" b="1">
                <a:solidFill>
                  <a:schemeClr val="accent4"/>
                </a:solidFill>
                <a:latin typeface="Times New Roman"/>
                <a:ea typeface="Times New Roman"/>
                <a:cs typeface="Times New Roman"/>
                <a:sym typeface="Times New Roman"/>
              </a:rPr>
              <a:t>Thứ nhất: </a:t>
            </a:r>
            <a:r>
              <a:rPr lang="en-US" sz="7200" b="1">
                <a:solidFill>
                  <a:schemeClr val="lt1"/>
                </a:solidFill>
                <a:latin typeface="Times New Roman"/>
                <a:ea typeface="Times New Roman"/>
                <a:cs typeface="Times New Roman"/>
                <a:sym typeface="Times New Roman"/>
              </a:rPr>
              <a:t>Thờ phượng một Đức Chúa Trời và kính mến người trên hết mọi sự.</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8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hai: </a:t>
            </a:r>
            <a:r>
              <a:rPr lang="en-US" sz="7200" b="1">
                <a:solidFill>
                  <a:schemeClr val="lt1"/>
                </a:solidFill>
                <a:latin typeface="Times New Roman"/>
                <a:ea typeface="Times New Roman"/>
                <a:cs typeface="Times New Roman"/>
                <a:sym typeface="Times New Roman"/>
              </a:rPr>
              <a:t>Chớ kêu tên Đức Chúa Trời vô cớ.</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ba: </a:t>
            </a:r>
            <a:r>
              <a:rPr lang="en-US" sz="7200" b="1">
                <a:solidFill>
                  <a:schemeClr val="lt1"/>
                </a:solidFill>
                <a:latin typeface="Times New Roman"/>
                <a:ea typeface="Times New Roman"/>
                <a:cs typeface="Times New Roman"/>
                <a:sym typeface="Times New Roman"/>
              </a:rPr>
              <a:t>Giữ ngày Chúa Nhật.</a:t>
            </a: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8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bốn: </a:t>
            </a:r>
            <a:r>
              <a:rPr lang="en-US" sz="7200" b="1">
                <a:solidFill>
                  <a:schemeClr val="lt1"/>
                </a:solidFill>
                <a:latin typeface="Times New Roman"/>
                <a:ea typeface="Times New Roman"/>
                <a:cs typeface="Times New Roman"/>
                <a:sym typeface="Times New Roman"/>
              </a:rPr>
              <a:t>Thảo kính cha mẹ.</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năm: </a:t>
            </a:r>
            <a:r>
              <a:rPr lang="en-US" sz="7200" b="1">
                <a:solidFill>
                  <a:schemeClr val="lt1"/>
                </a:solidFill>
                <a:latin typeface="Times New Roman"/>
                <a:ea typeface="Times New Roman"/>
                <a:cs typeface="Times New Roman"/>
                <a:sym typeface="Times New Roman"/>
              </a:rPr>
              <a:t>Chớ giết người.</a:t>
            </a:r>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8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sáu: </a:t>
            </a:r>
            <a:r>
              <a:rPr lang="en-US" sz="7200" b="1">
                <a:solidFill>
                  <a:schemeClr val="lt1"/>
                </a:solidFill>
                <a:latin typeface="Times New Roman"/>
                <a:ea typeface="Times New Roman"/>
                <a:cs typeface="Times New Roman"/>
                <a:sym typeface="Times New Roman"/>
              </a:rPr>
              <a:t>Chớ làm sự dâm dục.</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bảy: </a:t>
            </a:r>
            <a:r>
              <a:rPr lang="en-US" sz="7200" b="1">
                <a:solidFill>
                  <a:schemeClr val="lt1"/>
                </a:solidFill>
                <a:latin typeface="Times New Roman"/>
                <a:ea typeface="Times New Roman"/>
                <a:cs typeface="Times New Roman"/>
                <a:sym typeface="Times New Roman"/>
              </a:rPr>
              <a:t>Chớ lấy của người.</a:t>
            </a: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8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tám: </a:t>
            </a:r>
            <a:r>
              <a:rPr lang="en-US" sz="7200" b="1">
                <a:solidFill>
                  <a:schemeClr val="lt1"/>
                </a:solidFill>
                <a:latin typeface="Times New Roman"/>
                <a:ea typeface="Times New Roman"/>
                <a:cs typeface="Times New Roman"/>
                <a:sym typeface="Times New Roman"/>
              </a:rPr>
              <a:t>Chớ làm chứng dối.</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chín: </a:t>
            </a:r>
            <a:r>
              <a:rPr lang="en-US" sz="7200" b="1">
                <a:solidFill>
                  <a:schemeClr val="lt1"/>
                </a:solidFill>
                <a:latin typeface="Times New Roman"/>
                <a:ea typeface="Times New Roman"/>
                <a:cs typeface="Times New Roman"/>
                <a:sym typeface="Times New Roman"/>
              </a:rPr>
              <a:t>Chớ muốn vợ chồng người.</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8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mười: </a:t>
            </a:r>
            <a:r>
              <a:rPr lang="en-US" sz="7200" b="1">
                <a:solidFill>
                  <a:schemeClr val="lt1"/>
                </a:solidFill>
                <a:latin typeface="Times New Roman"/>
                <a:ea typeface="Times New Roman"/>
                <a:cs typeface="Times New Roman"/>
                <a:sym typeface="Times New Roman"/>
              </a:rPr>
              <a:t>Chớ tham </a:t>
            </a:r>
            <a:br>
              <a:rPr lang="en-US" sz="72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của người. </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Mười điều răn ấy tóm về hai này mà chớ:</a:t>
            </a:r>
            <a:endParaRPr sz="7200" b="1" i="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85"/>
          <p:cNvSpPr txBox="1">
            <a:spLocks noGrp="1"/>
          </p:cNvSpPr>
          <p:nvPr>
            <p:ph type="subTitle" idx="1"/>
          </p:nvPr>
        </p:nvSpPr>
        <p:spPr>
          <a:xfrm>
            <a:off x="0" y="-226031"/>
            <a:ext cx="9144000" cy="5369531"/>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000"/>
              <a:buNone/>
            </a:pPr>
            <a:r>
              <a:rPr lang="en-US" sz="7000" b="1">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lang="en-US" sz="7000" b="1" i="1">
                <a:solidFill>
                  <a:schemeClr val="lt1"/>
                </a:solidFill>
                <a:latin typeface="Times New Roman"/>
                <a:ea typeface="Times New Roman"/>
                <a:cs typeface="Times New Roman"/>
                <a:sym typeface="Times New Roman"/>
              </a:rPr>
              <a:t>Amen.</a:t>
            </a:r>
            <a:endParaRPr/>
          </a:p>
          <a:p>
            <a:pPr marL="0" lvl="0" indent="0" algn="just" rtl="0">
              <a:lnSpc>
                <a:spcPct val="100000"/>
              </a:lnSpc>
              <a:spcBef>
                <a:spcPts val="0"/>
              </a:spcBef>
              <a:spcAft>
                <a:spcPts val="0"/>
              </a:spcAft>
              <a:buClr>
                <a:srgbClr val="888888"/>
              </a:buClr>
              <a:buSzPts val="7000"/>
              <a:buNone/>
            </a:pPr>
            <a:endParaRPr sz="7000" b="1" i="1">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8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ctr" rtl="0">
              <a:lnSpc>
                <a:spcPct val="100000"/>
              </a:lnSpc>
              <a:spcBef>
                <a:spcPts val="0"/>
              </a:spcBef>
              <a:spcAft>
                <a:spcPts val="0"/>
              </a:spcAft>
              <a:buClr>
                <a:schemeClr val="accent4"/>
              </a:buClr>
              <a:buSzPts val="4500"/>
              <a:buNone/>
            </a:pPr>
            <a:r>
              <a:rPr lang="en-US" sz="4500" b="1">
                <a:solidFill>
                  <a:schemeClr val="accent4"/>
                </a:solidFill>
                <a:latin typeface="Times New Roman"/>
                <a:ea typeface="Times New Roman"/>
                <a:cs typeface="Times New Roman"/>
                <a:sym typeface="Times New Roman"/>
              </a:rPr>
              <a:t>Hội Thánh có 5 điều răn:</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nhất: </a:t>
            </a:r>
            <a:r>
              <a:rPr lang="en-US" sz="7200" b="1">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7"/>
          <p:cNvSpPr txBox="1">
            <a:spLocks noGrp="1"/>
          </p:cNvSpPr>
          <p:nvPr>
            <p:ph type="subTitle" idx="1"/>
          </p:nvPr>
        </p:nvSpPr>
        <p:spPr>
          <a:xfrm>
            <a:off x="0" y="-236306"/>
            <a:ext cx="9144000" cy="5379806"/>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6800"/>
              <a:buNone/>
            </a:pPr>
            <a:r>
              <a:rPr lang="en-US" sz="6800" b="1">
                <a:solidFill>
                  <a:schemeClr val="accent4"/>
                </a:solidFill>
                <a:latin typeface="Times New Roman"/>
                <a:ea typeface="Times New Roman"/>
                <a:cs typeface="Times New Roman"/>
                <a:sym typeface="Times New Roman"/>
              </a:rPr>
              <a:t>Thứ hai: </a:t>
            </a:r>
            <a:r>
              <a:rPr lang="en-US" sz="6800" b="1">
                <a:solidFill>
                  <a:schemeClr val="lt1"/>
                </a:solidFill>
                <a:latin typeface="Times New Roman"/>
                <a:ea typeface="Times New Roman"/>
                <a:cs typeface="Times New Roman"/>
                <a:sym typeface="Times New Roman"/>
              </a:rPr>
              <a:t>xưng tội trong một năm ít là một lần;</a:t>
            </a:r>
            <a:endParaRPr sz="6800" b="1">
              <a:solidFill>
                <a:schemeClr val="lt1"/>
              </a:solidFill>
              <a:latin typeface="Times New Roman"/>
              <a:ea typeface="Times New Roman"/>
              <a:cs typeface="Times New Roman"/>
              <a:sym typeface="Times New Roman"/>
            </a:endParaRPr>
          </a:p>
          <a:p>
            <a:pPr marL="0" lvl="0" indent="0" algn="just" rtl="0">
              <a:lnSpc>
                <a:spcPct val="100000"/>
              </a:lnSpc>
              <a:spcBef>
                <a:spcPts val="1360"/>
              </a:spcBef>
              <a:spcAft>
                <a:spcPts val="0"/>
              </a:spcAft>
              <a:buClr>
                <a:schemeClr val="accent4"/>
              </a:buClr>
              <a:buSzPts val="6800"/>
              <a:buNone/>
            </a:pPr>
            <a:r>
              <a:rPr lang="en-US" sz="6800" b="1">
                <a:solidFill>
                  <a:schemeClr val="accent4"/>
                </a:solidFill>
                <a:latin typeface="Times New Roman"/>
                <a:ea typeface="Times New Roman"/>
                <a:cs typeface="Times New Roman"/>
                <a:sym typeface="Times New Roman"/>
              </a:rPr>
              <a:t>Thứ ba: </a:t>
            </a:r>
            <a:r>
              <a:rPr lang="en-US" sz="6800" b="1">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88"/>
          <p:cNvSpPr txBox="1">
            <a:spLocks noGrp="1"/>
          </p:cNvSpPr>
          <p:nvPr>
            <p:ph type="subTitle" idx="1"/>
          </p:nvPr>
        </p:nvSpPr>
        <p:spPr>
          <a:xfrm>
            <a:off x="0" y="0"/>
            <a:ext cx="9144000" cy="5143499"/>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bốn: </a:t>
            </a:r>
            <a:r>
              <a:rPr lang="en-US" sz="7200" b="1">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8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năm: </a:t>
            </a:r>
            <a:r>
              <a:rPr lang="en-US" sz="7200" b="1">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9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85000" lnSpcReduction="10000"/>
          </a:bodyPr>
          <a:lstStyle/>
          <a:p>
            <a:pPr marL="0" lvl="0" indent="0" algn="ctr" rtl="0">
              <a:lnSpc>
                <a:spcPct val="100000"/>
              </a:lnSpc>
              <a:spcBef>
                <a:spcPts val="0"/>
              </a:spcBef>
              <a:spcAft>
                <a:spcPts val="0"/>
              </a:spcAft>
              <a:buClr>
                <a:schemeClr val="accent4"/>
              </a:buClr>
              <a:buSzPct val="100000"/>
              <a:buNone/>
            </a:pPr>
            <a:r>
              <a:rPr lang="en-US" sz="4800" b="1">
                <a:solidFill>
                  <a:schemeClr val="accent4"/>
                </a:solidFill>
                <a:latin typeface="Times New Roman"/>
                <a:ea typeface="Times New Roman"/>
                <a:cs typeface="Times New Roman"/>
                <a:sym typeface="Times New Roman"/>
              </a:rPr>
              <a:t>Đạo Đức Chúa Trời có 7 phép Bí tích:</a:t>
            </a:r>
            <a:endParaRPr/>
          </a:p>
          <a:p>
            <a:pPr marL="0" lvl="0" indent="0" algn="just" rtl="0">
              <a:lnSpc>
                <a:spcPct val="100000"/>
              </a:lnSpc>
              <a:spcBef>
                <a:spcPts val="1445"/>
              </a:spcBef>
              <a:spcAft>
                <a:spcPts val="0"/>
              </a:spcAft>
              <a:buClr>
                <a:schemeClr val="accent4"/>
              </a:buClr>
              <a:buSzPct val="100000"/>
              <a:buNone/>
            </a:pPr>
            <a:r>
              <a:rPr lang="en-US" sz="8500" b="1">
                <a:solidFill>
                  <a:schemeClr val="accent4"/>
                </a:solidFill>
                <a:latin typeface="Times New Roman"/>
                <a:ea typeface="Times New Roman"/>
                <a:cs typeface="Times New Roman"/>
                <a:sym typeface="Times New Roman"/>
              </a:rPr>
              <a:t>Thứ nhất: </a:t>
            </a:r>
            <a:r>
              <a:rPr lang="en-US" sz="8500" b="1">
                <a:solidFill>
                  <a:schemeClr val="lt1"/>
                </a:solidFill>
                <a:latin typeface="Times New Roman"/>
                <a:ea typeface="Times New Roman"/>
                <a:cs typeface="Times New Roman"/>
                <a:sym typeface="Times New Roman"/>
              </a:rPr>
              <a:t>là phép Rửa tội.</a:t>
            </a:r>
            <a:endParaRPr/>
          </a:p>
          <a:p>
            <a:pPr marL="0" lvl="0" indent="0" algn="just" rtl="0">
              <a:lnSpc>
                <a:spcPct val="100000"/>
              </a:lnSpc>
              <a:spcBef>
                <a:spcPts val="1445"/>
              </a:spcBef>
              <a:spcAft>
                <a:spcPts val="0"/>
              </a:spcAft>
              <a:buClr>
                <a:schemeClr val="accent4"/>
              </a:buClr>
              <a:buSzPct val="100000"/>
              <a:buNone/>
            </a:pPr>
            <a:r>
              <a:rPr lang="en-US" sz="8500" b="1">
                <a:solidFill>
                  <a:schemeClr val="accent4"/>
                </a:solidFill>
                <a:latin typeface="Times New Roman"/>
                <a:ea typeface="Times New Roman"/>
                <a:cs typeface="Times New Roman"/>
                <a:sym typeface="Times New Roman"/>
              </a:rPr>
              <a:t>Thứ hai: </a:t>
            </a:r>
            <a:r>
              <a:rPr lang="en-US" sz="8500" b="1">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9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ba: </a:t>
            </a:r>
            <a:r>
              <a:rPr lang="en-US" sz="7200" b="1">
                <a:solidFill>
                  <a:schemeClr val="lt1"/>
                </a:solidFill>
                <a:latin typeface="Times New Roman"/>
                <a:ea typeface="Times New Roman"/>
                <a:cs typeface="Times New Roman"/>
                <a:sym typeface="Times New Roman"/>
              </a:rPr>
              <a:t>là phép Mình Thánh Chúa.</a:t>
            </a:r>
            <a:endParaRPr/>
          </a:p>
          <a:p>
            <a:pPr marL="0" lvl="0" indent="0" algn="l"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bốn: </a:t>
            </a:r>
            <a:r>
              <a:rPr lang="en-US" sz="7200" b="1">
                <a:solidFill>
                  <a:schemeClr val="lt1"/>
                </a:solidFill>
                <a:latin typeface="Times New Roman"/>
                <a:ea typeface="Times New Roman"/>
                <a:cs typeface="Times New Roman"/>
                <a:sym typeface="Times New Roman"/>
              </a:rPr>
              <a:t>là phép Giải tội.</a:t>
            </a:r>
            <a:endParaRPr/>
          </a:p>
          <a:p>
            <a:pPr marL="0" lvl="0" indent="0" algn="ctr"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9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năm: </a:t>
            </a:r>
            <a:r>
              <a:rPr lang="en-US" sz="7200" b="1">
                <a:solidFill>
                  <a:schemeClr val="lt1"/>
                </a:solidFill>
                <a:latin typeface="Times New Roman"/>
                <a:ea typeface="Times New Roman"/>
                <a:cs typeface="Times New Roman"/>
                <a:sym typeface="Times New Roman"/>
              </a:rPr>
              <a:t>là phép Xức dầu thánh.</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sáu: </a:t>
            </a:r>
            <a:r>
              <a:rPr lang="en-US" sz="7200" b="1">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9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bảy: </a:t>
            </a:r>
            <a:r>
              <a:rPr lang="en-US" sz="7200" b="1">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9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888888"/>
              </a:buClr>
              <a:buSzPts val="1200"/>
              <a:buNone/>
            </a:pPr>
            <a:endParaRPr sz="1200" b="1">
              <a:solidFill>
                <a:schemeClr val="lt1"/>
              </a:solidFill>
              <a:latin typeface="Times New Roman"/>
              <a:ea typeface="Times New Roman"/>
              <a:cs typeface="Times New Roman"/>
              <a:sym typeface="Times New Roman"/>
            </a:endParaRPr>
          </a:p>
          <a:p>
            <a:pPr marL="0" lvl="0" indent="0" algn="just" rtl="0">
              <a:lnSpc>
                <a:spcPct val="100000"/>
              </a:lnSpc>
              <a:spcBef>
                <a:spcPts val="990"/>
              </a:spcBef>
              <a:spcAft>
                <a:spcPts val="0"/>
              </a:spcAft>
              <a:buClr>
                <a:schemeClr val="accent4"/>
              </a:buClr>
              <a:buSzPts val="4950"/>
              <a:buNone/>
            </a:pPr>
            <a:r>
              <a:rPr lang="en-US" sz="4950" b="1">
                <a:solidFill>
                  <a:schemeClr val="accent4"/>
                </a:solidFill>
                <a:latin typeface="Times New Roman"/>
                <a:ea typeface="Times New Roman"/>
                <a:cs typeface="Times New Roman"/>
                <a:sym typeface="Times New Roman"/>
              </a:rPr>
              <a:t>Thương người có mười bốn mối</a:t>
            </a:r>
            <a:endParaRPr sz="4950" b="1">
              <a:solidFill>
                <a:schemeClr val="accent4"/>
              </a:solidFill>
              <a:latin typeface="Times New Roman"/>
              <a:ea typeface="Times New Roman"/>
              <a:cs typeface="Times New Roman"/>
              <a:sym typeface="Times New Roman"/>
            </a:endParaRPr>
          </a:p>
          <a:p>
            <a:pPr marL="0" lvl="0" indent="0" algn="just" rtl="0">
              <a:lnSpc>
                <a:spcPct val="100000"/>
              </a:lnSpc>
              <a:spcBef>
                <a:spcPts val="990"/>
              </a:spcBef>
              <a:spcAft>
                <a:spcPts val="0"/>
              </a:spcAft>
              <a:buClr>
                <a:schemeClr val="accent4"/>
              </a:buClr>
              <a:buSzPts val="4950"/>
              <a:buNone/>
            </a:pPr>
            <a:r>
              <a:rPr lang="en-US" sz="4950" b="1" i="1">
                <a:solidFill>
                  <a:schemeClr val="accent4"/>
                </a:solidFill>
                <a:latin typeface="Times New Roman"/>
                <a:ea typeface="Times New Roman"/>
                <a:cs typeface="Times New Roman"/>
                <a:sym typeface="Times New Roman"/>
              </a:rPr>
              <a:t>Thương xác bảy mối:</a:t>
            </a:r>
            <a:endParaRPr sz="4950" b="1" i="1">
              <a:solidFill>
                <a:schemeClr val="accent4"/>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nhất: </a:t>
            </a:r>
            <a:r>
              <a:rPr lang="en-US" sz="7200" b="1">
                <a:solidFill>
                  <a:schemeClr val="lt1"/>
                </a:solidFill>
                <a:latin typeface="Times New Roman"/>
                <a:ea typeface="Times New Roman"/>
                <a:cs typeface="Times New Roman"/>
                <a:sym typeface="Times New Roman"/>
              </a:rPr>
              <a:t>Cho kẻ đói ăn.</a:t>
            </a: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255"/>
              </a:spcBef>
              <a:spcAft>
                <a:spcPts val="0"/>
              </a:spcAft>
              <a:buClr>
                <a:srgbClr val="888888"/>
              </a:buClr>
              <a:buSzPts val="1275"/>
              <a:buNone/>
            </a:pP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9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hai: </a:t>
            </a:r>
            <a:r>
              <a:rPr lang="en-US" sz="7200" b="1">
                <a:solidFill>
                  <a:schemeClr val="lt1"/>
                </a:solidFill>
                <a:latin typeface="Times New Roman"/>
                <a:ea typeface="Times New Roman"/>
                <a:cs typeface="Times New Roman"/>
                <a:sym typeface="Times New Roman"/>
              </a:rPr>
              <a:t>Cho kẻ khát uống.</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ba: </a:t>
            </a:r>
            <a:r>
              <a:rPr lang="en-US" sz="7200" b="1">
                <a:solidFill>
                  <a:schemeClr val="lt1"/>
                </a:solidFill>
                <a:latin typeface="Times New Roman"/>
                <a:ea typeface="Times New Roman"/>
                <a:cs typeface="Times New Roman"/>
                <a:sym typeface="Times New Roman"/>
              </a:rPr>
              <a:t>Cho kẻ rách rưới ăn mặc.</a:t>
            </a:r>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9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bốn: </a:t>
            </a:r>
            <a:r>
              <a:rPr lang="en-US" sz="7200" b="1">
                <a:solidFill>
                  <a:schemeClr val="lt1"/>
                </a:solidFill>
                <a:latin typeface="Times New Roman"/>
                <a:ea typeface="Times New Roman"/>
                <a:cs typeface="Times New Roman"/>
                <a:sym typeface="Times New Roman"/>
              </a:rPr>
              <a:t>Viếng kẻ liệt cùng kẻ tù rạc.</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năm: </a:t>
            </a:r>
            <a:r>
              <a:rPr lang="en-US" sz="7200" b="1">
                <a:solidFill>
                  <a:schemeClr val="lt1"/>
                </a:solidFill>
                <a:latin typeface="Times New Roman"/>
                <a:ea typeface="Times New Roman"/>
                <a:cs typeface="Times New Roman"/>
                <a:sym typeface="Times New Roman"/>
              </a:rPr>
              <a:t>Cho khách đỗ nhà.</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9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sáu: </a:t>
            </a:r>
            <a:r>
              <a:rPr lang="en-US" sz="7200" b="1">
                <a:solidFill>
                  <a:schemeClr val="lt1"/>
                </a:solidFill>
                <a:latin typeface="Times New Roman"/>
                <a:ea typeface="Times New Roman"/>
                <a:cs typeface="Times New Roman"/>
                <a:sym typeface="Times New Roman"/>
              </a:rPr>
              <a:t>Chuộc kẻ làm tôi.</a:t>
            </a:r>
            <a:endParaRPr sz="7200" b="1">
              <a:solidFill>
                <a:schemeClr val="lt1"/>
              </a:solidFill>
              <a:latin typeface="Times New Roman"/>
              <a:ea typeface="Times New Roman"/>
              <a:cs typeface="Times New Roman"/>
              <a:sym typeface="Times New Roman"/>
            </a:endParaRPr>
          </a:p>
          <a:p>
            <a:pPr marL="0" lvl="0" indent="0" algn="l"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bảy: </a:t>
            </a:r>
            <a:r>
              <a:rPr lang="en-US" sz="7200" b="1">
                <a:solidFill>
                  <a:schemeClr val="lt1"/>
                </a:solidFill>
                <a:latin typeface="Times New Roman"/>
                <a:ea typeface="Times New Roman"/>
                <a:cs typeface="Times New Roman"/>
                <a:sym typeface="Times New Roman"/>
              </a:rPr>
              <a:t>Chôn xác kẻ chết.</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9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888888"/>
              </a:buClr>
              <a:buSzPts val="825"/>
              <a:buNone/>
            </a:pPr>
            <a:endParaRPr sz="825" b="1">
              <a:solidFill>
                <a:schemeClr val="lt1"/>
              </a:solidFill>
              <a:latin typeface="Times New Roman"/>
              <a:ea typeface="Times New Roman"/>
              <a:cs typeface="Times New Roman"/>
              <a:sym typeface="Times New Roman"/>
            </a:endParaRPr>
          </a:p>
          <a:p>
            <a:pPr marL="0" lvl="0" indent="0" algn="just" rtl="0">
              <a:lnSpc>
                <a:spcPct val="100000"/>
              </a:lnSpc>
              <a:spcBef>
                <a:spcPts val="1080"/>
              </a:spcBef>
              <a:spcAft>
                <a:spcPts val="0"/>
              </a:spcAft>
              <a:buClr>
                <a:schemeClr val="accent4"/>
              </a:buClr>
              <a:buSzPts val="5400"/>
              <a:buNone/>
            </a:pPr>
            <a:r>
              <a:rPr lang="en-US" sz="5400" b="1" i="1">
                <a:solidFill>
                  <a:schemeClr val="accent4"/>
                </a:solidFill>
                <a:latin typeface="Times New Roman"/>
                <a:ea typeface="Times New Roman"/>
                <a:cs typeface="Times New Roman"/>
                <a:sym typeface="Times New Roman"/>
              </a:rPr>
              <a:t>	Thương linh hồn bảy mối:</a:t>
            </a:r>
            <a:endParaRPr sz="5400" b="1" i="1">
              <a:solidFill>
                <a:schemeClr val="accent4"/>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nhất: </a:t>
            </a:r>
            <a:r>
              <a:rPr lang="en-US" sz="7200" b="1">
                <a:solidFill>
                  <a:schemeClr val="lt1"/>
                </a:solidFill>
                <a:latin typeface="Times New Roman"/>
                <a:ea typeface="Times New Roman"/>
                <a:cs typeface="Times New Roman"/>
                <a:sym typeface="Times New Roman"/>
              </a:rPr>
              <a:t>Lấy lời lành khuyên người.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9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hai: </a:t>
            </a:r>
            <a:r>
              <a:rPr lang="en-US" sz="7200" b="1">
                <a:solidFill>
                  <a:schemeClr val="lt1"/>
                </a:solidFill>
                <a:latin typeface="Times New Roman"/>
                <a:ea typeface="Times New Roman"/>
                <a:cs typeface="Times New Roman"/>
                <a:sym typeface="Times New Roman"/>
              </a:rPr>
              <a:t>Mở dạy kẻ mê muội.</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ba: </a:t>
            </a:r>
            <a:r>
              <a:rPr lang="en-US" sz="7200" b="1">
                <a:solidFill>
                  <a:schemeClr val="lt1"/>
                </a:solidFill>
                <a:latin typeface="Times New Roman"/>
                <a:ea typeface="Times New Roman"/>
                <a:cs typeface="Times New Roman"/>
                <a:sym typeface="Times New Roman"/>
              </a:rPr>
              <a:t>An ủi kẻ âu lo.</a:t>
            </a:r>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10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bốn: </a:t>
            </a:r>
            <a:r>
              <a:rPr lang="en-US" sz="7200" b="1">
                <a:solidFill>
                  <a:schemeClr val="lt1"/>
                </a:solidFill>
                <a:latin typeface="Times New Roman"/>
                <a:ea typeface="Times New Roman"/>
                <a:cs typeface="Times New Roman"/>
                <a:sym typeface="Times New Roman"/>
              </a:rPr>
              <a:t>Răn bảo kẻ có tội.</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năm: </a:t>
            </a:r>
            <a:r>
              <a:rPr lang="en-US" sz="7200" b="1">
                <a:solidFill>
                  <a:schemeClr val="lt1"/>
                </a:solidFill>
                <a:latin typeface="Times New Roman"/>
                <a:ea typeface="Times New Roman"/>
                <a:cs typeface="Times New Roman"/>
                <a:sym typeface="Times New Roman"/>
              </a:rPr>
              <a:t>Tha kẻ dể ta.</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10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sáu: </a:t>
            </a:r>
            <a:r>
              <a:rPr lang="en-US" sz="7200" b="1">
                <a:solidFill>
                  <a:schemeClr val="lt1"/>
                </a:solidFill>
                <a:latin typeface="Times New Roman"/>
                <a:ea typeface="Times New Roman"/>
                <a:cs typeface="Times New Roman"/>
                <a:sym typeface="Times New Roman"/>
              </a:rPr>
              <a:t>Nhịn kẻ mất lòng ta.</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bảy: </a:t>
            </a:r>
            <a:r>
              <a:rPr lang="en-US" sz="7200" b="1">
                <a:solidFill>
                  <a:schemeClr val="lt1"/>
                </a:solidFill>
                <a:latin typeface="Times New Roman"/>
                <a:ea typeface="Times New Roman"/>
                <a:cs typeface="Times New Roman"/>
                <a:sym typeface="Times New Roman"/>
              </a:rPr>
              <a:t>Cầu cho kẻ sống và kẻ chết.</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10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4950"/>
              <a:buNone/>
            </a:pPr>
            <a:r>
              <a:rPr lang="en-US" sz="4950" b="1">
                <a:solidFill>
                  <a:schemeClr val="accent4"/>
                </a:solidFill>
                <a:latin typeface="Times New Roman"/>
                <a:ea typeface="Times New Roman"/>
                <a:cs typeface="Times New Roman"/>
                <a:sym typeface="Times New Roman"/>
              </a:rPr>
              <a:t>	</a:t>
            </a:r>
            <a:r>
              <a:rPr lang="en-US" sz="4000" b="1">
                <a:solidFill>
                  <a:schemeClr val="accent4"/>
                </a:solidFill>
                <a:latin typeface="Times New Roman"/>
                <a:ea typeface="Times New Roman"/>
                <a:cs typeface="Times New Roman"/>
                <a:sym typeface="Times New Roman"/>
              </a:rPr>
              <a:t>CẢI TỘI BẢY MỐI CÓ BẢY ĐỨC</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nhất: </a:t>
            </a:r>
            <a:r>
              <a:rPr lang="en-US" sz="7200" b="1">
                <a:solidFill>
                  <a:schemeClr val="lt1"/>
                </a:solidFill>
                <a:latin typeface="Times New Roman"/>
                <a:ea typeface="Times New Roman"/>
                <a:cs typeface="Times New Roman"/>
                <a:sym typeface="Times New Roman"/>
              </a:rPr>
              <a:t>Khiêm nhượng, chớ kiêu ngạo.</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10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000"/>
              <a:buNone/>
            </a:pPr>
            <a:r>
              <a:rPr lang="en-US" sz="7000" b="1">
                <a:solidFill>
                  <a:schemeClr val="accent4"/>
                </a:solidFill>
                <a:latin typeface="Times New Roman"/>
                <a:ea typeface="Times New Roman"/>
                <a:cs typeface="Times New Roman"/>
                <a:sym typeface="Times New Roman"/>
              </a:rPr>
              <a:t>Thứ hai: </a:t>
            </a:r>
            <a:r>
              <a:rPr lang="en-US" sz="7000" b="1">
                <a:solidFill>
                  <a:schemeClr val="lt1"/>
                </a:solidFill>
                <a:latin typeface="Times New Roman"/>
                <a:ea typeface="Times New Roman"/>
                <a:cs typeface="Times New Roman"/>
                <a:sym typeface="Times New Roman"/>
              </a:rPr>
              <a:t>Rộng rãi, chớ hà tiện.</a:t>
            </a:r>
            <a:endParaRPr/>
          </a:p>
          <a:p>
            <a:pPr marL="0" lvl="0" indent="0" algn="just" rtl="0">
              <a:lnSpc>
                <a:spcPct val="100000"/>
              </a:lnSpc>
              <a:spcBef>
                <a:spcPts val="1400"/>
              </a:spcBef>
              <a:spcAft>
                <a:spcPts val="0"/>
              </a:spcAft>
              <a:buClr>
                <a:schemeClr val="accent4"/>
              </a:buClr>
              <a:buSzPts val="7000"/>
              <a:buNone/>
            </a:pPr>
            <a:r>
              <a:rPr lang="en-US" sz="7000" b="1">
                <a:solidFill>
                  <a:schemeClr val="accent4"/>
                </a:solidFill>
                <a:latin typeface="Times New Roman"/>
                <a:ea typeface="Times New Roman"/>
                <a:cs typeface="Times New Roman"/>
                <a:sym typeface="Times New Roman"/>
              </a:rPr>
              <a:t>Thứ ba: </a:t>
            </a:r>
            <a:r>
              <a:rPr lang="en-US" sz="7000" b="1">
                <a:solidFill>
                  <a:schemeClr val="lt1"/>
                </a:solidFill>
                <a:latin typeface="Times New Roman"/>
                <a:ea typeface="Times New Roman"/>
                <a:cs typeface="Times New Roman"/>
                <a:sym typeface="Times New Roman"/>
              </a:rPr>
              <a:t>Giữ mình sạch sẽ, chớ mê dâm dục.</a:t>
            </a:r>
            <a:endParaRPr/>
          </a:p>
          <a:p>
            <a:pPr marL="0" lvl="0" indent="0" algn="just" rtl="0">
              <a:lnSpc>
                <a:spcPct val="100000"/>
              </a:lnSpc>
              <a:spcBef>
                <a:spcPts val="1400"/>
              </a:spcBef>
              <a:spcAft>
                <a:spcPts val="0"/>
              </a:spcAft>
              <a:buClr>
                <a:srgbClr val="888888"/>
              </a:buClr>
              <a:buSzPts val="7000"/>
              <a:buNone/>
            </a:pP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10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bốn: </a:t>
            </a:r>
            <a:r>
              <a:rPr lang="en-US" sz="7200" b="1">
                <a:solidFill>
                  <a:schemeClr val="lt1"/>
                </a:solidFill>
                <a:latin typeface="Times New Roman"/>
                <a:ea typeface="Times New Roman"/>
                <a:cs typeface="Times New Roman"/>
                <a:sym typeface="Times New Roman"/>
              </a:rPr>
              <a:t>Hay nhịn, Chớ hờn giận.</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năm: </a:t>
            </a:r>
            <a:r>
              <a:rPr lang="en-US" sz="7200" b="1">
                <a:solidFill>
                  <a:schemeClr val="lt1"/>
                </a:solidFill>
                <a:latin typeface="Times New Roman"/>
                <a:ea typeface="Times New Roman"/>
                <a:cs typeface="Times New Roman"/>
                <a:sym typeface="Times New Roman"/>
              </a:rPr>
              <a:t>Kiêng bớt, chớ mê ăn uống.</a:t>
            </a: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10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accent4"/>
              </a:buClr>
              <a:buSzPts val="7000"/>
              <a:buNone/>
            </a:pPr>
            <a:r>
              <a:rPr lang="en-US" sz="7000" b="1">
                <a:solidFill>
                  <a:schemeClr val="accent4"/>
                </a:solidFill>
                <a:latin typeface="Times New Roman"/>
                <a:ea typeface="Times New Roman"/>
                <a:cs typeface="Times New Roman"/>
                <a:sym typeface="Times New Roman"/>
              </a:rPr>
              <a:t>Thứ sáu: </a:t>
            </a:r>
            <a:r>
              <a:rPr lang="en-US" sz="7000" b="1">
                <a:solidFill>
                  <a:schemeClr val="lt1"/>
                </a:solidFill>
                <a:latin typeface="Times New Roman"/>
                <a:ea typeface="Times New Roman"/>
                <a:cs typeface="Times New Roman"/>
                <a:sym typeface="Times New Roman"/>
              </a:rPr>
              <a:t>Yêu người, chớ ghen ghét.</a:t>
            </a:r>
            <a:endParaRPr sz="7000" b="1">
              <a:solidFill>
                <a:schemeClr val="lt1"/>
              </a:solidFill>
              <a:latin typeface="Times New Roman"/>
              <a:ea typeface="Times New Roman"/>
              <a:cs typeface="Times New Roman"/>
              <a:sym typeface="Times New Roman"/>
            </a:endParaRPr>
          </a:p>
          <a:p>
            <a:pPr marL="0" lvl="0" indent="0" algn="just" rtl="0">
              <a:lnSpc>
                <a:spcPct val="100000"/>
              </a:lnSpc>
              <a:spcBef>
                <a:spcPts val="1400"/>
              </a:spcBef>
              <a:spcAft>
                <a:spcPts val="0"/>
              </a:spcAft>
              <a:buClr>
                <a:schemeClr val="accent4"/>
              </a:buClr>
              <a:buSzPts val="7000"/>
              <a:buNone/>
            </a:pPr>
            <a:r>
              <a:rPr lang="en-US" sz="7000" b="1">
                <a:solidFill>
                  <a:schemeClr val="accent4"/>
                </a:solidFill>
                <a:latin typeface="Times New Roman"/>
                <a:ea typeface="Times New Roman"/>
                <a:cs typeface="Times New Roman"/>
                <a:sym typeface="Times New Roman"/>
              </a:rPr>
              <a:t>Thứ bảy: </a:t>
            </a:r>
            <a:r>
              <a:rPr lang="en-US" sz="7000" b="1">
                <a:solidFill>
                  <a:schemeClr val="lt1"/>
                </a:solidFill>
                <a:latin typeface="Times New Roman"/>
                <a:ea typeface="Times New Roman"/>
                <a:cs typeface="Times New Roman"/>
                <a:sym typeface="Times New Roman"/>
              </a:rPr>
              <a:t>Siêng năng việc Đức Chúa Trời, chớ làm biếng.</a:t>
            </a:r>
            <a:endParaRPr sz="7000" b="1">
              <a:solidFill>
                <a:schemeClr val="lt1"/>
              </a:solidFill>
              <a:latin typeface="Times New Roman"/>
              <a:ea typeface="Times New Roman"/>
              <a:cs typeface="Times New Roman"/>
              <a:sym typeface="Times New Roman"/>
            </a:endParaRPr>
          </a:p>
          <a:p>
            <a:pPr marL="0" lvl="0" indent="0" algn="ctr" rtl="0">
              <a:lnSpc>
                <a:spcPct val="100000"/>
              </a:lnSpc>
              <a:spcBef>
                <a:spcPts val="255"/>
              </a:spcBef>
              <a:spcAft>
                <a:spcPts val="0"/>
              </a:spcAft>
              <a:buClr>
                <a:srgbClr val="888888"/>
              </a:buClr>
              <a:buSzPts val="1275"/>
              <a:buNone/>
            </a:pP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10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a:bodyPr>
          <a:lstStyle/>
          <a:p>
            <a:pPr marL="0" lvl="0" indent="0" algn="just" rtl="0">
              <a:lnSpc>
                <a:spcPct val="100000"/>
              </a:lnSpc>
              <a:spcBef>
                <a:spcPts val="0"/>
              </a:spcBef>
              <a:spcAft>
                <a:spcPts val="0"/>
              </a:spcAft>
              <a:buClr>
                <a:schemeClr val="accent4"/>
              </a:buClr>
              <a:buSzPct val="100000"/>
              <a:buNone/>
            </a:pPr>
            <a:r>
              <a:rPr lang="en-US" sz="4950" b="1">
                <a:solidFill>
                  <a:schemeClr val="accent4"/>
                </a:solidFill>
                <a:latin typeface="Times New Roman"/>
                <a:ea typeface="Times New Roman"/>
                <a:cs typeface="Times New Roman"/>
                <a:sym typeface="Times New Roman"/>
              </a:rPr>
              <a:t>		</a:t>
            </a:r>
            <a:r>
              <a:rPr lang="en-US" sz="4400" b="1">
                <a:solidFill>
                  <a:schemeClr val="accent4"/>
                </a:solidFill>
                <a:latin typeface="Times New Roman"/>
                <a:ea typeface="Times New Roman"/>
                <a:cs typeface="Times New Roman"/>
                <a:sym typeface="Times New Roman"/>
              </a:rPr>
              <a:t>PHƯỚC THẬT TÁM MỐI</a:t>
            </a:r>
            <a:endParaRPr/>
          </a:p>
          <a:p>
            <a:pPr marL="0" lvl="0" indent="0" algn="just" rtl="0">
              <a:lnSpc>
                <a:spcPct val="100000"/>
              </a:lnSpc>
              <a:spcBef>
                <a:spcPts val="1295"/>
              </a:spcBef>
              <a:spcAft>
                <a:spcPts val="0"/>
              </a:spcAft>
              <a:buClr>
                <a:schemeClr val="accent4"/>
              </a:buClr>
              <a:buSzPct val="100000"/>
              <a:buNone/>
            </a:pPr>
            <a:r>
              <a:rPr lang="en-US" sz="7000" b="1">
                <a:solidFill>
                  <a:schemeClr val="accent4"/>
                </a:solidFill>
                <a:latin typeface="Times New Roman"/>
                <a:ea typeface="Times New Roman"/>
                <a:cs typeface="Times New Roman"/>
                <a:sym typeface="Times New Roman"/>
              </a:rPr>
              <a:t>Thứ nhất:</a:t>
            </a:r>
            <a:r>
              <a:rPr lang="en-US" sz="7000" b="1">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10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hai: </a:t>
            </a:r>
            <a:r>
              <a:rPr lang="en-US" sz="7200" b="1">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10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ba:</a:t>
            </a:r>
            <a:r>
              <a:rPr lang="en-US" sz="7200" b="1">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10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bốn:</a:t>
            </a:r>
            <a:r>
              <a:rPr lang="en-US" sz="7200" b="1">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11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20000"/>
          </a:bodyPr>
          <a:lstStyle/>
          <a:p>
            <a:pPr marL="0" lvl="0" indent="0" algn="just" rtl="0">
              <a:lnSpc>
                <a:spcPct val="100000"/>
              </a:lnSpc>
              <a:spcBef>
                <a:spcPts val="0"/>
              </a:spcBef>
              <a:spcAft>
                <a:spcPts val="0"/>
              </a:spcAft>
              <a:buClr>
                <a:schemeClr val="accent4"/>
              </a:buClr>
              <a:buSzPct val="100000"/>
              <a:buNone/>
            </a:pPr>
            <a:r>
              <a:rPr lang="en-US" sz="8000" b="1">
                <a:solidFill>
                  <a:schemeClr val="accent4"/>
                </a:solidFill>
                <a:latin typeface="Times New Roman"/>
                <a:ea typeface="Times New Roman"/>
                <a:cs typeface="Times New Roman"/>
                <a:sym typeface="Times New Roman"/>
              </a:rPr>
              <a:t>Thứ năm:</a:t>
            </a:r>
            <a:r>
              <a:rPr lang="en-US" sz="8000" b="1">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11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sáu:</a:t>
            </a:r>
            <a:r>
              <a:rPr lang="en-US" sz="7200" b="1">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marL="0" lvl="0" indent="0" algn="ctr" rtl="0">
              <a:lnSpc>
                <a:spcPct val="100000"/>
              </a:lnSpc>
              <a:spcBef>
                <a:spcPts val="255"/>
              </a:spcBef>
              <a:spcAft>
                <a:spcPts val="0"/>
              </a:spcAft>
              <a:buClr>
                <a:srgbClr val="888888"/>
              </a:buClr>
              <a:buSzPts val="1275"/>
              <a:buNone/>
            </a:pP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11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6600"/>
              <a:buNone/>
            </a:pPr>
            <a:r>
              <a:rPr lang="en-US" sz="6600" b="1">
                <a:solidFill>
                  <a:schemeClr val="accent4"/>
                </a:solidFill>
                <a:latin typeface="Times New Roman"/>
                <a:ea typeface="Times New Roman"/>
                <a:cs typeface="Times New Roman"/>
                <a:sym typeface="Times New Roman"/>
              </a:rPr>
              <a:t>Thứ bảy:</a:t>
            </a:r>
            <a:r>
              <a:rPr lang="en-US" sz="6600" b="1">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marL="0" lvl="0" indent="0" algn="ctr" rtl="0">
              <a:lnSpc>
                <a:spcPct val="100000"/>
              </a:lnSpc>
              <a:spcBef>
                <a:spcPts val="280"/>
              </a:spcBef>
              <a:spcAft>
                <a:spcPts val="0"/>
              </a:spcAft>
              <a:buClr>
                <a:srgbClr val="888888"/>
              </a:buClr>
              <a:buSzPts val="1400"/>
              <a:buNone/>
            </a:pP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11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6600"/>
              <a:buNone/>
            </a:pPr>
            <a:r>
              <a:rPr lang="en-US" sz="6600" b="1">
                <a:solidFill>
                  <a:schemeClr val="accent4"/>
                </a:solidFill>
                <a:latin typeface="Times New Roman"/>
                <a:ea typeface="Times New Roman"/>
                <a:cs typeface="Times New Roman"/>
                <a:sym typeface="Times New Roman"/>
              </a:rPr>
              <a:t>Thứ tám:</a:t>
            </a:r>
            <a:r>
              <a:rPr lang="en-US" sz="6600" b="1">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marL="0" lvl="0" indent="0" algn="ctr" rtl="0">
              <a:lnSpc>
                <a:spcPct val="100000"/>
              </a:lnSpc>
              <a:spcBef>
                <a:spcPts val="280"/>
              </a:spcBef>
              <a:spcAft>
                <a:spcPts val="0"/>
              </a:spcAft>
              <a:buClr>
                <a:srgbClr val="888888"/>
              </a:buClr>
              <a:buSzPts val="1400"/>
              <a:buNone/>
            </a:pP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pic>
        <p:nvPicPr>
          <p:cNvPr id="653" name="Google Shape;653;g3fb2dc0a37c_0_85"/>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g3f69acae762_0_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marL="0" lvl="0" indent="0" algn="ctr" rtl="0">
              <a:lnSpc>
                <a:spcPct val="90000"/>
              </a:lnSpc>
              <a:spcBef>
                <a:spcPts val="0"/>
              </a:spcBef>
              <a:spcAft>
                <a:spcPts val="0"/>
              </a:spcAft>
              <a:buClr>
                <a:schemeClr val="dk1"/>
              </a:buClr>
              <a:buSzPts val="4700"/>
              <a:buFont typeface="Times New Roman"/>
              <a:buNone/>
            </a:pPr>
            <a:r>
              <a:rPr lang="en-US" sz="4700" b="1">
                <a:solidFill>
                  <a:schemeClr val="accent4"/>
                </a:solidFill>
                <a:latin typeface="Times New Roman"/>
                <a:ea typeface="Times New Roman"/>
                <a:cs typeface="Times New Roman"/>
                <a:sym typeface="Times New Roman"/>
              </a:rPr>
              <a:t>NHẬP LỄ</a:t>
            </a:r>
            <a:br>
              <a:rPr lang="en-US" sz="4700" b="1">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ĐI VỀ NHÀ CHA</a:t>
            </a:r>
            <a:br>
              <a:rPr lang="en-US" sz="4700" b="1" i="0">
                <a:latin typeface="Times New Roman"/>
                <a:ea typeface="Times New Roman"/>
                <a:cs typeface="Times New Roman"/>
                <a:sym typeface="Times New Roman"/>
              </a:rPr>
            </a:br>
            <a:r>
              <a:rPr lang="en-US" sz="3300" b="1" i="1">
                <a:solidFill>
                  <a:schemeClr val="accent4"/>
                </a:solidFill>
                <a:latin typeface="Times New Roman"/>
                <a:ea typeface="Times New Roman"/>
                <a:cs typeface="Times New Roman"/>
                <a:sym typeface="Times New Roman"/>
              </a:rPr>
              <a:t>(Thái Nguyên)</a:t>
            </a:r>
            <a:endParaRPr sz="3300" b="1">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g3f69acae762_0_1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1. </a:t>
            </a:r>
            <a:r>
              <a:rPr lang="en-US" sz="7500" b="1">
                <a:solidFill>
                  <a:schemeClr val="lt1"/>
                </a:solidFill>
                <a:latin typeface="Times New Roman"/>
                <a:ea typeface="Times New Roman"/>
                <a:cs typeface="Times New Roman"/>
                <a:sym typeface="Times New Roman"/>
              </a:rPr>
              <a:t>Đoàn con bao hân hoan bước về nhà Cha trong tình yêu mến.</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3f69acae762_0_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Nguyện dâng lên muôn câu ca cảm tạ tình Cha thiết tha.</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g3f7156d7ccb_0_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Lòng Chúa ôi tình thương chất chứa, lòng con ngập tràn bao say sưa.</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3fb2dc0a37c_0_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Tình Chúa dâng tràn bao sức sống. Tình mến con còn mãi khát mong.</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g3faf5860435_0_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Lạy Chúa qua bao thế hệ, tình thương Chúa luôn tràn trề,</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g3faf5860435_0_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Ngài là nơi con náu nương, sống trong tình Chúa thương muôn đời.</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pic>
        <p:nvPicPr>
          <p:cNvPr id="693" name="Google Shape;693;g3fb2dc0a37c_0_89"/>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3d90891dc36_0_0"/>
          <p:cNvSpPr txBox="1">
            <a:spLocks noGrp="1"/>
          </p:cNvSpPr>
          <p:nvPr>
            <p:ph type="ctrTitle"/>
          </p:nvPr>
        </p:nvSpPr>
        <p:spPr>
          <a:xfrm>
            <a:off x="0" y="0"/>
            <a:ext cx="9144000" cy="595800"/>
          </a:xfrm>
          <a:prstGeom prst="rect">
            <a:avLst/>
          </a:prstGeom>
          <a:solidFill>
            <a:srgbClr val="002060"/>
          </a:solidFill>
          <a:ln>
            <a:noFill/>
          </a:ln>
        </p:spPr>
        <p:txBody>
          <a:bodyPr spcFirstLastPara="1" wrap="square" lIns="91425" tIns="0" rIns="91425" bIns="0" anchor="b" anchorCtr="0">
            <a:noAutofit/>
          </a:bodyPr>
          <a:lstStyle/>
          <a:p>
            <a:pPr marL="0" lvl="0" indent="0" algn="ctr" rtl="0">
              <a:lnSpc>
                <a:spcPct val="100000"/>
              </a:lnSpc>
              <a:spcBef>
                <a:spcPts val="0"/>
              </a:spcBef>
              <a:spcAft>
                <a:spcPts val="0"/>
              </a:spcAft>
              <a:buClr>
                <a:schemeClr val="accent4"/>
              </a:buClr>
              <a:buSzPts val="15840"/>
              <a:buFont typeface="Arial"/>
              <a:buNone/>
            </a:pPr>
            <a:r>
              <a:rPr lang="en-US" sz="4000" b="1">
                <a:solidFill>
                  <a:schemeClr val="accent4"/>
                </a:solidFill>
                <a:latin typeface="Times New Roman"/>
                <a:ea typeface="Times New Roman"/>
                <a:cs typeface="Times New Roman"/>
                <a:sym typeface="Times New Roman"/>
              </a:rPr>
              <a:t>KINH VINH DANH</a:t>
            </a:r>
            <a:endParaRPr sz="4000" b="1">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spcFirstLastPara="1" wrap="square" lIns="91425" tIns="0" rIns="91425" bIns="0" anchor="ctr" anchorCtr="0">
            <a:noAutofit/>
          </a:bodyPr>
          <a:lstStyle/>
          <a:p>
            <a:pPr marL="0" marR="0" lvl="0" indent="0" algn="just" rtl="0">
              <a:lnSpc>
                <a:spcPct val="100000"/>
              </a:lnSpc>
              <a:spcBef>
                <a:spcPts val="0"/>
              </a:spcBef>
              <a:spcAft>
                <a:spcPts val="0"/>
              </a:spcAft>
              <a:buClr>
                <a:srgbClr val="EE0000"/>
              </a:buClr>
              <a:buSzPts val="9600"/>
              <a:buFont typeface="Times"/>
              <a:buNone/>
            </a:pPr>
            <a:r>
              <a:rPr lang="en-US" sz="7600" b="1" i="0" u="none" strike="noStrike" cap="none">
                <a:solidFill>
                  <a:srgbClr val="FFFF00"/>
                </a:solidFill>
                <a:latin typeface="Times"/>
                <a:ea typeface="Times"/>
                <a:cs typeface="Times"/>
                <a:sym typeface="Times"/>
              </a:rPr>
              <a:t>CT:</a:t>
            </a:r>
            <a:r>
              <a:rPr lang="en-US" sz="7600" b="1" i="1" u="none" strike="noStrike" cap="none">
                <a:solidFill>
                  <a:srgbClr val="C00000"/>
                </a:solidFill>
                <a:latin typeface="Times"/>
                <a:ea typeface="Times"/>
                <a:cs typeface="Times"/>
                <a:sym typeface="Times"/>
              </a:rPr>
              <a:t> </a:t>
            </a:r>
            <a:r>
              <a:rPr lang="en-US" sz="7600" b="1" i="0" u="none" strike="noStrike" cap="none">
                <a:solidFill>
                  <a:schemeClr val="lt1"/>
                </a:solidFill>
                <a:latin typeface="Times"/>
                <a:ea typeface="Times"/>
                <a:cs typeface="Times"/>
                <a:sym typeface="Times"/>
              </a:rPr>
              <a:t>Vinh danh Thiên Chúa trên các tầng trời</a:t>
            </a:r>
            <a:endParaRPr sz="7600" b="1" i="0" u="none" strike="noStrike" cap="non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g3ab13fdb44f_0_29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FF3399"/>
              </a:buClr>
              <a:buSzPts val="9600"/>
              <a:buFont typeface="Times"/>
              <a:buNone/>
            </a:pPr>
            <a:r>
              <a:rPr lang="en-US" sz="7600" b="1">
                <a:solidFill>
                  <a:srgbClr val="FF3399"/>
                </a:solidFill>
                <a:latin typeface="Times"/>
                <a:ea typeface="Times"/>
                <a:cs typeface="Times"/>
                <a:sym typeface="Times"/>
              </a:rPr>
              <a:t>A+B: </a:t>
            </a:r>
            <a:r>
              <a:rPr lang="en-US" sz="7600" b="1">
                <a:solidFill>
                  <a:schemeClr val="lt1"/>
                </a:solidFill>
                <a:latin typeface="Times"/>
                <a:ea typeface="Times"/>
                <a:cs typeface="Times"/>
                <a:sym typeface="Times"/>
              </a:rPr>
              <a:t>và bình an dưới thế cho người thiện tâm.</a:t>
            </a:r>
            <a:endParaRPr sz="7600" b="1">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0"/>
        <p:cNvGrpSpPr/>
        <p:nvPr/>
      </p:nvGrpSpPr>
      <p:grpSpPr>
        <a:xfrm>
          <a:off x="0" y="0"/>
          <a:ext cx="0" cy="0"/>
          <a:chOff x="0" y="0"/>
          <a:chExt cx="0" cy="0"/>
        </a:xfrm>
      </p:grpSpPr>
      <p:sp>
        <p:nvSpPr>
          <p:cNvPr id="711" name="Google Shape;711;g3ab13fdb44f_0_30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Chúng con ca ngợi Chúa,</a:t>
            </a:r>
            <a:br>
              <a:rPr lang="en-US" sz="7600" b="1">
                <a:latin typeface="Times"/>
                <a:ea typeface="Times"/>
                <a:cs typeface="Times"/>
                <a:sym typeface="Times"/>
              </a:rPr>
            </a:br>
            <a:r>
              <a:rPr lang="en-US" sz="7600" b="1">
                <a:solidFill>
                  <a:srgbClr val="FFFF00"/>
                </a:solidFill>
                <a:latin typeface="Times"/>
                <a:ea typeface="Times"/>
                <a:cs typeface="Times"/>
                <a:sym typeface="Times"/>
              </a:rPr>
              <a:t>B:</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chúc tụng Chúa,</a:t>
            </a:r>
            <a:endParaRPr sz="7600" b="1">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g3ab13fdb44f_0_30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thờ lạy Chúa,</a:t>
            </a:r>
            <a:br>
              <a:rPr lang="en-US" sz="7600" b="1">
                <a:latin typeface="Times"/>
                <a:ea typeface="Times"/>
                <a:cs typeface="Times"/>
                <a:sym typeface="Times"/>
              </a:rPr>
            </a:b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chúng con tôn vinh Chúa,</a:t>
            </a:r>
            <a:endParaRPr sz="7600" b="1">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3ab13fdb44f_0_31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3ab13fdb44f_0_31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200"/>
              <a:buFont typeface="Times"/>
              <a:buNone/>
            </a:pPr>
            <a:r>
              <a:rPr lang="en-US" sz="7600" b="1">
                <a:solidFill>
                  <a:srgbClr val="FFFF00"/>
                </a:solidFill>
                <a:latin typeface="Times"/>
                <a:ea typeface="Times"/>
                <a:cs typeface="Times"/>
                <a:sym typeface="Times"/>
              </a:rPr>
              <a:t>B:</a:t>
            </a:r>
            <a:r>
              <a:rPr lang="en-US" sz="7600" b="1">
                <a:latin typeface="Times"/>
                <a:ea typeface="Times"/>
                <a:cs typeface="Times"/>
                <a:sym typeface="Times"/>
              </a:rPr>
              <a:t> </a:t>
            </a:r>
            <a:r>
              <a:rPr lang="en-US" sz="7600" b="1">
                <a:solidFill>
                  <a:schemeClr val="lt1"/>
                </a:solidFill>
                <a:latin typeface="Times"/>
                <a:ea typeface="Times"/>
                <a:cs typeface="Times"/>
                <a:sym typeface="Times"/>
              </a:rPr>
              <a:t>Lạy Chúa là Thiên Chúa, là Vua trên trời, là Chúa Cha toàn năng.</a:t>
            </a:r>
            <a:endParaRPr sz="7600" b="1">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g3ab13fdb44f_0_32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80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g3ab13fdb44f_0_32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7200"/>
              <a:buFont typeface="Times"/>
              <a:buNone/>
            </a:pPr>
            <a:r>
              <a:rPr lang="en-US" sz="7600" b="1">
                <a:solidFill>
                  <a:srgbClr val="FFFF00"/>
                </a:solidFill>
                <a:latin typeface="Times"/>
                <a:ea typeface="Times"/>
                <a:cs typeface="Times"/>
                <a:sym typeface="Times"/>
              </a:rPr>
              <a:t>B:</a:t>
            </a:r>
            <a:r>
              <a:rPr lang="en-US" sz="7600" b="1">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g3ab13fdb44f_0_33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Chúa xóa tội trần gian, xin thương xót chúng con,</a:t>
            </a:r>
            <a:endParaRPr sz="7600" b="1">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3ab13fdb44f_0_33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000"/>
              <a:buFont typeface="Times"/>
              <a:buNone/>
            </a:pP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g3ab13fdb44f_0_34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Chúa ngự bên hữu Ðức Chúa Cha, xin thương xót chúng con.</a:t>
            </a:r>
            <a:endParaRPr sz="7600" b="1">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g3ab13fdb44f_0_34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800"/>
              <a:buFont typeface="Times"/>
              <a:buNone/>
            </a:pP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3ab13fdb44f_0_35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dk1"/>
              </a:buClr>
              <a:buSzPts val="8000"/>
              <a:buFont typeface="Times"/>
              <a:buNone/>
            </a:pPr>
            <a:r>
              <a:rPr lang="en-US" sz="7600" b="1">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3ab13fdb44f_0_35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FF3399"/>
              </a:buClr>
              <a:buSzPts val="7200"/>
              <a:buFont typeface="Times"/>
              <a:buNone/>
            </a:pPr>
            <a:r>
              <a:rPr lang="en-US" sz="7200" b="1">
                <a:solidFill>
                  <a:srgbClr val="FF3399"/>
                </a:solidFill>
                <a:latin typeface="Times"/>
                <a:ea typeface="Times"/>
                <a:cs typeface="Times"/>
                <a:sym typeface="Times"/>
              </a:rPr>
              <a:t>A+B: </a:t>
            </a:r>
            <a:r>
              <a:rPr lang="en-US" sz="7200" b="1">
                <a:solidFill>
                  <a:schemeClr val="lt1"/>
                </a:solidFill>
                <a:latin typeface="Times"/>
                <a:ea typeface="Times"/>
                <a:cs typeface="Times"/>
                <a:sym typeface="Times"/>
              </a:rPr>
              <a:t>Cùng Ðức Chúa Thánh Thần trong vinh quang Ðức Chúa Cha.</a:t>
            </a:r>
            <a:r>
              <a:rPr lang="en-US" sz="7200" b="1">
                <a:latin typeface="Times"/>
                <a:ea typeface="Times"/>
                <a:cs typeface="Times"/>
                <a:sym typeface="Times"/>
              </a:rPr>
              <a:t> </a:t>
            </a:r>
            <a:r>
              <a:rPr lang="en-US" sz="7200" b="1">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pic>
        <p:nvPicPr>
          <p:cNvPr id="782" name="Google Shape;782;g3fb2dc0a37c_0_93"/>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3e6e2da66e2_0_6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marL="0" lvl="0" indent="0" algn="ctr" rtl="0">
              <a:lnSpc>
                <a:spcPct val="90000"/>
              </a:lnSpc>
              <a:spcBef>
                <a:spcPts val="0"/>
              </a:spcBef>
              <a:spcAft>
                <a:spcPts val="0"/>
              </a:spcAft>
              <a:buClr>
                <a:schemeClr val="dk1"/>
              </a:buClr>
              <a:buSzPts val="4700"/>
              <a:buFont typeface="Times New Roman"/>
              <a:buNone/>
            </a:pPr>
            <a:r>
              <a:rPr lang="en-US" sz="4700" b="1">
                <a:solidFill>
                  <a:schemeClr val="accent4"/>
                </a:solidFill>
                <a:latin typeface="Times New Roman"/>
                <a:ea typeface="Times New Roman"/>
                <a:cs typeface="Times New Roman"/>
                <a:sym typeface="Times New Roman"/>
              </a:rPr>
              <a:t>ĐÁP CA</a:t>
            </a:r>
            <a:br>
              <a:rPr lang="en-US" sz="4700" b="1">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THÁNH VỊNH 94</a:t>
            </a:r>
            <a:br>
              <a:rPr lang="en-US" sz="4700" b="1" i="0">
                <a:latin typeface="Times New Roman"/>
                <a:ea typeface="Times New Roman"/>
                <a:cs typeface="Times New Roman"/>
                <a:sym typeface="Times New Roman"/>
              </a:rPr>
            </a:br>
            <a:r>
              <a:rPr lang="en-US" sz="4700" b="1" i="1">
                <a:solidFill>
                  <a:schemeClr val="accent4"/>
                </a:solidFill>
                <a:latin typeface="Times New Roman"/>
                <a:ea typeface="Times New Roman"/>
                <a:cs typeface="Times New Roman"/>
                <a:sym typeface="Times New Roman"/>
              </a:rPr>
              <a:t>(Lm. Thái Nguyên)</a:t>
            </a:r>
            <a:br>
              <a:rPr lang="en-US" sz="4700" b="1" i="1">
                <a:solidFill>
                  <a:schemeClr val="accent4"/>
                </a:solidFill>
                <a:latin typeface="Times New Roman"/>
                <a:ea typeface="Times New Roman"/>
                <a:cs typeface="Times New Roman"/>
                <a:sym typeface="Times New Roman"/>
              </a:rPr>
            </a:br>
            <a:r>
              <a:rPr lang="en-US" sz="4700" b="1" i="1">
                <a:solidFill>
                  <a:schemeClr val="accent4"/>
                </a:solidFill>
                <a:latin typeface="Times New Roman"/>
                <a:ea typeface="Times New Roman"/>
                <a:cs typeface="Times New Roman"/>
                <a:sym typeface="Times New Roman"/>
              </a:rPr>
              <a:t>(03 câu)</a:t>
            </a:r>
            <a:endParaRPr sz="4700" b="1">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3e6e2da66e2_0_7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000" b="1">
                <a:solidFill>
                  <a:srgbClr val="FFFF00"/>
                </a:solidFill>
                <a:latin typeface="Times New Roman"/>
                <a:ea typeface="Times New Roman"/>
                <a:cs typeface="Times New Roman"/>
                <a:sym typeface="Times New Roman"/>
              </a:rPr>
              <a:t>1. </a:t>
            </a:r>
            <a:r>
              <a:rPr lang="en-US" sz="7000" b="1">
                <a:solidFill>
                  <a:schemeClr val="lt1"/>
                </a:solidFill>
                <a:latin typeface="Times New Roman"/>
                <a:ea typeface="Times New Roman"/>
                <a:cs typeface="Times New Roman"/>
                <a:sym typeface="Times New Roman"/>
              </a:rPr>
              <a:t>Hãy đến đây ta reo hò mừng Chúa, tung hô Ngài Núi Đá độ trì ta. </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3faf5860435_0_1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000" b="1">
                <a:solidFill>
                  <a:schemeClr val="lt1"/>
                </a:solidFill>
                <a:latin typeface="Times New Roman"/>
                <a:ea typeface="Times New Roman"/>
                <a:cs typeface="Times New Roman"/>
                <a:sym typeface="Times New Roman"/>
              </a:rPr>
              <a:t>Vào trước Thiên Nhan ta dâng lời cảm mến, cùng tung hô theo muôn tiếng đàn ca.</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3e26ec1f821_0_2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6800" b="1">
                <a:solidFill>
                  <a:srgbClr val="FFFF00"/>
                </a:solidFill>
                <a:latin typeface="Times New Roman"/>
                <a:ea typeface="Times New Roman"/>
                <a:cs typeface="Times New Roman"/>
                <a:sym typeface="Times New Roman"/>
              </a:rPr>
              <a:t>ĐK: </a:t>
            </a:r>
            <a:r>
              <a:rPr lang="en-US" sz="6800" b="1">
                <a:solidFill>
                  <a:schemeClr val="lt1"/>
                </a:solidFill>
                <a:latin typeface="Times New Roman"/>
                <a:ea typeface="Times New Roman"/>
                <a:cs typeface="Times New Roman"/>
                <a:sym typeface="Times New Roman"/>
              </a:rPr>
              <a:t>Hôm nay ước gì anh em nghe tiếng Chúa. Ngài phán: “Các ngươi đừng cứng lòng”.</a:t>
            </a:r>
            <a:endParaRPr sz="6800" b="1">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3f282feffb0_0_1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000" b="1">
                <a:solidFill>
                  <a:srgbClr val="FFFF00"/>
                </a:solidFill>
                <a:latin typeface="Times New Roman"/>
                <a:ea typeface="Times New Roman"/>
                <a:cs typeface="Times New Roman"/>
                <a:sym typeface="Times New Roman"/>
              </a:rPr>
              <a:t>2. </a:t>
            </a:r>
            <a:r>
              <a:rPr lang="en-US" sz="7000" b="1">
                <a:solidFill>
                  <a:schemeClr val="lt1"/>
                </a:solidFill>
                <a:latin typeface="Times New Roman"/>
                <a:ea typeface="Times New Roman"/>
                <a:cs typeface="Times New Roman"/>
                <a:sym typeface="Times New Roman"/>
              </a:rPr>
              <a:t>Hãy tiến lên ta chung thờ lạy Chúa, hãy bái quì trước Đấng tạo thành ta.</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3f282feffb0_0_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6800" b="1">
                <a:solidFill>
                  <a:schemeClr val="lt1"/>
                </a:solidFill>
                <a:latin typeface="Times New Roman"/>
                <a:ea typeface="Times New Roman"/>
                <a:cs typeface="Times New Roman"/>
                <a:sym typeface="Times New Roman"/>
              </a:rPr>
              <a:t>Là Đức Chúa ta, ta nay thuộc dân Chúa. Ngài trông coi như chăm sóc đoàn chiên. </a:t>
            </a:r>
            <a:endParaRPr sz="6800" b="1">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3fb2dc0a37c_0_11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6800" b="1">
                <a:solidFill>
                  <a:srgbClr val="FFFF00"/>
                </a:solidFill>
                <a:latin typeface="Times New Roman"/>
                <a:ea typeface="Times New Roman"/>
                <a:cs typeface="Times New Roman"/>
                <a:sym typeface="Times New Roman"/>
              </a:rPr>
              <a:t>ĐK: </a:t>
            </a:r>
            <a:r>
              <a:rPr lang="en-US" sz="6800" b="1">
                <a:solidFill>
                  <a:schemeClr val="lt1"/>
                </a:solidFill>
                <a:latin typeface="Times New Roman"/>
                <a:ea typeface="Times New Roman"/>
                <a:cs typeface="Times New Roman"/>
                <a:sym typeface="Times New Roman"/>
              </a:rPr>
              <a:t>Hôm nay ước gì anh em nghe tiếng Chúa. Ngài phán: “Các ngươi đừng cứng lòng”.</a:t>
            </a:r>
            <a:endParaRPr sz="6800" b="1">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3fb2dc0a37c_0_1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000" b="1">
                <a:solidFill>
                  <a:srgbClr val="FFFF00"/>
                </a:solidFill>
                <a:latin typeface="Times New Roman"/>
                <a:ea typeface="Times New Roman"/>
                <a:cs typeface="Times New Roman"/>
                <a:sym typeface="Times New Roman"/>
              </a:rPr>
              <a:t>3. </a:t>
            </a:r>
            <a:r>
              <a:rPr lang="en-US" sz="7000" b="1">
                <a:solidFill>
                  <a:schemeClr val="lt1"/>
                </a:solidFill>
                <a:latin typeface="Times New Roman"/>
                <a:ea typeface="Times New Roman"/>
                <a:cs typeface="Times New Roman"/>
                <a:sym typeface="Times New Roman"/>
              </a:rPr>
              <a:t>Hãy chú tâm hôm nay lời Chúa phán, chớ cứng lòng giống ở rừng Mas-sa.</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3fb2dc0a37c_0_12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6800" b="1">
                <a:solidFill>
                  <a:schemeClr val="lt1"/>
                </a:solidFill>
                <a:latin typeface="Times New Roman"/>
                <a:ea typeface="Times New Roman"/>
                <a:cs typeface="Times New Roman"/>
                <a:sym typeface="Times New Roman"/>
              </a:rPr>
              <a:t>Tại Mê-ri-ba cha ông đã thử thách, dù xem Ta qua bao những kỳ công.</a:t>
            </a:r>
            <a:endParaRPr sz="6800" b="1">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g3fb2dc0a37c_0_12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6800" b="1">
                <a:solidFill>
                  <a:srgbClr val="FFFF00"/>
                </a:solidFill>
                <a:latin typeface="Times New Roman"/>
                <a:ea typeface="Times New Roman"/>
                <a:cs typeface="Times New Roman"/>
                <a:sym typeface="Times New Roman"/>
              </a:rPr>
              <a:t>ĐK: </a:t>
            </a:r>
            <a:r>
              <a:rPr lang="en-US" sz="6800" b="1">
                <a:solidFill>
                  <a:schemeClr val="lt1"/>
                </a:solidFill>
                <a:latin typeface="Times New Roman"/>
                <a:ea typeface="Times New Roman"/>
                <a:cs typeface="Times New Roman"/>
                <a:sym typeface="Times New Roman"/>
              </a:rPr>
              <a:t>Hôm nay ước gì anh em nghe tiếng Chúa. Ngài phán: “Các ngươi đừng cứng lòng”.</a:t>
            </a:r>
            <a:endParaRPr sz="6800" b="1">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2"/>
        <p:cNvGrpSpPr/>
        <p:nvPr/>
      </p:nvGrpSpPr>
      <p:grpSpPr>
        <a:xfrm>
          <a:off x="0" y="0"/>
          <a:ext cx="0" cy="0"/>
          <a:chOff x="0" y="0"/>
          <a:chExt cx="0" cy="0"/>
        </a:xfrm>
      </p:grpSpPr>
      <p:sp>
        <p:nvSpPr>
          <p:cNvPr id="843" name="Google Shape;843;g3d89366497e_0_44"/>
          <p:cNvSpPr/>
          <p:nvPr/>
        </p:nvSpPr>
        <p:spPr>
          <a:xfrm>
            <a:off x="1143" y="0"/>
            <a:ext cx="9141600" cy="5143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44" name="Google Shape;84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156"/>
          <p:cNvSpPr txBox="1">
            <a:spLocks noGrp="1"/>
          </p:cNvSpPr>
          <p:nvPr>
            <p:ph type="ctrTitle"/>
          </p:nvPr>
        </p:nvSpPr>
        <p:spPr>
          <a:xfrm>
            <a:off x="0" y="497175"/>
            <a:ext cx="9144000" cy="46461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rgbClr val="EE0000"/>
              </a:buClr>
              <a:buSzPts val="8000"/>
              <a:buFont typeface="Times"/>
              <a:buNone/>
            </a:pPr>
            <a:r>
              <a:rPr lang="en-US" sz="5700" b="1" i="1">
                <a:solidFill>
                  <a:srgbClr val="FFFF00"/>
                </a:solidFill>
                <a:latin typeface="Times New Roman"/>
                <a:ea typeface="Times New Roman"/>
                <a:cs typeface="Times New Roman"/>
                <a:sym typeface="Times New Roman"/>
              </a:rPr>
              <a:t>All… All…</a:t>
            </a:r>
            <a:r>
              <a:rPr lang="en-US" sz="7200" b="1" i="1">
                <a:solidFill>
                  <a:srgbClr val="EE0000"/>
                </a:solidFill>
                <a:latin typeface="Times New Roman"/>
                <a:ea typeface="Times New Roman"/>
                <a:cs typeface="Times New Roman"/>
                <a:sym typeface="Times New Roman"/>
              </a:rPr>
              <a:t> </a:t>
            </a:r>
            <a:br>
              <a:rPr lang="en-US" sz="7400" b="1" i="1">
                <a:solidFill>
                  <a:srgbClr val="EE0000"/>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Chúa phán: “Thầy gọi các con là bạn hữu,</a:t>
            </a:r>
            <a:endParaRPr sz="7200" b="1" i="1">
              <a:solidFill>
                <a:schemeClr val="lt1"/>
              </a:solidFill>
              <a:latin typeface="Times New Roman"/>
              <a:ea typeface="Times New Roman"/>
              <a:cs typeface="Times New Roman"/>
              <a:sym typeface="Times New Roman"/>
            </a:endParaRPr>
          </a:p>
        </p:txBody>
      </p:sp>
      <p:sp>
        <p:nvSpPr>
          <p:cNvPr id="851" name="Google Shape;851;p156"/>
          <p:cNvSpPr txBox="1"/>
          <p:nvPr/>
        </p:nvSpPr>
        <p:spPr>
          <a:xfrm>
            <a:off x="0" y="-50800"/>
            <a:ext cx="9144000" cy="635000"/>
          </a:xfrm>
          <a:prstGeom prst="rect">
            <a:avLst/>
          </a:prstGeom>
          <a:solidFill>
            <a:srgbClr val="002060"/>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1" i="0" u="none" strike="noStrike" cap="none">
                <a:solidFill>
                  <a:schemeClr val="accent2"/>
                </a:solidFill>
                <a:latin typeface="Times New Roman"/>
                <a:ea typeface="Times New Roman"/>
                <a:cs typeface="Times New Roman"/>
                <a:sym typeface="Times New Roman"/>
              </a:rPr>
              <a:t>TUNG HÔ TIN MỪNG</a:t>
            </a:r>
            <a:endParaRPr sz="3200" b="1" i="0" u="none" strike="noStrike" cap="none">
              <a:solidFill>
                <a:schemeClr val="accent2"/>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3b224b7d20a_0_9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dk1"/>
              </a:buClr>
              <a:buSzPts val="8000"/>
              <a:buFont typeface="Times"/>
              <a:buNone/>
            </a:pPr>
            <a:r>
              <a:rPr lang="en-US" sz="6800" b="1">
                <a:solidFill>
                  <a:schemeClr val="lt1"/>
                </a:solidFill>
                <a:latin typeface="Times New Roman"/>
                <a:ea typeface="Times New Roman"/>
                <a:cs typeface="Times New Roman"/>
                <a:sym typeface="Times New Roman"/>
              </a:rPr>
              <a:t>vì tất cả những gì Thầy đã nghe biết ở nơi Cha Thầy, thì Thầy đã cho các con được biết”. </a:t>
            </a:r>
            <a:r>
              <a:rPr lang="en-US" sz="6800" b="1" i="1">
                <a:solidFill>
                  <a:srgbClr val="FFFF00"/>
                </a:solidFill>
                <a:latin typeface="Times New Roman"/>
                <a:ea typeface="Times New Roman"/>
                <a:cs typeface="Times New Roman"/>
                <a:sym typeface="Times New Roman"/>
              </a:rPr>
              <a:t>All..</a:t>
            </a:r>
            <a:endParaRPr sz="6800" b="1">
              <a:solidFill>
                <a:srgbClr val="FFFF00"/>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pic>
        <p:nvPicPr>
          <p:cNvPr id="861" name="Google Shape;861;g3baa6357486_0_13"/>
          <p:cNvPicPr preferRelativeResize="0"/>
          <p:nvPr/>
        </p:nvPicPr>
        <p:blipFill>
          <a:blip r:embed="rId3">
            <a:alphaModFix/>
          </a:blip>
          <a:stretch>
            <a:fillRect/>
          </a:stretch>
        </p:blipFill>
        <p:spPr>
          <a:xfrm>
            <a:off x="0" y="0"/>
            <a:ext cx="9196848" cy="5173224"/>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pic>
        <p:nvPicPr>
          <p:cNvPr id="866" name="Google Shape;866;g3fb2dc0a37c_0_97"/>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159"/>
          <p:cNvSpPr txBox="1">
            <a:spLocks noGrp="1"/>
          </p:cNvSpPr>
          <p:nvPr>
            <p:ph type="ctrTitle"/>
          </p:nvPr>
        </p:nvSpPr>
        <p:spPr>
          <a:xfrm>
            <a:off x="0" y="514351"/>
            <a:ext cx="9144000" cy="4629148"/>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7200"/>
              <a:buFont typeface="Times"/>
              <a:buNone/>
            </a:pPr>
            <a:r>
              <a:rPr lang="en-US" sz="7200" b="1">
                <a:solidFill>
                  <a:schemeClr val="accent4"/>
                </a:solidFill>
                <a:latin typeface="Times"/>
                <a:ea typeface="Times"/>
                <a:cs typeface="Times"/>
                <a:sym typeface="Times"/>
              </a:rPr>
              <a:t>CT: </a:t>
            </a:r>
            <a:r>
              <a:rPr lang="en-US" sz="7200" b="1">
                <a:solidFill>
                  <a:schemeClr val="lt1"/>
                </a:solidFill>
                <a:latin typeface="Times"/>
                <a:ea typeface="Times"/>
                <a:cs typeface="Times"/>
                <a:sym typeface="Times"/>
              </a:rPr>
              <a:t>Tôi tin kính một Thiên Chúa là Cha toàn năng.</a:t>
            </a:r>
            <a:endParaRPr/>
          </a:p>
        </p:txBody>
      </p:sp>
      <p:sp>
        <p:nvSpPr>
          <p:cNvPr id="872" name="Google Shape;872;p159"/>
          <p:cNvSpPr txBox="1"/>
          <p:nvPr/>
        </p:nvSpPr>
        <p:spPr>
          <a:xfrm>
            <a:off x="0" y="0"/>
            <a:ext cx="9144000" cy="73810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4"/>
              </a:buClr>
              <a:buSzPts val="3600"/>
              <a:buFont typeface="Times New Roman"/>
              <a:buNone/>
            </a:pPr>
            <a:r>
              <a:rPr lang="en-US" sz="3600" b="1" i="0" u="none" strike="noStrike" cap="none">
                <a:solidFill>
                  <a:schemeClr val="accent4"/>
                </a:solidFill>
                <a:latin typeface="Times New Roman"/>
                <a:ea typeface="Times New Roman"/>
                <a:cs typeface="Times New Roman"/>
                <a:sym typeface="Times New Roman"/>
              </a:rPr>
              <a:t>KINH TIN KÍNH</a:t>
            </a:r>
            <a:endParaRPr sz="3600" b="1" i="0" u="none" strike="noStrike" cap="none">
              <a:solidFill>
                <a:schemeClr val="accent4"/>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160"/>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161"/>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162"/>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sinh bởi Đức Chúa Cha từ trước muôn đời.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16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là Thiên Chúa bởi Thiên Chúa, Ánh Sáng bởi Ánh Sáng,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16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165"/>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đồng bản thể với Đức Chúa Cha: nhờ Người mà muôn vật được tạo thành.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166"/>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16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000"/>
              <a:buFont typeface="Times"/>
              <a:buNone/>
            </a:pPr>
            <a:r>
              <a:rPr lang="en-US" sz="6800" b="1">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sz="6800" b="1">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168"/>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chịu đóng đinh vào thập giá vì chúng ta, Thời quan Phong-xi-ô Phi-la-tô;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169"/>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170"/>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171"/>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để phán xét kẻ sống và kẻ chết, Nước Người sẽ không bao giờ cùng.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172"/>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 kính Đức Chúa Thánh Thần là Thiên Chúa và là Đấng ban sự sống,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17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bởi Đức Chúa Cha và Đức Chúa Con mà ra.</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17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được phụng thờ và tôn vinh cùng với Đức Chúa Cha và Đức Chúa Con.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175"/>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đã dùng các Tiên tri mà phán dạy.</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176"/>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 Hội Thánh duy nhất, thánh thiện, công giáo và tông truyền.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17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tuyên xưng có một Phép Rửa để tha tội.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178"/>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trông đợi kẻ chết sống lại và sự sống đời sau. Amen.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pic>
        <p:nvPicPr>
          <p:cNvPr id="972" name="Google Shape;972;g3fb2dc0a37c_0_101"/>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3f95afb83fa_0_24"/>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marL="0" lvl="0" indent="0" algn="ctr" rtl="0">
              <a:lnSpc>
                <a:spcPct val="90000"/>
              </a:lnSpc>
              <a:spcBef>
                <a:spcPts val="0"/>
              </a:spcBef>
              <a:spcAft>
                <a:spcPts val="0"/>
              </a:spcAft>
              <a:buClr>
                <a:schemeClr val="dk1"/>
              </a:buClr>
              <a:buSzPts val="4700"/>
              <a:buFont typeface="Times New Roman"/>
              <a:buNone/>
            </a:pPr>
            <a:r>
              <a:rPr lang="en-US" sz="4700" b="1">
                <a:solidFill>
                  <a:schemeClr val="accent4"/>
                </a:solidFill>
                <a:latin typeface="Times New Roman"/>
                <a:ea typeface="Times New Roman"/>
                <a:cs typeface="Times New Roman"/>
                <a:sym typeface="Times New Roman"/>
              </a:rPr>
              <a:t>DÂNG LỄ</a:t>
            </a:r>
            <a:br>
              <a:rPr lang="en-US" sz="4700" b="1">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TẤM LÒNG</a:t>
            </a:r>
            <a:endParaRPr sz="6700" b="1">
              <a:solidFill>
                <a:srgbClr val="FFFF00"/>
              </a:solidFill>
              <a:latin typeface="Times New Roman"/>
              <a:ea typeface="Times New Roman"/>
              <a:cs typeface="Times New Roman"/>
              <a:sym typeface="Times New Roman"/>
            </a:endParaRPr>
          </a:p>
          <a:p>
            <a:pPr marL="0" lvl="0" indent="0" algn="ctr" rtl="0">
              <a:lnSpc>
                <a:spcPct val="90000"/>
              </a:lnSpc>
              <a:spcBef>
                <a:spcPts val="0"/>
              </a:spcBef>
              <a:spcAft>
                <a:spcPts val="0"/>
              </a:spcAft>
              <a:buClr>
                <a:schemeClr val="dk1"/>
              </a:buClr>
              <a:buSzPts val="4700"/>
              <a:buFont typeface="Times New Roman"/>
              <a:buNone/>
            </a:pPr>
            <a:r>
              <a:rPr lang="en-US" sz="4700" b="1" i="1">
                <a:solidFill>
                  <a:schemeClr val="accent4"/>
                </a:solidFill>
                <a:latin typeface="Times New Roman"/>
                <a:ea typeface="Times New Roman"/>
                <a:cs typeface="Times New Roman"/>
                <a:sym typeface="Times New Roman"/>
              </a:rPr>
              <a:t>(Phanxicô)</a:t>
            </a:r>
            <a:endParaRPr sz="6700" b="1">
              <a:solidFill>
                <a:srgbClr val="FFFF00"/>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3f69acae762_0_12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1. </a:t>
            </a:r>
            <a:r>
              <a:rPr lang="en-US" sz="7500" b="1">
                <a:solidFill>
                  <a:schemeClr val="lt1"/>
                </a:solidFill>
                <a:latin typeface="Times New Roman"/>
                <a:ea typeface="Times New Roman"/>
                <a:cs typeface="Times New Roman"/>
                <a:sym typeface="Times New Roman"/>
              </a:rPr>
              <a:t>Xin dâng Người đôi bàn tay này, ngày mưa nắng kiếp nhân sinh.</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3f69acae762_0_12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Xin dâng Người nặng gánh đôi vai cho đàn em bé nhỏ môi cười.</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3fb2dc0a37c_0_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Tìm thấy trong đời niềm hạnh phúc cho ngày mai.</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3fac4c6c2fc_0_7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Tấm bánh này chứa chan nỗi niềm, là của lễ cuộc đời con dâng Ngài.</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3fac4c6c2fc_0_8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Chén thánh này chất cả tâm tư, tuy đơn nghèo nhưng mang trọn tình yêu.</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3fb2dc0a37c_0_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2. </a:t>
            </a:r>
            <a:r>
              <a:rPr lang="en-US" sz="7500" b="1">
                <a:solidFill>
                  <a:schemeClr val="lt1"/>
                </a:solidFill>
                <a:latin typeface="Times New Roman"/>
                <a:ea typeface="Times New Roman"/>
                <a:cs typeface="Times New Roman"/>
                <a:sym typeface="Times New Roman"/>
              </a:rPr>
              <a:t>Xin dâng Người những ngày qua rồi, niềm vui lẫn với thương đau.</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3fb2dc0a37c_0_1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Xin dâng Người mộng ước tương lai, mong ngày mai sẽ thắm tươi màu.</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3fb2dc0a37c_0_1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Và xin dâng Người từng giây phút trong đời con.</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3fb2dc0a37c_0_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Tấm bánh này chứa chan nỗi niềm, là của lễ cuộc đời con dâng Ngài.</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3fb2dc0a37c_0_2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Chén thánh này chất cả tâm tư, tuy đơn nghèo nhưng mang trọn tình yêu.</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3fb2dc0a37c_0_2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3. </a:t>
            </a:r>
            <a:r>
              <a:rPr lang="en-US" sz="7500" b="1">
                <a:solidFill>
                  <a:schemeClr val="lt1"/>
                </a:solidFill>
                <a:latin typeface="Times New Roman"/>
                <a:ea typeface="Times New Roman"/>
                <a:cs typeface="Times New Roman"/>
                <a:sym typeface="Times New Roman"/>
              </a:rPr>
              <a:t>Xin dâng Người tâm hồn bé nhỏ, hằng mơ ước cõi vô biên.</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3fb2dc0a37c_0_3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dirty="0">
                <a:solidFill>
                  <a:schemeClr val="lt1"/>
                </a:solidFill>
                <a:latin typeface="Times New Roman"/>
                <a:ea typeface="Times New Roman"/>
                <a:cs typeface="Times New Roman"/>
                <a:sym typeface="Times New Roman"/>
              </a:rPr>
              <a:t>Xin </a:t>
            </a:r>
            <a:r>
              <a:rPr lang="en-US" sz="7500" b="1" dirty="0" err="1">
                <a:solidFill>
                  <a:schemeClr val="lt1"/>
                </a:solidFill>
                <a:latin typeface="Times New Roman"/>
                <a:ea typeface="Times New Roman"/>
                <a:cs typeface="Times New Roman"/>
                <a:sym typeface="Times New Roman"/>
              </a:rPr>
              <a:t>dâng</a:t>
            </a:r>
            <a:r>
              <a:rPr lang="en-US" sz="7500" b="1" dirty="0">
                <a:solidFill>
                  <a:schemeClr val="lt1"/>
                </a:solidFill>
                <a:latin typeface="Times New Roman"/>
                <a:ea typeface="Times New Roman"/>
                <a:cs typeface="Times New Roman"/>
                <a:sym typeface="Times New Roman"/>
              </a:rPr>
              <a:t> </a:t>
            </a:r>
            <a:r>
              <a:rPr lang="en-US" sz="7500" b="1" dirty="0" err="1">
                <a:solidFill>
                  <a:schemeClr val="lt1"/>
                </a:solidFill>
                <a:latin typeface="Times New Roman"/>
                <a:ea typeface="Times New Roman"/>
                <a:cs typeface="Times New Roman"/>
                <a:sym typeface="Times New Roman"/>
              </a:rPr>
              <a:t>Người</a:t>
            </a:r>
            <a:r>
              <a:rPr lang="en-US" sz="7500" b="1" dirty="0">
                <a:solidFill>
                  <a:schemeClr val="lt1"/>
                </a:solidFill>
                <a:latin typeface="Times New Roman"/>
                <a:ea typeface="Times New Roman"/>
                <a:cs typeface="Times New Roman"/>
                <a:sym typeface="Times New Roman"/>
              </a:rPr>
              <a:t> </a:t>
            </a:r>
            <a:r>
              <a:rPr lang="en-US" sz="7500" b="1" dirty="0" err="1">
                <a:solidFill>
                  <a:schemeClr val="lt1"/>
                </a:solidFill>
                <a:latin typeface="Times New Roman"/>
                <a:ea typeface="Times New Roman"/>
                <a:cs typeface="Times New Roman"/>
                <a:sym typeface="Times New Roman"/>
              </a:rPr>
              <a:t>từng</a:t>
            </a:r>
            <a:r>
              <a:rPr lang="en-US" sz="7500" b="1" dirty="0">
                <a:solidFill>
                  <a:schemeClr val="lt1"/>
                </a:solidFill>
                <a:latin typeface="Times New Roman"/>
                <a:ea typeface="Times New Roman"/>
                <a:cs typeface="Times New Roman"/>
                <a:sym typeface="Times New Roman"/>
              </a:rPr>
              <a:t> </a:t>
            </a:r>
            <a:r>
              <a:rPr lang="en-US" sz="7500" b="1" dirty="0" err="1">
                <a:solidFill>
                  <a:schemeClr val="lt1"/>
                </a:solidFill>
                <a:latin typeface="Times New Roman"/>
                <a:ea typeface="Times New Roman"/>
                <a:cs typeface="Times New Roman"/>
                <a:sym typeface="Times New Roman"/>
              </a:rPr>
              <a:t>bước</a:t>
            </a:r>
            <a:r>
              <a:rPr lang="en-US" sz="7500" b="1" dirty="0">
                <a:solidFill>
                  <a:schemeClr val="lt1"/>
                </a:solidFill>
                <a:latin typeface="Times New Roman"/>
                <a:ea typeface="Times New Roman"/>
                <a:cs typeface="Times New Roman"/>
                <a:sym typeface="Times New Roman"/>
              </a:rPr>
              <a:t> </a:t>
            </a:r>
            <a:r>
              <a:rPr lang="en-US" sz="7500" b="1" dirty="0" err="1">
                <a:solidFill>
                  <a:schemeClr val="lt1"/>
                </a:solidFill>
                <a:latin typeface="Times New Roman"/>
                <a:ea typeface="Times New Roman"/>
                <a:cs typeface="Times New Roman"/>
                <a:sym typeface="Times New Roman"/>
              </a:rPr>
              <a:t>chân</a:t>
            </a:r>
            <a:r>
              <a:rPr lang="en-US" sz="7500" b="1" dirty="0">
                <a:solidFill>
                  <a:schemeClr val="lt1"/>
                </a:solidFill>
                <a:latin typeface="Times New Roman"/>
                <a:ea typeface="Times New Roman"/>
                <a:cs typeface="Times New Roman"/>
                <a:sym typeface="Times New Roman"/>
              </a:rPr>
              <a:t> </a:t>
            </a:r>
            <a:r>
              <a:rPr lang="en-US" sz="7500" b="1" dirty="0" err="1">
                <a:solidFill>
                  <a:schemeClr val="lt1"/>
                </a:solidFill>
                <a:latin typeface="Times New Roman"/>
                <a:ea typeface="Times New Roman"/>
                <a:cs typeface="Times New Roman"/>
                <a:sym typeface="Times New Roman"/>
              </a:rPr>
              <a:t>đi</a:t>
            </a:r>
            <a:r>
              <a:rPr lang="en-US" sz="7500" b="1" dirty="0">
                <a:solidFill>
                  <a:schemeClr val="lt1"/>
                </a:solidFill>
                <a:latin typeface="Times New Roman"/>
                <a:ea typeface="Times New Roman"/>
                <a:cs typeface="Times New Roman"/>
                <a:sym typeface="Times New Roman"/>
              </a:rPr>
              <a:t>, </a:t>
            </a:r>
            <a:r>
              <a:rPr lang="en-US" sz="7500" b="1" dirty="0" err="1">
                <a:solidFill>
                  <a:schemeClr val="lt1"/>
                </a:solidFill>
                <a:latin typeface="Times New Roman"/>
                <a:ea typeface="Times New Roman"/>
                <a:cs typeface="Times New Roman"/>
                <a:sym typeface="Times New Roman"/>
              </a:rPr>
              <a:t>trong</a:t>
            </a:r>
            <a:r>
              <a:rPr lang="en-US" sz="7500" b="1" dirty="0">
                <a:solidFill>
                  <a:schemeClr val="lt1"/>
                </a:solidFill>
                <a:latin typeface="Times New Roman"/>
                <a:ea typeface="Times New Roman"/>
                <a:cs typeface="Times New Roman"/>
                <a:sym typeface="Times New Roman"/>
              </a:rPr>
              <a:t> </a:t>
            </a:r>
            <a:r>
              <a:rPr lang="en-US" sz="7500" b="1" dirty="0" err="1">
                <a:solidFill>
                  <a:schemeClr val="lt1"/>
                </a:solidFill>
                <a:latin typeface="Times New Roman"/>
                <a:ea typeface="Times New Roman"/>
                <a:cs typeface="Times New Roman"/>
                <a:sym typeface="Times New Roman"/>
              </a:rPr>
              <a:t>niềm</a:t>
            </a:r>
            <a:r>
              <a:rPr lang="en-US" sz="7500" b="1" dirty="0">
                <a:solidFill>
                  <a:schemeClr val="lt1"/>
                </a:solidFill>
                <a:latin typeface="Times New Roman"/>
                <a:ea typeface="Times New Roman"/>
                <a:cs typeface="Times New Roman"/>
                <a:sym typeface="Times New Roman"/>
              </a:rPr>
              <a:t> tin </a:t>
            </a:r>
            <a:r>
              <a:rPr lang="en-US" sz="7500" b="1" dirty="0" err="1">
                <a:solidFill>
                  <a:schemeClr val="lt1"/>
                </a:solidFill>
                <a:latin typeface="Times New Roman"/>
                <a:ea typeface="Times New Roman"/>
                <a:cs typeface="Times New Roman"/>
                <a:sym typeface="Times New Roman"/>
              </a:rPr>
              <a:t>thoáng</a:t>
            </a:r>
            <a:r>
              <a:rPr lang="en-US" sz="7500" b="1" dirty="0">
                <a:solidFill>
                  <a:schemeClr val="lt1"/>
                </a:solidFill>
                <a:latin typeface="Times New Roman"/>
                <a:ea typeface="Times New Roman"/>
                <a:cs typeface="Times New Roman"/>
                <a:sym typeface="Times New Roman"/>
              </a:rPr>
              <a:t> </a:t>
            </a:r>
            <a:r>
              <a:rPr lang="en-US" sz="7500" b="1" dirty="0" err="1">
                <a:solidFill>
                  <a:schemeClr val="lt1"/>
                </a:solidFill>
                <a:latin typeface="Times New Roman"/>
                <a:ea typeface="Times New Roman"/>
                <a:cs typeface="Times New Roman"/>
                <a:sym typeface="Times New Roman"/>
              </a:rPr>
              <a:t>bỗng</a:t>
            </a:r>
            <a:r>
              <a:rPr lang="en-US" sz="7500" b="1" dirty="0">
                <a:solidFill>
                  <a:schemeClr val="lt1"/>
                </a:solidFill>
                <a:latin typeface="Times New Roman"/>
                <a:ea typeface="Times New Roman"/>
                <a:cs typeface="Times New Roman"/>
                <a:sym typeface="Times New Roman"/>
              </a:rPr>
              <a:t> </a:t>
            </a:r>
            <a:r>
              <a:rPr lang="en-US" sz="7500" b="1" dirty="0" err="1">
                <a:solidFill>
                  <a:schemeClr val="lt1"/>
                </a:solidFill>
                <a:latin typeface="Times New Roman"/>
                <a:ea typeface="Times New Roman"/>
                <a:cs typeface="Times New Roman"/>
                <a:sym typeface="Times New Roman"/>
              </a:rPr>
              <a:t>nghi</a:t>
            </a:r>
            <a:r>
              <a:rPr lang="en-US" sz="7500" b="1" dirty="0">
                <a:solidFill>
                  <a:schemeClr val="lt1"/>
                </a:solidFill>
                <a:latin typeface="Times New Roman"/>
                <a:ea typeface="Times New Roman"/>
                <a:cs typeface="Times New Roman"/>
                <a:sym typeface="Times New Roman"/>
              </a:rPr>
              <a:t> </a:t>
            </a:r>
            <a:r>
              <a:rPr lang="en-US" sz="7500" b="1" dirty="0" err="1">
                <a:solidFill>
                  <a:schemeClr val="lt1"/>
                </a:solidFill>
                <a:latin typeface="Times New Roman"/>
                <a:ea typeface="Times New Roman"/>
                <a:cs typeface="Times New Roman"/>
                <a:sym typeface="Times New Roman"/>
              </a:rPr>
              <a:t>ngờ</a:t>
            </a:r>
            <a:r>
              <a:rPr lang="en-US" sz="7500" b="1" dirty="0">
                <a:solidFill>
                  <a:schemeClr val="lt1"/>
                </a:solidFill>
                <a:latin typeface="Times New Roman"/>
                <a:ea typeface="Times New Roman"/>
                <a:cs typeface="Times New Roman"/>
                <a:sym typeface="Times New Roman"/>
              </a:rPr>
              <a:t>.</a:t>
            </a:r>
            <a:endParaRPr sz="7500" b="1" dirty="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3fb2dc0a37c_0_3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Con xin đi hoài và đi mãi đi về Cha.</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g3fb2dc0a37c_0_13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Tấm bánh này chứa chan nỗi niềm, là của lễ cuộc đời con dâng Ngài.</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g3fb2dc0a37c_0_13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Chén thánh này chất cả tâm tư, tuy đơn nghèo nhưng mang trọn tình yêu.</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pic>
        <p:nvPicPr>
          <p:cNvPr id="1057" name="Google Shape;1057;g3e5a0c7ab5b_0_256" title="chen thanh.jpg"/>
          <p:cNvPicPr preferRelativeResize="0"/>
          <p:nvPr/>
        </p:nvPicPr>
        <p:blipFill rotWithShape="1">
          <a:blip r:embed="rId3">
            <a:alphaModFix/>
          </a:blip>
          <a:srcRect l="784" t="1816"/>
          <a:stretch/>
        </p:blipFill>
        <p:spPr>
          <a:xfrm>
            <a:off x="-97300" y="0"/>
            <a:ext cx="9313300" cy="5143500"/>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p202"/>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4000"/>
              <a:buFont typeface="Times"/>
              <a:buNone/>
            </a:pPr>
            <a:br>
              <a:rPr lang="en-US" sz="4000" b="1">
                <a:solidFill>
                  <a:schemeClr val="accent4"/>
                </a:solidFill>
                <a:latin typeface="Times"/>
                <a:ea typeface="Times"/>
                <a:cs typeface="Times"/>
                <a:sym typeface="Times"/>
              </a:rPr>
            </a:br>
            <a:r>
              <a:rPr lang="en-US" sz="4000" b="1">
                <a:solidFill>
                  <a:schemeClr val="accent4"/>
                </a:solidFill>
                <a:latin typeface="Times"/>
                <a:ea typeface="Times"/>
                <a:cs typeface="Times"/>
                <a:sym typeface="Times"/>
              </a:rPr>
              <a:t>KINH THÁNH, THÁNH</a:t>
            </a:r>
            <a:br>
              <a:rPr lang="en-US" sz="4000" b="1">
                <a:solidFill>
                  <a:schemeClr val="accent4"/>
                </a:solidFill>
                <a:latin typeface="Times"/>
                <a:ea typeface="Times"/>
                <a:cs typeface="Times"/>
                <a:sym typeface="Times"/>
              </a:rPr>
            </a:br>
            <a:r>
              <a:rPr lang="en-US" sz="7200" b="1">
                <a:solidFill>
                  <a:schemeClr val="lt1"/>
                </a:solidFill>
                <a:latin typeface="Times"/>
                <a:ea typeface="Times"/>
                <a:cs typeface="Times"/>
                <a:sym typeface="Times"/>
              </a:rPr>
              <a:t>Thánh, Thánh, Thánh. Chúa là Thiên Chúa các đạo binh</a:t>
            </a:r>
            <a:br>
              <a:rPr lang="en-US" sz="7200" b="1">
                <a:solidFill>
                  <a:schemeClr val="lt1"/>
                </a:solidFill>
                <a:latin typeface="Times"/>
                <a:ea typeface="Times"/>
                <a:cs typeface="Times"/>
                <a:sym typeface="Times"/>
              </a:rPr>
            </a:br>
            <a:endParaRPr sz="7200" b="1">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p20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a:ea typeface="Times"/>
                <a:cs typeface="Times"/>
                <a:sym typeface="Times"/>
              </a:rPr>
              <a:t>Trời đất đầy vinh quang Chúa. Hoan hô Chúa trên các tầng trời.</a:t>
            </a:r>
            <a:endParaRPr sz="7200" b="1">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20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a:ea typeface="Times"/>
                <a:cs typeface="Times"/>
                <a:sym typeface="Times"/>
              </a:rPr>
              <a:t>Chúc tụng Đấng ngự đến nhân danh Chúa. Hoan hô Chúa trên các tầng trời.</a:t>
            </a:r>
            <a:endParaRPr sz="7200" b="1">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pic>
        <p:nvPicPr>
          <p:cNvPr id="1077" name="Google Shape;1077;g3e5a0c7ab5b_0_335" title="chen thanh.jpg"/>
          <p:cNvPicPr preferRelativeResize="0"/>
          <p:nvPr/>
        </p:nvPicPr>
        <p:blipFill rotWithShape="1">
          <a:blip r:embed="rId3">
            <a:alphaModFix/>
          </a:blip>
          <a:srcRect l="784" t="1816"/>
          <a:stretch/>
        </p:blipFill>
        <p:spPr>
          <a:xfrm>
            <a:off x="-97300" y="0"/>
            <a:ext cx="93133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3a42a8b53c1_2_26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4000"/>
              <a:buFont typeface="Times"/>
              <a:buNone/>
            </a:pPr>
            <a:br>
              <a:rPr lang="en-US" sz="4000" b="1">
                <a:solidFill>
                  <a:schemeClr val="accent4"/>
                </a:solidFill>
                <a:latin typeface="Times New Roman"/>
                <a:ea typeface="Times New Roman"/>
                <a:cs typeface="Times New Roman"/>
                <a:sym typeface="Times New Roman"/>
              </a:rPr>
            </a:br>
            <a:r>
              <a:rPr lang="en-US" sz="4000" b="1">
                <a:solidFill>
                  <a:schemeClr val="accent4"/>
                </a:solidFill>
                <a:latin typeface="Times New Roman"/>
                <a:ea typeface="Times New Roman"/>
                <a:cs typeface="Times New Roman"/>
                <a:sym typeface="Times New Roman"/>
              </a:rPr>
              <a:t>CHIÊN THIÊN CHÚA</a:t>
            </a:r>
            <a:endParaRPr sz="4000" b="1">
              <a:solidFill>
                <a:schemeClr val="accent4"/>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accent4"/>
              </a:buClr>
              <a:buSzPts val="4000"/>
              <a:buFont typeface="Times"/>
              <a:buNone/>
            </a:pPr>
            <a:r>
              <a:rPr lang="en-US" sz="6600" b="1">
                <a:solidFill>
                  <a:schemeClr val="lt1"/>
                </a:solidFill>
                <a:latin typeface="Times New Roman"/>
                <a:ea typeface="Times New Roman"/>
                <a:cs typeface="Times New Roman"/>
                <a:sym typeface="Times New Roman"/>
              </a:rPr>
              <a:t>Lạy Chiên Thiên Chúa, Đấng xóa tội trần gian, xin thương xót chúng con.</a:t>
            </a:r>
            <a:br>
              <a:rPr lang="en-US" sz="7200" b="1">
                <a:solidFill>
                  <a:schemeClr val="lt1"/>
                </a:solidFill>
                <a:latin typeface="Times New Roman"/>
                <a:ea typeface="Times New Roman"/>
                <a:cs typeface="Times New Roman"/>
                <a:sym typeface="Times New Roman"/>
              </a:rPr>
            </a:b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20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Lạy Chiên Thiên Chúa, Đấng xóa tội trần gian: xin thương xót chúng con.</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p20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Lạy Chiên Thiên Chúa, Đấng xóa tội trần gian: xin ban bình an cho chúng con.</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pic>
        <p:nvPicPr>
          <p:cNvPr id="1097" name="Google Shape;1097;g3e5a0c7ab5b_0_339" title="chen thanh.jpg"/>
          <p:cNvPicPr preferRelativeResize="0"/>
          <p:nvPr/>
        </p:nvPicPr>
        <p:blipFill rotWithShape="1">
          <a:blip r:embed="rId3">
            <a:alphaModFix/>
          </a:blip>
          <a:srcRect l="784" t="1816"/>
          <a:stretch/>
        </p:blipFill>
        <p:spPr>
          <a:xfrm>
            <a:off x="-97300" y="0"/>
            <a:ext cx="93133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g3e9ce9eb37a_0_183"/>
          <p:cNvSpPr txBox="1">
            <a:spLocks noGrp="1"/>
          </p:cNvSpPr>
          <p:nvPr>
            <p:ph type="ctrTitle"/>
          </p:nvPr>
        </p:nvSpPr>
        <p:spPr>
          <a:xfrm>
            <a:off x="0" y="680400"/>
            <a:ext cx="9144000" cy="44631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4"/>
              </a:buClr>
              <a:buSzPts val="4000"/>
              <a:buFont typeface="Times"/>
              <a:buNone/>
            </a:pPr>
            <a:r>
              <a:rPr lang="en-US" sz="8000" b="1">
                <a:solidFill>
                  <a:schemeClr val="lt1"/>
                </a:solidFill>
                <a:latin typeface="Times New Roman"/>
                <a:ea typeface="Times New Roman"/>
                <a:cs typeface="Times New Roman"/>
                <a:sym typeface="Times New Roman"/>
              </a:rPr>
              <a:t>Như nai rừng khát mong nguồn nước, hồn tôi khát Chúa, </a:t>
            </a:r>
            <a:endParaRPr sz="8000" b="1">
              <a:solidFill>
                <a:schemeClr val="lt1"/>
              </a:solidFill>
              <a:latin typeface="Times New Roman"/>
              <a:ea typeface="Times New Roman"/>
              <a:cs typeface="Times New Roman"/>
              <a:sym typeface="Times New Roman"/>
            </a:endParaRPr>
          </a:p>
        </p:txBody>
      </p:sp>
      <p:sp>
        <p:nvSpPr>
          <p:cNvPr id="1103" name="Google Shape;1103;g3e9ce9eb37a_0_183"/>
          <p:cNvSpPr txBox="1"/>
          <p:nvPr/>
        </p:nvSpPr>
        <p:spPr>
          <a:xfrm>
            <a:off x="0" y="0"/>
            <a:ext cx="9144000" cy="800400"/>
          </a:xfrm>
          <a:prstGeom prst="rect">
            <a:avLst/>
          </a:prstGeom>
          <a:solidFill>
            <a:srgbClr val="002060"/>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accent4"/>
                </a:solidFill>
                <a:latin typeface="Times"/>
                <a:ea typeface="Times"/>
                <a:cs typeface="Times"/>
                <a:sym typeface="Times"/>
              </a:rPr>
              <a:t>CA HIỆP LỄ</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g3fac4c6c2fc_0_97"/>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4"/>
              </a:buClr>
              <a:buSzPts val="4000"/>
              <a:buFont typeface="Times"/>
              <a:buNone/>
            </a:pPr>
            <a:r>
              <a:rPr lang="en-US" sz="8000" b="1">
                <a:solidFill>
                  <a:schemeClr val="lt1"/>
                </a:solidFill>
                <a:latin typeface="Times New Roman"/>
                <a:ea typeface="Times New Roman"/>
                <a:cs typeface="Times New Roman"/>
                <a:sym typeface="Times New Roman"/>
              </a:rPr>
              <a:t>Chúa trời ôi, hồn tôi khát Chúa Trời, Chúa trời hằng sống.</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pic>
        <p:nvPicPr>
          <p:cNvPr id="1113" name="Google Shape;1113;g3e5a0c7ab5b_0_343" title="chen thanh.jpg"/>
          <p:cNvPicPr preferRelativeResize="0"/>
          <p:nvPr/>
        </p:nvPicPr>
        <p:blipFill rotWithShape="1">
          <a:blip r:embed="rId3">
            <a:alphaModFix/>
          </a:blip>
          <a:srcRect l="784" t="1816"/>
          <a:stretch/>
        </p:blipFill>
        <p:spPr>
          <a:xfrm>
            <a:off x="-97300" y="0"/>
            <a:ext cx="9313300" cy="514350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g3f491e64396_0_4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marL="0" lvl="0" indent="0" algn="ctr" rtl="0">
              <a:lnSpc>
                <a:spcPct val="90000"/>
              </a:lnSpc>
              <a:spcBef>
                <a:spcPts val="0"/>
              </a:spcBef>
              <a:spcAft>
                <a:spcPts val="0"/>
              </a:spcAft>
              <a:buClr>
                <a:schemeClr val="dk1"/>
              </a:buClr>
              <a:buSzPts val="4700"/>
              <a:buFont typeface="Times New Roman"/>
              <a:buNone/>
            </a:pPr>
            <a:r>
              <a:rPr lang="en-US" sz="4700" b="1">
                <a:solidFill>
                  <a:schemeClr val="accent4"/>
                </a:solidFill>
                <a:latin typeface="Times New Roman"/>
                <a:ea typeface="Times New Roman"/>
                <a:cs typeface="Times New Roman"/>
                <a:sym typeface="Times New Roman"/>
              </a:rPr>
              <a:t>HIỆP LỄ</a:t>
            </a:r>
            <a:br>
              <a:rPr lang="en-US" sz="4700" b="1">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TÌNH CHÚA CAO VỜI</a:t>
            </a:r>
            <a:br>
              <a:rPr lang="en-US" sz="6700" b="1">
                <a:solidFill>
                  <a:srgbClr val="FFFF00"/>
                </a:solidFill>
                <a:latin typeface="Times New Roman"/>
                <a:ea typeface="Times New Roman"/>
                <a:cs typeface="Times New Roman"/>
                <a:sym typeface="Times New Roman"/>
              </a:rPr>
            </a:br>
            <a:r>
              <a:rPr lang="en-US" sz="4700" b="1" i="1">
                <a:solidFill>
                  <a:schemeClr val="accent4"/>
                </a:solidFill>
                <a:latin typeface="Times New Roman"/>
                <a:ea typeface="Times New Roman"/>
                <a:cs typeface="Times New Roman"/>
                <a:sym typeface="Times New Roman"/>
              </a:rPr>
              <a:t>(Duy Thiên)</a:t>
            </a:r>
            <a:endParaRPr sz="6700" b="1">
              <a:solidFill>
                <a:schemeClr val="accent4"/>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g3f491e64396_0_5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Tình yêu Chúa cao vời biết bao, nào con biết đáp đền thế nào,</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g3f491e64396_0_6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để cho cân xứng Chúa ơi! Để cho cân xứng Chúa ơi!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g3f95afb83fa_0_14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rgbClr val="FFFF00"/>
                </a:solidFill>
                <a:latin typeface="Times New Roman"/>
                <a:ea typeface="Times New Roman"/>
                <a:cs typeface="Times New Roman"/>
                <a:sym typeface="Times New Roman"/>
              </a:rPr>
              <a:t>1. </a:t>
            </a:r>
            <a:r>
              <a:rPr lang="en-US" sz="8000" b="1">
                <a:solidFill>
                  <a:schemeClr val="lt1"/>
                </a:solidFill>
                <a:latin typeface="Times New Roman"/>
                <a:ea typeface="Times New Roman"/>
                <a:cs typeface="Times New Roman"/>
                <a:sym typeface="Times New Roman"/>
              </a:rPr>
              <a:t>Ôi tình yêu thương Chúa cao vời, tình yêu thương Chúa muôn đời,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g3f54ad4d3bd_0_14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Người yêu con từ ngàn xưa.</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g3faf5860435_0_8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700" b="1">
                <a:solidFill>
                  <a:schemeClr val="lt1"/>
                </a:solidFill>
                <a:latin typeface="Times New Roman"/>
                <a:ea typeface="Times New Roman"/>
                <a:cs typeface="Times New Roman"/>
                <a:sym typeface="Times New Roman"/>
              </a:rPr>
              <a:t>Từ khi chưa có đồi non từ khi chưa có trời cao chưa có vầng trăng với ngàn sao,</a:t>
            </a:r>
            <a:endParaRPr sz="7700" b="1">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g3fb2dc0a37c_0_4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700" b="1">
                <a:solidFill>
                  <a:schemeClr val="lt1"/>
                </a:solidFill>
                <a:latin typeface="Times New Roman"/>
                <a:ea typeface="Times New Roman"/>
                <a:cs typeface="Times New Roman"/>
                <a:sym typeface="Times New Roman"/>
              </a:rPr>
              <a:t>gọi con giữa muôn muôn người, tìm con giữa nơi bùn nhơ.</a:t>
            </a:r>
            <a:endParaRPr sz="7700" b="1">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g3fb2dc0a37c_0_5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Tình yêu Chúa cao vời biết bao, nào con biết đáp đền thế nào,</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g3fb2dc0a37c_0_14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để cho cân xứng Chúa ơi! Để cho cân xứng Chúa ơi!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g3fb2dc0a37c_0_6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rgbClr val="FFFF00"/>
                </a:solidFill>
                <a:latin typeface="Times New Roman"/>
                <a:ea typeface="Times New Roman"/>
                <a:cs typeface="Times New Roman"/>
                <a:sym typeface="Times New Roman"/>
              </a:rPr>
              <a:t>2. </a:t>
            </a:r>
            <a:r>
              <a:rPr lang="en-US" sz="8000" b="1">
                <a:solidFill>
                  <a:schemeClr val="lt1"/>
                </a:solidFill>
                <a:latin typeface="Times New Roman"/>
                <a:ea typeface="Times New Roman"/>
                <a:cs typeface="Times New Roman"/>
                <a:sym typeface="Times New Roman"/>
              </a:rPr>
              <a:t>Ôi vì thương con Chúa quên mình vì yêu nên hiến thân mình,</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g3fb2dc0a37c_0_6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gọi con nên bạn tình Cha.</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g3fb2dc0a37c_0_6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Dù bao sóng gió hiểm nguy dìu con đi giữa trần gian ơn Chúa ngày đêm ấp ủ con,</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g3fb2dc0a37c_0_7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700" b="1">
                <a:solidFill>
                  <a:schemeClr val="lt1"/>
                </a:solidFill>
                <a:latin typeface="Times New Roman"/>
                <a:ea typeface="Times New Roman"/>
                <a:cs typeface="Times New Roman"/>
                <a:sym typeface="Times New Roman"/>
              </a:rPr>
              <a:t>vì con Chúa quên thân mình, đời con dám mơ gì hơn.</a:t>
            </a:r>
            <a:endParaRPr sz="7700" b="1">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sp>
        <p:nvSpPr>
          <p:cNvPr id="1183" name="Google Shape;1183;g3fb2dc0a37c_0_7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Tình yêu Chúa cao vời biết bao, nào con biết đáp đền thế nào,</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g3fb2dc0a37c_0_14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để cho cân xứng Chúa ơi! Để cho cân xứng Chúa ơi!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pic>
        <p:nvPicPr>
          <p:cNvPr id="1193" name="Google Shape;1193;g3fb2dc0a37c_0_105"/>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g3faf5860435_0_12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marL="0" lvl="0" indent="0" algn="ctr" rtl="0">
              <a:lnSpc>
                <a:spcPct val="90000"/>
              </a:lnSpc>
              <a:spcBef>
                <a:spcPts val="0"/>
              </a:spcBef>
              <a:spcAft>
                <a:spcPts val="0"/>
              </a:spcAft>
              <a:buClr>
                <a:schemeClr val="dk1"/>
              </a:buClr>
              <a:buSzPts val="4700"/>
              <a:buFont typeface="Times New Roman"/>
              <a:buNone/>
            </a:pPr>
            <a:r>
              <a:rPr lang="en-US" sz="4700" b="1">
                <a:solidFill>
                  <a:schemeClr val="accent4"/>
                </a:solidFill>
                <a:latin typeface="Times New Roman"/>
                <a:ea typeface="Times New Roman"/>
                <a:cs typeface="Times New Roman"/>
                <a:sym typeface="Times New Roman"/>
              </a:rPr>
              <a:t>KẾT LỄ</a:t>
            </a:r>
            <a:br>
              <a:rPr lang="en-US" sz="4700" b="1">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XIN VÂNG NHƯ MẸ</a:t>
            </a:r>
            <a:br>
              <a:rPr lang="en-US" sz="6700" b="1">
                <a:solidFill>
                  <a:srgbClr val="FFFF00"/>
                </a:solidFill>
                <a:latin typeface="Times New Roman"/>
                <a:ea typeface="Times New Roman"/>
                <a:cs typeface="Times New Roman"/>
                <a:sym typeface="Times New Roman"/>
              </a:rPr>
            </a:br>
            <a:r>
              <a:rPr lang="en-US" sz="4700" b="1" i="1">
                <a:solidFill>
                  <a:srgbClr val="FFD966"/>
                </a:solidFill>
                <a:latin typeface="Times New Roman"/>
                <a:ea typeface="Times New Roman"/>
                <a:cs typeface="Times New Roman"/>
                <a:sym typeface="Times New Roman"/>
              </a:rPr>
              <a:t>(Thái Nguyên)</a:t>
            </a:r>
            <a:endParaRPr sz="4700" b="1">
              <a:solidFill>
                <a:srgbClr val="FFD966"/>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g3faf5860435_0_12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SzPts val="3200"/>
              <a:buNone/>
            </a:pPr>
            <a:r>
              <a:rPr lang="en-US" sz="7500" b="1">
                <a:solidFill>
                  <a:srgbClr val="FFFF00"/>
                </a:solidFill>
                <a:latin typeface="Times New Roman"/>
                <a:ea typeface="Times New Roman"/>
                <a:cs typeface="Times New Roman"/>
                <a:sym typeface="Times New Roman"/>
              </a:rPr>
              <a:t>1.</a:t>
            </a:r>
            <a:r>
              <a:rPr lang="en-US" sz="7500" b="1">
                <a:solidFill>
                  <a:srgbClr val="FFFFFF"/>
                </a:solidFill>
                <a:latin typeface="Times New Roman"/>
                <a:ea typeface="Times New Roman"/>
                <a:cs typeface="Times New Roman"/>
                <a:sym typeface="Times New Roman"/>
              </a:rPr>
              <a:t> Xin vâng như Mẹ một lần, dù đau thương không hề vương vấn.</a:t>
            </a:r>
            <a:endParaRPr sz="7500" b="1">
              <a:solidFill>
                <a:srgbClr val="FFFFFF"/>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g3faf5860435_0_2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SzPts val="3200"/>
              <a:buNone/>
            </a:pPr>
            <a:r>
              <a:rPr lang="en-US" sz="7500" b="1">
                <a:solidFill>
                  <a:srgbClr val="FFFFFF"/>
                </a:solidFill>
                <a:latin typeface="Times New Roman"/>
                <a:ea typeface="Times New Roman"/>
                <a:cs typeface="Times New Roman"/>
                <a:sym typeface="Times New Roman"/>
              </a:rPr>
              <a:t>Xin vâng như Mẹ khi xưa, dù đường đời dong duổi nắng mưa.</a:t>
            </a:r>
            <a:endParaRPr sz="7500" b="1">
              <a:solidFill>
                <a:srgbClr val="FFFFFF"/>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g3faf5860435_0_22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SzPts val="3200"/>
              <a:buNone/>
            </a:pPr>
            <a:r>
              <a:rPr lang="en-US" sz="7500" b="1">
                <a:solidFill>
                  <a:srgbClr val="FFFF00"/>
                </a:solidFill>
                <a:latin typeface="Times New Roman"/>
                <a:ea typeface="Times New Roman"/>
                <a:cs typeface="Times New Roman"/>
                <a:sym typeface="Times New Roman"/>
              </a:rPr>
              <a:t>ĐK.</a:t>
            </a:r>
            <a:r>
              <a:rPr lang="en-US" sz="7500" b="1">
                <a:solidFill>
                  <a:srgbClr val="FFFFFF"/>
                </a:solidFill>
                <a:latin typeface="Times New Roman"/>
                <a:ea typeface="Times New Roman"/>
                <a:cs typeface="Times New Roman"/>
                <a:sym typeface="Times New Roman"/>
              </a:rPr>
              <a:t> Xin vâng cho trọn tình yêu. Xin vâng cho trọn chữ hiếu.</a:t>
            </a:r>
            <a:endParaRPr sz="7500" b="1">
              <a:solidFill>
                <a:srgbClr val="FFFFFF"/>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1217"/>
        <p:cNvGrpSpPr/>
        <p:nvPr/>
      </p:nvGrpSpPr>
      <p:grpSpPr>
        <a:xfrm>
          <a:off x="0" y="0"/>
          <a:ext cx="0" cy="0"/>
          <a:chOff x="0" y="0"/>
          <a:chExt cx="0" cy="0"/>
        </a:xfrm>
      </p:grpSpPr>
      <p:sp>
        <p:nvSpPr>
          <p:cNvPr id="1218" name="Google Shape;1218;g3faf5860435_0_22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SzPts val="3200"/>
              <a:buNone/>
            </a:pPr>
            <a:r>
              <a:rPr lang="en-US" sz="7500" b="1">
                <a:solidFill>
                  <a:srgbClr val="FFFFFF"/>
                </a:solidFill>
                <a:latin typeface="Times New Roman"/>
                <a:ea typeface="Times New Roman"/>
                <a:cs typeface="Times New Roman"/>
                <a:sym typeface="Times New Roman"/>
              </a:rPr>
              <a:t>Dẫu cho đường đời đau thương nhiều, với Mẹ yêu con đâu sợ cô liêu.</a:t>
            </a:r>
            <a:endParaRPr sz="7500" b="1">
              <a:solidFill>
                <a:srgbClr val="FFFFFF"/>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pic>
        <p:nvPicPr>
          <p:cNvPr id="1223" name="Google Shape;1223;g3fb2dc0a37c_0_109"/>
          <p:cNvPicPr preferRelativeResize="0"/>
          <p:nvPr/>
        </p:nvPicPr>
        <p:blipFill rotWithShape="1">
          <a:blip r:embed="rId3">
            <a:alphaModFix/>
          </a:blip>
          <a:srcRect/>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3249</Words>
  <Application>Microsoft Office PowerPoint</Application>
  <PresentationFormat>On-screen Show (16:9)</PresentationFormat>
  <Paragraphs>255</Paragraphs>
  <Slides>196</Slides>
  <Notes>196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196</vt:i4>
      </vt:variant>
    </vt:vector>
  </HeadingPairs>
  <TitlesOfParts>
    <vt:vector size="201" baseType="lpstr">
      <vt:lpstr>Arial</vt:lpstr>
      <vt:lpstr>Calibri</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ĐI VỀ NHÀ CHA (Thái Nguyên)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KINH VINH DANH</vt:lpstr>
      <vt:lpstr>A+B: và bình an dưới thế cho người thiện tâm.</vt:lpstr>
      <vt:lpstr>A: Chúng con ca ngợi Chúa, B: chúng con chúc tụng Chúa,</vt:lpstr>
      <vt:lpstr>A: chúng   con thờ lạy Chúa, 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94 (Lm. Thái Nguyên) (03 câu)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All… All…  Chúa phán: “Thầy gọi các con là bạn hữu,</vt:lpstr>
      <vt:lpstr>vì tất cả những gì Thầy đã nghe biết ở nơi Cha Thầy, thì Thầy đã cho các con được biết”. All..</vt:lpstr>
      <vt:lpstr>PowerPoint Presentation</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 Được sinh ra mà không phải được tạo thành, </vt:lpstr>
      <vt:lpstr>đồng bản thể với Đức Chúa Cha: 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 Thời quan Phong-xi-ô Phi-la-tô; </vt:lpstr>
      <vt:lpstr>Người chịu khổ hình và mai táng, ngày thứ ba Người sống lại như lời Thánh Kinh.</vt:lpstr>
      <vt:lpstr>Người lên trời, ngự bên hữu Đức Chúa Cha, và Người sẽ lại đến trong vinh quang</vt:lpstr>
      <vt:lpstr>để phán xét kẻ sống và kẻ chết, Nước Người sẽ không bao giờ cùng.</vt:lpstr>
      <vt:lpstr>Tôi tin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TẤM LÒNG (Phanxicô)</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KINH THÁNH, THÁNH Thánh, Thánh, Thánh. Chúa là Thiên Chúa các đạo binh </vt:lpstr>
      <vt:lpstr>Trời đất đầy vinh quang Chúa. Hoan hô Chúa trên các tầng trời.</vt:lpstr>
      <vt:lpstr>Chúc tụng Đấng ngự đến nhân danh Chúa. Hoan hô Chúa trên các tầng trời.</vt:lpstr>
      <vt:lpstr>PowerPoint Presentation</vt:lpstr>
      <vt:lpstr> CHIÊN THIÊN CHÚA Lạy Chiên Thiên Chúa, Đấng xóa tội trần gian, xin thương xót chúng con. </vt:lpstr>
      <vt:lpstr>Lạy Chiên Thiên Chúa, Đấng xóa tội trần gian: xin thương xót chúng con.</vt:lpstr>
      <vt:lpstr>Lạy Chiên Thiên Chúa, Đấng xóa tội trần gian: xin ban bình an cho chúng con.</vt:lpstr>
      <vt:lpstr>PowerPoint Presentation</vt:lpstr>
      <vt:lpstr>Như nai rừng khát mong nguồn nước, hồn tôi khát Chúa, </vt:lpstr>
      <vt:lpstr>Chúa trời ôi, hồn tôi khát Chúa Trời, Chúa trời hằng sống.</vt:lpstr>
      <vt:lpstr>PowerPoint Presentation</vt:lpstr>
      <vt:lpstr>HIỆP LỄ TÌNH CHÚA CAO VỜI (Duy Thiên)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KẾT LỄ XIN VÂNG NHƯ MẸ (Thái Nguyên)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Lý Thanh Ngô</cp:lastModifiedBy>
  <cp:revision>1</cp:revision>
  <dcterms:created xsi:type="dcterms:W3CDTF">2023-01-29T22:00:16Z</dcterms:created>
  <dcterms:modified xsi:type="dcterms:W3CDTF">2026-09-05T07:04:41Z</dcterms:modified>
</cp:coreProperties>
</file>