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8"/>
  </p:notesMasterIdLst>
  <p:sldIdLst>
    <p:sldId id="341"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469" r:id="rId40"/>
    <p:sldId id="459" r:id="rId41"/>
    <p:sldId id="460" r:id="rId42"/>
    <p:sldId id="461" r:id="rId43"/>
    <p:sldId id="462" r:id="rId44"/>
    <p:sldId id="463" r:id="rId45"/>
    <p:sldId id="464" r:id="rId46"/>
    <p:sldId id="465" r:id="rId47"/>
    <p:sldId id="466" r:id="rId48"/>
    <p:sldId id="467" r:id="rId49"/>
    <p:sldId id="468" r:id="rId50"/>
    <p:sldId id="470" r:id="rId51"/>
    <p:sldId id="471" r:id="rId52"/>
    <p:sldId id="472" r:id="rId53"/>
    <p:sldId id="473" r:id="rId54"/>
    <p:sldId id="474" r:id="rId55"/>
    <p:sldId id="476" r:id="rId56"/>
    <p:sldId id="477" r:id="rId57"/>
    <p:sldId id="475" r:id="rId58"/>
    <p:sldId id="478" r:id="rId59"/>
    <p:sldId id="479" r:id="rId60"/>
    <p:sldId id="480" r:id="rId61"/>
    <p:sldId id="481" r:id="rId62"/>
    <p:sldId id="482" r:id="rId63"/>
    <p:sldId id="483" r:id="rId64"/>
    <p:sldId id="484" r:id="rId65"/>
    <p:sldId id="485" r:id="rId66"/>
    <p:sldId id="486" r:id="rId67"/>
    <p:sldId id="487" r:id="rId68"/>
    <p:sldId id="488" r:id="rId69"/>
    <p:sldId id="458" r:id="rId70"/>
    <p:sldId id="347" r:id="rId71"/>
    <p:sldId id="348" r:id="rId72"/>
    <p:sldId id="349" r:id="rId73"/>
    <p:sldId id="350" r:id="rId74"/>
    <p:sldId id="351" r:id="rId75"/>
    <p:sldId id="352" r:id="rId76"/>
    <p:sldId id="353" r:id="rId77"/>
    <p:sldId id="354" r:id="rId78"/>
    <p:sldId id="355" r:id="rId79"/>
    <p:sldId id="356" r:id="rId80"/>
    <p:sldId id="357" r:id="rId81"/>
    <p:sldId id="358" r:id="rId82"/>
    <p:sldId id="359" r:id="rId83"/>
    <p:sldId id="360" r:id="rId84"/>
    <p:sldId id="361" r:id="rId85"/>
    <p:sldId id="362" r:id="rId86"/>
    <p:sldId id="363" r:id="rId87"/>
    <p:sldId id="364" r:id="rId88"/>
    <p:sldId id="365" r:id="rId89"/>
    <p:sldId id="366" r:id="rId90"/>
    <p:sldId id="367" r:id="rId91"/>
    <p:sldId id="376" r:id="rId92"/>
    <p:sldId id="377" r:id="rId93"/>
    <p:sldId id="378" r:id="rId94"/>
    <p:sldId id="380" r:id="rId95"/>
    <p:sldId id="402" r:id="rId96"/>
    <p:sldId id="403" r:id="rId97"/>
    <p:sldId id="404" r:id="rId98"/>
    <p:sldId id="405" r:id="rId99"/>
    <p:sldId id="406" r:id="rId100"/>
    <p:sldId id="407" r:id="rId101"/>
    <p:sldId id="408" r:id="rId102"/>
    <p:sldId id="452" r:id="rId103"/>
    <p:sldId id="453" r:id="rId104"/>
    <p:sldId id="412" r:id="rId105"/>
    <p:sldId id="413" r:id="rId106"/>
    <p:sldId id="414" r:id="rId107"/>
    <p:sldId id="415" r:id="rId108"/>
    <p:sldId id="446" r:id="rId109"/>
    <p:sldId id="417" r:id="rId110"/>
    <p:sldId id="418" r:id="rId111"/>
    <p:sldId id="419" r:id="rId112"/>
    <p:sldId id="447" r:id="rId113"/>
    <p:sldId id="421" r:id="rId114"/>
    <p:sldId id="422" r:id="rId115"/>
    <p:sldId id="423" r:id="rId116"/>
    <p:sldId id="424" r:id="rId117"/>
    <p:sldId id="425" r:id="rId118"/>
    <p:sldId id="426" r:id="rId119"/>
    <p:sldId id="427" r:id="rId120"/>
    <p:sldId id="428" r:id="rId121"/>
    <p:sldId id="448" r:id="rId122"/>
    <p:sldId id="449" r:id="rId123"/>
    <p:sldId id="429" r:id="rId124"/>
    <p:sldId id="454" r:id="rId125"/>
    <p:sldId id="455" r:id="rId126"/>
    <p:sldId id="433" r:id="rId127"/>
    <p:sldId id="434" r:id="rId128"/>
    <p:sldId id="450" r:id="rId129"/>
    <p:sldId id="456" r:id="rId130"/>
    <p:sldId id="457" r:id="rId131"/>
    <p:sldId id="435" r:id="rId132"/>
    <p:sldId id="437" r:id="rId133"/>
    <p:sldId id="438" r:id="rId134"/>
    <p:sldId id="439" r:id="rId135"/>
    <p:sldId id="440" r:id="rId136"/>
    <p:sldId id="441" r:id="rId137"/>
  </p:sldIdLst>
  <p:sldSz cx="9144000" cy="5143500" type="screen16x9"/>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2" roundtripDataSignature="AMtx7mjcfwyw3J0gRCkNu1k+TOeZEvoqd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80" Type="http://schemas.openxmlformats.org/officeDocument/2006/relationships/slide" Target="slides/slide79.xml"/><Relationship Id="rId85" Type="http://schemas.openxmlformats.org/officeDocument/2006/relationships/slide" Target="slides/slide84.xml"/><Relationship Id="rId192" Type="http://customschemas.google.com/relationships/presentationmetadata" Target="meta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93"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4"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95"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96" Type="http://schemas.openxmlformats.org/officeDocument/2006/relationships/tableStyles" Target="tableStyles.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29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f16ddd2213_0_8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1" name="Google Shape;511;g3f16ddd2213_0_8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1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e5a0c7ab5b_0_37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g3e5a0c7ab5b_0_37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e5a0c7ab5b_0_38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g3e5a0c7ab5b_0_38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e5a0c7ab5b_0_38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3e5a0c7ab5b_0_38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e5a0c7ab5b_0_39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g3e5a0c7ab5b_0_391: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e5a0c7ab5b_0_3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g3e5a0c7ab5b_0_39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e5a0c7ab5b_0_39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g3e5a0c7ab5b_0_39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e5a0c7ab5b_0_40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3e5a0c7ab5b_0_40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e5a0c7ab5b_0_40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g3e5a0c7ab5b_0_40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e5a0c7ab5b_0_41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e5a0c7ab5b_0_411: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e5a0c7ab5b_0_41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g3e5a0c7ab5b_0_41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e5a0c7ab5b_0_41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g3e5a0c7ab5b_0_41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e5a0c7ab5b_0_42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g3e5a0c7ab5b_0_42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e5a0c7ab5b_0_42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g3e5a0c7ab5b_0_42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2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2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2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2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3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3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3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p3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3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p3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3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 name="Google Shape;246;p3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3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3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p3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3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3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BFC0A7BE-11A8-627F-6D5D-CDC010225D38}"/>
            </a:ext>
          </a:extLst>
        </p:cNvPr>
        <p:cNvGrpSpPr/>
        <p:nvPr/>
      </p:nvGrpSpPr>
      <p:grpSpPr>
        <a:xfrm>
          <a:off x="0" y="0"/>
          <a:ext cx="0" cy="0"/>
          <a:chOff x="0" y="0"/>
          <a:chExt cx="0" cy="0"/>
        </a:xfrm>
      </p:grpSpPr>
      <p:sp>
        <p:nvSpPr>
          <p:cNvPr id="260" name="Google Shape;260;p36:notes">
            <a:extLst>
              <a:ext uri="{FF2B5EF4-FFF2-40B4-BE49-F238E27FC236}">
                <a16:creationId xmlns:a16="http://schemas.microsoft.com/office/drawing/2014/main" id="{345796EA-1081-3DE9-B5FA-76E6BDD9965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36:notes">
            <a:extLst>
              <a:ext uri="{FF2B5EF4-FFF2-40B4-BE49-F238E27FC236}">
                <a16:creationId xmlns:a16="http://schemas.microsoft.com/office/drawing/2014/main" id="{D967B1EE-DFF1-854C-BACD-8FA7F38EAAB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19443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ED7CDC55-5071-78F2-B86D-D341A695CB06}"/>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7E0C355F-3C54-68C3-5B5D-15B56CFB52AB}"/>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C548909C-8626-D621-046B-4E5E478B5119}"/>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93992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A73DA449-3762-0D99-6032-1BE868D88EF0}"/>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2015E88B-1A94-052D-50BC-2FB2E86B9505}"/>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504588E2-94AA-F5E0-5A3E-392E491EEFD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67123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1A7CCBD2-0A24-2B70-F5DA-A996205FC3B9}"/>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803041CF-938E-A3AB-1A1F-618D838288E8}"/>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709C6322-79D0-0A53-2BC4-1D4CFD7E93B3}"/>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70067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8A76EF40-C44B-8505-F722-43445541A416}"/>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A45E8D38-9C6C-E54C-B754-29CB0FC0338A}"/>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C9F058DF-B6E2-CA1B-8BF3-2EB66EA7A14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28297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D1F64204-696C-D301-00AC-DC0B8B074B55}"/>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1F3B334F-4731-B909-5745-609F1D648B09}"/>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30A6EF77-2697-EEF7-00D9-055FA338442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44638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591C3A5A-CA39-BB6C-5E2D-309440B5A827}"/>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3123D37C-7140-3F1C-A754-92EA8959F395}"/>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9ABD6C98-0014-600C-F606-98B1E1ECB87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55578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D03B6551-85C2-EC01-3D71-B1AFC04D93EB}"/>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D6871DDB-99D1-1A46-6B53-6191593E12A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99E5C374-79BB-1B00-DB85-E47D47D5DA7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750091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B7916D9C-AA4F-805F-7899-5BB959E89B4F}"/>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504C7E16-1C71-368F-6FE7-B8332F5D5873}"/>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D1FF30D0-0251-D7B2-9021-266A32EB0A6F}"/>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90583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9671A318-93E1-6279-34A4-D829E34A126F}"/>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3E022214-F941-7691-BEBC-7C6BA871EBB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AF9A34F0-BED3-73FC-7709-4895E12D8B8B}"/>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06284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B5A6146C-BD40-4A84-0FF7-76954E5EFD0E}"/>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19353AE3-726D-2EFD-7136-0E84B68FB763}"/>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957F5C78-7E59-4DA7-4D75-F157CD621EB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987839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BD6EFA53-A193-B40B-DE90-919205B871C7}"/>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6C97EE71-25CF-ED64-8EB5-0D8C4A6259F8}"/>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00BFC39C-2231-8304-E530-F8E7363782E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69307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E1AF390F-8B28-7238-BBF3-0765EB62F846}"/>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9110EB0D-9196-09C9-82B2-D6A11D4C1E81}"/>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47251E59-4192-76E6-3AB4-A1783BA1197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86576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430F98EA-6320-8EB7-E595-5428374EB1BC}"/>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FFD5D53A-8039-8364-79DE-589DA530841E}"/>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E1272A3E-A921-3DE9-4697-A01E8C6333B8}"/>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313874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102D7C71-24DB-FA4F-23DE-BD54F09C2226}"/>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11EEC879-04F9-6FD5-3DEA-8DD856E9F1CE}"/>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506CAF8F-7999-1228-EBA5-090953B50199}"/>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97012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936BE9C5-59F8-7660-D241-6D82C7FDCF75}"/>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E9717058-381E-1424-4E20-4179A9E92711}"/>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FB645B9F-449D-7C5F-6B16-7F761C95F328}"/>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98790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94477557-6E5C-8EC2-5C29-4466FE205630}"/>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FD22701D-A986-5387-33FC-F626B3564123}"/>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7DC1D21C-65F6-E49D-6728-02D9CC063E9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731240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3807286D-5290-8582-BF29-BD306A01A358}"/>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A79C9D41-AE4C-D9D0-3DE2-1DE4714A7D22}"/>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BC29CCFB-FC66-9D0B-E4B7-352DCDE2DFA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94537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a:extLst>
            <a:ext uri="{FF2B5EF4-FFF2-40B4-BE49-F238E27FC236}">
              <a16:creationId xmlns:a16="http://schemas.microsoft.com/office/drawing/2014/main" id="{070D4403-6BB0-A79A-04CC-4E0F6FBC950D}"/>
            </a:ext>
          </a:extLst>
        </p:cNvPr>
        <p:cNvGrpSpPr/>
        <p:nvPr/>
      </p:nvGrpSpPr>
      <p:grpSpPr>
        <a:xfrm>
          <a:off x="0" y="0"/>
          <a:ext cx="0" cy="0"/>
          <a:chOff x="0" y="0"/>
          <a:chExt cx="0" cy="0"/>
        </a:xfrm>
      </p:grpSpPr>
      <p:sp>
        <p:nvSpPr>
          <p:cNvPr id="270" name="Google Shape;270;p38:notes">
            <a:extLst>
              <a:ext uri="{FF2B5EF4-FFF2-40B4-BE49-F238E27FC236}">
                <a16:creationId xmlns:a16="http://schemas.microsoft.com/office/drawing/2014/main" id="{1D428C63-6621-7196-C28D-ACCD5FDD7EF3}"/>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a:extLst>
              <a:ext uri="{FF2B5EF4-FFF2-40B4-BE49-F238E27FC236}">
                <a16:creationId xmlns:a16="http://schemas.microsoft.com/office/drawing/2014/main" id="{0A84139B-726E-A528-F10D-4E44C1F296E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64385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29BB3434-8438-44A1-8F2D-A646A2496649}"/>
            </a:ext>
          </a:extLst>
        </p:cNvPr>
        <p:cNvGrpSpPr/>
        <p:nvPr/>
      </p:nvGrpSpPr>
      <p:grpSpPr>
        <a:xfrm>
          <a:off x="0" y="0"/>
          <a:ext cx="0" cy="0"/>
          <a:chOff x="0" y="0"/>
          <a:chExt cx="0" cy="0"/>
        </a:xfrm>
      </p:grpSpPr>
      <p:sp>
        <p:nvSpPr>
          <p:cNvPr id="260" name="Google Shape;260;p36:notes">
            <a:extLst>
              <a:ext uri="{FF2B5EF4-FFF2-40B4-BE49-F238E27FC236}">
                <a16:creationId xmlns:a16="http://schemas.microsoft.com/office/drawing/2014/main" id="{ABA0B733-EB14-E011-6758-A17915899322}"/>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36:notes">
            <a:extLst>
              <a:ext uri="{FF2B5EF4-FFF2-40B4-BE49-F238E27FC236}">
                <a16:creationId xmlns:a16="http://schemas.microsoft.com/office/drawing/2014/main" id="{AB495506-768B-75E9-2822-5227C52BAF0F}"/>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378994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92DE453F-A579-CA2A-9326-5E6479FAF0FC}"/>
            </a:ext>
          </a:extLst>
        </p:cNvPr>
        <p:cNvGrpSpPr/>
        <p:nvPr/>
      </p:nvGrpSpPr>
      <p:grpSpPr>
        <a:xfrm>
          <a:off x="0" y="0"/>
          <a:ext cx="0" cy="0"/>
          <a:chOff x="0" y="0"/>
          <a:chExt cx="0" cy="0"/>
        </a:xfrm>
      </p:grpSpPr>
      <p:sp>
        <p:nvSpPr>
          <p:cNvPr id="265" name="Google Shape;265;p37:notes">
            <a:extLst>
              <a:ext uri="{FF2B5EF4-FFF2-40B4-BE49-F238E27FC236}">
                <a16:creationId xmlns:a16="http://schemas.microsoft.com/office/drawing/2014/main" id="{3995F2FA-5BFD-7CD2-0D9C-F129788C6A62}"/>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7:notes">
            <a:extLst>
              <a:ext uri="{FF2B5EF4-FFF2-40B4-BE49-F238E27FC236}">
                <a16:creationId xmlns:a16="http://schemas.microsoft.com/office/drawing/2014/main" id="{2A107F55-76BE-F2F5-B96D-B9A66134FCF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46506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5E2693F0-E00B-8941-A4ED-CF5087F9B0ED}"/>
            </a:ext>
          </a:extLst>
        </p:cNvPr>
        <p:cNvGrpSpPr/>
        <p:nvPr/>
      </p:nvGrpSpPr>
      <p:grpSpPr>
        <a:xfrm>
          <a:off x="0" y="0"/>
          <a:ext cx="0" cy="0"/>
          <a:chOff x="0" y="0"/>
          <a:chExt cx="0" cy="0"/>
        </a:xfrm>
      </p:grpSpPr>
      <p:sp>
        <p:nvSpPr>
          <p:cNvPr id="265" name="Google Shape;265;p37:notes">
            <a:extLst>
              <a:ext uri="{FF2B5EF4-FFF2-40B4-BE49-F238E27FC236}">
                <a16:creationId xmlns:a16="http://schemas.microsoft.com/office/drawing/2014/main" id="{1D91DF52-297D-3BF8-5815-54F95965832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7:notes">
            <a:extLst>
              <a:ext uri="{FF2B5EF4-FFF2-40B4-BE49-F238E27FC236}">
                <a16:creationId xmlns:a16="http://schemas.microsoft.com/office/drawing/2014/main" id="{A73A25EA-0C15-5BF0-41AF-C59BC436C70F}"/>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279818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6C9F384B-30DE-2D2E-FF94-410CA30AA49D}"/>
            </a:ext>
          </a:extLst>
        </p:cNvPr>
        <p:cNvGrpSpPr/>
        <p:nvPr/>
      </p:nvGrpSpPr>
      <p:grpSpPr>
        <a:xfrm>
          <a:off x="0" y="0"/>
          <a:ext cx="0" cy="0"/>
          <a:chOff x="0" y="0"/>
          <a:chExt cx="0" cy="0"/>
        </a:xfrm>
      </p:grpSpPr>
      <p:sp>
        <p:nvSpPr>
          <p:cNvPr id="265" name="Google Shape;265;p37:notes">
            <a:extLst>
              <a:ext uri="{FF2B5EF4-FFF2-40B4-BE49-F238E27FC236}">
                <a16:creationId xmlns:a16="http://schemas.microsoft.com/office/drawing/2014/main" id="{E2CC8783-4F18-C4B7-E834-430304087A70}"/>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7:notes">
            <a:extLst>
              <a:ext uri="{FF2B5EF4-FFF2-40B4-BE49-F238E27FC236}">
                <a16:creationId xmlns:a16="http://schemas.microsoft.com/office/drawing/2014/main" id="{0522EC72-4CC4-F571-1A4E-70314A782C8E}"/>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465224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BC17C1F8-ACE6-09AB-E64C-74285DE399D8}"/>
            </a:ext>
          </a:extLst>
        </p:cNvPr>
        <p:cNvGrpSpPr/>
        <p:nvPr/>
      </p:nvGrpSpPr>
      <p:grpSpPr>
        <a:xfrm>
          <a:off x="0" y="0"/>
          <a:ext cx="0" cy="0"/>
          <a:chOff x="0" y="0"/>
          <a:chExt cx="0" cy="0"/>
        </a:xfrm>
      </p:grpSpPr>
      <p:sp>
        <p:nvSpPr>
          <p:cNvPr id="265" name="Google Shape;265;p37:notes">
            <a:extLst>
              <a:ext uri="{FF2B5EF4-FFF2-40B4-BE49-F238E27FC236}">
                <a16:creationId xmlns:a16="http://schemas.microsoft.com/office/drawing/2014/main" id="{BA1BC96A-14BB-F0EF-851D-7DA9F67DA144}"/>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7:notes">
            <a:extLst>
              <a:ext uri="{FF2B5EF4-FFF2-40B4-BE49-F238E27FC236}">
                <a16:creationId xmlns:a16="http://schemas.microsoft.com/office/drawing/2014/main" id="{BF17762F-B791-8C2B-92E9-A211BE90B8A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542848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E9FF310D-3368-5269-46FC-BE82F9C0FAF5}"/>
            </a:ext>
          </a:extLst>
        </p:cNvPr>
        <p:cNvGrpSpPr/>
        <p:nvPr/>
      </p:nvGrpSpPr>
      <p:grpSpPr>
        <a:xfrm>
          <a:off x="0" y="0"/>
          <a:ext cx="0" cy="0"/>
          <a:chOff x="0" y="0"/>
          <a:chExt cx="0" cy="0"/>
        </a:xfrm>
      </p:grpSpPr>
      <p:sp>
        <p:nvSpPr>
          <p:cNvPr id="265" name="Google Shape;265;p37:notes">
            <a:extLst>
              <a:ext uri="{FF2B5EF4-FFF2-40B4-BE49-F238E27FC236}">
                <a16:creationId xmlns:a16="http://schemas.microsoft.com/office/drawing/2014/main" id="{96978F26-9BB2-1E4B-EDBC-020AF928565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7:notes">
            <a:extLst>
              <a:ext uri="{FF2B5EF4-FFF2-40B4-BE49-F238E27FC236}">
                <a16:creationId xmlns:a16="http://schemas.microsoft.com/office/drawing/2014/main" id="{9821C977-4556-71C5-ABFE-F0432F32DD9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342457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00DA6122-CB30-2603-2B39-C9C794617850}"/>
            </a:ext>
          </a:extLst>
        </p:cNvPr>
        <p:cNvGrpSpPr/>
        <p:nvPr/>
      </p:nvGrpSpPr>
      <p:grpSpPr>
        <a:xfrm>
          <a:off x="0" y="0"/>
          <a:ext cx="0" cy="0"/>
          <a:chOff x="0" y="0"/>
          <a:chExt cx="0" cy="0"/>
        </a:xfrm>
      </p:grpSpPr>
      <p:sp>
        <p:nvSpPr>
          <p:cNvPr id="265" name="Google Shape;265;p37:notes">
            <a:extLst>
              <a:ext uri="{FF2B5EF4-FFF2-40B4-BE49-F238E27FC236}">
                <a16:creationId xmlns:a16="http://schemas.microsoft.com/office/drawing/2014/main" id="{B110AFF4-8D85-DF69-B3DF-C8F682F61DC4}"/>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7:notes">
            <a:extLst>
              <a:ext uri="{FF2B5EF4-FFF2-40B4-BE49-F238E27FC236}">
                <a16:creationId xmlns:a16="http://schemas.microsoft.com/office/drawing/2014/main" id="{00BE8AFA-283E-DCAD-E744-38D6C47D30D9}"/>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294234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C882F1CD-B55E-0450-4386-B22638E616F8}"/>
            </a:ext>
          </a:extLst>
        </p:cNvPr>
        <p:cNvGrpSpPr/>
        <p:nvPr/>
      </p:nvGrpSpPr>
      <p:grpSpPr>
        <a:xfrm>
          <a:off x="0" y="0"/>
          <a:ext cx="0" cy="0"/>
          <a:chOff x="0" y="0"/>
          <a:chExt cx="0" cy="0"/>
        </a:xfrm>
      </p:grpSpPr>
      <p:sp>
        <p:nvSpPr>
          <p:cNvPr id="265" name="Google Shape;265;p37:notes">
            <a:extLst>
              <a:ext uri="{FF2B5EF4-FFF2-40B4-BE49-F238E27FC236}">
                <a16:creationId xmlns:a16="http://schemas.microsoft.com/office/drawing/2014/main" id="{3520B5C1-7DC5-9AC8-4874-DF222285DB0B}"/>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7:notes">
            <a:extLst>
              <a:ext uri="{FF2B5EF4-FFF2-40B4-BE49-F238E27FC236}">
                <a16:creationId xmlns:a16="http://schemas.microsoft.com/office/drawing/2014/main" id="{C6D8CB06-992D-EF5E-D373-19E83170953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391813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D9CDF122-4B44-9F35-B557-9FF7019667D8}"/>
            </a:ext>
          </a:extLst>
        </p:cNvPr>
        <p:cNvGrpSpPr/>
        <p:nvPr/>
      </p:nvGrpSpPr>
      <p:grpSpPr>
        <a:xfrm>
          <a:off x="0" y="0"/>
          <a:ext cx="0" cy="0"/>
          <a:chOff x="0" y="0"/>
          <a:chExt cx="0" cy="0"/>
        </a:xfrm>
      </p:grpSpPr>
      <p:sp>
        <p:nvSpPr>
          <p:cNvPr id="265" name="Google Shape;265;p37:notes">
            <a:extLst>
              <a:ext uri="{FF2B5EF4-FFF2-40B4-BE49-F238E27FC236}">
                <a16:creationId xmlns:a16="http://schemas.microsoft.com/office/drawing/2014/main" id="{A3915928-7BE4-A58A-76AA-703ED754F3AD}"/>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7:notes">
            <a:extLst>
              <a:ext uri="{FF2B5EF4-FFF2-40B4-BE49-F238E27FC236}">
                <a16:creationId xmlns:a16="http://schemas.microsoft.com/office/drawing/2014/main" id="{02FDE130-2ED6-C975-5A01-0FC52DE6A092}"/>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388661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D3319060-BF62-C435-6132-F30D4775372F}"/>
            </a:ext>
          </a:extLst>
        </p:cNvPr>
        <p:cNvGrpSpPr/>
        <p:nvPr/>
      </p:nvGrpSpPr>
      <p:grpSpPr>
        <a:xfrm>
          <a:off x="0" y="0"/>
          <a:ext cx="0" cy="0"/>
          <a:chOff x="0" y="0"/>
          <a:chExt cx="0" cy="0"/>
        </a:xfrm>
      </p:grpSpPr>
      <p:sp>
        <p:nvSpPr>
          <p:cNvPr id="265" name="Google Shape;265;p37:notes">
            <a:extLst>
              <a:ext uri="{FF2B5EF4-FFF2-40B4-BE49-F238E27FC236}">
                <a16:creationId xmlns:a16="http://schemas.microsoft.com/office/drawing/2014/main" id="{3BCA2CF1-DBE1-F601-BF2B-CD11B888F822}"/>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7:notes">
            <a:extLst>
              <a:ext uri="{FF2B5EF4-FFF2-40B4-BE49-F238E27FC236}">
                <a16:creationId xmlns:a16="http://schemas.microsoft.com/office/drawing/2014/main" id="{FF3EB528-D734-5655-3340-41A67C54520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863461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C57C6190-35C8-5503-DB60-44D3EBFE1F40}"/>
            </a:ext>
          </a:extLst>
        </p:cNvPr>
        <p:cNvGrpSpPr/>
        <p:nvPr/>
      </p:nvGrpSpPr>
      <p:grpSpPr>
        <a:xfrm>
          <a:off x="0" y="0"/>
          <a:ext cx="0" cy="0"/>
          <a:chOff x="0" y="0"/>
          <a:chExt cx="0" cy="0"/>
        </a:xfrm>
      </p:grpSpPr>
      <p:sp>
        <p:nvSpPr>
          <p:cNvPr id="265" name="Google Shape;265;p37:notes">
            <a:extLst>
              <a:ext uri="{FF2B5EF4-FFF2-40B4-BE49-F238E27FC236}">
                <a16:creationId xmlns:a16="http://schemas.microsoft.com/office/drawing/2014/main" id="{07207074-9772-C9B7-3CEA-C96DED22AD28}"/>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7:notes">
            <a:extLst>
              <a:ext uri="{FF2B5EF4-FFF2-40B4-BE49-F238E27FC236}">
                <a16:creationId xmlns:a16="http://schemas.microsoft.com/office/drawing/2014/main" id="{07E350EA-E176-24F6-150C-DCAA512A861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539976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a:extLst>
            <a:ext uri="{FF2B5EF4-FFF2-40B4-BE49-F238E27FC236}">
              <a16:creationId xmlns:a16="http://schemas.microsoft.com/office/drawing/2014/main" id="{76A8BA13-63BE-5DA2-7F2F-269A74DF91BE}"/>
            </a:ext>
          </a:extLst>
        </p:cNvPr>
        <p:cNvGrpSpPr/>
        <p:nvPr/>
      </p:nvGrpSpPr>
      <p:grpSpPr>
        <a:xfrm>
          <a:off x="0" y="0"/>
          <a:ext cx="0" cy="0"/>
          <a:chOff x="0" y="0"/>
          <a:chExt cx="0" cy="0"/>
        </a:xfrm>
      </p:grpSpPr>
      <p:sp>
        <p:nvSpPr>
          <p:cNvPr id="510" name="Google Shape;510;g3f16ddd2213_0_81:notes">
            <a:extLst>
              <a:ext uri="{FF2B5EF4-FFF2-40B4-BE49-F238E27FC236}">
                <a16:creationId xmlns:a16="http://schemas.microsoft.com/office/drawing/2014/main" id="{AC52F2A7-42A7-5740-E777-0E582584A20A}"/>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1" name="Google Shape;511;g3f16ddd2213_0_81:notes">
            <a:extLst>
              <a:ext uri="{FF2B5EF4-FFF2-40B4-BE49-F238E27FC236}">
                <a16:creationId xmlns:a16="http://schemas.microsoft.com/office/drawing/2014/main" id="{72B8234A-0909-40DD-2277-0437DC3D86D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3775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f16ddd2213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1" name="Google Shape;541;g3f16ddd2213_0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3f16ddd2213_0_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6" name="Google Shape;546;g3f16ddd2213_0_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3f16ddd2213_0_8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1" name="Google Shape;551;g3f16ddd2213_0_8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3d90891dc36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6" name="Google Shape;556;g3d90891dc36_0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3ab13fdb44f_0_29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g3ab13fdb44f_0_2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63" name="Google Shape;563;g3ab13fdb44f_0_29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74</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3ab13fdb44f_0_30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8" name="Google Shape;568;g3ab13fdb44f_0_30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rgbClr val="FF0000"/>
              </a:buClr>
              <a:buSzPts val="1200"/>
              <a:buFont typeface="Arial"/>
              <a:buAutoNum type="arabicPeriod"/>
            </a:pPr>
            <a:r>
              <a:rPr lang="en-US" b="0" i="0">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75</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ab13fdb44f_0_30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4" name="Google Shape;574;g3ab13fdb44f_0_30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75" name="Google Shape;575;g3ab13fdb44f_0_30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76</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3ab13fdb44f_0_31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0" name="Google Shape;580;g3ab13fdb44f_0_3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81" name="Google Shape;581;g3ab13fdb44f_0_31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77</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3ab13fdb44f_0_31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6" name="Google Shape;586;g3ab13fdb44f_0_31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87" name="Google Shape;587;g3ab13fdb44f_0_31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78</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3ab13fdb44f_0_3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 name="Google Shape;592;g3ab13fdb44f_0_3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93" name="Google Shape;593;g3ab13fdb44f_0_32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79</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3ab13fdb44f_0_32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8" name="Google Shape;598;g3ab13fdb44f_0_32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99" name="Google Shape;599;g3ab13fdb44f_0_32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80</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ab13fdb44f_0_33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g3ab13fdb44f_0_33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05" name="Google Shape;605;g3ab13fdb44f_0_33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81</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3ab13fdb44f_0_33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0" name="Google Shape;610;g3ab13fdb44f_0_33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11" name="Google Shape;611;g3ab13fdb44f_0_33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82</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3ab13fdb44f_0_34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6" name="Google Shape;616;g3ab13fdb44f_0_3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17" name="Google Shape;617;g3ab13fdb44f_0_34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83</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3ab13fdb44f_0_34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2" name="Google Shape;622;g3ab13fdb44f_0_34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23" name="Google Shape;623;g3ab13fdb44f_0_34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84</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3ab13fdb44f_0_35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8" name="Google Shape;628;g3ab13fdb44f_0_35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29" name="Google Shape;629;g3ab13fdb44f_0_35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85</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3ab13fdb44f_0_35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4" name="Google Shape;634;g3ab13fdb44f_0_35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35" name="Google Shape;635;g3ab13fdb44f_0_35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86</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3f16ddd2213_0_8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0" name="Google Shape;640;g3f16ddd2213_0_8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3d48ab63a6f_0_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5" name="Google Shape;645;g3d48ab63a6f_0_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3e6e2da66e2_0_6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1" name="Google Shape;651;g3e6e2da66e2_0_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e6e2da66e2_0_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6" name="Google Shape;656;g3e6e2da66e2_0_7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g3d89366497e_0_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1" name="Google Shape;701;g3d89366497e_0_4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15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p15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56: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92</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3b224b7d20a_0_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4" name="Google Shape;714;g3b224b7d20a_0_9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3f16ddd2213_0_9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3f16ddd2213_0_9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3e5a0c7ab5b_0_2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3e5a0c7ab5b_0_2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3e5a0c7ab5b_0_2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0" name="Google Shape;840;g3e5a0c7ab5b_0_2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3e5a0c7ab5b_0_2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5" name="Google Shape;845;g3e5a0c7ab5b_0_2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3e5a0c7ab5b_0_3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3e5a0c7ab5b_0_3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3e5a0c7ab5b_0_3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3e5a0c7ab5b_0_3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3f16ddd2213_0_1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3f16ddd2213_0_1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3f16ddd2213_0_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3f16ddd2213_0_2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a:extLst>
            <a:ext uri="{FF2B5EF4-FFF2-40B4-BE49-F238E27FC236}">
              <a16:creationId xmlns:a16="http://schemas.microsoft.com/office/drawing/2014/main" id="{C95722DE-2638-5650-A073-D099DD493AB7}"/>
            </a:ext>
          </a:extLst>
        </p:cNvPr>
        <p:cNvGrpSpPr/>
        <p:nvPr/>
      </p:nvGrpSpPr>
      <p:grpSpPr>
        <a:xfrm>
          <a:off x="0" y="0"/>
          <a:ext cx="0" cy="0"/>
          <a:chOff x="0" y="0"/>
          <a:chExt cx="0" cy="0"/>
        </a:xfrm>
      </p:grpSpPr>
      <p:sp>
        <p:nvSpPr>
          <p:cNvPr id="849" name="Google Shape;849;g3e5a0c7ab5b_0_33:notes">
            <a:extLst>
              <a:ext uri="{FF2B5EF4-FFF2-40B4-BE49-F238E27FC236}">
                <a16:creationId xmlns:a16="http://schemas.microsoft.com/office/drawing/2014/main" id="{C1AC45F0-77EE-AC24-84C9-B28EAFD8EC74}"/>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3e5a0c7ab5b_0_33:notes">
            <a:extLst>
              <a:ext uri="{FF2B5EF4-FFF2-40B4-BE49-F238E27FC236}">
                <a16:creationId xmlns:a16="http://schemas.microsoft.com/office/drawing/2014/main" id="{076EBB92-F8E9-8832-732B-E783F0B2016B}"/>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166650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a:extLst>
            <a:ext uri="{FF2B5EF4-FFF2-40B4-BE49-F238E27FC236}">
              <a16:creationId xmlns:a16="http://schemas.microsoft.com/office/drawing/2014/main" id="{ADF855C2-4FF6-51FD-7226-89066C5EB8BE}"/>
            </a:ext>
          </a:extLst>
        </p:cNvPr>
        <p:cNvGrpSpPr/>
        <p:nvPr/>
      </p:nvGrpSpPr>
      <p:grpSpPr>
        <a:xfrm>
          <a:off x="0" y="0"/>
          <a:ext cx="0" cy="0"/>
          <a:chOff x="0" y="0"/>
          <a:chExt cx="0" cy="0"/>
        </a:xfrm>
      </p:grpSpPr>
      <p:sp>
        <p:nvSpPr>
          <p:cNvPr id="854" name="Google Shape;854;g3e5a0c7ab5b_0_37:notes">
            <a:extLst>
              <a:ext uri="{FF2B5EF4-FFF2-40B4-BE49-F238E27FC236}">
                <a16:creationId xmlns:a16="http://schemas.microsoft.com/office/drawing/2014/main" id="{2F737372-C0D1-0B78-9C87-C76F2BA4E8A2}"/>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3e5a0c7ab5b_0_37:notes">
            <a:extLst>
              <a:ext uri="{FF2B5EF4-FFF2-40B4-BE49-F238E27FC236}">
                <a16:creationId xmlns:a16="http://schemas.microsoft.com/office/drawing/2014/main" id="{74AB859D-842E-6A0C-ACCB-4BAEE4E88ED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95531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3e5a0c7ab5b_0_25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3e5a0c7ab5b_0_25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20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p20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20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p20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p20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p20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a:extLst>
            <a:ext uri="{FF2B5EF4-FFF2-40B4-BE49-F238E27FC236}">
              <a16:creationId xmlns:a16="http://schemas.microsoft.com/office/drawing/2014/main" id="{B108108E-5D4B-C0D9-BAEB-84B495D1D93D}"/>
            </a:ext>
          </a:extLst>
        </p:cNvPr>
        <p:cNvGrpSpPr/>
        <p:nvPr/>
      </p:nvGrpSpPr>
      <p:grpSpPr>
        <a:xfrm>
          <a:off x="0" y="0"/>
          <a:ext cx="0" cy="0"/>
          <a:chOff x="0" y="0"/>
          <a:chExt cx="0" cy="0"/>
        </a:xfrm>
      </p:grpSpPr>
      <p:sp>
        <p:nvSpPr>
          <p:cNvPr id="884" name="Google Shape;884;g3e5a0c7ab5b_0_256:notes">
            <a:extLst>
              <a:ext uri="{FF2B5EF4-FFF2-40B4-BE49-F238E27FC236}">
                <a16:creationId xmlns:a16="http://schemas.microsoft.com/office/drawing/2014/main" id="{E41BCEB5-FB11-7325-A324-1DCD7D09DF7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3e5a0c7ab5b_0_256:notes">
            <a:extLst>
              <a:ext uri="{FF2B5EF4-FFF2-40B4-BE49-F238E27FC236}">
                <a16:creationId xmlns:a16="http://schemas.microsoft.com/office/drawing/2014/main" id="{70B915D6-D96A-9BE4-8F13-37880C5BEDAD}"/>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617103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3a42a8b53c1_2_2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3a42a8b53c1_2_26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20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p20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p20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p20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a:extLst>
            <a:ext uri="{FF2B5EF4-FFF2-40B4-BE49-F238E27FC236}">
              <a16:creationId xmlns:a16="http://schemas.microsoft.com/office/drawing/2014/main" id="{4B1408D2-7FE6-63D7-EDE0-B6DD60FCE5C1}"/>
            </a:ext>
          </a:extLst>
        </p:cNvPr>
        <p:cNvGrpSpPr/>
        <p:nvPr/>
      </p:nvGrpSpPr>
      <p:grpSpPr>
        <a:xfrm>
          <a:off x="0" y="0"/>
          <a:ext cx="0" cy="0"/>
          <a:chOff x="0" y="0"/>
          <a:chExt cx="0" cy="0"/>
        </a:xfrm>
      </p:grpSpPr>
      <p:sp>
        <p:nvSpPr>
          <p:cNvPr id="884" name="Google Shape;884;g3e5a0c7ab5b_0_256:notes">
            <a:extLst>
              <a:ext uri="{FF2B5EF4-FFF2-40B4-BE49-F238E27FC236}">
                <a16:creationId xmlns:a16="http://schemas.microsoft.com/office/drawing/2014/main" id="{0691C707-7D6B-6988-EB20-F7123AE9BAA1}"/>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3e5a0c7ab5b_0_256:notes">
            <a:extLst>
              <a:ext uri="{FF2B5EF4-FFF2-40B4-BE49-F238E27FC236}">
                <a16:creationId xmlns:a16="http://schemas.microsoft.com/office/drawing/2014/main" id="{094011BB-BC55-E918-2C00-B43BFED494D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147633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3e9ce9eb37a_0_18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3e9ce9eb37a_0_18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3e5a0c7ab5b_0_34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6" name="Google Shape;936;g3e5a0c7ab5b_0_34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3dd33158570_0_11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3dd33158570_0_11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3dd33158570_0_12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3dd33158570_0_12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3f16ddd2213_0_3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3f16ddd2213_0_3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3d89366497e_0_9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3d89366497e_0_9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3f16ddd2213_0_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3f16ddd2213_0_4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3f16ddd2213_0_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3f16ddd2213_0_4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a:extLst>
            <a:ext uri="{FF2B5EF4-FFF2-40B4-BE49-F238E27FC236}">
              <a16:creationId xmlns:a16="http://schemas.microsoft.com/office/drawing/2014/main" id="{0D47EBF9-B2C9-4BD1-8709-A235C353EB73}"/>
            </a:ext>
          </a:extLst>
        </p:cNvPr>
        <p:cNvGrpSpPr/>
        <p:nvPr/>
      </p:nvGrpSpPr>
      <p:grpSpPr>
        <a:xfrm>
          <a:off x="0" y="0"/>
          <a:ext cx="0" cy="0"/>
          <a:chOff x="0" y="0"/>
          <a:chExt cx="0" cy="0"/>
        </a:xfrm>
      </p:grpSpPr>
      <p:sp>
        <p:nvSpPr>
          <p:cNvPr id="945" name="Google Shape;945;g3dd33158570_0_122:notes">
            <a:extLst>
              <a:ext uri="{FF2B5EF4-FFF2-40B4-BE49-F238E27FC236}">
                <a16:creationId xmlns:a16="http://schemas.microsoft.com/office/drawing/2014/main" id="{AFCBF977-072B-FB61-4333-7D4668B5A10A}"/>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3dd33158570_0_122:notes">
            <a:extLst>
              <a:ext uri="{FF2B5EF4-FFF2-40B4-BE49-F238E27FC236}">
                <a16:creationId xmlns:a16="http://schemas.microsoft.com/office/drawing/2014/main" id="{91CD4B8B-CA72-60CF-3949-F1FE70D2881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072582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a:extLst>
            <a:ext uri="{FF2B5EF4-FFF2-40B4-BE49-F238E27FC236}">
              <a16:creationId xmlns:a16="http://schemas.microsoft.com/office/drawing/2014/main" id="{BEF0636C-EFEB-8D59-6961-0D74BC058049}"/>
            </a:ext>
          </a:extLst>
        </p:cNvPr>
        <p:cNvGrpSpPr/>
        <p:nvPr/>
      </p:nvGrpSpPr>
      <p:grpSpPr>
        <a:xfrm>
          <a:off x="0" y="0"/>
          <a:ext cx="0" cy="0"/>
          <a:chOff x="0" y="0"/>
          <a:chExt cx="0" cy="0"/>
        </a:xfrm>
      </p:grpSpPr>
      <p:sp>
        <p:nvSpPr>
          <p:cNvPr id="950" name="Google Shape;950;g3f16ddd2213_0_36:notes">
            <a:extLst>
              <a:ext uri="{FF2B5EF4-FFF2-40B4-BE49-F238E27FC236}">
                <a16:creationId xmlns:a16="http://schemas.microsoft.com/office/drawing/2014/main" id="{F0F1C3F2-513C-5259-A7D9-C7A0CEBAEBB1}"/>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3f16ddd2213_0_36:notes">
            <a:extLst>
              <a:ext uri="{FF2B5EF4-FFF2-40B4-BE49-F238E27FC236}">
                <a16:creationId xmlns:a16="http://schemas.microsoft.com/office/drawing/2014/main" id="{507FB5AA-D799-1FD8-B0FC-47C32E18B85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83228754"/>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3f16ddd2213_0_4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3f16ddd2213_0_4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a:extLst>
            <a:ext uri="{FF2B5EF4-FFF2-40B4-BE49-F238E27FC236}">
              <a16:creationId xmlns:a16="http://schemas.microsoft.com/office/drawing/2014/main" id="{4FFC3F12-2BE2-FB5F-58EC-EBA221CB8EA3}"/>
            </a:ext>
          </a:extLst>
        </p:cNvPr>
        <p:cNvGrpSpPr/>
        <p:nvPr/>
      </p:nvGrpSpPr>
      <p:grpSpPr>
        <a:xfrm>
          <a:off x="0" y="0"/>
          <a:ext cx="0" cy="0"/>
          <a:chOff x="0" y="0"/>
          <a:chExt cx="0" cy="0"/>
        </a:xfrm>
      </p:grpSpPr>
      <p:sp>
        <p:nvSpPr>
          <p:cNvPr id="960" name="Google Shape;960;g3f16ddd2213_0_40:notes">
            <a:extLst>
              <a:ext uri="{FF2B5EF4-FFF2-40B4-BE49-F238E27FC236}">
                <a16:creationId xmlns:a16="http://schemas.microsoft.com/office/drawing/2014/main" id="{A40ECD18-3579-F1C3-103D-1A76C4C0C52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3f16ddd2213_0_40:notes">
            <a:extLst>
              <a:ext uri="{FF2B5EF4-FFF2-40B4-BE49-F238E27FC236}">
                <a16:creationId xmlns:a16="http://schemas.microsoft.com/office/drawing/2014/main" id="{463C7C9B-49EC-F23A-D2DF-2D1CD024900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8336363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a:extLst>
            <a:ext uri="{FF2B5EF4-FFF2-40B4-BE49-F238E27FC236}">
              <a16:creationId xmlns:a16="http://schemas.microsoft.com/office/drawing/2014/main" id="{0651C3C6-2B6B-7248-7364-5C1C2B2BAC16}"/>
            </a:ext>
          </a:extLst>
        </p:cNvPr>
        <p:cNvGrpSpPr/>
        <p:nvPr/>
      </p:nvGrpSpPr>
      <p:grpSpPr>
        <a:xfrm>
          <a:off x="0" y="0"/>
          <a:ext cx="0" cy="0"/>
          <a:chOff x="0" y="0"/>
          <a:chExt cx="0" cy="0"/>
        </a:xfrm>
      </p:grpSpPr>
      <p:sp>
        <p:nvSpPr>
          <p:cNvPr id="965" name="Google Shape;965;g3f16ddd2213_0_44:notes">
            <a:extLst>
              <a:ext uri="{FF2B5EF4-FFF2-40B4-BE49-F238E27FC236}">
                <a16:creationId xmlns:a16="http://schemas.microsoft.com/office/drawing/2014/main" id="{EED7FB54-03ED-C7ED-732E-573BB7C4A938}"/>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3f16ddd2213_0_44:notes">
            <a:extLst>
              <a:ext uri="{FF2B5EF4-FFF2-40B4-BE49-F238E27FC236}">
                <a16:creationId xmlns:a16="http://schemas.microsoft.com/office/drawing/2014/main" id="{30C131A1-8D5E-7BD7-C2CF-09D4F0A9A6E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732532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3f16ddd2213_0_6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1" name="Google Shape;991;g3f16ddd2213_0_6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3f16ddd2213_0_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6" name="Google Shape;996;g3f16ddd2213_0_6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a:extLst>
            <a:ext uri="{FF2B5EF4-FFF2-40B4-BE49-F238E27FC236}">
              <a16:creationId xmlns:a16="http://schemas.microsoft.com/office/drawing/2014/main" id="{78E41674-BF92-38E7-12E1-092079FC76E6}"/>
            </a:ext>
          </a:extLst>
        </p:cNvPr>
        <p:cNvGrpSpPr/>
        <p:nvPr/>
      </p:nvGrpSpPr>
      <p:grpSpPr>
        <a:xfrm>
          <a:off x="0" y="0"/>
          <a:ext cx="0" cy="0"/>
          <a:chOff x="0" y="0"/>
          <a:chExt cx="0" cy="0"/>
        </a:xfrm>
      </p:grpSpPr>
      <p:sp>
        <p:nvSpPr>
          <p:cNvPr id="945" name="Google Shape;945;g3dd33158570_0_122:notes">
            <a:extLst>
              <a:ext uri="{FF2B5EF4-FFF2-40B4-BE49-F238E27FC236}">
                <a16:creationId xmlns:a16="http://schemas.microsoft.com/office/drawing/2014/main" id="{08DD4A21-2744-4629-A11A-EBD42363D829}"/>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3dd33158570_0_122:notes">
            <a:extLst>
              <a:ext uri="{FF2B5EF4-FFF2-40B4-BE49-F238E27FC236}">
                <a16:creationId xmlns:a16="http://schemas.microsoft.com/office/drawing/2014/main" id="{BE5AA333-9F7D-C078-FB09-F655C2AF716E}"/>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25877336"/>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a:extLst>
            <a:ext uri="{FF2B5EF4-FFF2-40B4-BE49-F238E27FC236}">
              <a16:creationId xmlns:a16="http://schemas.microsoft.com/office/drawing/2014/main" id="{D834DC37-7D59-D6AD-CCCB-0F89F7FD57A2}"/>
            </a:ext>
          </a:extLst>
        </p:cNvPr>
        <p:cNvGrpSpPr/>
        <p:nvPr/>
      </p:nvGrpSpPr>
      <p:grpSpPr>
        <a:xfrm>
          <a:off x="0" y="0"/>
          <a:ext cx="0" cy="0"/>
          <a:chOff x="0" y="0"/>
          <a:chExt cx="0" cy="0"/>
        </a:xfrm>
      </p:grpSpPr>
      <p:sp>
        <p:nvSpPr>
          <p:cNvPr id="960" name="Google Shape;960;g3f16ddd2213_0_40:notes">
            <a:extLst>
              <a:ext uri="{FF2B5EF4-FFF2-40B4-BE49-F238E27FC236}">
                <a16:creationId xmlns:a16="http://schemas.microsoft.com/office/drawing/2014/main" id="{BC5431AE-20C2-EF20-DD22-6FE2277FFEC7}"/>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3f16ddd2213_0_40:notes">
            <a:extLst>
              <a:ext uri="{FF2B5EF4-FFF2-40B4-BE49-F238E27FC236}">
                <a16:creationId xmlns:a16="http://schemas.microsoft.com/office/drawing/2014/main" id="{73AFFE8E-F603-52EB-2F40-772D68FFDF8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286246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a:extLst>
            <a:ext uri="{FF2B5EF4-FFF2-40B4-BE49-F238E27FC236}">
              <a16:creationId xmlns:a16="http://schemas.microsoft.com/office/drawing/2014/main" id="{D3A3F5B1-7ADB-70D0-D1F9-3F512EF2692D}"/>
            </a:ext>
          </a:extLst>
        </p:cNvPr>
        <p:cNvGrpSpPr/>
        <p:nvPr/>
      </p:nvGrpSpPr>
      <p:grpSpPr>
        <a:xfrm>
          <a:off x="0" y="0"/>
          <a:ext cx="0" cy="0"/>
          <a:chOff x="0" y="0"/>
          <a:chExt cx="0" cy="0"/>
        </a:xfrm>
      </p:grpSpPr>
      <p:sp>
        <p:nvSpPr>
          <p:cNvPr id="965" name="Google Shape;965;g3f16ddd2213_0_44:notes">
            <a:extLst>
              <a:ext uri="{FF2B5EF4-FFF2-40B4-BE49-F238E27FC236}">
                <a16:creationId xmlns:a16="http://schemas.microsoft.com/office/drawing/2014/main" id="{558A641E-1F3A-E68F-B725-5A62C7120E93}"/>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3f16ddd2213_0_44:notes">
            <a:extLst>
              <a:ext uri="{FF2B5EF4-FFF2-40B4-BE49-F238E27FC236}">
                <a16:creationId xmlns:a16="http://schemas.microsoft.com/office/drawing/2014/main" id="{42088CDA-9DAA-2B41-F566-EFD51E2973B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8552868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3f16ddd2213_0_10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3f16ddd2213_0_10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3eb98287b44_0_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1" name="Google Shape;1011;g3eb98287b44_0_7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3f16ddd2213_0_7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6" name="Google Shape;1016;g3f16ddd2213_0_7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3eb98287b44_0_8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3eb98287b44_0_8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3f16ddd2213_0_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6" name="Google Shape;1026;g3f16ddd2213_0_7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3e8a8273fd3_0_15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3e8a8273fd3_0_15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46"/>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46"/>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246"/>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6"/>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6"/>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47"/>
          <p:cNvSpPr txBox="1">
            <a:spLocks noGrp="1"/>
          </p:cNvSpPr>
          <p:nvPr>
            <p:ph type="ctrTitle"/>
          </p:nvPr>
        </p:nvSpPr>
        <p:spPr>
          <a:xfrm>
            <a:off x="685800" y="1597822"/>
            <a:ext cx="7772400" cy="110251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47"/>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4" name="Google Shape;24;p247"/>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47"/>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47"/>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48"/>
          <p:cNvSpPr txBox="1">
            <a:spLocks noGrp="1"/>
          </p:cNvSpPr>
          <p:nvPr>
            <p:ph type="title"/>
          </p:nvPr>
        </p:nvSpPr>
        <p:spPr>
          <a:xfrm>
            <a:off x="722313" y="3305178"/>
            <a:ext cx="7772400" cy="1021557"/>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Arial"/>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48"/>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248"/>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48"/>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48"/>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49"/>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49"/>
          <p:cNvSpPr txBox="1">
            <a:spLocks noGrp="1"/>
          </p:cNvSpPr>
          <p:nvPr>
            <p:ph type="body" idx="1"/>
          </p:nvPr>
        </p:nvSpPr>
        <p:spPr>
          <a:xfrm>
            <a:off x="457200" y="1200150"/>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49"/>
          <p:cNvSpPr txBox="1">
            <a:spLocks noGrp="1"/>
          </p:cNvSpPr>
          <p:nvPr>
            <p:ph type="body" idx="2"/>
          </p:nvPr>
        </p:nvSpPr>
        <p:spPr>
          <a:xfrm>
            <a:off x="4648200" y="1200150"/>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49"/>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49"/>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49"/>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50"/>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50"/>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50"/>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50"/>
          <p:cNvSpPr txBox="1">
            <a:spLocks noGrp="1"/>
          </p:cNvSpPr>
          <p:nvPr>
            <p:ph type="body" idx="3"/>
          </p:nvPr>
        </p:nvSpPr>
        <p:spPr>
          <a:xfrm>
            <a:off x="4645031" y="1151335"/>
            <a:ext cx="4041775"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250"/>
          <p:cNvSpPr txBox="1">
            <a:spLocks noGrp="1"/>
          </p:cNvSpPr>
          <p:nvPr>
            <p:ph type="body" idx="4"/>
          </p:nvPr>
        </p:nvSpPr>
        <p:spPr>
          <a:xfrm>
            <a:off x="4645031" y="1631156"/>
            <a:ext cx="4041775"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250"/>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50"/>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50"/>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5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51"/>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51"/>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51"/>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52"/>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2"/>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52"/>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3"/>
          <p:cNvSpPr txBox="1">
            <a:spLocks noGrp="1"/>
          </p:cNvSpPr>
          <p:nvPr>
            <p:ph type="title"/>
          </p:nvPr>
        </p:nvSpPr>
        <p:spPr>
          <a:xfrm>
            <a:off x="457206" y="204788"/>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53"/>
          <p:cNvSpPr txBox="1">
            <a:spLocks noGrp="1"/>
          </p:cNvSpPr>
          <p:nvPr>
            <p:ph type="body" idx="1"/>
          </p:nvPr>
        </p:nvSpPr>
        <p:spPr>
          <a:xfrm>
            <a:off x="3575050" y="204789"/>
            <a:ext cx="5111750" cy="438983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53"/>
          <p:cNvSpPr txBox="1">
            <a:spLocks noGrp="1"/>
          </p:cNvSpPr>
          <p:nvPr>
            <p:ph type="body" idx="2"/>
          </p:nvPr>
        </p:nvSpPr>
        <p:spPr>
          <a:xfrm>
            <a:off x="457206" y="1076328"/>
            <a:ext cx="3008313" cy="351829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53"/>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53"/>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53"/>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54"/>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54"/>
          <p:cNvSpPr>
            <a:spLocks noGrp="1"/>
          </p:cNvSpPr>
          <p:nvPr>
            <p:ph type="pic" idx="2"/>
          </p:nvPr>
        </p:nvSpPr>
        <p:spPr>
          <a:xfrm>
            <a:off x="1792288" y="459581"/>
            <a:ext cx="5486400" cy="3086100"/>
          </a:xfrm>
          <a:prstGeom prst="rect">
            <a:avLst/>
          </a:prstGeom>
          <a:noFill/>
          <a:ln>
            <a:noFill/>
          </a:ln>
        </p:spPr>
      </p:sp>
      <p:sp>
        <p:nvSpPr>
          <p:cNvPr id="68" name="Google Shape;68;p254"/>
          <p:cNvSpPr txBox="1">
            <a:spLocks noGrp="1"/>
          </p:cNvSpPr>
          <p:nvPr>
            <p:ph type="body" idx="1"/>
          </p:nvPr>
        </p:nvSpPr>
        <p:spPr>
          <a:xfrm>
            <a:off x="1792288" y="4025504"/>
            <a:ext cx="5486400" cy="60364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54"/>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4"/>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54"/>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5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5"/>
          <p:cNvSpPr txBox="1">
            <a:spLocks noGrp="1"/>
          </p:cNvSpPr>
          <p:nvPr>
            <p:ph type="body" idx="1"/>
          </p:nvPr>
        </p:nvSpPr>
        <p:spPr>
          <a:xfrm rot="5400000">
            <a:off x="2874764" y="-1217414"/>
            <a:ext cx="3394472"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55"/>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5"/>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5"/>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56"/>
          <p:cNvSpPr txBox="1">
            <a:spLocks noGrp="1"/>
          </p:cNvSpPr>
          <p:nvPr>
            <p:ph type="title"/>
          </p:nvPr>
        </p:nvSpPr>
        <p:spPr>
          <a:xfrm rot="5400000">
            <a:off x="5463778" y="1371603"/>
            <a:ext cx="4388644"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56"/>
          <p:cNvSpPr txBox="1">
            <a:spLocks noGrp="1"/>
          </p:cNvSpPr>
          <p:nvPr>
            <p:ph type="body" idx="1"/>
          </p:nvPr>
        </p:nvSpPr>
        <p:spPr>
          <a:xfrm rot="5400000">
            <a:off x="1272778" y="-609597"/>
            <a:ext cx="4388644"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56"/>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56"/>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56"/>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45"/>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 name="Google Shape;12;p245"/>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245"/>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245"/>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pic>
        <p:nvPicPr>
          <p:cNvPr id="4" name="Picture 3">
            <a:extLst>
              <a:ext uri="{FF2B5EF4-FFF2-40B4-BE49-F238E27FC236}">
                <a16:creationId xmlns:a16="http://schemas.microsoft.com/office/drawing/2014/main" id="{BAF82099-C85E-8980-8BD2-4D14690BC74D}"/>
              </a:ext>
            </a:extLst>
          </p:cNvPr>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3200"/>
              <a:buNone/>
            </a:pPr>
            <a:endParaRPr b="1">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lt1"/>
              </a:buClr>
              <a:buSzPts val="8000"/>
              <a:buNone/>
            </a:pPr>
            <a:r>
              <a:rPr lang="en-US" sz="8000" b="1">
                <a:solidFill>
                  <a:schemeClr val="lt1"/>
                </a:solidFill>
                <a:latin typeface="Times New Roman"/>
                <a:ea typeface="Times New Roman"/>
                <a:cs typeface="Times New Roman"/>
                <a:sym typeface="Times New Roman"/>
              </a:rPr>
              <a:t>Nhân danh Cha </a:t>
            </a:r>
            <a:r>
              <a:rPr lang="en-US" sz="8000" b="1">
                <a:solidFill>
                  <a:srgbClr val="EE0000"/>
                </a:solidFill>
                <a:latin typeface="Times New Roman"/>
                <a:ea typeface="Times New Roman"/>
                <a:cs typeface="Times New Roman"/>
                <a:sym typeface="Times New Roman"/>
              </a:rPr>
              <a:t>†</a:t>
            </a:r>
            <a:r>
              <a:rPr lang="en-US" sz="8000" b="1">
                <a:solidFill>
                  <a:schemeClr val="lt1"/>
                </a:solidFill>
                <a:latin typeface="Times New Roman"/>
                <a:ea typeface="Times New Roman"/>
                <a:cs typeface="Times New Roman"/>
                <a:sym typeface="Times New Roman"/>
              </a:rPr>
              <a:t> </a:t>
            </a:r>
            <a:endParaRPr/>
          </a:p>
          <a:p>
            <a:pPr marL="0" lvl="0" indent="0" algn="ctr" rtl="0">
              <a:lnSpc>
                <a:spcPct val="100000"/>
              </a:lnSpc>
              <a:spcBef>
                <a:spcPts val="0"/>
              </a:spcBef>
              <a:spcAft>
                <a:spcPts val="0"/>
              </a:spcAft>
              <a:buClr>
                <a:schemeClr val="lt1"/>
              </a:buClr>
              <a:buSzPts val="8000"/>
              <a:buNone/>
            </a:pPr>
            <a:r>
              <a:rPr lang="en-US" sz="8000" b="1">
                <a:solidFill>
                  <a:schemeClr val="lt1"/>
                </a:solidFill>
                <a:latin typeface="Times New Roman"/>
                <a:ea typeface="Times New Roman"/>
                <a:cs typeface="Times New Roman"/>
                <a:sym typeface="Times New Roman"/>
              </a:rPr>
              <a:t>và Con </a:t>
            </a:r>
            <a:r>
              <a:rPr lang="en-US" sz="8000" b="1">
                <a:solidFill>
                  <a:srgbClr val="EE0000"/>
                </a:solidFill>
                <a:latin typeface="Times New Roman"/>
                <a:ea typeface="Times New Roman"/>
                <a:cs typeface="Times New Roman"/>
                <a:sym typeface="Times New Roman"/>
              </a:rPr>
              <a:t>†</a:t>
            </a:r>
            <a:r>
              <a:rPr lang="en-US" sz="8000" b="1">
                <a:solidFill>
                  <a:schemeClr val="lt1"/>
                </a:solidFill>
                <a:latin typeface="Times New Roman"/>
                <a:ea typeface="Times New Roman"/>
                <a:cs typeface="Times New Roman"/>
                <a:sym typeface="Times New Roman"/>
              </a:rPr>
              <a:t> và Thánh Thần </a:t>
            </a:r>
            <a:r>
              <a:rPr lang="en-US" sz="8000" b="1">
                <a:solidFill>
                  <a:srgbClr val="EE0000"/>
                </a:solidFill>
                <a:latin typeface="Times New Roman"/>
                <a:ea typeface="Times New Roman"/>
                <a:cs typeface="Times New Roman"/>
                <a:sym typeface="Times New Roman"/>
              </a:rPr>
              <a:t>†</a:t>
            </a:r>
            <a:r>
              <a:rPr lang="en-US" sz="8000" b="1">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subTitle" idx="1"/>
          </p:nvPr>
        </p:nvSpPr>
        <p:spPr>
          <a:xfrm>
            <a:off x="0" y="0"/>
            <a:ext cx="9144000" cy="5143500"/>
          </a:xfrm>
          <a:prstGeom prst="rect">
            <a:avLst/>
          </a:prstGeom>
          <a:solidFill>
            <a:srgbClr val="002060"/>
          </a:solidFill>
          <a:ln w="9525" cap="flat" cmpd="sng">
            <a:solidFill>
              <a:srgbClr val="002060"/>
            </a:solidFill>
            <a:prstDash val="solid"/>
            <a:round/>
            <a:headEnd type="none" w="sm" len="sm"/>
            <a:tailEnd type="none" w="sm" len="sm"/>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accent4"/>
              </a:buClr>
              <a:buSzPts val="4000"/>
              <a:buNone/>
            </a:pPr>
            <a:r>
              <a:rPr lang="en-US" sz="4000" b="1">
                <a:solidFill>
                  <a:schemeClr val="accent4"/>
                </a:solidFill>
                <a:latin typeface="Times New Roman"/>
                <a:ea typeface="Times New Roman"/>
                <a:cs typeface="Times New Roman"/>
                <a:sym typeface="Times New Roman"/>
              </a:rPr>
              <a:t>KINH CHÚA THÁNH THẦN</a:t>
            </a:r>
            <a:endParaRPr sz="4000" b="1">
              <a:solidFill>
                <a:schemeClr val="accent4"/>
              </a:solidFill>
              <a:latin typeface="Times New Roman"/>
              <a:ea typeface="Times New Roman"/>
              <a:cs typeface="Times New Roman"/>
              <a:sym typeface="Times New Roman"/>
            </a:endParaRPr>
          </a:p>
          <a:p>
            <a:pPr marL="0" lvl="0" indent="0" algn="just" rtl="0">
              <a:lnSpc>
                <a:spcPct val="100000"/>
              </a:lnSpc>
              <a:spcBef>
                <a:spcPts val="60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82875" rIns="91425" bIns="91425"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82875"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sửa lại mọi sự trong ngoài chúng con. Chúng con cầu cùng Đức Chúa Trời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82875"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xưa đã cho Đức Chúa Thánh Thần xuống soi lòng dạy dỗ các Thánh Tông Đồ,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0" rIns="91425" bIns="91425"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0"/>
          <p:cNvSpPr txBox="1">
            <a:spLocks noGrp="1"/>
          </p:cNvSpPr>
          <p:nvPr>
            <p:ph type="subTitle" idx="1"/>
          </p:nvPr>
        </p:nvSpPr>
        <p:spPr>
          <a:xfrm>
            <a:off x="1" y="0"/>
            <a:ext cx="9144000" cy="5143499"/>
          </a:xfrm>
          <a:prstGeom prst="rect">
            <a:avLst/>
          </a:prstGeom>
          <a:solidFill>
            <a:srgbClr val="002060"/>
          </a:solidFill>
          <a:ln>
            <a:noFill/>
          </a:ln>
        </p:spPr>
        <p:txBody>
          <a:bodyPr spcFirstLastPara="1" wrap="square" lIns="91425" tIns="0" rIns="91425" bIns="91425"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3e5a0c7ab5b_0_37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25000" lnSpcReduction="20000"/>
          </a:bodyPr>
          <a:lstStyle/>
          <a:p>
            <a:pPr marL="0" lvl="0" indent="0" algn="ctr" rtl="0">
              <a:lnSpc>
                <a:spcPct val="100000"/>
              </a:lnSpc>
              <a:spcBef>
                <a:spcPts val="0"/>
              </a:spcBef>
              <a:spcAft>
                <a:spcPts val="0"/>
              </a:spcAft>
              <a:buClr>
                <a:schemeClr val="accent4"/>
              </a:buClr>
              <a:buSzPct val="100000"/>
              <a:buNone/>
            </a:pPr>
            <a:r>
              <a:rPr lang="en-US" sz="17600" b="1">
                <a:solidFill>
                  <a:schemeClr val="accent4"/>
                </a:solidFill>
                <a:latin typeface="Times New Roman"/>
                <a:ea typeface="Times New Roman"/>
                <a:cs typeface="Times New Roman"/>
                <a:sym typeface="Times New Roman"/>
              </a:rPr>
              <a:t>KINH TRUYỀN TIN</a:t>
            </a:r>
            <a:endParaRPr/>
          </a:p>
          <a:p>
            <a:pPr marL="0" lvl="0" indent="0" algn="just" rtl="0">
              <a:lnSpc>
                <a:spcPct val="100000"/>
              </a:lnSpc>
              <a:spcBef>
                <a:spcPts val="1440"/>
              </a:spcBef>
              <a:spcAft>
                <a:spcPts val="0"/>
              </a:spcAft>
              <a:buClr>
                <a:schemeClr val="accent4"/>
              </a:buClr>
              <a:buSzPct val="100000"/>
              <a:buNone/>
            </a:pPr>
            <a:r>
              <a:rPr lang="en-US" sz="19200" b="1" i="1" u="sng">
                <a:solidFill>
                  <a:schemeClr val="accent4"/>
                </a:solidFill>
                <a:latin typeface="Times New Roman"/>
                <a:ea typeface="Times New Roman"/>
                <a:cs typeface="Times New Roman"/>
                <a:sym typeface="Times New Roman"/>
              </a:rPr>
              <a:t>Xướng:</a:t>
            </a:r>
            <a:r>
              <a:rPr lang="en-US" sz="26400" b="1">
                <a:solidFill>
                  <a:schemeClr val="accent4"/>
                </a:solidFill>
                <a:latin typeface="Times New Roman"/>
                <a:ea typeface="Times New Roman"/>
                <a:cs typeface="Times New Roman"/>
                <a:sym typeface="Times New Roman"/>
              </a:rPr>
              <a:t> </a:t>
            </a:r>
            <a:r>
              <a:rPr lang="en-US" sz="28800" b="1">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marL="0" lvl="0" indent="0" algn="ctr" rtl="0">
              <a:lnSpc>
                <a:spcPct val="120000"/>
              </a:lnSpc>
              <a:spcBef>
                <a:spcPts val="64"/>
              </a:spcBef>
              <a:spcAft>
                <a:spcPts val="0"/>
              </a:spcAft>
              <a:buClr>
                <a:srgbClr val="888888"/>
              </a:buClr>
              <a:buSzPct val="100000"/>
              <a:buNone/>
            </a:pP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e5a0c7ab5b_0_38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Đáp: </a:t>
            </a:r>
            <a:r>
              <a:rPr lang="en-US" sz="7200" b="1">
                <a:solidFill>
                  <a:schemeClr val="lt1"/>
                </a:solidFill>
                <a:latin typeface="Times New Roman"/>
                <a:ea typeface="Times New Roman"/>
                <a:cs typeface="Times New Roman"/>
                <a:sym typeface="Times New Roman"/>
              </a:rPr>
              <a:t>Và Rất Thánh Đức Bà chịu thai bởi phép Đức Chúa Thánh Thần. </a:t>
            </a:r>
            <a:r>
              <a:rPr lang="en-US" sz="4800" b="1" i="1">
                <a:solidFill>
                  <a:schemeClr val="accent4"/>
                </a:solidFill>
                <a:latin typeface="Times New Roman"/>
                <a:ea typeface="Times New Roman"/>
                <a:cs typeface="Times New Roman"/>
                <a:sym typeface="Times New Roman"/>
              </a:rPr>
              <a:t>Kính mừng….. </a:t>
            </a:r>
            <a:br>
              <a:rPr lang="en-US" sz="6000" b="1" i="1">
                <a:solidFill>
                  <a:schemeClr val="accent4"/>
                </a:solidFill>
                <a:latin typeface="Times New Roman"/>
                <a:ea typeface="Times New Roman"/>
                <a:cs typeface="Times New Roman"/>
                <a:sym typeface="Times New Roman"/>
              </a:rPr>
            </a:br>
            <a:endParaRPr sz="6000" b="1" i="1">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e5a0c7ab5b_0_38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7200"/>
              <a:buNone/>
            </a:pPr>
            <a:endParaRPr sz="7200" b="1" i="1" u="sng">
              <a:solidFill>
                <a:schemeClr val="accent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Xướng: </a:t>
            </a:r>
            <a:r>
              <a:rPr lang="en-US" sz="7200" b="1">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3e5a0c7ab5b_0_39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Đáp: </a:t>
            </a:r>
            <a:r>
              <a:rPr lang="en-US" sz="7500" b="1">
                <a:solidFill>
                  <a:schemeClr val="lt1"/>
                </a:solidFill>
                <a:latin typeface="Times New Roman"/>
                <a:ea typeface="Times New Roman"/>
                <a:cs typeface="Times New Roman"/>
                <a:sym typeface="Times New Roman"/>
              </a:rPr>
              <a:t>Tôi xin vâng như lời Thánh Thiên Thần truyền.</a:t>
            </a:r>
            <a:endParaRPr/>
          </a:p>
          <a:p>
            <a:pPr marL="0" lvl="0" indent="0" algn="ctr"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Kính mừng….. </a:t>
            </a:r>
            <a:br>
              <a:rPr lang="en-US" sz="4800" b="1" i="1">
                <a:solidFill>
                  <a:schemeClr val="accent1"/>
                </a:solidFill>
                <a:latin typeface="Times New Roman"/>
                <a:ea typeface="Times New Roman"/>
                <a:cs typeface="Times New Roman"/>
                <a:sym typeface="Times New Roman"/>
              </a:rPr>
            </a:br>
            <a:endParaRPr sz="4800" b="1" i="1">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3e5a0c7ab5b_0_39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4400"/>
              <a:buNone/>
            </a:pPr>
            <a:endParaRPr sz="4400" b="1" i="1" u="sng">
              <a:solidFill>
                <a:schemeClr val="accent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Clr>
                <a:schemeClr val="accent4"/>
              </a:buClr>
              <a:buSzPts val="4800"/>
              <a:buNone/>
            </a:pPr>
            <a:r>
              <a:rPr lang="en-US" sz="4800" b="1" i="1" u="sng">
                <a:solidFill>
                  <a:schemeClr val="accent4"/>
                </a:solidFill>
                <a:latin typeface="Times New Roman"/>
                <a:ea typeface="Times New Roman"/>
                <a:cs typeface="Times New Roman"/>
                <a:sym typeface="Times New Roman"/>
              </a:rPr>
              <a:t>Xướng:</a:t>
            </a:r>
            <a:r>
              <a:rPr lang="en-US" sz="7200" b="1">
                <a:solidFill>
                  <a:schemeClr val="accent4"/>
                </a:solidFill>
                <a:latin typeface="Times New Roman"/>
                <a:ea typeface="Times New Roman"/>
                <a:cs typeface="Times New Roman"/>
                <a:sym typeface="Times New Roman"/>
              </a:rPr>
              <a:t> </a:t>
            </a:r>
            <a:r>
              <a:rPr lang="en-US" sz="8000" b="1">
                <a:solidFill>
                  <a:schemeClr val="lt1"/>
                </a:solidFill>
                <a:latin typeface="Times New Roman"/>
                <a:ea typeface="Times New Roman"/>
                <a:cs typeface="Times New Roman"/>
                <a:sym typeface="Times New Roman"/>
              </a:rPr>
              <a:t>Chốc ấy Ngôi Thứ Hai xuống thế làm người.</a:t>
            </a:r>
            <a:endParaRPr sz="6000" b="1">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e5a0c7ab5b_0_39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1"/>
              </a:buClr>
              <a:buSzPts val="4800"/>
              <a:buNone/>
            </a:pPr>
            <a:br>
              <a:rPr lang="en-US" sz="4800" b="1" i="1" u="sng">
                <a:solidFill>
                  <a:schemeClr val="accent1"/>
                </a:solidFill>
                <a:latin typeface="Times New Roman"/>
                <a:ea typeface="Times New Roman"/>
                <a:cs typeface="Times New Roman"/>
                <a:sym typeface="Times New Roman"/>
              </a:rPr>
            </a:br>
            <a:r>
              <a:rPr lang="en-US" sz="4800" b="1" i="1">
                <a:solidFill>
                  <a:schemeClr val="accent4"/>
                </a:solidFill>
                <a:latin typeface="Times New Roman"/>
                <a:ea typeface="Times New Roman"/>
                <a:cs typeface="Times New Roman"/>
                <a:sym typeface="Times New Roman"/>
              </a:rPr>
              <a:t>Đáp: </a:t>
            </a:r>
            <a:r>
              <a:rPr lang="en-US" sz="8000" b="1">
                <a:solidFill>
                  <a:schemeClr val="lt1"/>
                </a:solidFill>
                <a:latin typeface="Times New Roman"/>
                <a:ea typeface="Times New Roman"/>
                <a:cs typeface="Times New Roman"/>
                <a:sym typeface="Times New Roman"/>
              </a:rPr>
              <a:t>Và ở cùng </a:t>
            </a:r>
            <a:br>
              <a:rPr lang="en-US" sz="8000" b="1">
                <a:solidFill>
                  <a:schemeClr val="lt1"/>
                </a:solidFill>
                <a:latin typeface="Times New Roman"/>
                <a:ea typeface="Times New Roman"/>
                <a:cs typeface="Times New Roman"/>
                <a:sym typeface="Times New Roman"/>
              </a:rPr>
            </a:br>
            <a:r>
              <a:rPr lang="en-US" sz="8000" b="1">
                <a:solidFill>
                  <a:schemeClr val="lt1"/>
                </a:solidFill>
                <a:latin typeface="Times New Roman"/>
                <a:ea typeface="Times New Roman"/>
                <a:cs typeface="Times New Roman"/>
                <a:sym typeface="Times New Roman"/>
              </a:rPr>
              <a:t>chúng con.</a:t>
            </a:r>
            <a:endParaRPr sz="6600" b="1">
              <a:solidFill>
                <a:schemeClr val="lt1"/>
              </a:solidFill>
              <a:latin typeface="Times New Roman"/>
              <a:ea typeface="Times New Roman"/>
              <a:cs typeface="Times New Roman"/>
              <a:sym typeface="Times New Roman"/>
            </a:endParaRPr>
          </a:p>
          <a:p>
            <a:pPr marL="0" lvl="0" indent="0" algn="ctr"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Kính mừng….. </a:t>
            </a:r>
            <a:br>
              <a:rPr lang="en-US" sz="4800" b="1" i="1">
                <a:solidFill>
                  <a:schemeClr val="accent1"/>
                </a:solidFill>
                <a:latin typeface="Times New Roman"/>
                <a:ea typeface="Times New Roman"/>
                <a:cs typeface="Times New Roman"/>
                <a:sym typeface="Times New Roman"/>
              </a:rPr>
            </a:br>
            <a:endParaRPr sz="4800" b="1" i="1">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e5a0c7ab5b_0_40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4000"/>
              <a:buNone/>
            </a:pPr>
            <a:endParaRPr sz="4000" b="1" i="1" u="sng">
              <a:solidFill>
                <a:schemeClr val="accent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Xướng:</a:t>
            </a:r>
            <a:r>
              <a:rPr lang="en-US" sz="7200" b="1">
                <a:solidFill>
                  <a:schemeClr val="accent4"/>
                </a:solidFill>
                <a:latin typeface="Times New Roman"/>
                <a:ea typeface="Times New Roman"/>
                <a:cs typeface="Times New Roman"/>
                <a:sym typeface="Times New Roman"/>
              </a:rPr>
              <a:t> </a:t>
            </a:r>
            <a:r>
              <a:rPr lang="en-US" sz="7200" b="1">
                <a:solidFill>
                  <a:schemeClr val="lt1"/>
                </a:solidFill>
                <a:latin typeface="Times New Roman"/>
                <a:ea typeface="Times New Roman"/>
                <a:cs typeface="Times New Roman"/>
                <a:sym typeface="Times New Roman"/>
              </a:rPr>
              <a:t>Lạy Rất Thánh Đức Mẹ Chúa Trời, xin cầu cho chúng con.</a:t>
            </a:r>
            <a:endParaRPr sz="6000" b="1">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e5a0c7ab5b_0_40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4400"/>
              <a:buNone/>
            </a:pPr>
            <a:endParaRPr sz="4400" b="1" i="1" u="sng">
              <a:solidFill>
                <a:schemeClr val="lt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Đáp:</a:t>
            </a:r>
            <a:r>
              <a:rPr lang="en-US" sz="7200" b="1" i="1">
                <a:solidFill>
                  <a:schemeClr val="accent4"/>
                </a:solidFill>
                <a:latin typeface="Times New Roman"/>
                <a:ea typeface="Times New Roman"/>
                <a:cs typeface="Times New Roman"/>
                <a:sym typeface="Times New Roman"/>
              </a:rPr>
              <a:t> </a:t>
            </a:r>
            <a:r>
              <a:rPr lang="en-US" sz="8000" b="1">
                <a:solidFill>
                  <a:schemeClr val="lt1"/>
                </a:solidFill>
                <a:latin typeface="Times New Roman"/>
                <a:ea typeface="Times New Roman"/>
                <a:cs typeface="Times New Roman"/>
                <a:sym typeface="Times New Roman"/>
              </a:rPr>
              <a:t>Đáng chịu lấy những sự Chúa Kitô đã hứa.</a:t>
            </a:r>
            <a:endParaRPr sz="6000" b="1">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e5a0c7ab5b_0_41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20000"/>
          </a:bodyPr>
          <a:lstStyle/>
          <a:p>
            <a:pPr marL="0" lvl="0" indent="0" algn="ctr" rtl="0">
              <a:lnSpc>
                <a:spcPct val="100000"/>
              </a:lnSpc>
              <a:spcBef>
                <a:spcPts val="0"/>
              </a:spcBef>
              <a:spcAft>
                <a:spcPts val="0"/>
              </a:spcAft>
              <a:buClr>
                <a:schemeClr val="accent4"/>
              </a:buClr>
              <a:buSzPct val="100000"/>
              <a:buNone/>
            </a:pPr>
            <a:r>
              <a:rPr lang="en-US" sz="4800" b="1">
                <a:solidFill>
                  <a:schemeClr val="accent4"/>
                </a:solidFill>
                <a:latin typeface="Times New Roman"/>
                <a:ea typeface="Times New Roman"/>
                <a:cs typeface="Times New Roman"/>
                <a:sym typeface="Times New Roman"/>
              </a:rPr>
              <a:t>LỜI NGUYỆN</a:t>
            </a:r>
            <a:endParaRPr sz="4950" b="1">
              <a:solidFill>
                <a:schemeClr val="accent4"/>
              </a:solidFill>
              <a:latin typeface="Times New Roman"/>
              <a:ea typeface="Times New Roman"/>
              <a:cs typeface="Times New Roman"/>
              <a:sym typeface="Times New Roman"/>
            </a:endParaRPr>
          </a:p>
          <a:p>
            <a:pPr marL="0" lvl="0" indent="0" algn="just" rtl="0">
              <a:lnSpc>
                <a:spcPct val="100000"/>
              </a:lnSpc>
              <a:spcBef>
                <a:spcPts val="1572"/>
              </a:spcBef>
              <a:spcAft>
                <a:spcPts val="0"/>
              </a:spcAft>
              <a:buClr>
                <a:schemeClr val="lt1"/>
              </a:buClr>
              <a:buSzPct val="100000"/>
              <a:buNone/>
            </a:pPr>
            <a:r>
              <a:rPr lang="en-US" sz="8500" b="1">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3e5a0c7ab5b_0_41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3e5a0c7ab5b_0_41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e5a0c7ab5b_0_42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3e5a0c7ab5b_0_42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888888"/>
              </a:buClr>
              <a:buSzPts val="1800"/>
              <a:buNone/>
            </a:pPr>
            <a:endParaRPr sz="18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lt1"/>
              </a:buClr>
              <a:buSzPts val="7000"/>
              <a:buNone/>
            </a:pPr>
            <a:r>
              <a:rPr lang="en-US" sz="7000" b="1">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10000"/>
          </a:bodyPr>
          <a:lstStyle/>
          <a:p>
            <a:pPr marL="0" lvl="0" indent="0" algn="ctr" rtl="0">
              <a:lnSpc>
                <a:spcPct val="100000"/>
              </a:lnSpc>
              <a:spcBef>
                <a:spcPts val="0"/>
              </a:spcBef>
              <a:spcAft>
                <a:spcPts val="0"/>
              </a:spcAft>
              <a:buClr>
                <a:schemeClr val="accent4"/>
              </a:buClr>
              <a:buSzPct val="100000"/>
              <a:buNone/>
            </a:pPr>
            <a:r>
              <a:rPr lang="en-US" sz="4400" b="1">
                <a:solidFill>
                  <a:schemeClr val="accent4"/>
                </a:solidFill>
                <a:latin typeface="Times New Roman"/>
                <a:ea typeface="Times New Roman"/>
                <a:cs typeface="Times New Roman"/>
                <a:sym typeface="Times New Roman"/>
              </a:rPr>
              <a:t>KINH TIN</a:t>
            </a:r>
            <a:endParaRPr sz="4950" b="1">
              <a:solidFill>
                <a:schemeClr val="accent4"/>
              </a:solidFill>
              <a:latin typeface="Times New Roman"/>
              <a:ea typeface="Times New Roman"/>
              <a:cs typeface="Times New Roman"/>
              <a:sym typeface="Times New Roman"/>
            </a:endParaRPr>
          </a:p>
          <a:p>
            <a:pPr marL="0" lvl="0" indent="0" algn="just" rtl="0">
              <a:lnSpc>
                <a:spcPct val="100000"/>
              </a:lnSpc>
              <a:spcBef>
                <a:spcPts val="1480"/>
              </a:spcBef>
              <a:spcAft>
                <a:spcPts val="0"/>
              </a:spcAft>
              <a:buClr>
                <a:schemeClr val="lt1"/>
              </a:buClr>
              <a:buSzPct val="100000"/>
              <a:buNone/>
            </a:pPr>
            <a:r>
              <a:rPr lang="en-US" sz="8000" b="1">
                <a:solidFill>
                  <a:schemeClr val="lt1"/>
                </a:solidFill>
                <a:latin typeface="Times New Roman"/>
                <a:ea typeface="Times New Roman"/>
                <a:cs typeface="Times New Roman"/>
                <a:sym typeface="Times New Roman"/>
              </a:rPr>
              <a:t>Lạy Chúa con, con tin thật có một Đức Chúa Trời là Đấng thưởng phạt vô cùng.</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chịu nạn chịu chết mà chuộc tội cho thiên hạ.</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8"/>
          <p:cNvSpPr txBox="1">
            <a:spLocks noGrp="1"/>
          </p:cNvSpPr>
          <p:nvPr>
            <p:ph type="subTitle" idx="1"/>
          </p:nvPr>
        </p:nvSpPr>
        <p:spPr>
          <a:xfrm>
            <a:off x="0" y="1"/>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Bấy nhiêu điều ấy cùng các điều Hội Thánh dạy</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thì con tin vững vàng, vì Chúa là</a:t>
            </a:r>
            <a:br>
              <a:rPr lang="en-US" sz="7200" b="1">
                <a:solidFill>
                  <a:schemeClr val="lt1"/>
                </a:solidFill>
                <a:latin typeface="Times New Roman"/>
                <a:ea typeface="Times New Roman"/>
                <a:cs typeface="Times New Roman"/>
                <a:sym typeface="Times New Roman"/>
              </a:rPr>
            </a:br>
            <a:r>
              <a:rPr lang="en-US" sz="7200" b="1">
                <a:solidFill>
                  <a:schemeClr val="lt1"/>
                </a:solidFill>
                <a:latin typeface="Times New Roman"/>
                <a:ea typeface="Times New Roman"/>
                <a:cs typeface="Times New Roman"/>
                <a:sym typeface="Times New Roman"/>
              </a:rPr>
              <a:t>Đấng thông minh</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0"/>
          <p:cNvSpPr txBox="1">
            <a:spLocks noGrp="1"/>
          </p:cNvSpPr>
          <p:nvPr>
            <p:ph type="subTitle" idx="1"/>
          </p:nvPr>
        </p:nvSpPr>
        <p:spPr>
          <a:xfrm>
            <a:off x="0" y="-9"/>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10000"/>
          </a:bodyPr>
          <a:lstStyle/>
          <a:p>
            <a:pPr marL="0" lvl="0" indent="0" algn="ctr" rtl="0">
              <a:lnSpc>
                <a:spcPct val="100000"/>
              </a:lnSpc>
              <a:spcBef>
                <a:spcPts val="0"/>
              </a:spcBef>
              <a:spcAft>
                <a:spcPts val="0"/>
              </a:spcAft>
              <a:buClr>
                <a:schemeClr val="accent4"/>
              </a:buClr>
              <a:buSzPct val="100000"/>
              <a:buNone/>
            </a:pPr>
            <a:r>
              <a:rPr lang="en-US" sz="4400" b="1">
                <a:solidFill>
                  <a:schemeClr val="accent4"/>
                </a:solidFill>
                <a:latin typeface="Times New Roman"/>
                <a:ea typeface="Times New Roman"/>
                <a:cs typeface="Times New Roman"/>
                <a:sym typeface="Times New Roman"/>
              </a:rPr>
              <a:t>KINH CẬY</a:t>
            </a:r>
            <a:endParaRPr sz="4400" b="1">
              <a:solidFill>
                <a:schemeClr val="accent4"/>
              </a:solidFill>
              <a:latin typeface="Times New Roman"/>
              <a:ea typeface="Times New Roman"/>
              <a:cs typeface="Times New Roman"/>
              <a:sym typeface="Times New Roman"/>
            </a:endParaRPr>
          </a:p>
          <a:p>
            <a:pPr marL="0" lvl="0" indent="0" algn="just" rtl="0">
              <a:lnSpc>
                <a:spcPct val="100000"/>
              </a:lnSpc>
              <a:spcBef>
                <a:spcPts val="1480"/>
              </a:spcBef>
              <a:spcAft>
                <a:spcPts val="0"/>
              </a:spcAft>
              <a:buClr>
                <a:schemeClr val="lt1"/>
              </a:buClr>
              <a:buSzPct val="100000"/>
              <a:buNone/>
            </a:pPr>
            <a:r>
              <a:rPr lang="en-US" sz="8000" b="1">
                <a:solidFill>
                  <a:schemeClr val="lt1"/>
                </a:solidFill>
                <a:latin typeface="Times New Roman"/>
                <a:ea typeface="Times New Roman"/>
                <a:cs typeface="Times New Roman"/>
                <a:sym typeface="Times New Roman"/>
              </a:rPr>
              <a:t>Lạy Chúa con, con trông cậy vững vàng, vì công nghiệp Đức Chúa Giêsu</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thì Chúa sẽ ban ơn cho con giữ đạo nên ở đời này,</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4"/>
          <p:cNvSpPr txBox="1">
            <a:spLocks noGrp="1"/>
          </p:cNvSpPr>
          <p:nvPr>
            <p:ph type="subTitle" idx="1"/>
          </p:nvPr>
        </p:nvSpPr>
        <p:spPr>
          <a:xfrm>
            <a:off x="0" y="1"/>
            <a:ext cx="9144000" cy="5143499"/>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vì Chúa là Đấng phép tắc và lòng lành vô cùng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endParaRPr sz="40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đã phán hứa sự ấy chẳng có lẽ nào sai đặng.  Amen.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37150" rIns="91425" bIns="45700" anchor="t" anchorCtr="0">
            <a:normAutofit fontScale="92500" lnSpcReduction="10000"/>
          </a:bodyPr>
          <a:lstStyle/>
          <a:p>
            <a:pPr marL="0" lvl="0" indent="0" algn="ctr" rtl="0">
              <a:lnSpc>
                <a:spcPct val="100000"/>
              </a:lnSpc>
              <a:spcBef>
                <a:spcPts val="0"/>
              </a:spcBef>
              <a:spcAft>
                <a:spcPts val="0"/>
              </a:spcAft>
              <a:buClr>
                <a:schemeClr val="accent4"/>
              </a:buClr>
              <a:buSzPct val="100000"/>
              <a:buNone/>
            </a:pPr>
            <a:r>
              <a:rPr lang="en-US" sz="4400" b="1">
                <a:solidFill>
                  <a:schemeClr val="accent4"/>
                </a:solidFill>
                <a:latin typeface="Times New Roman"/>
                <a:ea typeface="Times New Roman"/>
                <a:cs typeface="Times New Roman"/>
                <a:sym typeface="Times New Roman"/>
              </a:rPr>
              <a:t>KINH MẾN</a:t>
            </a:r>
            <a:endParaRPr sz="4400" b="1">
              <a:solidFill>
                <a:schemeClr val="accent4"/>
              </a:solidFill>
              <a:latin typeface="Times New Roman"/>
              <a:ea typeface="Times New Roman"/>
              <a:cs typeface="Times New Roman"/>
              <a:sym typeface="Times New Roman"/>
            </a:endParaRPr>
          </a:p>
          <a:p>
            <a:pPr marL="0" lvl="0" indent="0" algn="just" rtl="0">
              <a:lnSpc>
                <a:spcPct val="100000"/>
              </a:lnSpc>
              <a:spcBef>
                <a:spcPts val="1443"/>
              </a:spcBef>
              <a:spcAft>
                <a:spcPts val="0"/>
              </a:spcAft>
              <a:buClr>
                <a:schemeClr val="lt1"/>
              </a:buClr>
              <a:buSzPct val="100000"/>
              <a:buNone/>
            </a:pPr>
            <a:r>
              <a:rPr lang="en-US" sz="7800" b="1">
                <a:solidFill>
                  <a:schemeClr val="lt1"/>
                </a:solidFill>
                <a:latin typeface="Times New Roman"/>
                <a:ea typeface="Times New Roman"/>
                <a:cs typeface="Times New Roman"/>
                <a:sym typeface="Times New Roman"/>
              </a:rPr>
              <a:t>Lạy Chúa con, con kính mến Chúa hết lòng hết sức trên hết mọi sự,</a:t>
            </a:r>
            <a:endParaRPr sz="7800" b="1">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br>
              <a:rPr lang="en-US" sz="7200" b="1">
                <a:solidFill>
                  <a:schemeClr val="lt1"/>
                </a:solidFill>
                <a:latin typeface="Times New Roman"/>
                <a:ea typeface="Times New Roman"/>
                <a:cs typeface="Times New Roman"/>
                <a:sym typeface="Times New Roman"/>
              </a:rPr>
            </a:br>
            <a:r>
              <a:rPr lang="en-US" sz="7200" b="1">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lại vì Chúa thì con thương yêu người ta như mình con vậy.  Amen.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5237E60B-0217-F6A6-1C24-FBA41C61A3C6}"/>
            </a:ext>
          </a:extLst>
        </p:cNvPr>
        <p:cNvGrpSpPr/>
        <p:nvPr/>
      </p:nvGrpSpPr>
      <p:grpSpPr>
        <a:xfrm>
          <a:off x="0" y="0"/>
          <a:ext cx="0" cy="0"/>
          <a:chOff x="0" y="0"/>
          <a:chExt cx="0" cy="0"/>
        </a:xfrm>
      </p:grpSpPr>
      <p:sp>
        <p:nvSpPr>
          <p:cNvPr id="263" name="Google Shape;263;p36">
            <a:extLst>
              <a:ext uri="{FF2B5EF4-FFF2-40B4-BE49-F238E27FC236}">
                <a16:creationId xmlns:a16="http://schemas.microsoft.com/office/drawing/2014/main" id="{C4004D8A-1FDF-A006-213A-301E8C93A261}"/>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37150" rIns="91425" bIns="45700" anchor="t" anchorCtr="0">
            <a:normAutofit/>
          </a:bodyPr>
          <a:lstStyle/>
          <a:p>
            <a:pPr marL="0" lvl="0" indent="0" algn="ctr" rtl="0">
              <a:lnSpc>
                <a:spcPct val="100000"/>
              </a:lnSpc>
              <a:spcBef>
                <a:spcPts val="0"/>
              </a:spcBef>
              <a:spcAft>
                <a:spcPts val="0"/>
              </a:spcAft>
              <a:buClr>
                <a:schemeClr val="accent4"/>
              </a:buClr>
              <a:buSzPct val="100000"/>
              <a:buNone/>
            </a:pPr>
            <a:r>
              <a:rPr lang="en-US" sz="3500" b="1" dirty="0">
                <a:solidFill>
                  <a:schemeClr val="accent4"/>
                </a:solidFill>
                <a:latin typeface="Times New Roman"/>
                <a:ea typeface="Times New Roman"/>
                <a:cs typeface="Times New Roman"/>
                <a:sym typeface="Times New Roman"/>
              </a:rPr>
              <a:t>KINH </a:t>
            </a:r>
            <a:r>
              <a:rPr lang="vi-VN" sz="3500" b="1" dirty="0">
                <a:solidFill>
                  <a:schemeClr val="accent4"/>
                </a:solidFill>
                <a:latin typeface="Times New Roman"/>
                <a:ea typeface="Times New Roman"/>
                <a:cs typeface="Times New Roman"/>
                <a:sym typeface="Times New Roman"/>
              </a:rPr>
              <a:t>CẦU CHO CÁC LINH MỤC</a:t>
            </a:r>
            <a:endParaRPr sz="3500" b="1" dirty="0">
              <a:solidFill>
                <a:schemeClr val="accent4"/>
              </a:solidFill>
              <a:latin typeface="Times New Roman"/>
              <a:ea typeface="Times New Roman"/>
              <a:cs typeface="Times New Roman"/>
              <a:sym typeface="Times New Roman"/>
            </a:endParaRPr>
          </a:p>
          <a:p>
            <a:pPr marL="0" lvl="0" indent="0" algn="just">
              <a:spcBef>
                <a:spcPts val="1443"/>
              </a:spcBef>
              <a:buClr>
                <a:schemeClr val="lt1"/>
              </a:buClr>
              <a:buSzPct val="100000"/>
            </a:pPr>
            <a:r>
              <a:rPr lang="en-US" sz="6600" b="1" dirty="0" err="1">
                <a:solidFill>
                  <a:schemeClr val="bg1"/>
                </a:solidFill>
                <a:latin typeface="Times New Roman" panose="02020603050405020304" pitchFamily="18" charset="0"/>
                <a:cs typeface="Times New Roman" panose="02020603050405020304" pitchFamily="18" charset="0"/>
              </a:rPr>
              <a:t>Lạy</a:t>
            </a:r>
            <a:r>
              <a:rPr lang="en-US" sz="6600" b="1" dirty="0">
                <a:solidFill>
                  <a:schemeClr val="bg1"/>
                </a:solidFill>
                <a:latin typeface="Times New Roman" panose="02020603050405020304" pitchFamily="18" charset="0"/>
                <a:cs typeface="Times New Roman" panose="02020603050405020304" pitchFamily="18" charset="0"/>
              </a:rPr>
              <a:t> Chúa </a:t>
            </a:r>
            <a:r>
              <a:rPr lang="en-US" sz="6600" b="1" dirty="0" err="1">
                <a:solidFill>
                  <a:schemeClr val="bg1"/>
                </a:solidFill>
                <a:latin typeface="Times New Roman" panose="02020603050405020304" pitchFamily="18" charset="0"/>
                <a:cs typeface="Times New Roman" panose="02020603050405020304" pitchFamily="18" charset="0"/>
              </a:rPr>
              <a:t>Giêsu</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là</a:t>
            </a:r>
            <a:r>
              <a:rPr lang="en-US" sz="6600" b="1" dirty="0">
                <a:solidFill>
                  <a:schemeClr val="bg1"/>
                </a:solidFill>
                <a:latin typeface="Times New Roman" panose="02020603050405020304" pitchFamily="18" charset="0"/>
                <a:cs typeface="Times New Roman" panose="02020603050405020304" pitchFamily="18" charset="0"/>
              </a:rPr>
              <a:t> Linh </a:t>
            </a:r>
            <a:r>
              <a:rPr lang="en-US" sz="6600" b="1" dirty="0" err="1">
                <a:solidFill>
                  <a:schemeClr val="bg1"/>
                </a:solidFill>
                <a:latin typeface="Times New Roman" panose="02020603050405020304" pitchFamily="18" charset="0"/>
                <a:cs typeface="Times New Roman" panose="02020603050405020304" pitchFamily="18" charset="0"/>
              </a:rPr>
              <a:t>Mục</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đời</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đời</a:t>
            </a:r>
            <a:r>
              <a:rPr lang="en-US" sz="6600" b="1" dirty="0">
                <a:solidFill>
                  <a:schemeClr val="bg1"/>
                </a:solidFill>
                <a:latin typeface="Times New Roman" panose="02020603050405020304" pitchFamily="18" charset="0"/>
                <a:cs typeface="Times New Roman" panose="02020603050405020304" pitchFamily="18" charset="0"/>
              </a:rPr>
              <a:t>, Chúa </a:t>
            </a:r>
            <a:r>
              <a:rPr lang="en-US" sz="6600" b="1" dirty="0" err="1">
                <a:solidFill>
                  <a:schemeClr val="bg1"/>
                </a:solidFill>
                <a:latin typeface="Times New Roman" panose="02020603050405020304" pitchFamily="18" charset="0"/>
                <a:cs typeface="Times New Roman" panose="02020603050405020304" pitchFamily="18" charset="0"/>
              </a:rPr>
              <a:t>đã</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dùng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tay</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các</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vị</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Giám</a:t>
            </a:r>
            <a:r>
              <a:rPr lang="en-US" sz="6600" b="1" dirty="0">
                <a:solidFill>
                  <a:schemeClr val="bg1"/>
                </a:solidFill>
                <a:latin typeface="Times New Roman" panose="02020603050405020304" pitchFamily="18" charset="0"/>
                <a:cs typeface="Times New Roman" panose="02020603050405020304" pitchFamily="18" charset="0"/>
              </a:rPr>
              <a:t> </a:t>
            </a:r>
            <a:r>
              <a:rPr lang="vi-VN" sz="6600" b="1" dirty="0">
                <a:solidFill>
                  <a:schemeClr val="bg1"/>
                </a:solidFill>
                <a:latin typeface="Times New Roman" panose="02020603050405020304" pitchFamily="18" charset="0"/>
                <a:cs typeface="Times New Roman" panose="02020603050405020304" pitchFamily="18" charset="0"/>
              </a:rPr>
              <a:t>M</a:t>
            </a:r>
            <a:r>
              <a:rPr lang="en-US" sz="6600" b="1" dirty="0" err="1">
                <a:solidFill>
                  <a:schemeClr val="bg1"/>
                </a:solidFill>
                <a:latin typeface="Times New Roman" panose="02020603050405020304" pitchFamily="18" charset="0"/>
                <a:cs typeface="Times New Roman" panose="02020603050405020304" pitchFamily="18" charset="0"/>
              </a:rPr>
              <a:t>ục</a:t>
            </a:r>
            <a:r>
              <a:rPr lang="en-US" sz="6600" b="1" dirty="0">
                <a:solidFill>
                  <a:schemeClr val="bg1"/>
                </a:solidFill>
                <a:latin typeface="Times New Roman" panose="02020603050405020304" pitchFamily="18" charset="0"/>
                <a:cs typeface="Times New Roman" panose="02020603050405020304" pitchFamily="18" charset="0"/>
              </a:rPr>
              <a:t> </a:t>
            </a:r>
            <a:endParaRPr sz="66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40110781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2C7954D0-7302-BFF1-33CA-3CBC28E337D8}"/>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F3ACAC59-FBF2-3649-E46F-4212650F98A1}"/>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7200" b="1" dirty="0">
                <a:solidFill>
                  <a:schemeClr val="bg1"/>
                </a:solidFill>
                <a:latin typeface="Times New Roman" panose="02020603050405020304" pitchFamily="18" charset="0"/>
                <a:cs typeface="Times New Roman" panose="02020603050405020304" pitchFamily="18" charset="0"/>
              </a:rPr>
              <a:t>mà thông ban bảy ơn Thánh Thần Chúa, để thánh hóa các Linh mục</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2424087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322A9762-1747-496B-2A44-41E02EAABB86}"/>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D2847473-6308-BDAB-BF59-5D1489054501}"/>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7200" b="1" dirty="0">
                <a:solidFill>
                  <a:schemeClr val="bg1"/>
                </a:solidFill>
                <a:latin typeface="Times New Roman" panose="02020603050405020304" pitchFamily="18" charset="0"/>
                <a:cs typeface="Times New Roman" panose="02020603050405020304" pitchFamily="18" charset="0"/>
              </a:rPr>
              <a:t>Chúa là mẫu gương độc nhất và sáng tỏ cho hàng Linh mục noi theo</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8292999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179290C0-8BEC-AC2C-CE6F-3EDA0D80DD7D}"/>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602523AB-0C67-A949-C694-1F8EC0581F97}"/>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6600" b="1" dirty="0">
                <a:solidFill>
                  <a:schemeClr val="bg1"/>
                </a:solidFill>
                <a:latin typeface="Times New Roman" panose="02020603050405020304" pitchFamily="18" charset="0"/>
                <a:cs typeface="Times New Roman" panose="02020603050405020304" pitchFamily="18" charset="0"/>
              </a:rPr>
              <a:t>Xin in sâu người mẫu vào tâm hồn các Linh mục, để các Linh mục được trở nên những vị Kitô thứ hai của Chúa</a:t>
            </a:r>
            <a:endParaRPr sz="66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42436224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3F8E0953-6062-9F53-6C5F-7164CC7FCC67}"/>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D5AA3678-D6BD-7CF2-C517-2D4BB9FAEFE8}"/>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en-US" sz="6600" b="1" dirty="0">
                <a:solidFill>
                  <a:schemeClr val="bg1"/>
                </a:solidFill>
                <a:latin typeface="Times New Roman" panose="02020603050405020304" pitchFamily="18" charset="0"/>
                <a:cs typeface="Times New Roman" panose="02020603050405020304" pitchFamily="18" charset="0"/>
              </a:rPr>
              <a:t>Xin Chúa </a:t>
            </a:r>
            <a:r>
              <a:rPr lang="en-US" sz="6600" b="1" dirty="0" err="1">
                <a:solidFill>
                  <a:schemeClr val="bg1"/>
                </a:solidFill>
                <a:latin typeface="Times New Roman" panose="02020603050405020304" pitchFamily="18" charset="0"/>
                <a:cs typeface="Times New Roman" panose="02020603050405020304" pitchFamily="18" charset="0"/>
              </a:rPr>
              <a:t>cho</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các</a:t>
            </a:r>
            <a:r>
              <a:rPr lang="en-US" sz="6600" b="1" dirty="0">
                <a:solidFill>
                  <a:schemeClr val="bg1"/>
                </a:solidFill>
                <a:latin typeface="Times New Roman" panose="02020603050405020304" pitchFamily="18" charset="0"/>
                <a:cs typeface="Times New Roman" panose="02020603050405020304" pitchFamily="18" charset="0"/>
              </a:rPr>
              <a:t> Linh </a:t>
            </a:r>
            <a:r>
              <a:rPr lang="en-US" sz="6600" b="1" dirty="0" err="1">
                <a:solidFill>
                  <a:schemeClr val="bg1"/>
                </a:solidFill>
                <a:latin typeface="Times New Roman" panose="02020603050405020304" pitchFamily="18" charset="0"/>
                <a:cs typeface="Times New Roman" panose="02020603050405020304" pitchFamily="18" charset="0"/>
              </a:rPr>
              <a:t>mục</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sống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theo</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ánh</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sáng</a:t>
            </a:r>
            <a:r>
              <a:rPr lang="en-US" sz="6600" b="1" dirty="0">
                <a:solidFill>
                  <a:schemeClr val="bg1"/>
                </a:solidFill>
                <a:latin typeface="Times New Roman" panose="02020603050405020304" pitchFamily="18" charset="0"/>
                <a:cs typeface="Times New Roman" panose="02020603050405020304" pitchFamily="18" charset="0"/>
              </a:rPr>
              <a:t> Đức Tin </a:t>
            </a:r>
            <a:r>
              <a:rPr lang="en-US" sz="6600" b="1" dirty="0" err="1">
                <a:solidFill>
                  <a:schemeClr val="bg1"/>
                </a:solidFill>
                <a:latin typeface="Times New Roman" panose="02020603050405020304" pitchFamily="18" charset="0"/>
                <a:cs typeface="Times New Roman" panose="02020603050405020304" pitchFamily="18" charset="0"/>
              </a:rPr>
              <a:t>chỉ</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dẫn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và</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bất</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cứ</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trong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cảnh</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ngộ</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nào</a:t>
            </a:r>
            <a:endParaRPr sz="66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32542879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FB304784-1A77-84E2-A068-5C9B4DC4836B}"/>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E8AD80C6-CCC9-DCF3-7765-87AE97066AF1}"/>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en-US" sz="6600" b="1" dirty="0" err="1">
                <a:solidFill>
                  <a:schemeClr val="bg1"/>
                </a:solidFill>
                <a:latin typeface="Times New Roman" panose="02020603050405020304" pitchFamily="18" charset="0"/>
                <a:cs typeface="Times New Roman" panose="02020603050405020304" pitchFamily="18" charset="0"/>
              </a:rPr>
              <a:t>hằng</a:t>
            </a:r>
            <a:r>
              <a:rPr lang="en-US" sz="6600" b="1" dirty="0">
                <a:solidFill>
                  <a:schemeClr val="bg1"/>
                </a:solidFill>
                <a:latin typeface="Times New Roman" panose="02020603050405020304" pitchFamily="18" charset="0"/>
                <a:cs typeface="Times New Roman" panose="02020603050405020304" pitchFamily="18" charset="0"/>
              </a:rPr>
              <a:t> tin </a:t>
            </a:r>
            <a:r>
              <a:rPr lang="en-US" sz="6600" b="1" dirty="0" err="1">
                <a:solidFill>
                  <a:schemeClr val="bg1"/>
                </a:solidFill>
                <a:latin typeface="Times New Roman" panose="02020603050405020304" pitchFamily="18" charset="0"/>
                <a:cs typeface="Times New Roman" panose="02020603050405020304" pitchFamily="18" charset="0"/>
              </a:rPr>
              <a:t>vào</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quyền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năng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vô</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cùng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của</a:t>
            </a:r>
            <a:r>
              <a:rPr lang="en-US" sz="6600" b="1" dirty="0">
                <a:solidFill>
                  <a:schemeClr val="bg1"/>
                </a:solidFill>
                <a:latin typeface="Times New Roman" panose="02020603050405020304" pitchFamily="18" charset="0"/>
                <a:cs typeface="Times New Roman" panose="02020603050405020304" pitchFamily="18" charset="0"/>
              </a:rPr>
              <a:t> Chúa</a:t>
            </a:r>
            <a:r>
              <a:rPr lang="vi-VN"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biết</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sống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nội</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tâm</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siêng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năng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cầu</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nguyện</a:t>
            </a:r>
            <a:endParaRPr sz="66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1068801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C8D1BA23-4006-8BCA-0CCF-1B50C71D78DA}"/>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D69F80DD-8305-6CA6-B6F6-717B5D7914E1}"/>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6600" b="1" dirty="0">
                <a:solidFill>
                  <a:schemeClr val="bg1"/>
                </a:solidFill>
                <a:latin typeface="Times New Roman" panose="02020603050405020304" pitchFamily="18" charset="0"/>
                <a:cs typeface="Times New Roman" panose="02020603050405020304" pitchFamily="18" charset="0"/>
              </a:rPr>
              <a:t>Lấy P</a:t>
            </a:r>
            <a:r>
              <a:rPr lang="en-US" sz="6600" b="1" dirty="0" err="1">
                <a:solidFill>
                  <a:schemeClr val="bg1"/>
                </a:solidFill>
                <a:latin typeface="Times New Roman" panose="02020603050405020304" pitchFamily="18" charset="0"/>
                <a:cs typeface="Times New Roman" panose="02020603050405020304" pitchFamily="18" charset="0"/>
              </a:rPr>
              <a:t>húc</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Âm</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làm</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của</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ăn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nuôi</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sống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hằng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ngày</a:t>
            </a:r>
            <a:r>
              <a:rPr lang="en-US" sz="6600" b="1" dirty="0">
                <a:solidFill>
                  <a:schemeClr val="bg1"/>
                </a:solidFill>
                <a:latin typeface="Times New Roman" panose="02020603050405020304" pitchFamily="18" charset="0"/>
                <a:cs typeface="Times New Roman" panose="02020603050405020304" pitchFamily="18" charset="0"/>
              </a:rPr>
              <a:t>. Xin </a:t>
            </a:r>
            <a:r>
              <a:rPr lang="en-US" sz="6600" b="1" dirty="0" err="1">
                <a:solidFill>
                  <a:schemeClr val="bg1"/>
                </a:solidFill>
                <a:latin typeface="Times New Roman" panose="02020603050405020304" pitchFamily="18" charset="0"/>
                <a:cs typeface="Times New Roman" panose="02020603050405020304" pitchFamily="18" charset="0"/>
              </a:rPr>
              <a:t>cho</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các</a:t>
            </a:r>
            <a:r>
              <a:rPr lang="en-US" sz="6600" b="1" dirty="0">
                <a:solidFill>
                  <a:schemeClr val="bg1"/>
                </a:solidFill>
                <a:latin typeface="Times New Roman" panose="02020603050405020304" pitchFamily="18" charset="0"/>
                <a:cs typeface="Times New Roman" panose="02020603050405020304" pitchFamily="18" charset="0"/>
              </a:rPr>
              <a:t> Linh </a:t>
            </a:r>
            <a:r>
              <a:rPr lang="en-US" sz="6600" b="1" dirty="0" err="1">
                <a:solidFill>
                  <a:schemeClr val="bg1"/>
                </a:solidFill>
                <a:latin typeface="Times New Roman" panose="02020603050405020304" pitchFamily="18" charset="0"/>
                <a:cs typeface="Times New Roman" panose="02020603050405020304" pitchFamily="18" charset="0"/>
              </a:rPr>
              <a:t>mục</a:t>
            </a:r>
            <a:r>
              <a:rPr lang="en-US" sz="6600" b="1" dirty="0">
                <a:solidFill>
                  <a:schemeClr val="bg1"/>
                </a:solidFill>
                <a:latin typeface="Times New Roman" panose="02020603050405020304" pitchFamily="18" charset="0"/>
                <a:cs typeface="Times New Roman" panose="02020603050405020304" pitchFamily="18" charset="0"/>
              </a:rPr>
              <a:t> </a:t>
            </a:r>
            <a:r>
              <a:rPr lang="vi-VN" sz="6600" b="1" dirty="0">
                <a:solidFill>
                  <a:schemeClr val="bg1"/>
                </a:solidFill>
                <a:latin typeface="Times New Roman" panose="02020603050405020304" pitchFamily="18" charset="0"/>
                <a:cs typeface="Times New Roman" panose="02020603050405020304" pitchFamily="18" charset="0"/>
              </a:rPr>
              <a:t>chúng con </a:t>
            </a:r>
            <a:r>
              <a:rPr lang="en-US" sz="6600" b="1" dirty="0" err="1">
                <a:solidFill>
                  <a:schemeClr val="bg1"/>
                </a:solidFill>
                <a:latin typeface="Times New Roman" panose="02020603050405020304" pitchFamily="18" charset="0"/>
                <a:cs typeface="Times New Roman" panose="02020603050405020304" pitchFamily="18" charset="0"/>
              </a:rPr>
              <a:t>thật</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lòng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mến</a:t>
            </a:r>
            <a:r>
              <a:rPr lang="en-US" sz="6600" b="1" dirty="0">
                <a:solidFill>
                  <a:schemeClr val="bg1"/>
                </a:solidFill>
                <a:latin typeface="Times New Roman" panose="02020603050405020304" pitchFamily="18" charset="0"/>
                <a:cs typeface="Times New Roman" panose="02020603050405020304" pitchFamily="18" charset="0"/>
              </a:rPr>
              <a:t> Chúa,</a:t>
            </a:r>
            <a:endParaRPr sz="66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657188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AC4E5326-2CEA-47B0-10E5-334D8A125449}"/>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3EE02789-12DD-DA60-3528-716483D78ED4}"/>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6600" b="1" dirty="0">
                <a:solidFill>
                  <a:schemeClr val="bg1"/>
                </a:solidFill>
                <a:latin typeface="Times New Roman" panose="02020603050405020304" pitchFamily="18" charset="0"/>
                <a:cs typeface="Times New Roman" panose="02020603050405020304" pitchFamily="18" charset="0"/>
              </a:rPr>
              <a:t>và yêu thương mọi người, hy sinh đời sống mình vì kẻ khác. Luôn luôn nên mẫu gương khiêm nhượng, </a:t>
            </a:r>
            <a:endParaRPr sz="66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41248563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ABAA54BB-D98B-B736-A6BF-F35BBF24C108}"/>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85994B28-6331-504B-9CA2-B7E92910FB9A}"/>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6600" b="1" dirty="0">
                <a:solidFill>
                  <a:schemeClr val="bg1"/>
                </a:solidFill>
                <a:latin typeface="Times New Roman" panose="02020603050405020304" pitchFamily="18" charset="0"/>
                <a:cs typeface="Times New Roman" panose="02020603050405020304" pitchFamily="18" charset="0"/>
              </a:rPr>
              <a:t>khó nghèo, hiền hòa và trong sạch, để mọi người nhìn thấy Chúa Giêsu trong Linh mục chúng con</a:t>
            </a:r>
            <a:endParaRPr sz="66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880268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11998F79-6271-FAFF-8780-2E49A3F1B922}"/>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BBF31A26-21D9-6E69-F02F-1F4F9F5FB4A7}"/>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en-US" sz="6600" b="1" dirty="0">
                <a:solidFill>
                  <a:schemeClr val="bg1"/>
                </a:solidFill>
                <a:latin typeface="Times New Roman" panose="02020603050405020304" pitchFamily="18" charset="0"/>
                <a:cs typeface="Times New Roman" panose="02020603050405020304" pitchFamily="18" charset="0"/>
              </a:rPr>
              <a:t>Xin </a:t>
            </a:r>
            <a:r>
              <a:rPr lang="en-US" sz="6600" b="1" dirty="0" err="1">
                <a:solidFill>
                  <a:schemeClr val="bg1"/>
                </a:solidFill>
                <a:latin typeface="Times New Roman" panose="02020603050405020304" pitchFamily="18" charset="0"/>
                <a:cs typeface="Times New Roman" panose="02020603050405020304" pitchFamily="18" charset="0"/>
              </a:rPr>
              <a:t>cho</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các</a:t>
            </a:r>
            <a:r>
              <a:rPr lang="en-US" sz="6600" b="1" dirty="0">
                <a:solidFill>
                  <a:schemeClr val="bg1"/>
                </a:solidFill>
                <a:latin typeface="Times New Roman" panose="02020603050405020304" pitchFamily="18" charset="0"/>
                <a:cs typeface="Times New Roman" panose="02020603050405020304" pitchFamily="18" charset="0"/>
              </a:rPr>
              <a:t> Linh </a:t>
            </a:r>
            <a:r>
              <a:rPr lang="en-US" sz="6600" b="1" dirty="0" err="1">
                <a:solidFill>
                  <a:schemeClr val="bg1"/>
                </a:solidFill>
                <a:latin typeface="Times New Roman" panose="02020603050405020304" pitchFamily="18" charset="0"/>
                <a:cs typeface="Times New Roman" panose="02020603050405020304" pitchFamily="18" charset="0"/>
              </a:rPr>
              <a:t>mục</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trìu</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mến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và</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vâng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phục</a:t>
            </a:r>
            <a:r>
              <a:rPr lang="en-US" sz="6600" b="1" dirty="0">
                <a:solidFill>
                  <a:schemeClr val="bg1"/>
                </a:solidFill>
                <a:latin typeface="Times New Roman" panose="02020603050405020304" pitchFamily="18" charset="0"/>
                <a:cs typeface="Times New Roman" panose="02020603050405020304" pitchFamily="18" charset="0"/>
              </a:rPr>
              <a:t> Cha </a:t>
            </a:r>
            <a:r>
              <a:rPr lang="en-US" sz="6600" b="1" dirty="0" err="1">
                <a:solidFill>
                  <a:schemeClr val="bg1"/>
                </a:solidFill>
                <a:latin typeface="Times New Roman" panose="02020603050405020304" pitchFamily="18" charset="0"/>
                <a:cs typeface="Times New Roman" panose="02020603050405020304" pitchFamily="18" charset="0"/>
              </a:rPr>
              <a:t>chung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là</a:t>
            </a:r>
            <a:r>
              <a:rPr lang="en-US" sz="6600" b="1" dirty="0">
                <a:solidFill>
                  <a:schemeClr val="bg1"/>
                </a:solidFill>
                <a:latin typeface="Times New Roman" panose="02020603050405020304" pitchFamily="18" charset="0"/>
                <a:cs typeface="Times New Roman" panose="02020603050405020304" pitchFamily="18" charset="0"/>
              </a:rPr>
              <a:t> Đức </a:t>
            </a:r>
            <a:r>
              <a:rPr lang="en-US" sz="6600" b="1" dirty="0" err="1">
                <a:solidFill>
                  <a:schemeClr val="bg1"/>
                </a:solidFill>
                <a:latin typeface="Times New Roman" panose="02020603050405020304" pitchFamily="18" charset="0"/>
                <a:cs typeface="Times New Roman" panose="02020603050405020304" pitchFamily="18" charset="0"/>
              </a:rPr>
              <a:t>Giáo</a:t>
            </a:r>
            <a:r>
              <a:rPr lang="en-US" sz="6600" b="1" dirty="0">
                <a:solidFill>
                  <a:schemeClr val="bg1"/>
                </a:solidFill>
                <a:latin typeface="Times New Roman" panose="02020603050405020304" pitchFamily="18" charset="0"/>
                <a:cs typeface="Times New Roman" panose="02020603050405020304" pitchFamily="18" charset="0"/>
              </a:rPr>
              <a:t> Hoàng </a:t>
            </a:r>
            <a:endParaRPr sz="66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1180616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8B699661-3BC6-2DC1-A747-DB3F87AE1380}"/>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29CB7E53-7821-8EF2-93BA-9C75F0A080FE}"/>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en-US" sz="7200" b="1" dirty="0" err="1">
                <a:solidFill>
                  <a:schemeClr val="bg1"/>
                </a:solidFill>
                <a:latin typeface="Times New Roman" panose="02020603050405020304" pitchFamily="18" charset="0"/>
                <a:cs typeface="Times New Roman" panose="02020603050405020304" pitchFamily="18" charset="0"/>
              </a:rPr>
              <a:t>thành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tâm</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cộng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tác</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với</a:t>
            </a:r>
            <a:r>
              <a:rPr lang="en-US" sz="7200" b="1" dirty="0">
                <a:solidFill>
                  <a:schemeClr val="bg1"/>
                </a:solidFill>
                <a:latin typeface="Times New Roman" panose="02020603050405020304" pitchFamily="18" charset="0"/>
                <a:cs typeface="Times New Roman" panose="02020603050405020304" pitchFamily="18" charset="0"/>
              </a:rPr>
              <a:t> Đức </a:t>
            </a:r>
            <a:r>
              <a:rPr lang="en-US" sz="7200" b="1" dirty="0" err="1">
                <a:solidFill>
                  <a:schemeClr val="bg1"/>
                </a:solidFill>
                <a:latin typeface="Times New Roman" panose="02020603050405020304" pitchFamily="18" charset="0"/>
                <a:cs typeface="Times New Roman" panose="02020603050405020304" pitchFamily="18" charset="0"/>
              </a:rPr>
              <a:t>Giám</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mục</a:t>
            </a:r>
            <a:r>
              <a:rPr lang="vi-VN" sz="7200" b="1" dirty="0">
                <a:solidFill>
                  <a:schemeClr val="bg1"/>
                </a:solidFill>
                <a:latin typeface="Times New Roman" panose="02020603050405020304" pitchFamily="18" charset="0"/>
                <a:cs typeface="Times New Roman" panose="02020603050405020304" pitchFamily="18" charset="0"/>
              </a:rPr>
              <a:t> chúng con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là</a:t>
            </a:r>
            <a:r>
              <a:rPr lang="en-US" sz="7200" b="1" dirty="0">
                <a:solidFill>
                  <a:schemeClr val="bg1"/>
                </a:solidFill>
                <a:latin typeface="Times New Roman" panose="02020603050405020304" pitchFamily="18" charset="0"/>
                <a:cs typeface="Times New Roman" panose="02020603050405020304" pitchFamily="18" charset="0"/>
              </a:rPr>
              <a:t> </a:t>
            </a:r>
            <a:r>
              <a:rPr lang="vi-VN" sz="7200" b="1" dirty="0">
                <a:solidFill>
                  <a:schemeClr val="bg1"/>
                </a:solidFill>
                <a:latin typeface="Times New Roman" panose="02020603050405020304" pitchFamily="18" charset="0"/>
                <a:cs typeface="Times New Roman" panose="02020603050405020304" pitchFamily="18" charset="0"/>
              </a:rPr>
              <a:t>Đ</a:t>
            </a:r>
            <a:r>
              <a:rPr lang="en-US" sz="7200" b="1" dirty="0" err="1">
                <a:solidFill>
                  <a:schemeClr val="bg1"/>
                </a:solidFill>
                <a:latin typeface="Times New Roman" panose="02020603050405020304" pitchFamily="18" charset="0"/>
                <a:cs typeface="Times New Roman" panose="02020603050405020304" pitchFamily="18" charset="0"/>
              </a:rPr>
              <a:t>ấng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kế</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vị</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các</a:t>
            </a:r>
            <a:r>
              <a:rPr lang="en-US" sz="7200" b="1" dirty="0">
                <a:solidFill>
                  <a:schemeClr val="bg1"/>
                </a:solidFill>
                <a:latin typeface="Times New Roman" panose="02020603050405020304" pitchFamily="18" charset="0"/>
                <a:cs typeface="Times New Roman" panose="02020603050405020304" pitchFamily="18" charset="0"/>
              </a:rPr>
              <a:t> Thánh </a:t>
            </a:r>
            <a:r>
              <a:rPr lang="en-US" sz="7200" b="1" dirty="0" err="1">
                <a:solidFill>
                  <a:schemeClr val="bg1"/>
                </a:solidFill>
                <a:latin typeface="Times New Roman" panose="02020603050405020304" pitchFamily="18" charset="0"/>
                <a:cs typeface="Times New Roman" panose="02020603050405020304" pitchFamily="18" charset="0"/>
              </a:rPr>
              <a:t>Tông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Đồ</a:t>
            </a:r>
            <a:endParaRPr sz="7200" b="1" dirty="0">
              <a:solidFill>
                <a:schemeClr val="lt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593943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5FA25BF4-CF02-B679-1CD9-8468CF3DB61E}"/>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F7DCE788-11E2-215D-8FD3-84D0BA47B2FC}"/>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7200" b="1" dirty="0">
                <a:solidFill>
                  <a:schemeClr val="bg1"/>
                </a:solidFill>
                <a:latin typeface="Times New Roman" panose="02020603050405020304" pitchFamily="18" charset="0"/>
                <a:cs typeface="Times New Roman" panose="02020603050405020304" pitchFamily="18" charset="0"/>
              </a:rPr>
              <a:t>luôn luôn đoàn kết với các anh em Linh mục trong việc mở mang nước Chúa.</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2314960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EE8FE459-5C13-99E4-11FC-072A4C7482C2}"/>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B72F8038-2AA8-3080-3072-759BDC91BC47}"/>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en-US" sz="6000" b="1" dirty="0">
                <a:solidFill>
                  <a:schemeClr val="bg1"/>
                </a:solidFill>
                <a:latin typeface="Times New Roman" panose="02020603050405020304" pitchFamily="18" charset="0"/>
                <a:cs typeface="Times New Roman" panose="02020603050405020304" pitchFamily="18" charset="0"/>
              </a:rPr>
              <a:t>Xin </a:t>
            </a:r>
            <a:r>
              <a:rPr lang="en-US" sz="6000" b="1" dirty="0" err="1">
                <a:solidFill>
                  <a:schemeClr val="bg1"/>
                </a:solidFill>
                <a:latin typeface="Times New Roman" panose="02020603050405020304" pitchFamily="18" charset="0"/>
                <a:cs typeface="Times New Roman" panose="02020603050405020304" pitchFamily="18" charset="0"/>
              </a:rPr>
              <a:t>cho</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các</a:t>
            </a:r>
            <a:r>
              <a:rPr lang="en-US" sz="6000" b="1" dirty="0">
                <a:solidFill>
                  <a:schemeClr val="bg1"/>
                </a:solidFill>
                <a:latin typeface="Times New Roman" panose="02020603050405020304" pitchFamily="18" charset="0"/>
                <a:cs typeface="Times New Roman" panose="02020603050405020304" pitchFamily="18" charset="0"/>
              </a:rPr>
              <a:t> Linh </a:t>
            </a:r>
            <a:r>
              <a:rPr lang="en-US" sz="6000" b="1" dirty="0" err="1">
                <a:solidFill>
                  <a:schemeClr val="bg1"/>
                </a:solidFill>
                <a:latin typeface="Times New Roman" panose="02020603050405020304" pitchFamily="18" charset="0"/>
                <a:cs typeface="Times New Roman" panose="02020603050405020304" pitchFamily="18" charset="0"/>
              </a:rPr>
              <a:t>mục</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là</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những</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chủ</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chăn</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nhiệt</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thành</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săn</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sóc</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đoàn</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chiên</a:t>
            </a:r>
            <a:r>
              <a:rPr lang="en-US" sz="6000" b="1" dirty="0">
                <a:solidFill>
                  <a:schemeClr val="bg1"/>
                </a:solidFill>
                <a:latin typeface="Times New Roman" panose="02020603050405020304" pitchFamily="18" charset="0"/>
                <a:cs typeface="Times New Roman" panose="02020603050405020304" pitchFamily="18" charset="0"/>
              </a:rPr>
              <a:t> Chúa, </a:t>
            </a:r>
            <a:r>
              <a:rPr lang="en-US" sz="6000" b="1" dirty="0" err="1">
                <a:solidFill>
                  <a:schemeClr val="bg1"/>
                </a:solidFill>
                <a:latin typeface="Times New Roman" panose="02020603050405020304" pitchFamily="18" charset="0"/>
                <a:cs typeface="Times New Roman" panose="02020603050405020304" pitchFamily="18" charset="0"/>
              </a:rPr>
              <a:t>tìm</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kiếm</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những</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chiên</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thất</a:t>
            </a:r>
            <a:r>
              <a:rPr lang="en-US" sz="6000" b="1" dirty="0">
                <a:solidFill>
                  <a:schemeClr val="bg1"/>
                </a:solidFill>
                <a:latin typeface="Times New Roman" panose="02020603050405020304" pitchFamily="18" charset="0"/>
                <a:cs typeface="Times New Roman" panose="02020603050405020304" pitchFamily="18" charset="0"/>
              </a:rPr>
              <a:t> </a:t>
            </a:r>
            <a:r>
              <a:rPr lang="en-US" sz="6000" b="1" dirty="0" err="1">
                <a:solidFill>
                  <a:schemeClr val="bg1"/>
                </a:solidFill>
                <a:latin typeface="Times New Roman" panose="02020603050405020304" pitchFamily="18" charset="0"/>
                <a:cs typeface="Times New Roman" panose="02020603050405020304" pitchFamily="18" charset="0"/>
              </a:rPr>
              <a:t>lạc</a:t>
            </a:r>
            <a:endParaRPr lang="vi-VN" sz="6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2755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FC6125F7-43CA-3644-5A90-94100A986582}"/>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6BD3B9B2-B32C-EB4B-E7AC-F2AD711701BD}"/>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6000" b="1" dirty="0">
                <a:solidFill>
                  <a:schemeClr val="bg1"/>
                </a:solidFill>
                <a:latin typeface="Times New Roman" panose="02020603050405020304" pitchFamily="18" charset="0"/>
                <a:cs typeface="Times New Roman" panose="02020603050405020304" pitchFamily="18" charset="0"/>
              </a:rPr>
              <a:t>chăm nom những chiên bệnh hoạn, chữa lành những chiên đau yếu, nuôi dưỡng chiên trong đồng cỏ xanh tươi của Chúa.</a:t>
            </a:r>
            <a:endParaRPr sz="60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41663266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8CC6AB78-0D1E-65E4-CCDB-1069460D14B0}"/>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34C1916C-8898-B839-2231-AC86CEA44E89}"/>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6000" b="1" dirty="0">
                <a:solidFill>
                  <a:schemeClr val="bg1"/>
                </a:solidFill>
                <a:latin typeface="+mj-lt"/>
              </a:rPr>
              <a:t>Xin cho Linh mục chúng con là Cha chung đáng quý mến của mọi gia đình Họ đạo, hướng dẫn giáo dân trong tình phụ tử</a:t>
            </a:r>
            <a:endParaRPr sz="6000" b="1" dirty="0">
              <a:solidFill>
                <a:schemeClr val="bg1"/>
              </a:solidFill>
              <a:latin typeface="+mj-lt"/>
              <a:ea typeface="Times New Roman"/>
              <a:cs typeface="Times New Roman"/>
              <a:sym typeface="Times New Roman"/>
            </a:endParaRPr>
          </a:p>
        </p:txBody>
      </p:sp>
    </p:spTree>
    <p:extLst>
      <p:ext uri="{BB962C8B-B14F-4D97-AF65-F5344CB8AC3E}">
        <p14:creationId xmlns:p14="http://schemas.microsoft.com/office/powerpoint/2010/main" val="2279138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4D77FEB0-BE31-8B33-0803-F8EFB24E1E26}"/>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A09BCD5B-B100-5A8C-92EF-A13F59B84517}"/>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6000" b="1" dirty="0">
                <a:solidFill>
                  <a:schemeClr val="bg1"/>
                </a:solidFill>
                <a:latin typeface="+mj-lt"/>
              </a:rPr>
              <a:t>lấy Phụng vụ và Lời Chúa làm của ăn nuôi dưỡng Họ đạo, để mọi người trong Họ hăng say cộng tác xây dựng Nước Chúa.</a:t>
            </a:r>
            <a:endParaRPr sz="6000" b="1" dirty="0">
              <a:solidFill>
                <a:schemeClr val="bg1"/>
              </a:solidFill>
              <a:latin typeface="+mj-lt"/>
              <a:ea typeface="Times New Roman"/>
              <a:cs typeface="Times New Roman"/>
              <a:sym typeface="Times New Roman"/>
            </a:endParaRPr>
          </a:p>
        </p:txBody>
      </p:sp>
    </p:spTree>
    <p:extLst>
      <p:ext uri="{BB962C8B-B14F-4D97-AF65-F5344CB8AC3E}">
        <p14:creationId xmlns:p14="http://schemas.microsoft.com/office/powerpoint/2010/main" val="36616463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B6F058F6-0239-B192-54E5-5881A8358864}"/>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E1B7E392-02E8-20CA-DA7E-31E1708AF902}"/>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en-US" sz="6600" b="1" dirty="0" err="1">
                <a:solidFill>
                  <a:schemeClr val="bg1"/>
                </a:solidFill>
                <a:latin typeface="Times New Roman" panose="02020603050405020304" pitchFamily="18" charset="0"/>
                <a:cs typeface="Times New Roman" panose="02020603050405020304" pitchFamily="18" charset="0"/>
              </a:rPr>
              <a:t>Lạy</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Mẹ</a:t>
            </a:r>
            <a:r>
              <a:rPr lang="en-US" sz="6600" b="1" dirty="0">
                <a:solidFill>
                  <a:schemeClr val="bg1"/>
                </a:solidFill>
                <a:latin typeface="Times New Roman" panose="02020603050405020304" pitchFamily="18" charset="0"/>
                <a:cs typeface="Times New Roman" panose="02020603050405020304" pitchFamily="18" charset="0"/>
              </a:rPr>
              <a:t> </a:t>
            </a:r>
            <a:r>
              <a:rPr lang="vi-VN" sz="6600" b="1" dirty="0">
                <a:solidFill>
                  <a:schemeClr val="bg1"/>
                </a:solidFill>
                <a:latin typeface="Times New Roman" panose="02020603050405020304" pitchFamily="18" charset="0"/>
                <a:cs typeface="Times New Roman" panose="02020603050405020304" pitchFamily="18" charset="0"/>
              </a:rPr>
              <a:t>Maria</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là</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Mẹ</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hàng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giáo</a:t>
            </a:r>
            <a:r>
              <a:rPr lang="en-US" sz="6600" b="1" dirty="0">
                <a:solidFill>
                  <a:schemeClr val="bg1"/>
                </a:solidFill>
                <a:latin typeface="Times New Roman" panose="02020603050405020304" pitchFamily="18" charset="0"/>
                <a:cs typeface="Times New Roman" panose="02020603050405020304" pitchFamily="18" charset="0"/>
              </a:rPr>
              <a:t> </a:t>
            </a:r>
            <a:r>
              <a:rPr lang="vi-VN" sz="6600" b="1" dirty="0">
                <a:solidFill>
                  <a:schemeClr val="bg1"/>
                </a:solidFill>
                <a:latin typeface="Times New Roman" panose="02020603050405020304" pitchFamily="18" charset="0"/>
                <a:cs typeface="Times New Roman" panose="02020603050405020304" pitchFamily="18" charset="0"/>
              </a:rPr>
              <a:t>sĩ,</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xin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cho</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hàng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giáo</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sĩ</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hằng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yêu</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mến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Mẹ</a:t>
            </a:r>
            <a:r>
              <a:rPr lang="en-US" sz="6600" b="1" dirty="0">
                <a:solidFill>
                  <a:schemeClr val="bg1"/>
                </a:solidFill>
                <a:latin typeface="Times New Roman" panose="02020603050405020304" pitchFamily="18" charset="0"/>
                <a:cs typeface="Times New Roman" panose="02020603050405020304" pitchFamily="18" charset="0"/>
              </a:rPr>
              <a:t>. </a:t>
            </a:r>
            <a:endParaRPr sz="66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8880040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EFCCC29D-7303-B42E-F892-0B36FBC9676B}"/>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D74F5D38-3FFC-5E98-73BD-CBCC1FB0A26C}"/>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en-US" sz="6600" b="1" dirty="0">
                <a:solidFill>
                  <a:schemeClr val="bg1"/>
                </a:solidFill>
                <a:latin typeface="Times New Roman" panose="02020603050405020304" pitchFamily="18" charset="0"/>
                <a:cs typeface="Times New Roman" panose="02020603050405020304" pitchFamily="18" charset="0"/>
              </a:rPr>
              <a:t>Xin </a:t>
            </a:r>
            <a:r>
              <a:rPr lang="en-US" sz="6600" b="1" dirty="0" err="1">
                <a:solidFill>
                  <a:schemeClr val="bg1"/>
                </a:solidFill>
                <a:latin typeface="Times New Roman" panose="02020603050405020304" pitchFamily="18" charset="0"/>
                <a:cs typeface="Times New Roman" panose="02020603050405020304" pitchFamily="18" charset="0"/>
              </a:rPr>
              <a:t>Mẹ</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nâng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đỡ</a:t>
            </a:r>
            <a:r>
              <a:rPr lang="vi-VN" sz="6600" b="1" dirty="0">
                <a:solidFill>
                  <a:schemeClr val="bg1"/>
                </a:solidFill>
                <a:latin typeface="Times New Roman" panose="02020603050405020304" pitchFamily="18" charset="0"/>
                <a:cs typeface="Times New Roman" panose="02020603050405020304" pitchFamily="18" charset="0"/>
              </a:rPr>
              <a:t> </a:t>
            </a:r>
            <a:r>
              <a:rPr lang="en-US" sz="6600" b="1" dirty="0">
                <a:solidFill>
                  <a:schemeClr val="bg1"/>
                </a:solidFill>
                <a:latin typeface="Times New Roman" panose="02020603050405020304" pitchFamily="18" charset="0"/>
                <a:cs typeface="Times New Roman" panose="02020603050405020304" pitchFamily="18" charset="0"/>
              </a:rPr>
              <a:t>Linh </a:t>
            </a:r>
            <a:r>
              <a:rPr lang="en-US" sz="6600" b="1" dirty="0" err="1">
                <a:solidFill>
                  <a:schemeClr val="bg1"/>
                </a:solidFill>
                <a:latin typeface="Times New Roman" panose="02020603050405020304" pitchFamily="18" charset="0"/>
                <a:cs typeface="Times New Roman" panose="02020603050405020304" pitchFamily="18" charset="0"/>
              </a:rPr>
              <a:t>mục</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khi</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có</a:t>
            </a:r>
            <a:r>
              <a:rPr lang="en-US" sz="6600" b="1" dirty="0">
                <a:solidFill>
                  <a:schemeClr val="bg1"/>
                </a:solidFill>
                <a:latin typeface="Times New Roman" panose="02020603050405020304" pitchFamily="18" charset="0"/>
                <a:cs typeface="Times New Roman" panose="02020603050405020304" pitchFamily="18" charset="0"/>
              </a:rPr>
              <a:t> ai </a:t>
            </a:r>
            <a:r>
              <a:rPr lang="en-US" sz="6600" b="1" dirty="0" err="1">
                <a:solidFill>
                  <a:schemeClr val="bg1"/>
                </a:solidFill>
                <a:latin typeface="Times New Roman" panose="02020603050405020304" pitchFamily="18" charset="0"/>
                <a:cs typeface="Times New Roman" panose="02020603050405020304" pitchFamily="18" charset="0"/>
              </a:rPr>
              <a:t>yếu</a:t>
            </a:r>
            <a:r>
              <a:rPr lang="en-US" sz="6600" b="1" dirty="0">
                <a:solidFill>
                  <a:schemeClr val="bg1"/>
                </a:solidFill>
                <a:latin typeface="Times New Roman" panose="02020603050405020304" pitchFamily="18" charset="0"/>
                <a:cs typeface="Times New Roman" panose="02020603050405020304" pitchFamily="18" charset="0"/>
              </a:rPr>
              <a:t> </a:t>
            </a:r>
            <a:r>
              <a:rPr lang="vi-VN" sz="6600" b="1" dirty="0">
                <a:solidFill>
                  <a:schemeClr val="bg1"/>
                </a:solidFill>
                <a:latin typeface="Times New Roman" panose="02020603050405020304" pitchFamily="18" charset="0"/>
                <a:cs typeface="Times New Roman" panose="02020603050405020304" pitchFamily="18" charset="0"/>
              </a:rPr>
              <a:t>đuối, </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ủi</a:t>
            </a:r>
            <a:r>
              <a:rPr lang="en-US" sz="6600" b="1" dirty="0">
                <a:solidFill>
                  <a:schemeClr val="bg1"/>
                </a:solidFill>
                <a:latin typeface="Times New Roman" panose="02020603050405020304" pitchFamily="18" charset="0"/>
                <a:cs typeface="Times New Roman" panose="02020603050405020304" pitchFamily="18" charset="0"/>
              </a:rPr>
              <a:t> an </a:t>
            </a:r>
            <a:r>
              <a:rPr lang="en-US" sz="6600" b="1" dirty="0" err="1">
                <a:solidFill>
                  <a:schemeClr val="bg1"/>
                </a:solidFill>
                <a:latin typeface="Times New Roman" panose="02020603050405020304" pitchFamily="18" charset="0"/>
                <a:cs typeface="Times New Roman" panose="02020603050405020304" pitchFamily="18" charset="0"/>
              </a:rPr>
              <a:t>khi</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sầu</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khổ</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khuyến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khích</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khi</a:t>
            </a:r>
            <a:r>
              <a:rPr lang="en-US" sz="6600" b="1" dirty="0">
                <a:solidFill>
                  <a:schemeClr val="bg1"/>
                </a:solidFill>
                <a:latin typeface="Times New Roman" panose="02020603050405020304" pitchFamily="18" charset="0"/>
                <a:cs typeface="Times New Roman" panose="02020603050405020304" pitchFamily="18" charset="0"/>
              </a:rPr>
              <a:t> </a:t>
            </a:r>
            <a:r>
              <a:rPr lang="vi-VN" sz="6600" b="1" dirty="0">
                <a:solidFill>
                  <a:schemeClr val="bg1"/>
                </a:solidFill>
                <a:latin typeface="Times New Roman" panose="02020603050405020304" pitchFamily="18" charset="0"/>
                <a:cs typeface="Times New Roman" panose="02020603050405020304" pitchFamily="18" charset="0"/>
              </a:rPr>
              <a:t>thua</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buồn</a:t>
            </a:r>
            <a:endParaRPr sz="66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5741395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0A39F7E7-CAFD-F698-1A3F-9EF79F2ADAA2}"/>
            </a:ext>
          </a:extLst>
        </p:cNvPr>
        <p:cNvGrpSpPr/>
        <p:nvPr/>
      </p:nvGrpSpPr>
      <p:grpSpPr>
        <a:xfrm>
          <a:off x="0" y="0"/>
          <a:ext cx="0" cy="0"/>
          <a:chOff x="0" y="0"/>
          <a:chExt cx="0" cy="0"/>
        </a:xfrm>
      </p:grpSpPr>
      <p:sp>
        <p:nvSpPr>
          <p:cNvPr id="273" name="Google Shape;273;p38">
            <a:extLst>
              <a:ext uri="{FF2B5EF4-FFF2-40B4-BE49-F238E27FC236}">
                <a16:creationId xmlns:a16="http://schemas.microsoft.com/office/drawing/2014/main" id="{A50B8DD5-45FD-C3C6-ADF5-DBD98403FDDE}"/>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en-US" sz="7200" b="1" dirty="0" err="1">
                <a:solidFill>
                  <a:schemeClr val="bg1"/>
                </a:solidFill>
                <a:latin typeface="Times New Roman" panose="02020603050405020304" pitchFamily="18" charset="0"/>
                <a:cs typeface="Times New Roman" panose="02020603050405020304" pitchFamily="18" charset="0"/>
              </a:rPr>
              <a:t>để</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các</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ngài</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luôn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phấn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khởi</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làm</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tròn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nghĩa</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vụ</a:t>
            </a:r>
            <a:r>
              <a:rPr lang="en-US" sz="7200" b="1" dirty="0">
                <a:solidFill>
                  <a:schemeClr val="bg1"/>
                </a:solidFill>
                <a:latin typeface="Times New Roman" panose="02020603050405020304" pitchFamily="18" charset="0"/>
                <a:cs typeface="Times New Roman" panose="02020603050405020304" pitchFamily="18" charset="0"/>
              </a:rPr>
              <a:t> Linh </a:t>
            </a:r>
            <a:r>
              <a:rPr lang="en-US" sz="7200" b="1" dirty="0" err="1">
                <a:solidFill>
                  <a:schemeClr val="bg1"/>
                </a:solidFill>
                <a:latin typeface="Times New Roman" panose="02020603050405020304" pitchFamily="18" charset="0"/>
                <a:cs typeface="Times New Roman" panose="02020603050405020304" pitchFamily="18" charset="0"/>
              </a:rPr>
              <a:t>mục</a:t>
            </a:r>
            <a:r>
              <a:rPr lang="en-US" sz="7200" b="1" dirty="0">
                <a:solidFill>
                  <a:schemeClr val="bg1"/>
                </a:solidFill>
                <a:latin typeface="Times New Roman" panose="02020603050405020304" pitchFamily="18" charset="0"/>
                <a:cs typeface="Times New Roman" panose="02020603050405020304" pitchFamily="18" charset="0"/>
              </a:rPr>
              <a:t>. Amen.</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8028446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1002313A-F753-47FB-BE6A-4F723D830000}"/>
            </a:ext>
          </a:extLst>
        </p:cNvPr>
        <p:cNvGrpSpPr/>
        <p:nvPr/>
      </p:nvGrpSpPr>
      <p:grpSpPr>
        <a:xfrm>
          <a:off x="0" y="0"/>
          <a:ext cx="0" cy="0"/>
          <a:chOff x="0" y="0"/>
          <a:chExt cx="0" cy="0"/>
        </a:xfrm>
      </p:grpSpPr>
      <p:sp>
        <p:nvSpPr>
          <p:cNvPr id="263" name="Google Shape;263;p36">
            <a:extLst>
              <a:ext uri="{FF2B5EF4-FFF2-40B4-BE49-F238E27FC236}">
                <a16:creationId xmlns:a16="http://schemas.microsoft.com/office/drawing/2014/main" id="{28CA2029-AA3B-C4DB-F435-E51C3A9E0BDE}"/>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37150" rIns="91425" bIns="45700" anchor="t" anchorCtr="0">
            <a:normAutofit/>
          </a:bodyPr>
          <a:lstStyle/>
          <a:p>
            <a:pPr marL="0" lvl="0" indent="0">
              <a:spcBef>
                <a:spcPts val="0"/>
              </a:spcBef>
              <a:buClr>
                <a:schemeClr val="accent4"/>
              </a:buClr>
              <a:buSzPct val="100000"/>
            </a:pPr>
            <a:r>
              <a:rPr lang="en-US" b="1" dirty="0">
                <a:solidFill>
                  <a:srgbClr val="FFC000"/>
                </a:solidFill>
                <a:latin typeface="Times New Roman" panose="02020603050405020304" pitchFamily="18" charset="0"/>
                <a:cs typeface="Times New Roman" panose="02020603050405020304" pitchFamily="18" charset="0"/>
              </a:rPr>
              <a:t>Kinh </a:t>
            </a:r>
            <a:r>
              <a:rPr lang="en-US" b="1" dirty="0" err="1">
                <a:solidFill>
                  <a:srgbClr val="FFC000"/>
                </a:solidFill>
                <a:latin typeface="Times New Roman" panose="02020603050405020304" pitchFamily="18" charset="0"/>
                <a:cs typeface="Times New Roman" panose="02020603050405020304" pitchFamily="18" charset="0"/>
              </a:rPr>
              <a:t>khấn</a:t>
            </a:r>
            <a:r>
              <a:rPr lang="en-US" b="1" dirty="0">
                <a:solidFill>
                  <a:srgbClr val="FFC000"/>
                </a:solidFill>
                <a:latin typeface="Times New Roman" panose="02020603050405020304" pitchFamily="18" charset="0"/>
                <a:cs typeface="Times New Roman" panose="02020603050405020304" pitchFamily="18" charset="0"/>
              </a:rPr>
              <a:t> Thánh Giuse Bảo </a:t>
            </a:r>
            <a:r>
              <a:rPr lang="en-US" b="1" dirty="0" err="1">
                <a:solidFill>
                  <a:srgbClr val="FFC000"/>
                </a:solidFill>
                <a:latin typeface="Times New Roman" panose="02020603050405020304" pitchFamily="18" charset="0"/>
                <a:cs typeface="Times New Roman" panose="02020603050405020304" pitchFamily="18" charset="0"/>
              </a:rPr>
              <a:t>trợ</a:t>
            </a:r>
            <a:endParaRPr sz="4400" b="1" dirty="0">
              <a:solidFill>
                <a:srgbClr val="FFC000"/>
              </a:solidFill>
              <a:latin typeface="Times New Roman" panose="02020603050405020304" pitchFamily="18" charset="0"/>
              <a:ea typeface="Times New Roman"/>
              <a:cs typeface="Times New Roman" panose="02020603050405020304" pitchFamily="18" charset="0"/>
              <a:sym typeface="Times New Roman"/>
            </a:endParaRPr>
          </a:p>
          <a:p>
            <a:pPr marL="0" lvl="0" indent="0" algn="just">
              <a:spcBef>
                <a:spcPts val="1443"/>
              </a:spcBef>
              <a:buClr>
                <a:schemeClr val="lt1"/>
              </a:buClr>
              <a:buSzPct val="100000"/>
            </a:pPr>
            <a:r>
              <a:rPr lang="vi-VN" sz="6200" b="1" dirty="0">
                <a:solidFill>
                  <a:schemeClr val="bg1"/>
                </a:solidFill>
                <a:latin typeface="+mj-lt"/>
              </a:rPr>
              <a:t>Lạy Thánh Giuse, xưa nay không ai kêu cầu Cha mà vô hiệu, Cha có thần thế trước mặt Đức Chúa Trời</a:t>
            </a:r>
            <a:endParaRPr sz="6200" b="1" dirty="0">
              <a:solidFill>
                <a:schemeClr val="bg1"/>
              </a:solidFill>
              <a:latin typeface="+mj-lt"/>
              <a:ea typeface="Times New Roman"/>
              <a:cs typeface="Times New Roman"/>
              <a:sym typeface="Times New Roman"/>
            </a:endParaRPr>
          </a:p>
        </p:txBody>
      </p:sp>
    </p:spTree>
    <p:extLst>
      <p:ext uri="{BB962C8B-B14F-4D97-AF65-F5344CB8AC3E}">
        <p14:creationId xmlns:p14="http://schemas.microsoft.com/office/powerpoint/2010/main" val="37052854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309CACD8-F575-81C2-CAB1-EBAAF7204BA7}"/>
            </a:ext>
          </a:extLst>
        </p:cNvPr>
        <p:cNvGrpSpPr/>
        <p:nvPr/>
      </p:nvGrpSpPr>
      <p:grpSpPr>
        <a:xfrm>
          <a:off x="0" y="0"/>
          <a:ext cx="0" cy="0"/>
          <a:chOff x="0" y="0"/>
          <a:chExt cx="0" cy="0"/>
        </a:xfrm>
      </p:grpSpPr>
      <p:sp>
        <p:nvSpPr>
          <p:cNvPr id="268" name="Google Shape;268;p37">
            <a:extLst>
              <a:ext uri="{FF2B5EF4-FFF2-40B4-BE49-F238E27FC236}">
                <a16:creationId xmlns:a16="http://schemas.microsoft.com/office/drawing/2014/main" id="{476A5DE9-6B2E-9458-AD08-F636AB52CF63}"/>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6600" b="1" dirty="0">
                <a:solidFill>
                  <a:schemeClr val="bg1"/>
                </a:solidFill>
                <a:latin typeface="Times New Roman" panose="02020603050405020304" pitchFamily="18" charset="0"/>
                <a:cs typeface="Times New Roman" panose="02020603050405020304" pitchFamily="18" charset="0"/>
              </a:rPr>
              <a:t>đến nỗi người ta có thể nói rằng: "Trên trời, Thánh Giuse truyền lệnh hơn là van xin."</a:t>
            </a:r>
            <a:endParaRPr sz="6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7806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98C827E3-E9E6-41F1-EF98-6C7F16655D4F}"/>
            </a:ext>
          </a:extLst>
        </p:cNvPr>
        <p:cNvGrpSpPr/>
        <p:nvPr/>
      </p:nvGrpSpPr>
      <p:grpSpPr>
        <a:xfrm>
          <a:off x="0" y="0"/>
          <a:ext cx="0" cy="0"/>
          <a:chOff x="0" y="0"/>
          <a:chExt cx="0" cy="0"/>
        </a:xfrm>
      </p:grpSpPr>
      <p:sp>
        <p:nvSpPr>
          <p:cNvPr id="268" name="Google Shape;268;p37">
            <a:extLst>
              <a:ext uri="{FF2B5EF4-FFF2-40B4-BE49-F238E27FC236}">
                <a16:creationId xmlns:a16="http://schemas.microsoft.com/office/drawing/2014/main" id="{447966F9-B68E-6AD8-98F6-3321D40C2176}"/>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7200" b="1" dirty="0">
                <a:solidFill>
                  <a:schemeClr val="bg1"/>
                </a:solidFill>
                <a:latin typeface="Times New Roman" panose="02020603050405020304" pitchFamily="18" charset="0"/>
                <a:ea typeface="Times New Roman"/>
                <a:cs typeface="Times New Roman" panose="02020603050405020304" pitchFamily="18" charset="0"/>
                <a:sym typeface="Times New Roman"/>
              </a:rPr>
              <a:t>L</a:t>
            </a:r>
            <a:r>
              <a:rPr lang="en-US" sz="7200" b="1" dirty="0" err="1">
                <a:solidFill>
                  <a:schemeClr val="bg1"/>
                </a:solidFill>
                <a:latin typeface="Times New Roman" panose="02020603050405020304" pitchFamily="18" charset="0"/>
                <a:cs typeface="Times New Roman" panose="02020603050405020304" pitchFamily="18" charset="0"/>
              </a:rPr>
              <a:t>ạy</a:t>
            </a:r>
            <a:r>
              <a:rPr lang="en-US" sz="7200" b="1" dirty="0">
                <a:solidFill>
                  <a:schemeClr val="bg1"/>
                </a:solidFill>
                <a:latin typeface="Times New Roman" panose="02020603050405020304" pitchFamily="18" charset="0"/>
                <a:cs typeface="Times New Roman" panose="02020603050405020304" pitchFamily="18" charset="0"/>
              </a:rPr>
              <a:t> Cha </a:t>
            </a:r>
            <a:r>
              <a:rPr lang="en-US" sz="7200" b="1" dirty="0" err="1">
                <a:solidFill>
                  <a:schemeClr val="bg1"/>
                </a:solidFill>
                <a:latin typeface="Times New Roman" panose="02020603050405020304" pitchFamily="18" charset="0"/>
                <a:cs typeface="Times New Roman" panose="02020603050405020304" pitchFamily="18" charset="0"/>
              </a:rPr>
              <a:t>hiền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xin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cầu</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bầu</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cùng</a:t>
            </a:r>
            <a:r>
              <a:rPr lang="en-US" sz="7200" b="1" dirty="0">
                <a:solidFill>
                  <a:schemeClr val="bg1"/>
                </a:solidFill>
                <a:latin typeface="Times New Roman" panose="02020603050405020304" pitchFamily="18" charset="0"/>
                <a:cs typeface="Times New Roman" panose="02020603050405020304" pitchFamily="18" charset="0"/>
              </a:rPr>
              <a:t> Chúa </a:t>
            </a:r>
            <a:r>
              <a:rPr lang="en-US" sz="7200" b="1" dirty="0" err="1">
                <a:solidFill>
                  <a:schemeClr val="bg1"/>
                </a:solidFill>
                <a:latin typeface="Times New Roman" panose="02020603050405020304" pitchFamily="18" charset="0"/>
                <a:cs typeface="Times New Roman" panose="02020603050405020304" pitchFamily="18" charset="0"/>
              </a:rPr>
              <a:t>Giêsu</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cho</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chúng</a:t>
            </a:r>
            <a:r>
              <a:rPr lang="en-US" sz="7200" b="1" dirty="0">
                <a:solidFill>
                  <a:schemeClr val="bg1"/>
                </a:solidFill>
                <a:latin typeface="Times New Roman" panose="02020603050405020304" pitchFamily="18" charset="0"/>
                <a:cs typeface="Times New Roman" panose="02020603050405020304" pitchFamily="18" charset="0"/>
              </a:rPr>
              <a:t> con. </a:t>
            </a:r>
            <a:endParaRPr sz="72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74886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DBFD1388-1A14-59DC-132C-07A37AD5E0E0}"/>
            </a:ext>
          </a:extLst>
        </p:cNvPr>
        <p:cNvGrpSpPr/>
        <p:nvPr/>
      </p:nvGrpSpPr>
      <p:grpSpPr>
        <a:xfrm>
          <a:off x="0" y="0"/>
          <a:ext cx="0" cy="0"/>
          <a:chOff x="0" y="0"/>
          <a:chExt cx="0" cy="0"/>
        </a:xfrm>
      </p:grpSpPr>
      <p:sp>
        <p:nvSpPr>
          <p:cNvPr id="268" name="Google Shape;268;p37">
            <a:extLst>
              <a:ext uri="{FF2B5EF4-FFF2-40B4-BE49-F238E27FC236}">
                <a16:creationId xmlns:a16="http://schemas.microsoft.com/office/drawing/2014/main" id="{26AFD9D2-661D-64DE-4839-1847C8DCA3A1}"/>
              </a:ext>
            </a:extLst>
          </p:cNvPr>
          <p:cNvSpPr txBox="1">
            <a:spLocks noGrp="1"/>
          </p:cNvSpPr>
          <p:nvPr>
            <p:ph type="subTitle" idx="1"/>
          </p:nvPr>
        </p:nvSpPr>
        <p:spPr>
          <a:xfrm>
            <a:off x="0" y="-95693"/>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en-US" sz="6400" b="1" dirty="0">
                <a:solidFill>
                  <a:schemeClr val="bg1"/>
                </a:solidFill>
                <a:latin typeface="Times New Roman" panose="02020603050405020304" pitchFamily="18" charset="0"/>
                <a:cs typeface="Times New Roman" panose="02020603050405020304" pitchFamily="18" charset="0"/>
              </a:rPr>
              <a:t>Khi ở </a:t>
            </a:r>
            <a:r>
              <a:rPr lang="en-US" sz="6400" b="1" dirty="0" err="1">
                <a:solidFill>
                  <a:schemeClr val="bg1"/>
                </a:solidFill>
                <a:latin typeface="Times New Roman" panose="02020603050405020304" pitchFamily="18" charset="0"/>
                <a:cs typeface="Times New Roman" panose="02020603050405020304" pitchFamily="18" charset="0"/>
              </a:rPr>
              <a:t>thế</a:t>
            </a:r>
            <a:r>
              <a:rPr lang="en-US" sz="6400" b="1" dirty="0">
                <a:solidFill>
                  <a:schemeClr val="bg1"/>
                </a:solidFill>
                <a:latin typeface="Times New Roman" panose="02020603050405020304" pitchFamily="18" charset="0"/>
                <a:cs typeface="Times New Roman" panose="02020603050405020304" pitchFamily="18" charset="0"/>
              </a:rPr>
              <a:t> </a:t>
            </a:r>
            <a:r>
              <a:rPr lang="en-US" sz="6400" b="1" dirty="0" err="1">
                <a:solidFill>
                  <a:schemeClr val="bg1"/>
                </a:solidFill>
                <a:latin typeface="Times New Roman" panose="02020603050405020304" pitchFamily="18" charset="0"/>
                <a:cs typeface="Times New Roman" panose="02020603050405020304" pitchFamily="18" charset="0"/>
              </a:rPr>
              <a:t>gian</a:t>
            </a:r>
            <a:r>
              <a:rPr lang="en-US" sz="6400" b="1" dirty="0">
                <a:solidFill>
                  <a:schemeClr val="bg1"/>
                </a:solidFill>
                <a:latin typeface="Times New Roman" panose="02020603050405020304" pitchFamily="18" charset="0"/>
                <a:cs typeface="Times New Roman" panose="02020603050405020304" pitchFamily="18" charset="0"/>
              </a:rPr>
              <a:t> </a:t>
            </a:r>
            <a:r>
              <a:rPr lang="en-US" sz="6400" b="1" dirty="0" err="1">
                <a:solidFill>
                  <a:schemeClr val="bg1"/>
                </a:solidFill>
                <a:latin typeface="Times New Roman" panose="02020603050405020304" pitchFamily="18" charset="0"/>
                <a:cs typeface="Times New Roman" panose="02020603050405020304" pitchFamily="18" charset="0"/>
              </a:rPr>
              <a:t>này</a:t>
            </a:r>
            <a:r>
              <a:rPr lang="en-US" sz="6400" b="1" dirty="0">
                <a:solidFill>
                  <a:schemeClr val="bg1"/>
                </a:solidFill>
                <a:latin typeface="Times New Roman" panose="02020603050405020304" pitchFamily="18" charset="0"/>
                <a:cs typeface="Times New Roman" panose="02020603050405020304" pitchFamily="18" charset="0"/>
              </a:rPr>
              <a:t>, Cha </a:t>
            </a:r>
            <a:r>
              <a:rPr lang="en-US" sz="6400" b="1" dirty="0" err="1">
                <a:solidFill>
                  <a:schemeClr val="bg1"/>
                </a:solidFill>
                <a:latin typeface="Times New Roman" panose="02020603050405020304" pitchFamily="18" charset="0"/>
                <a:cs typeface="Times New Roman" panose="02020603050405020304" pitchFamily="18" charset="0"/>
              </a:rPr>
              <a:t>đã</a:t>
            </a:r>
            <a:r>
              <a:rPr lang="en-US" sz="6400" b="1" dirty="0">
                <a:solidFill>
                  <a:schemeClr val="bg1"/>
                </a:solidFill>
                <a:latin typeface="Times New Roman" panose="02020603050405020304" pitchFamily="18" charset="0"/>
                <a:cs typeface="Times New Roman" panose="02020603050405020304" pitchFamily="18" charset="0"/>
              </a:rPr>
              <a:t> </a:t>
            </a:r>
            <a:r>
              <a:rPr lang="en-US" sz="6400" b="1" dirty="0" err="1">
                <a:solidFill>
                  <a:schemeClr val="bg1"/>
                </a:solidFill>
                <a:latin typeface="Times New Roman" panose="02020603050405020304" pitchFamily="18" charset="0"/>
                <a:cs typeface="Times New Roman" panose="02020603050405020304" pitchFamily="18" charset="0"/>
              </a:rPr>
              <a:t>từng</a:t>
            </a:r>
            <a:r>
              <a:rPr lang="en-US" sz="6400" b="1" dirty="0">
                <a:solidFill>
                  <a:schemeClr val="bg1"/>
                </a:solidFill>
                <a:latin typeface="Times New Roman" panose="02020603050405020304" pitchFamily="18" charset="0"/>
                <a:cs typeface="Times New Roman" panose="02020603050405020304" pitchFamily="18" charset="0"/>
              </a:rPr>
              <a:t> </a:t>
            </a:r>
            <a:r>
              <a:rPr lang="en-US" sz="6400" b="1" dirty="0" err="1">
                <a:solidFill>
                  <a:schemeClr val="bg1"/>
                </a:solidFill>
                <a:latin typeface="Times New Roman" panose="02020603050405020304" pitchFamily="18" charset="0"/>
                <a:cs typeface="Times New Roman" panose="02020603050405020304" pitchFamily="18" charset="0"/>
              </a:rPr>
              <a:t>là</a:t>
            </a:r>
            <a:r>
              <a:rPr lang="en-US" sz="6400" b="1" dirty="0">
                <a:solidFill>
                  <a:schemeClr val="bg1"/>
                </a:solidFill>
                <a:latin typeface="Times New Roman" panose="02020603050405020304" pitchFamily="18" charset="0"/>
                <a:cs typeface="Times New Roman" panose="02020603050405020304" pitchFamily="18" charset="0"/>
              </a:rPr>
              <a:t> Cha </a:t>
            </a:r>
            <a:r>
              <a:rPr lang="en-US" sz="6400" b="1" dirty="0" err="1">
                <a:solidFill>
                  <a:schemeClr val="bg1"/>
                </a:solidFill>
                <a:latin typeface="Times New Roman" panose="02020603050405020304" pitchFamily="18" charset="0"/>
                <a:cs typeface="Times New Roman" panose="02020603050405020304" pitchFamily="18" charset="0"/>
              </a:rPr>
              <a:t>Nuôi</a:t>
            </a:r>
            <a:r>
              <a:rPr lang="en-US" sz="6400" b="1" dirty="0">
                <a:solidFill>
                  <a:schemeClr val="bg1"/>
                </a:solidFill>
                <a:latin typeface="Times New Roman" panose="02020603050405020304" pitchFamily="18" charset="0"/>
                <a:cs typeface="Times New Roman" panose="02020603050405020304" pitchFamily="18" charset="0"/>
              </a:rPr>
              <a:t> </a:t>
            </a:r>
            <a:r>
              <a:rPr lang="en-US" sz="6400" b="1" dirty="0" err="1">
                <a:solidFill>
                  <a:schemeClr val="bg1"/>
                </a:solidFill>
                <a:latin typeface="Times New Roman" panose="02020603050405020304" pitchFamily="18" charset="0"/>
                <a:cs typeface="Times New Roman" panose="02020603050405020304" pitchFamily="18" charset="0"/>
              </a:rPr>
              <a:t>và</a:t>
            </a:r>
            <a:r>
              <a:rPr lang="en-US" sz="6400" b="1" dirty="0">
                <a:solidFill>
                  <a:schemeClr val="bg1"/>
                </a:solidFill>
                <a:latin typeface="Times New Roman" panose="02020603050405020304" pitchFamily="18" charset="0"/>
                <a:cs typeface="Times New Roman" panose="02020603050405020304" pitchFamily="18" charset="0"/>
              </a:rPr>
              <a:t> </a:t>
            </a:r>
            <a:r>
              <a:rPr lang="en-US" sz="6400" b="1" dirty="0" err="1">
                <a:solidFill>
                  <a:schemeClr val="bg1"/>
                </a:solidFill>
                <a:latin typeface="Times New Roman" panose="02020603050405020304" pitchFamily="18" charset="0"/>
                <a:cs typeface="Times New Roman" panose="02020603050405020304" pitchFamily="18" charset="0"/>
              </a:rPr>
              <a:t>là</a:t>
            </a:r>
            <a:r>
              <a:rPr lang="en-US" sz="6400" b="1" dirty="0">
                <a:solidFill>
                  <a:schemeClr val="bg1"/>
                </a:solidFill>
                <a:latin typeface="Times New Roman" panose="02020603050405020304" pitchFamily="18" charset="0"/>
                <a:cs typeface="Times New Roman" panose="02020603050405020304" pitchFamily="18" charset="0"/>
              </a:rPr>
              <a:t> </a:t>
            </a:r>
            <a:r>
              <a:rPr lang="en-US" sz="6400" b="1" dirty="0" err="1">
                <a:solidFill>
                  <a:schemeClr val="bg1"/>
                </a:solidFill>
                <a:latin typeface="Times New Roman" panose="02020603050405020304" pitchFamily="18" charset="0"/>
                <a:cs typeface="Times New Roman" panose="02020603050405020304" pitchFamily="18" charset="0"/>
              </a:rPr>
              <a:t>vị</a:t>
            </a:r>
            <a:r>
              <a:rPr lang="en-US" sz="6400" b="1" dirty="0">
                <a:solidFill>
                  <a:schemeClr val="bg1"/>
                </a:solidFill>
                <a:latin typeface="Times New Roman" panose="02020603050405020304" pitchFamily="18" charset="0"/>
                <a:cs typeface="Times New Roman" panose="02020603050405020304" pitchFamily="18" charset="0"/>
              </a:rPr>
              <a:t> </a:t>
            </a:r>
            <a:r>
              <a:rPr lang="en-US" sz="6400" b="1" dirty="0" err="1">
                <a:solidFill>
                  <a:schemeClr val="bg1"/>
                </a:solidFill>
                <a:latin typeface="Times New Roman" panose="02020603050405020304" pitchFamily="18" charset="0"/>
                <a:cs typeface="Times New Roman" panose="02020603050405020304" pitchFamily="18" charset="0"/>
              </a:rPr>
              <a:t>bảo</a:t>
            </a:r>
            <a:r>
              <a:rPr lang="en-US" sz="6400" b="1" dirty="0">
                <a:solidFill>
                  <a:schemeClr val="bg1"/>
                </a:solidFill>
                <a:latin typeface="Times New Roman" panose="02020603050405020304" pitchFamily="18" charset="0"/>
                <a:cs typeface="Times New Roman" panose="02020603050405020304" pitchFamily="18" charset="0"/>
              </a:rPr>
              <a:t> </a:t>
            </a:r>
            <a:r>
              <a:rPr lang="en-US" sz="6400" b="1" dirty="0" err="1">
                <a:solidFill>
                  <a:schemeClr val="bg1"/>
                </a:solidFill>
                <a:latin typeface="Times New Roman" panose="02020603050405020304" pitchFamily="18" charset="0"/>
                <a:cs typeface="Times New Roman" panose="02020603050405020304" pitchFamily="18" charset="0"/>
              </a:rPr>
              <a:t>hộ</a:t>
            </a:r>
            <a:r>
              <a:rPr lang="en-US" sz="6400" b="1" dirty="0">
                <a:solidFill>
                  <a:schemeClr val="bg1"/>
                </a:solidFill>
                <a:latin typeface="Times New Roman" panose="02020603050405020304" pitchFamily="18" charset="0"/>
                <a:cs typeface="Times New Roman" panose="02020603050405020304" pitchFamily="18" charset="0"/>
              </a:rPr>
              <a:t> </a:t>
            </a:r>
            <a:r>
              <a:rPr lang="en-US" sz="6400" b="1" dirty="0" err="1">
                <a:solidFill>
                  <a:schemeClr val="bg1"/>
                </a:solidFill>
                <a:latin typeface="Times New Roman" panose="02020603050405020304" pitchFamily="18" charset="0"/>
                <a:cs typeface="Times New Roman" panose="02020603050405020304" pitchFamily="18" charset="0"/>
              </a:rPr>
              <a:t>trung</a:t>
            </a:r>
            <a:r>
              <a:rPr lang="en-US" sz="6400" b="1" dirty="0">
                <a:solidFill>
                  <a:schemeClr val="bg1"/>
                </a:solidFill>
                <a:latin typeface="Times New Roman" panose="02020603050405020304" pitchFamily="18" charset="0"/>
                <a:cs typeface="Times New Roman" panose="02020603050405020304" pitchFamily="18" charset="0"/>
              </a:rPr>
              <a:t> </a:t>
            </a:r>
            <a:r>
              <a:rPr lang="en-US" sz="6400" b="1" dirty="0" err="1">
                <a:solidFill>
                  <a:schemeClr val="bg1"/>
                </a:solidFill>
                <a:latin typeface="Times New Roman" panose="02020603050405020304" pitchFamily="18" charset="0"/>
                <a:cs typeface="Times New Roman" panose="02020603050405020304" pitchFamily="18" charset="0"/>
              </a:rPr>
              <a:t>thành</a:t>
            </a:r>
            <a:r>
              <a:rPr lang="en-US" sz="6400" b="1" dirty="0">
                <a:solidFill>
                  <a:schemeClr val="bg1"/>
                </a:solidFill>
                <a:latin typeface="Times New Roman" panose="02020603050405020304" pitchFamily="18" charset="0"/>
                <a:cs typeface="Times New Roman" panose="02020603050405020304" pitchFamily="18" charset="0"/>
              </a:rPr>
              <a:t> </a:t>
            </a:r>
            <a:r>
              <a:rPr lang="en-US" sz="6400" b="1" dirty="0" err="1">
                <a:solidFill>
                  <a:schemeClr val="bg1"/>
                </a:solidFill>
                <a:latin typeface="Times New Roman" panose="02020603050405020304" pitchFamily="18" charset="0"/>
                <a:cs typeface="Times New Roman" panose="02020603050405020304" pitchFamily="18" charset="0"/>
              </a:rPr>
              <a:t>của</a:t>
            </a:r>
            <a:r>
              <a:rPr lang="en-US" sz="6400" b="1" dirty="0">
                <a:solidFill>
                  <a:schemeClr val="bg1"/>
                </a:solidFill>
                <a:latin typeface="Times New Roman" panose="02020603050405020304" pitchFamily="18" charset="0"/>
                <a:cs typeface="Times New Roman" panose="02020603050405020304" pitchFamily="18" charset="0"/>
              </a:rPr>
              <a:t> Chúa Con </a:t>
            </a:r>
            <a:r>
              <a:rPr lang="vi-VN" sz="6400" b="1" dirty="0">
                <a:solidFill>
                  <a:schemeClr val="bg1"/>
                </a:solidFill>
                <a:latin typeface="Times New Roman" panose="02020603050405020304" pitchFamily="18" charset="0"/>
                <a:cs typeface="Times New Roman" panose="02020603050405020304" pitchFamily="18" charset="0"/>
              </a:rPr>
              <a:t>C</a:t>
            </a:r>
            <a:r>
              <a:rPr lang="en-US" sz="6400" b="1" dirty="0" err="1">
                <a:solidFill>
                  <a:schemeClr val="bg1"/>
                </a:solidFill>
                <a:latin typeface="Times New Roman" panose="02020603050405020304" pitchFamily="18" charset="0"/>
                <a:cs typeface="Times New Roman" panose="02020603050405020304" pitchFamily="18" charset="0"/>
              </a:rPr>
              <a:t>hí</a:t>
            </a:r>
            <a:r>
              <a:rPr lang="en-US" sz="6400" b="1" dirty="0">
                <a:solidFill>
                  <a:schemeClr val="bg1"/>
                </a:solidFill>
                <a:latin typeface="Times New Roman" panose="02020603050405020304" pitchFamily="18" charset="0"/>
                <a:cs typeface="Times New Roman" panose="02020603050405020304" pitchFamily="18" charset="0"/>
              </a:rPr>
              <a:t> </a:t>
            </a:r>
            <a:r>
              <a:rPr lang="vi-VN" sz="6400" b="1" dirty="0">
                <a:solidFill>
                  <a:schemeClr val="bg1"/>
                </a:solidFill>
                <a:latin typeface="Times New Roman" panose="02020603050405020304" pitchFamily="18" charset="0"/>
                <a:cs typeface="Times New Roman" panose="02020603050405020304" pitchFamily="18" charset="0"/>
              </a:rPr>
              <a:t>T</a:t>
            </a:r>
            <a:r>
              <a:rPr lang="en-US" sz="6400" b="1" dirty="0" err="1">
                <a:solidFill>
                  <a:schemeClr val="bg1"/>
                </a:solidFill>
                <a:latin typeface="Times New Roman" panose="02020603050405020304" pitchFamily="18" charset="0"/>
                <a:cs typeface="Times New Roman" panose="02020603050405020304" pitchFamily="18" charset="0"/>
              </a:rPr>
              <a:t>hánh</a:t>
            </a:r>
            <a:r>
              <a:rPr lang="en-US" sz="6400" b="1" dirty="0">
                <a:solidFill>
                  <a:schemeClr val="bg1"/>
                </a:solidFill>
                <a:latin typeface="Times New Roman" panose="02020603050405020304" pitchFamily="18" charset="0"/>
                <a:cs typeface="Times New Roman" panose="02020603050405020304" pitchFamily="18" charset="0"/>
              </a:rPr>
              <a:t>,</a:t>
            </a:r>
            <a:endParaRPr sz="6400" dirty="0"/>
          </a:p>
        </p:txBody>
      </p:sp>
    </p:spTree>
    <p:extLst>
      <p:ext uri="{BB962C8B-B14F-4D97-AF65-F5344CB8AC3E}">
        <p14:creationId xmlns:p14="http://schemas.microsoft.com/office/powerpoint/2010/main" val="24311164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175C451E-8E14-2D40-85F4-30C0737B37D9}"/>
            </a:ext>
          </a:extLst>
        </p:cNvPr>
        <p:cNvGrpSpPr/>
        <p:nvPr/>
      </p:nvGrpSpPr>
      <p:grpSpPr>
        <a:xfrm>
          <a:off x="0" y="0"/>
          <a:ext cx="0" cy="0"/>
          <a:chOff x="0" y="0"/>
          <a:chExt cx="0" cy="0"/>
        </a:xfrm>
      </p:grpSpPr>
      <p:sp>
        <p:nvSpPr>
          <p:cNvPr id="268" name="Google Shape;268;p37">
            <a:extLst>
              <a:ext uri="{FF2B5EF4-FFF2-40B4-BE49-F238E27FC236}">
                <a16:creationId xmlns:a16="http://schemas.microsoft.com/office/drawing/2014/main" id="{98BD7F08-06C3-9E4C-EB1B-C67C4A2A2BDA}"/>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en-US" sz="6600" b="1" dirty="0">
                <a:solidFill>
                  <a:schemeClr val="bg1"/>
                </a:solidFill>
                <a:latin typeface="Times New Roman" panose="02020603050405020304" pitchFamily="18" charset="0"/>
                <a:cs typeface="Times New Roman" panose="02020603050405020304" pitchFamily="18" charset="0"/>
              </a:rPr>
              <a:t>nay </a:t>
            </a:r>
            <a:r>
              <a:rPr lang="en-US" sz="6600" b="1" dirty="0" err="1">
                <a:solidFill>
                  <a:schemeClr val="bg1"/>
                </a:solidFill>
                <a:latin typeface="Times New Roman" panose="02020603050405020304" pitchFamily="18" charset="0"/>
                <a:cs typeface="Times New Roman" panose="02020603050405020304" pitchFamily="18" charset="0"/>
              </a:rPr>
              <a:t>xin</a:t>
            </a:r>
            <a:r>
              <a:rPr lang="en-US" sz="6600" b="1" dirty="0">
                <a:solidFill>
                  <a:schemeClr val="bg1"/>
                </a:solidFill>
                <a:latin typeface="Times New Roman" panose="02020603050405020304" pitchFamily="18" charset="0"/>
                <a:cs typeface="Times New Roman" panose="02020603050405020304" pitchFamily="18" charset="0"/>
              </a:rPr>
              <a:t> Cha </a:t>
            </a:r>
            <a:r>
              <a:rPr lang="vi-VN" sz="6600" b="1" dirty="0">
                <a:solidFill>
                  <a:schemeClr val="bg1"/>
                </a:solidFill>
                <a:latin typeface="Times New Roman" panose="02020603050405020304" pitchFamily="18" charset="0"/>
                <a:cs typeface="Times New Roman" panose="02020603050405020304" pitchFamily="18" charset="0"/>
              </a:rPr>
              <a:t>bàu</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chữa</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cho</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chúng</a:t>
            </a:r>
            <a:r>
              <a:rPr lang="en-US" sz="6600" b="1" dirty="0">
                <a:solidFill>
                  <a:schemeClr val="bg1"/>
                </a:solidFill>
                <a:latin typeface="Times New Roman" panose="02020603050405020304" pitchFamily="18" charset="0"/>
                <a:cs typeface="Times New Roman" panose="02020603050405020304" pitchFamily="18" charset="0"/>
              </a:rPr>
              <a:t> con </a:t>
            </a:r>
            <a:r>
              <a:rPr lang="en-US" sz="6600" b="1" dirty="0" err="1">
                <a:solidFill>
                  <a:schemeClr val="bg1"/>
                </a:solidFill>
                <a:latin typeface="Times New Roman" panose="02020603050405020304" pitchFamily="18" charset="0"/>
                <a:cs typeface="Times New Roman" panose="02020603050405020304" pitchFamily="18" charset="0"/>
              </a:rPr>
              <a:t>bên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tòa</a:t>
            </a:r>
            <a:r>
              <a:rPr lang="en-US" sz="6600" b="1" dirty="0">
                <a:solidFill>
                  <a:schemeClr val="bg1"/>
                </a:solidFill>
                <a:latin typeface="Times New Roman" panose="02020603050405020304" pitchFamily="18" charset="0"/>
                <a:cs typeface="Times New Roman" panose="02020603050405020304" pitchFamily="18" charset="0"/>
              </a:rPr>
              <a:t> Chúa. </a:t>
            </a:r>
            <a:r>
              <a:rPr lang="en-US" sz="6600" b="1" dirty="0" err="1">
                <a:solidFill>
                  <a:schemeClr val="bg1"/>
                </a:solidFill>
                <a:latin typeface="Times New Roman" panose="02020603050405020304" pitchFamily="18" charset="0"/>
                <a:cs typeface="Times New Roman" panose="02020603050405020304" pitchFamily="18" charset="0"/>
              </a:rPr>
              <a:t>Chúng</a:t>
            </a:r>
            <a:r>
              <a:rPr lang="en-US" sz="6600" b="1" dirty="0">
                <a:solidFill>
                  <a:schemeClr val="bg1"/>
                </a:solidFill>
                <a:latin typeface="Times New Roman" panose="02020603050405020304" pitchFamily="18" charset="0"/>
                <a:cs typeface="Times New Roman" panose="02020603050405020304" pitchFamily="18" charset="0"/>
              </a:rPr>
              <a:t> con</a:t>
            </a:r>
            <a:r>
              <a:rPr lang="vi-VN" sz="6600" b="1" dirty="0">
                <a:solidFill>
                  <a:schemeClr val="bg1"/>
                </a:solidFill>
                <a:latin typeface="Times New Roman" panose="02020603050405020304" pitchFamily="18" charset="0"/>
                <a:cs typeface="Times New Roman" panose="02020603050405020304" pitchFamily="18" charset="0"/>
              </a:rPr>
              <a:t> xin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trao</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phó</a:t>
            </a:r>
            <a:r>
              <a:rPr lang="en-US" sz="6600" b="1" dirty="0">
                <a:solidFill>
                  <a:schemeClr val="bg1"/>
                </a:solidFill>
                <a:latin typeface="Times New Roman" panose="02020603050405020304" pitchFamily="18" charset="0"/>
                <a:cs typeface="Times New Roman" panose="02020603050405020304" pitchFamily="18" charset="0"/>
              </a:rPr>
              <a:t> </a:t>
            </a:r>
            <a:r>
              <a:rPr lang="vi-VN" sz="6600" b="1" dirty="0">
                <a:solidFill>
                  <a:schemeClr val="bg1"/>
                </a:solidFill>
                <a:latin typeface="Times New Roman" panose="02020603050405020304" pitchFamily="18" charset="0"/>
                <a:cs typeface="Times New Roman" panose="02020603050405020304" pitchFamily="18" charset="0"/>
              </a:rPr>
              <a:t>nơi</a:t>
            </a:r>
            <a:r>
              <a:rPr lang="en-US" sz="6600" b="1" dirty="0">
                <a:solidFill>
                  <a:schemeClr val="bg1"/>
                </a:solidFill>
                <a:latin typeface="Times New Roman" panose="02020603050405020304" pitchFamily="18" charset="0"/>
                <a:cs typeface="Times New Roman" panose="02020603050405020304" pitchFamily="18" charset="0"/>
              </a:rPr>
              <a:t> Cha </a:t>
            </a:r>
            <a:r>
              <a:rPr lang="en-US" sz="6600" b="1" dirty="0" err="1">
                <a:solidFill>
                  <a:schemeClr val="bg1"/>
                </a:solidFill>
                <a:latin typeface="Times New Roman" panose="02020603050405020304" pitchFamily="18" charset="0"/>
                <a:cs typeface="Times New Roman" panose="02020603050405020304" pitchFamily="18" charset="0"/>
              </a:rPr>
              <a:t>vụ</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khó</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khăn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này</a:t>
            </a:r>
            <a:r>
              <a:rPr lang="vi-VN" sz="6600" b="1" dirty="0">
                <a:solidFill>
                  <a:schemeClr val="bg1"/>
                </a:solidFill>
                <a:latin typeface="Times New Roman" panose="02020603050405020304" pitchFamily="18" charset="0"/>
                <a:cs typeface="Times New Roman" panose="02020603050405020304" pitchFamily="18" charset="0"/>
              </a:rPr>
              <a:t> </a:t>
            </a:r>
            <a:r>
              <a:rPr lang="vi-VN" sz="4800" b="1" dirty="0">
                <a:solidFill>
                  <a:schemeClr val="bg1"/>
                </a:solidFill>
                <a:latin typeface="Times New Roman" panose="02020603050405020304" pitchFamily="18" charset="0"/>
                <a:cs typeface="Times New Roman" panose="02020603050405020304" pitchFamily="18" charset="0"/>
              </a:rPr>
              <a:t>(…)</a:t>
            </a:r>
            <a:endParaRPr sz="6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34702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DC976D95-1E79-A7C3-2467-6BB687BEFF9E}"/>
            </a:ext>
          </a:extLst>
        </p:cNvPr>
        <p:cNvGrpSpPr/>
        <p:nvPr/>
      </p:nvGrpSpPr>
      <p:grpSpPr>
        <a:xfrm>
          <a:off x="0" y="0"/>
          <a:ext cx="0" cy="0"/>
          <a:chOff x="0" y="0"/>
          <a:chExt cx="0" cy="0"/>
        </a:xfrm>
      </p:grpSpPr>
      <p:sp>
        <p:nvSpPr>
          <p:cNvPr id="268" name="Google Shape;268;p37">
            <a:extLst>
              <a:ext uri="{FF2B5EF4-FFF2-40B4-BE49-F238E27FC236}">
                <a16:creationId xmlns:a16="http://schemas.microsoft.com/office/drawing/2014/main" id="{2D87C306-EF0D-E69F-D590-F3DF067C3182}"/>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en-US" sz="6600" b="1" dirty="0">
                <a:solidFill>
                  <a:schemeClr val="bg1"/>
                </a:solidFill>
                <a:latin typeface="Times New Roman" panose="02020603050405020304" pitchFamily="18" charset="0"/>
                <a:cs typeface="Times New Roman" panose="02020603050405020304" pitchFamily="18" charset="0"/>
              </a:rPr>
              <a:t>Xin Cha </a:t>
            </a:r>
            <a:r>
              <a:rPr lang="en-US" sz="6600" b="1" dirty="0" err="1">
                <a:solidFill>
                  <a:schemeClr val="bg1"/>
                </a:solidFill>
                <a:latin typeface="Times New Roman" panose="02020603050405020304" pitchFamily="18" charset="0"/>
                <a:cs typeface="Times New Roman" panose="02020603050405020304" pitchFamily="18" charset="0"/>
              </a:rPr>
              <a:t>giải</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gỡ</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giúp</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chúng</a:t>
            </a:r>
            <a:r>
              <a:rPr lang="en-US" sz="6600" b="1" dirty="0">
                <a:solidFill>
                  <a:schemeClr val="bg1"/>
                </a:solidFill>
                <a:latin typeface="Times New Roman" panose="02020603050405020304" pitchFamily="18" charset="0"/>
                <a:cs typeface="Times New Roman" panose="02020603050405020304" pitchFamily="18" charset="0"/>
              </a:rPr>
              <a:t> con, </a:t>
            </a:r>
            <a:r>
              <a:rPr lang="en-US" sz="6600" b="1" dirty="0" err="1">
                <a:solidFill>
                  <a:schemeClr val="bg1"/>
                </a:solidFill>
                <a:latin typeface="Times New Roman" panose="02020603050405020304" pitchFamily="18" charset="0"/>
                <a:cs typeface="Times New Roman" panose="02020603050405020304" pitchFamily="18" charset="0"/>
              </a:rPr>
              <a:t>để</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thêm</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một</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vinh</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quang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mới</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vào</a:t>
            </a:r>
            <a:r>
              <a:rPr lang="en-US" sz="6600" b="1" dirty="0">
                <a:solidFill>
                  <a:schemeClr val="bg1"/>
                </a:solidFill>
                <a:latin typeface="Times New Roman" panose="02020603050405020304" pitchFamily="18" charset="0"/>
                <a:cs typeface="Times New Roman" panose="02020603050405020304" pitchFamily="18" charset="0"/>
              </a:rPr>
              <a:t> bao </a:t>
            </a:r>
            <a:r>
              <a:rPr lang="en-US" sz="6600" b="1" dirty="0" err="1">
                <a:solidFill>
                  <a:schemeClr val="bg1"/>
                </a:solidFill>
                <a:latin typeface="Times New Roman" panose="02020603050405020304" pitchFamily="18" charset="0"/>
                <a:cs typeface="Times New Roman" panose="02020603050405020304" pitchFamily="18" charset="0"/>
              </a:rPr>
              <a:t>nhiêu</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vinh</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quang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sẵn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có</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của</a:t>
            </a:r>
            <a:r>
              <a:rPr lang="en-US" sz="6600" b="1" dirty="0">
                <a:solidFill>
                  <a:schemeClr val="bg1"/>
                </a:solidFill>
                <a:latin typeface="Times New Roman" panose="02020603050405020304" pitchFamily="18" charset="0"/>
                <a:cs typeface="Times New Roman" panose="02020603050405020304" pitchFamily="18" charset="0"/>
              </a:rPr>
              <a:t> Cha.</a:t>
            </a:r>
            <a:endParaRPr sz="6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25602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3CD7D187-3493-BB43-9FCF-E08DC29228F2}"/>
            </a:ext>
          </a:extLst>
        </p:cNvPr>
        <p:cNvGrpSpPr/>
        <p:nvPr/>
      </p:nvGrpSpPr>
      <p:grpSpPr>
        <a:xfrm>
          <a:off x="0" y="0"/>
          <a:ext cx="0" cy="0"/>
          <a:chOff x="0" y="0"/>
          <a:chExt cx="0" cy="0"/>
        </a:xfrm>
      </p:grpSpPr>
      <p:sp>
        <p:nvSpPr>
          <p:cNvPr id="268" name="Google Shape;268;p37">
            <a:extLst>
              <a:ext uri="{FF2B5EF4-FFF2-40B4-BE49-F238E27FC236}">
                <a16:creationId xmlns:a16="http://schemas.microsoft.com/office/drawing/2014/main" id="{6B62E48E-6C30-8E9A-6E3D-5349F439E601}"/>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6000" b="1" dirty="0">
                <a:solidFill>
                  <a:schemeClr val="bg1"/>
                </a:solidFill>
                <a:latin typeface="Times New Roman" panose="02020603050405020304" pitchFamily="18" charset="0"/>
                <a:cs typeface="Times New Roman" panose="02020603050405020304" pitchFamily="18" charset="0"/>
              </a:rPr>
              <a:t>Lạy Thánh Giuse nhân từ, chúng con tin tưởng - vâng, chúng con tin tưởng, Cha có thể chấp nhận lời nguyện của chúng con</a:t>
            </a:r>
            <a:endParaRPr sz="6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01618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03FCADDB-7EBC-2093-7075-10A1E8114D23}"/>
            </a:ext>
          </a:extLst>
        </p:cNvPr>
        <p:cNvGrpSpPr/>
        <p:nvPr/>
      </p:nvGrpSpPr>
      <p:grpSpPr>
        <a:xfrm>
          <a:off x="0" y="0"/>
          <a:ext cx="0" cy="0"/>
          <a:chOff x="0" y="0"/>
          <a:chExt cx="0" cy="0"/>
        </a:xfrm>
      </p:grpSpPr>
      <p:sp>
        <p:nvSpPr>
          <p:cNvPr id="268" name="Google Shape;268;p37">
            <a:extLst>
              <a:ext uri="{FF2B5EF4-FFF2-40B4-BE49-F238E27FC236}">
                <a16:creationId xmlns:a16="http://schemas.microsoft.com/office/drawing/2014/main" id="{4ACDA91E-C33F-8B29-4A4B-5CE36312CB92}"/>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en-US" sz="6600" b="1" dirty="0" err="1">
                <a:solidFill>
                  <a:schemeClr val="bg1"/>
                </a:solidFill>
                <a:latin typeface="Times New Roman" panose="02020603050405020304" pitchFamily="18" charset="0"/>
                <a:cs typeface="Times New Roman" panose="02020603050405020304" pitchFamily="18" charset="0"/>
              </a:rPr>
              <a:t>và</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giải</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thoát</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chúng</a:t>
            </a:r>
            <a:r>
              <a:rPr lang="en-US" sz="6600" b="1" dirty="0">
                <a:solidFill>
                  <a:schemeClr val="bg1"/>
                </a:solidFill>
                <a:latin typeface="Times New Roman" panose="02020603050405020304" pitchFamily="18" charset="0"/>
                <a:cs typeface="Times New Roman" panose="02020603050405020304" pitchFamily="18" charset="0"/>
              </a:rPr>
              <a:t> con </a:t>
            </a:r>
            <a:r>
              <a:rPr lang="en-US" sz="6600" b="1" dirty="0" err="1">
                <a:solidFill>
                  <a:schemeClr val="bg1"/>
                </a:solidFill>
                <a:latin typeface="Times New Roman" panose="02020603050405020304" pitchFamily="18" charset="0"/>
                <a:cs typeface="Times New Roman" panose="02020603050405020304" pitchFamily="18" charset="0"/>
              </a:rPr>
              <a:t>khỏi</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những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khổ</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cực</a:t>
            </a:r>
            <a:r>
              <a:rPr lang="en-US" sz="6600" b="1" dirty="0">
                <a:solidFill>
                  <a:schemeClr val="bg1"/>
                </a:solidFill>
                <a:latin typeface="Times New Roman" panose="02020603050405020304" pitchFamily="18" charset="0"/>
                <a:cs typeface="Times New Roman" panose="02020603050405020304" pitchFamily="18" charset="0"/>
              </a:rPr>
              <a:t> u </a:t>
            </a:r>
            <a:r>
              <a:rPr lang="en-US" sz="6600" b="1" dirty="0" err="1">
                <a:solidFill>
                  <a:schemeClr val="bg1"/>
                </a:solidFill>
                <a:latin typeface="Times New Roman" panose="02020603050405020304" pitchFamily="18" charset="0"/>
                <a:cs typeface="Times New Roman" panose="02020603050405020304" pitchFamily="18" charset="0"/>
              </a:rPr>
              <a:t>sầu</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mà</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chúng</a:t>
            </a:r>
            <a:r>
              <a:rPr lang="en-US" sz="6600" b="1" dirty="0">
                <a:solidFill>
                  <a:schemeClr val="bg1"/>
                </a:solidFill>
                <a:latin typeface="Times New Roman" panose="02020603050405020304" pitchFamily="18" charset="0"/>
                <a:cs typeface="Times New Roman" panose="02020603050405020304" pitchFamily="18" charset="0"/>
              </a:rPr>
              <a:t> con </a:t>
            </a:r>
            <a:r>
              <a:rPr lang="en-US" sz="6600" b="1" dirty="0" err="1">
                <a:solidFill>
                  <a:schemeClr val="bg1"/>
                </a:solidFill>
                <a:latin typeface="Times New Roman" panose="02020603050405020304" pitchFamily="18" charset="0"/>
                <a:cs typeface="Times New Roman" panose="02020603050405020304" pitchFamily="18" charset="0"/>
              </a:rPr>
              <a:t>đang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gặp</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phải</a:t>
            </a:r>
            <a:endParaRPr sz="6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92733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F7797F34-5CE9-EABA-4A77-8BB96EC110C0}"/>
            </a:ext>
          </a:extLst>
        </p:cNvPr>
        <p:cNvGrpSpPr/>
        <p:nvPr/>
      </p:nvGrpSpPr>
      <p:grpSpPr>
        <a:xfrm>
          <a:off x="0" y="0"/>
          <a:ext cx="0" cy="0"/>
          <a:chOff x="0" y="0"/>
          <a:chExt cx="0" cy="0"/>
        </a:xfrm>
      </p:grpSpPr>
      <p:sp>
        <p:nvSpPr>
          <p:cNvPr id="268" name="Google Shape;268;p37">
            <a:extLst>
              <a:ext uri="{FF2B5EF4-FFF2-40B4-BE49-F238E27FC236}">
                <a16:creationId xmlns:a16="http://schemas.microsoft.com/office/drawing/2014/main" id="{3B2EF77B-1A61-E459-0266-2AD221C87D2B}"/>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6000" b="1" dirty="0">
                <a:solidFill>
                  <a:schemeClr val="bg1"/>
                </a:solidFill>
                <a:latin typeface="+mj-lt"/>
              </a:rPr>
              <a:t>Hơn nữa, chúng con vững lòng trông cậy, Cha không bỏ qua điều gì giúp ích cho những người sầu khổ kêu cầu Cha</a:t>
            </a:r>
            <a:endParaRPr sz="6000" b="1" dirty="0">
              <a:solidFill>
                <a:schemeClr val="bg1"/>
              </a:solidFill>
              <a:latin typeface="+mj-lt"/>
            </a:endParaRPr>
          </a:p>
        </p:txBody>
      </p:sp>
    </p:spTree>
    <p:extLst>
      <p:ext uri="{BB962C8B-B14F-4D97-AF65-F5344CB8AC3E}">
        <p14:creationId xmlns:p14="http://schemas.microsoft.com/office/powerpoint/2010/main" val="15930658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DE184941-91DD-0673-C4C3-C4F55C544AE7}"/>
            </a:ext>
          </a:extLst>
        </p:cNvPr>
        <p:cNvGrpSpPr/>
        <p:nvPr/>
      </p:nvGrpSpPr>
      <p:grpSpPr>
        <a:xfrm>
          <a:off x="0" y="0"/>
          <a:ext cx="0" cy="0"/>
          <a:chOff x="0" y="0"/>
          <a:chExt cx="0" cy="0"/>
        </a:xfrm>
      </p:grpSpPr>
      <p:sp>
        <p:nvSpPr>
          <p:cNvPr id="268" name="Google Shape;268;p37">
            <a:extLst>
              <a:ext uri="{FF2B5EF4-FFF2-40B4-BE49-F238E27FC236}">
                <a16:creationId xmlns:a16="http://schemas.microsoft.com/office/drawing/2014/main" id="{1A83E95E-7077-0B1E-3518-AB99A54C94A1}"/>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6200" b="1" dirty="0">
                <a:solidFill>
                  <a:schemeClr val="bg1"/>
                </a:solidFill>
                <a:latin typeface="Times New Roman" panose="02020603050405020304" pitchFamily="18" charset="0"/>
                <a:cs typeface="Times New Roman" panose="02020603050405020304" pitchFamily="18" charset="0"/>
                <a:sym typeface="Times New Roman"/>
              </a:rPr>
              <a:t>C</a:t>
            </a:r>
            <a:r>
              <a:rPr lang="vi-VN" sz="6200" b="1" dirty="0">
                <a:solidFill>
                  <a:schemeClr val="bg1"/>
                </a:solidFill>
                <a:latin typeface="Times New Roman" panose="02020603050405020304" pitchFamily="18" charset="0"/>
                <a:cs typeface="Times New Roman" panose="02020603050405020304" pitchFamily="18" charset="0"/>
              </a:rPr>
              <a:t>húng con sấp mình dưới chân Cha, tha thiết nài xin Cha đoái thương đến những than van khóc lóc của chúng con</a:t>
            </a:r>
            <a:endParaRPr sz="62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73085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AFFE450A-43DC-A787-C653-5FC9C03CB88F}"/>
            </a:ext>
          </a:extLst>
        </p:cNvPr>
        <p:cNvGrpSpPr/>
        <p:nvPr/>
      </p:nvGrpSpPr>
      <p:grpSpPr>
        <a:xfrm>
          <a:off x="0" y="0"/>
          <a:ext cx="0" cy="0"/>
          <a:chOff x="0" y="0"/>
          <a:chExt cx="0" cy="0"/>
        </a:xfrm>
      </p:grpSpPr>
      <p:sp>
        <p:nvSpPr>
          <p:cNvPr id="268" name="Google Shape;268;p37">
            <a:extLst>
              <a:ext uri="{FF2B5EF4-FFF2-40B4-BE49-F238E27FC236}">
                <a16:creationId xmlns:a16="http://schemas.microsoft.com/office/drawing/2014/main" id="{CA181C42-32CB-AE18-9681-07DCCA8AE88E}"/>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lt1"/>
              </a:buClr>
              <a:buSzPts val="7200"/>
            </a:pPr>
            <a:r>
              <a:rPr lang="vi-VN" sz="6600" b="1" dirty="0">
                <a:solidFill>
                  <a:schemeClr val="bg1"/>
                </a:solidFill>
                <a:latin typeface="Times New Roman" panose="02020603050405020304" pitchFamily="18" charset="0"/>
                <a:cs typeface="Times New Roman" panose="02020603050405020304" pitchFamily="18" charset="0"/>
                <a:sym typeface="Times New Roman"/>
              </a:rPr>
              <a:t>Xin </a:t>
            </a:r>
            <a:r>
              <a:rPr lang="vi-VN" sz="6600" b="1" dirty="0">
                <a:solidFill>
                  <a:schemeClr val="bg1"/>
                </a:solidFill>
                <a:latin typeface="Times New Roman" panose="02020603050405020304" pitchFamily="18" charset="0"/>
                <a:cs typeface="Times New Roman" panose="02020603050405020304" pitchFamily="18" charset="0"/>
              </a:rPr>
              <a:t>Cha lấy tình thương như áo choàng che phủ chúng con, và chúc lành cho chúng con. Amen.</a:t>
            </a:r>
            <a:br>
              <a:rPr lang="vi-VN" sz="6600" b="1" dirty="0">
                <a:solidFill>
                  <a:schemeClr val="bg1"/>
                </a:solidFill>
                <a:latin typeface="Times New Roman" panose="02020603050405020304" pitchFamily="18" charset="0"/>
                <a:cs typeface="Times New Roman" panose="02020603050405020304" pitchFamily="18" charset="0"/>
              </a:rPr>
            </a:br>
            <a:endParaRPr sz="6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98334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12">
          <a:extLst>
            <a:ext uri="{FF2B5EF4-FFF2-40B4-BE49-F238E27FC236}">
              <a16:creationId xmlns:a16="http://schemas.microsoft.com/office/drawing/2014/main" id="{A3C43C2B-90D2-8F7C-FC88-E49F99FFBA0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6FD3FCE-4053-C042-733C-13B1E14D70BD}"/>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6596053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g3f16ddd2213_0_0"/>
          <p:cNvSpPr txBox="1">
            <a:spLocks noGrp="1"/>
          </p:cNvSpPr>
          <p:nvPr>
            <p:ph type="subTitle" idx="1"/>
          </p:nvPr>
        </p:nvSpPr>
        <p:spPr>
          <a:xfrm>
            <a:off x="0" y="382772"/>
            <a:ext cx="9144000" cy="4760727"/>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6600" b="1" dirty="0">
                <a:solidFill>
                  <a:schemeClr val="bg1"/>
                </a:solidFill>
                <a:latin typeface="Times New Roman" panose="02020603050405020304" pitchFamily="18" charset="0"/>
                <a:cs typeface="Times New Roman" panose="02020603050405020304" pitchFamily="18" charset="0"/>
              </a:rPr>
              <a:t>Trong </a:t>
            </a:r>
            <a:r>
              <a:rPr lang="en-US" sz="6600" b="1" dirty="0" err="1">
                <a:solidFill>
                  <a:schemeClr val="bg1"/>
                </a:solidFill>
                <a:latin typeface="Times New Roman" panose="02020603050405020304" pitchFamily="18" charset="0"/>
                <a:cs typeface="Times New Roman" panose="02020603050405020304" pitchFamily="18" charset="0"/>
              </a:rPr>
              <a:t>một</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đám</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mây</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sáng</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chói</a:t>
            </a:r>
            <a:r>
              <a:rPr lang="en-US" sz="6600" b="1" dirty="0">
                <a:solidFill>
                  <a:schemeClr val="bg1"/>
                </a:solidFill>
                <a:latin typeface="Times New Roman" panose="02020603050405020304" pitchFamily="18" charset="0"/>
                <a:cs typeface="Times New Roman" panose="02020603050405020304" pitchFamily="18" charset="0"/>
              </a:rPr>
              <a:t>, Thánh </a:t>
            </a:r>
            <a:r>
              <a:rPr lang="en-US" sz="6600" b="1" dirty="0" err="1">
                <a:solidFill>
                  <a:schemeClr val="bg1"/>
                </a:solidFill>
                <a:latin typeface="Times New Roman" panose="02020603050405020304" pitchFamily="18" charset="0"/>
                <a:cs typeface="Times New Roman" panose="02020603050405020304" pitchFamily="18" charset="0"/>
              </a:rPr>
              <a:t>Thần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xuất</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hiện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và</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có</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tiếng</a:t>
            </a:r>
            <a:r>
              <a:rPr lang="en-US" sz="6600" b="1" dirty="0">
                <a:solidFill>
                  <a:schemeClr val="bg1"/>
                </a:solidFill>
                <a:latin typeface="Times New Roman" panose="02020603050405020304" pitchFamily="18" charset="0"/>
                <a:cs typeface="Times New Roman" panose="02020603050405020304" pitchFamily="18" charset="0"/>
              </a:rPr>
              <a:t> Chúa Cha </a:t>
            </a:r>
            <a:r>
              <a:rPr lang="en-US" sz="6600" b="1" dirty="0" err="1">
                <a:solidFill>
                  <a:schemeClr val="bg1"/>
                </a:solidFill>
                <a:latin typeface="Times New Roman" panose="02020603050405020304" pitchFamily="18" charset="0"/>
                <a:cs typeface="Times New Roman" panose="02020603050405020304" pitchFamily="18" charset="0"/>
              </a:rPr>
              <a:t>phán</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rằng</a:t>
            </a:r>
            <a:r>
              <a:rPr lang="en-US" sz="6600" b="1" dirty="0">
                <a:solidFill>
                  <a:schemeClr val="bg1"/>
                </a:solidFill>
                <a:latin typeface="Times New Roman" panose="02020603050405020304" pitchFamily="18" charset="0"/>
                <a:cs typeface="Times New Roman" panose="02020603050405020304" pitchFamily="18" charset="0"/>
              </a:rPr>
              <a:t>:</a:t>
            </a:r>
            <a:endParaRPr sz="66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
        <p:nvSpPr>
          <p:cNvPr id="2" name="Rectangle 1">
            <a:extLst>
              <a:ext uri="{FF2B5EF4-FFF2-40B4-BE49-F238E27FC236}">
                <a16:creationId xmlns:a16="http://schemas.microsoft.com/office/drawing/2014/main" id="{51632201-DC02-330C-05F4-3A44975BE26C}"/>
              </a:ext>
            </a:extLst>
          </p:cNvPr>
          <p:cNvSpPr/>
          <p:nvPr/>
        </p:nvSpPr>
        <p:spPr>
          <a:xfrm>
            <a:off x="0" y="0"/>
            <a:ext cx="9144000" cy="38277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800" b="1" dirty="0">
                <a:solidFill>
                  <a:schemeClr val="accent6"/>
                </a:solidFill>
                <a:latin typeface="+mj-lt"/>
              </a:rPr>
              <a:t>CA NHẬP LỄ</a:t>
            </a:r>
            <a:endParaRPr lang="en-US" sz="1800" b="1" dirty="0">
              <a:solidFill>
                <a:schemeClr val="accent6"/>
              </a:solidFill>
              <a:latin typeface="+mj-l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g3f16ddd2213_0_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000" b="1" dirty="0">
                <a:solidFill>
                  <a:schemeClr val="bg1"/>
                </a:solidFill>
                <a:latin typeface="+mj-lt"/>
                <a:ea typeface="Times New Roman"/>
                <a:cs typeface="Times New Roman"/>
                <a:sym typeface="Times New Roman"/>
              </a:rPr>
              <a:t>‘</a:t>
            </a:r>
            <a:r>
              <a:rPr lang="vi-VN" sz="7200" b="1" dirty="0">
                <a:solidFill>
                  <a:schemeClr val="bg1"/>
                </a:solidFill>
                <a:latin typeface="+mj-lt"/>
              </a:rPr>
              <a:t>Này là Con Ta yêu dấu, rất đẹp lòng Ta, các ngươi hãy nghe lời Người’.</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pic>
        <p:nvPicPr>
          <p:cNvPr id="4" name="Picture 3">
            <a:extLst>
              <a:ext uri="{FF2B5EF4-FFF2-40B4-BE49-F238E27FC236}">
                <a16:creationId xmlns:a16="http://schemas.microsoft.com/office/drawing/2014/main" id="{5949A635-0BD1-81C4-639B-240FA0335D08}"/>
              </a:ext>
            </a:extLst>
          </p:cNvPr>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g3d90891dc36_0_0"/>
          <p:cNvSpPr txBox="1">
            <a:spLocks noGrp="1"/>
          </p:cNvSpPr>
          <p:nvPr>
            <p:ph type="ctrTitle"/>
          </p:nvPr>
        </p:nvSpPr>
        <p:spPr>
          <a:xfrm>
            <a:off x="0" y="0"/>
            <a:ext cx="9144000" cy="514350"/>
          </a:xfrm>
          <a:prstGeom prst="rect">
            <a:avLst/>
          </a:prstGeom>
          <a:solidFill>
            <a:schemeClr val="accent4"/>
          </a:solidFill>
          <a:ln>
            <a:noFill/>
          </a:ln>
        </p:spPr>
        <p:txBody>
          <a:bodyPr spcFirstLastPara="1" wrap="square" lIns="91425" tIns="0" rIns="91425" bIns="0" anchor="b" anchorCtr="0">
            <a:noAutofit/>
          </a:bodyPr>
          <a:lstStyle/>
          <a:p>
            <a:pPr marL="0" lvl="0" indent="0" algn="ctr" rtl="0">
              <a:lnSpc>
                <a:spcPct val="100000"/>
              </a:lnSpc>
              <a:spcBef>
                <a:spcPts val="0"/>
              </a:spcBef>
              <a:spcAft>
                <a:spcPts val="0"/>
              </a:spcAft>
              <a:buClr>
                <a:schemeClr val="accent4"/>
              </a:buClr>
              <a:buSzPts val="15840"/>
              <a:buFont typeface="Arial"/>
              <a:buNone/>
            </a:pPr>
            <a:r>
              <a:rPr lang="en-US" sz="3200" b="1" dirty="0">
                <a:solidFill>
                  <a:srgbClr val="FF0000"/>
                </a:solidFill>
                <a:latin typeface="Times New Roman"/>
                <a:ea typeface="Times New Roman"/>
                <a:cs typeface="Times New Roman"/>
                <a:sym typeface="Times New Roman"/>
              </a:rPr>
              <a:t>KINH VINH DANH</a:t>
            </a:r>
            <a:endParaRPr sz="3200" b="1" dirty="0">
              <a:solidFill>
                <a:srgbClr val="FF0000"/>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spcFirstLastPara="1" wrap="square" lIns="91425" tIns="0" rIns="91425" bIns="0" anchor="ctr" anchorCtr="0">
            <a:noAutofit/>
          </a:bodyPr>
          <a:lstStyle/>
          <a:p>
            <a:pPr marL="0" marR="0" lvl="0" indent="0" algn="just" rtl="0">
              <a:lnSpc>
                <a:spcPct val="100000"/>
              </a:lnSpc>
              <a:spcBef>
                <a:spcPts val="0"/>
              </a:spcBef>
              <a:spcAft>
                <a:spcPts val="0"/>
              </a:spcAft>
              <a:buClr>
                <a:srgbClr val="EE0000"/>
              </a:buClr>
              <a:buSzPts val="9600"/>
              <a:buFont typeface="Times"/>
              <a:buNone/>
            </a:pPr>
            <a:r>
              <a:rPr lang="en-US" sz="7600" b="1" i="0" u="none" strike="noStrike" cap="none">
                <a:solidFill>
                  <a:srgbClr val="FFFF00"/>
                </a:solidFill>
                <a:latin typeface="Times"/>
                <a:ea typeface="Times"/>
                <a:cs typeface="Times"/>
                <a:sym typeface="Times"/>
              </a:rPr>
              <a:t>CT:</a:t>
            </a:r>
            <a:r>
              <a:rPr lang="en-US" sz="7600" b="1" i="1" u="none" strike="noStrike" cap="none">
                <a:solidFill>
                  <a:srgbClr val="C00000"/>
                </a:solidFill>
                <a:latin typeface="Times"/>
                <a:ea typeface="Times"/>
                <a:cs typeface="Times"/>
                <a:sym typeface="Times"/>
              </a:rPr>
              <a:t> </a:t>
            </a:r>
            <a:r>
              <a:rPr lang="en-US" sz="7600" b="1" i="0" u="none" strike="noStrike" cap="none">
                <a:solidFill>
                  <a:schemeClr val="lt1"/>
                </a:solidFill>
                <a:latin typeface="Times"/>
                <a:ea typeface="Times"/>
                <a:cs typeface="Times"/>
                <a:sym typeface="Times"/>
              </a:rPr>
              <a:t>Vinh danh Thiên Chúa trên các tầng trời</a:t>
            </a:r>
            <a:endParaRPr sz="7600" b="1" i="0" u="none" strike="noStrike" cap="none">
              <a:solidFill>
                <a:schemeClr val="lt1"/>
              </a:solidFill>
              <a:latin typeface="Times"/>
              <a:ea typeface="Times"/>
              <a:cs typeface="Times"/>
              <a:sym typeface="Time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g3ab13fdb44f_0_29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FF3399"/>
              </a:buClr>
              <a:buSzPts val="9600"/>
              <a:buFont typeface="Times"/>
              <a:buNone/>
            </a:pPr>
            <a:r>
              <a:rPr lang="en-US" sz="7600" b="1">
                <a:solidFill>
                  <a:srgbClr val="FF3399"/>
                </a:solidFill>
                <a:latin typeface="Times"/>
                <a:ea typeface="Times"/>
                <a:cs typeface="Times"/>
                <a:sym typeface="Times"/>
              </a:rPr>
              <a:t>A+B: </a:t>
            </a:r>
            <a:r>
              <a:rPr lang="en-US" sz="7600" b="1">
                <a:solidFill>
                  <a:schemeClr val="lt1"/>
                </a:solidFill>
                <a:latin typeface="Times"/>
                <a:ea typeface="Times"/>
                <a:cs typeface="Times"/>
                <a:sym typeface="Times"/>
              </a:rPr>
              <a:t>và bình an dưới thế cho người thiện tâm.</a:t>
            </a:r>
            <a:endParaRPr sz="7600" b="1">
              <a:solidFill>
                <a:schemeClr val="lt1"/>
              </a:solidFill>
              <a:latin typeface="Times"/>
              <a:ea typeface="Times"/>
              <a:cs typeface="Times"/>
              <a:sym typeface="Time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0"/>
        <p:cNvGrpSpPr/>
        <p:nvPr/>
      </p:nvGrpSpPr>
      <p:grpSpPr>
        <a:xfrm>
          <a:off x="0" y="0"/>
          <a:ext cx="0" cy="0"/>
          <a:chOff x="0" y="0"/>
          <a:chExt cx="0" cy="0"/>
        </a:xfrm>
      </p:grpSpPr>
      <p:sp>
        <p:nvSpPr>
          <p:cNvPr id="571" name="Google Shape;571;g3ab13fdb44f_0_30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Chúng con ca ngợi Chúa,</a:t>
            </a:r>
            <a:br>
              <a:rPr lang="en-US" sz="7600" b="1">
                <a:latin typeface="Times"/>
                <a:ea typeface="Times"/>
                <a:cs typeface="Times"/>
                <a:sym typeface="Times"/>
              </a:rPr>
            </a:br>
            <a:r>
              <a:rPr lang="en-US" sz="7600" b="1">
                <a:solidFill>
                  <a:srgbClr val="FFFF00"/>
                </a:solidFill>
                <a:latin typeface="Times"/>
                <a:ea typeface="Times"/>
                <a:cs typeface="Times"/>
                <a:sym typeface="Times"/>
              </a:rPr>
              <a:t>B:</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chúc tụng Chúa,</a:t>
            </a:r>
            <a:endParaRPr sz="7600" b="1">
              <a:solidFill>
                <a:schemeClr val="lt1"/>
              </a:solidFill>
              <a:latin typeface="Times"/>
              <a:ea typeface="Times"/>
              <a:cs typeface="Times"/>
              <a:sym typeface="Time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g3ab13fdb44f_0_30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thờ lạy Chúa,</a:t>
            </a:r>
            <a:br>
              <a:rPr lang="en-US" sz="7600" b="1">
                <a:latin typeface="Times"/>
                <a:ea typeface="Times"/>
                <a:cs typeface="Times"/>
                <a:sym typeface="Times"/>
              </a:rPr>
            </a:b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chúng con tôn vinh Chúa,</a:t>
            </a:r>
            <a:endParaRPr sz="7600" b="1">
              <a:solidFill>
                <a:schemeClr val="lt1"/>
              </a:solidFill>
              <a:latin typeface="Times"/>
              <a:ea typeface="Times"/>
              <a:cs typeface="Times"/>
              <a:sym typeface="Time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g3ab13fdb44f_0_31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g3ab13fdb44f_0_31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200"/>
              <a:buFont typeface="Times"/>
              <a:buNone/>
            </a:pPr>
            <a:r>
              <a:rPr lang="en-US" sz="7600" b="1">
                <a:solidFill>
                  <a:srgbClr val="FFFF00"/>
                </a:solidFill>
                <a:latin typeface="Times"/>
                <a:ea typeface="Times"/>
                <a:cs typeface="Times"/>
                <a:sym typeface="Times"/>
              </a:rPr>
              <a:t>B:</a:t>
            </a:r>
            <a:r>
              <a:rPr lang="en-US" sz="7600" b="1">
                <a:latin typeface="Times"/>
                <a:ea typeface="Times"/>
                <a:cs typeface="Times"/>
                <a:sym typeface="Times"/>
              </a:rPr>
              <a:t> </a:t>
            </a:r>
            <a:r>
              <a:rPr lang="en-US" sz="7600" b="1">
                <a:solidFill>
                  <a:schemeClr val="lt1"/>
                </a:solidFill>
                <a:latin typeface="Times"/>
                <a:ea typeface="Times"/>
                <a:cs typeface="Times"/>
                <a:sym typeface="Times"/>
              </a:rPr>
              <a:t>Lạy Chúa là Thiên Chúa, là Vua trên trời, là Chúa Cha toàn năng.</a:t>
            </a:r>
            <a:endParaRPr sz="7600" b="1">
              <a:solidFill>
                <a:schemeClr val="lt1"/>
              </a:solidFill>
              <a:latin typeface="Times"/>
              <a:ea typeface="Times"/>
              <a:cs typeface="Times"/>
              <a:sym typeface="Time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g3ab13fdb44f_0_32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80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g3ab13fdb44f_0_32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7200"/>
              <a:buFont typeface="Times"/>
              <a:buNone/>
            </a:pPr>
            <a:r>
              <a:rPr lang="en-US" sz="7600" b="1">
                <a:solidFill>
                  <a:srgbClr val="FFFF00"/>
                </a:solidFill>
                <a:latin typeface="Times"/>
                <a:ea typeface="Times"/>
                <a:cs typeface="Times"/>
                <a:sym typeface="Times"/>
              </a:rPr>
              <a:t>B:</a:t>
            </a:r>
            <a:r>
              <a:rPr lang="en-US" sz="7600" b="1">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g3ab13fdb44f_0_33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Chúa xóa tội trần gian, xin thương xót chúng con,</a:t>
            </a:r>
            <a:endParaRPr sz="7600" b="1">
              <a:solidFill>
                <a:schemeClr val="lt1"/>
              </a:solidFill>
              <a:latin typeface="Times"/>
              <a:ea typeface="Times"/>
              <a:cs typeface="Times"/>
              <a:sym typeface="Time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g3ab13fdb44f_0_33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000"/>
              <a:buFont typeface="Times"/>
              <a:buNone/>
            </a:pP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g3ab13fdb44f_0_34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Chúa ngự bên hữu Ðức Chúa Cha, xin thương xót chúng con.</a:t>
            </a:r>
            <a:endParaRPr sz="7600" b="1">
              <a:solidFill>
                <a:schemeClr val="lt1"/>
              </a:solidFill>
              <a:latin typeface="Times"/>
              <a:ea typeface="Times"/>
              <a:cs typeface="Times"/>
              <a:sym typeface="Time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g3ab13fdb44f_0_34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800"/>
              <a:buFont typeface="Times"/>
              <a:buNone/>
            </a:pP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g3ab13fdb44f_0_35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dk1"/>
              </a:buClr>
              <a:buSzPts val="8000"/>
              <a:buFont typeface="Times"/>
              <a:buNone/>
            </a:pPr>
            <a:r>
              <a:rPr lang="en-US" sz="7600" b="1">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g3ab13fdb44f_0_35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FF3399"/>
              </a:buClr>
              <a:buSzPts val="7200"/>
              <a:buFont typeface="Times"/>
              <a:buNone/>
            </a:pPr>
            <a:r>
              <a:rPr lang="en-US" sz="7200" b="1">
                <a:solidFill>
                  <a:srgbClr val="FF3399"/>
                </a:solidFill>
                <a:latin typeface="Times"/>
                <a:ea typeface="Times"/>
                <a:cs typeface="Times"/>
                <a:sym typeface="Times"/>
              </a:rPr>
              <a:t>A+B: </a:t>
            </a:r>
            <a:r>
              <a:rPr lang="en-US" sz="7200" b="1">
                <a:solidFill>
                  <a:schemeClr val="lt1"/>
                </a:solidFill>
                <a:latin typeface="Times"/>
                <a:ea typeface="Times"/>
                <a:cs typeface="Times"/>
                <a:sym typeface="Times"/>
              </a:rPr>
              <a:t>Cùng Ðức Chúa Thánh Thần trong vinh quang Ðức Chúa Cha.</a:t>
            </a:r>
            <a:r>
              <a:rPr lang="en-US" sz="7200" b="1">
                <a:latin typeface="Times"/>
                <a:ea typeface="Times"/>
                <a:cs typeface="Times"/>
                <a:sym typeface="Times"/>
              </a:rPr>
              <a:t> </a:t>
            </a:r>
            <a:r>
              <a:rPr lang="en-US" sz="7200" b="1">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pic>
        <p:nvPicPr>
          <p:cNvPr id="4" name="Picture 3">
            <a:extLst>
              <a:ext uri="{FF2B5EF4-FFF2-40B4-BE49-F238E27FC236}">
                <a16:creationId xmlns:a16="http://schemas.microsoft.com/office/drawing/2014/main" id="{259E3A4F-54DF-EC04-6AB3-2A9361B5A378}"/>
              </a:ext>
            </a:extLst>
          </p:cNvPr>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4" name="Picture 3">
            <a:extLst>
              <a:ext uri="{FF2B5EF4-FFF2-40B4-BE49-F238E27FC236}">
                <a16:creationId xmlns:a16="http://schemas.microsoft.com/office/drawing/2014/main" id="{7CBA7F78-07F2-1DD4-AC2F-92BAD8282A25}"/>
              </a:ext>
            </a:extLst>
          </p:cNvPr>
          <p:cNvPicPr>
            <a:picLocks noChangeAspect="1"/>
          </p:cNvPicPr>
          <p:nvPr/>
        </p:nvPicPr>
        <p:blipFill>
          <a:blip r:embed="rId3"/>
          <a:stretch>
            <a:fillRect/>
          </a:stretch>
        </p:blipFill>
        <p:spPr>
          <a:xfrm>
            <a:off x="0" y="4465"/>
            <a:ext cx="9144000" cy="513457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g3e6e2da66e2_0_6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lvl="0">
              <a:lnSpc>
                <a:spcPct val="90000"/>
              </a:lnSpc>
              <a:buSzPts val="4700"/>
            </a:pPr>
            <a:r>
              <a:rPr lang="en-US" sz="4700" b="1" dirty="0">
                <a:solidFill>
                  <a:schemeClr val="accent4"/>
                </a:solidFill>
                <a:latin typeface="Times New Roman"/>
                <a:ea typeface="Times New Roman"/>
                <a:cs typeface="Times New Roman"/>
                <a:sym typeface="Times New Roman"/>
              </a:rPr>
              <a:t>ĐÁP CA</a:t>
            </a:r>
            <a:br>
              <a:rPr lang="en-US" sz="4700" b="1" dirty="0">
                <a:latin typeface="Times New Roman"/>
                <a:ea typeface="Times New Roman"/>
                <a:cs typeface="Times New Roman"/>
                <a:sym typeface="Times New Roman"/>
              </a:rPr>
            </a:br>
            <a:r>
              <a:rPr lang="en-US" sz="6700" b="1" dirty="0">
                <a:solidFill>
                  <a:srgbClr val="FFFF00"/>
                </a:solidFill>
                <a:latin typeface="Times New Roman"/>
                <a:ea typeface="Times New Roman"/>
                <a:cs typeface="Times New Roman"/>
                <a:sym typeface="Times New Roman"/>
              </a:rPr>
              <a:t>THÁNH VỊNH </a:t>
            </a:r>
            <a:r>
              <a:rPr lang="vi-VN" sz="6700" b="1" dirty="0">
                <a:solidFill>
                  <a:srgbClr val="FFFF00"/>
                </a:solidFill>
                <a:latin typeface="Times New Roman"/>
                <a:ea typeface="Times New Roman"/>
                <a:cs typeface="Times New Roman"/>
                <a:sym typeface="Times New Roman"/>
              </a:rPr>
              <a:t>96</a:t>
            </a:r>
            <a:br>
              <a:rPr lang="vi-VN" sz="6700" b="1" dirty="0">
                <a:solidFill>
                  <a:srgbClr val="FFFF00"/>
                </a:solidFill>
                <a:latin typeface="Times New Roman"/>
                <a:ea typeface="Times New Roman"/>
                <a:cs typeface="Times New Roman"/>
                <a:sym typeface="Times New Roman"/>
              </a:rPr>
            </a:br>
            <a:r>
              <a:rPr lang="en-US" dirty="0">
                <a:solidFill>
                  <a:srgbClr val="00B050"/>
                </a:solidFill>
              </a:rPr>
              <a:t>1-2. 5-6. 9</a:t>
            </a:r>
            <a:br>
              <a:rPr lang="en-US" sz="4700" b="1" i="1" dirty="0">
                <a:solidFill>
                  <a:srgbClr val="00B050"/>
                </a:solidFill>
                <a:latin typeface="Times New Roman"/>
                <a:ea typeface="Times New Roman"/>
                <a:cs typeface="Times New Roman"/>
                <a:sym typeface="Times New Roman"/>
              </a:rPr>
            </a:br>
            <a:r>
              <a:rPr lang="en-US" sz="4700" b="1" i="1" dirty="0">
                <a:solidFill>
                  <a:schemeClr val="accent4"/>
                </a:solidFill>
                <a:latin typeface="Times New Roman"/>
                <a:ea typeface="Times New Roman"/>
                <a:cs typeface="Times New Roman"/>
                <a:sym typeface="Times New Roman"/>
              </a:rPr>
              <a:t>(03 </a:t>
            </a:r>
            <a:r>
              <a:rPr lang="en-US" sz="4700" b="1" i="1" dirty="0" err="1">
                <a:solidFill>
                  <a:schemeClr val="accent4"/>
                </a:solidFill>
                <a:latin typeface="Times New Roman"/>
                <a:ea typeface="Times New Roman"/>
                <a:cs typeface="Times New Roman"/>
                <a:sym typeface="Times New Roman"/>
              </a:rPr>
              <a:t>câu</a:t>
            </a:r>
            <a:r>
              <a:rPr lang="en-US" sz="4700" b="1" i="1" dirty="0">
                <a:solidFill>
                  <a:schemeClr val="accent4"/>
                </a:solidFill>
                <a:latin typeface="Times New Roman"/>
                <a:ea typeface="Times New Roman"/>
                <a:cs typeface="Times New Roman"/>
                <a:sym typeface="Times New Roman"/>
              </a:rPr>
              <a:t>)</a:t>
            </a:r>
            <a:endParaRPr sz="4700" b="1" dirty="0">
              <a:solidFill>
                <a:schemeClr val="accent4"/>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g3e6e2da66e2_0_76"/>
          <p:cNvSpPr txBox="1">
            <a:spLocks noGrp="1"/>
          </p:cNvSpPr>
          <p:nvPr>
            <p:ph type="subTitle" idx="1"/>
          </p:nvPr>
        </p:nvSpPr>
        <p:spPr>
          <a:xfrm>
            <a:off x="0" y="414670"/>
            <a:ext cx="9144000" cy="4728829"/>
          </a:xfrm>
          <a:prstGeom prst="rect">
            <a:avLst/>
          </a:prstGeom>
          <a:solidFill>
            <a:srgbClr val="002060"/>
          </a:solidFill>
          <a:ln>
            <a:noFill/>
          </a:ln>
        </p:spPr>
        <p:txBody>
          <a:bodyPr spcFirstLastPara="1" wrap="square" lIns="91425" tIns="45700" rIns="91425" bIns="45700" anchor="t" anchorCtr="0">
            <a:noAutofit/>
          </a:bodyPr>
          <a:lstStyle/>
          <a:p>
            <a:pPr marL="0" lvl="0" indent="0">
              <a:spcBef>
                <a:spcPts val="0"/>
              </a:spcBef>
              <a:buClr>
                <a:schemeClr val="dk1"/>
              </a:buClr>
              <a:buSzPts val="1100"/>
            </a:pPr>
            <a:r>
              <a:rPr lang="en-US" sz="8200" b="1" dirty="0">
                <a:solidFill>
                  <a:schemeClr val="bg1"/>
                </a:solidFill>
                <a:latin typeface="Times New Roman" panose="02020603050405020304" pitchFamily="18" charset="0"/>
                <a:cs typeface="Times New Roman" panose="02020603050405020304" pitchFamily="18" charset="0"/>
              </a:rPr>
              <a:t>Chúa </a:t>
            </a:r>
            <a:r>
              <a:rPr lang="en-US" sz="8200" b="1" dirty="0" err="1">
                <a:solidFill>
                  <a:schemeClr val="bg1"/>
                </a:solidFill>
                <a:latin typeface="Times New Roman" panose="02020603050405020304" pitchFamily="18" charset="0"/>
                <a:cs typeface="Times New Roman" panose="02020603050405020304" pitchFamily="18" charset="0"/>
              </a:rPr>
              <a:t>hiển</a:t>
            </a:r>
            <a:r>
              <a:rPr lang="en-US" sz="8200" b="1" dirty="0">
                <a:solidFill>
                  <a:schemeClr val="bg1"/>
                </a:solidFill>
                <a:latin typeface="Times New Roman" panose="02020603050405020304" pitchFamily="18" charset="0"/>
                <a:cs typeface="Times New Roman" panose="02020603050405020304" pitchFamily="18" charset="0"/>
              </a:rPr>
              <a:t> </a:t>
            </a:r>
            <a:r>
              <a:rPr lang="vi-VN" sz="8200" b="1" dirty="0">
                <a:solidFill>
                  <a:schemeClr val="bg1"/>
                </a:solidFill>
                <a:latin typeface="Times New Roman" panose="02020603050405020304" pitchFamily="18" charset="0"/>
                <a:cs typeface="Times New Roman" panose="02020603050405020304" pitchFamily="18" charset="0"/>
              </a:rPr>
              <a:t>trị/</a:t>
            </a:r>
            <a:r>
              <a:rPr lang="en-US" sz="8200" b="1" dirty="0">
                <a:solidFill>
                  <a:schemeClr val="bg1"/>
                </a:solidFill>
                <a:latin typeface="Times New Roman" panose="02020603050405020304" pitchFamily="18" charset="0"/>
                <a:cs typeface="Times New Roman" panose="02020603050405020304" pitchFamily="18" charset="0"/>
              </a:rPr>
              <a:t> Chúa </a:t>
            </a:r>
            <a:r>
              <a:rPr lang="en-US" sz="8200" b="1" dirty="0" err="1">
                <a:solidFill>
                  <a:schemeClr val="bg1"/>
                </a:solidFill>
                <a:latin typeface="Times New Roman" panose="02020603050405020304" pitchFamily="18" charset="0"/>
                <a:cs typeface="Times New Roman" panose="02020603050405020304" pitchFamily="18" charset="0"/>
              </a:rPr>
              <a:t>là</a:t>
            </a:r>
            <a:r>
              <a:rPr lang="en-US" sz="8200" b="1" dirty="0">
                <a:solidFill>
                  <a:schemeClr val="bg1"/>
                </a:solidFill>
                <a:latin typeface="Times New Roman" panose="02020603050405020304" pitchFamily="18" charset="0"/>
                <a:cs typeface="Times New Roman" panose="02020603050405020304" pitchFamily="18" charset="0"/>
              </a:rPr>
              <a:t> </a:t>
            </a:r>
            <a:r>
              <a:rPr lang="en-US" sz="8200" b="1" dirty="0" err="1">
                <a:solidFill>
                  <a:schemeClr val="bg1"/>
                </a:solidFill>
                <a:latin typeface="Times New Roman" panose="02020603050405020304" pitchFamily="18" charset="0"/>
                <a:cs typeface="Times New Roman" panose="02020603050405020304" pitchFamily="18" charset="0"/>
              </a:rPr>
              <a:t>Ðấng</a:t>
            </a:r>
            <a:r>
              <a:rPr lang="en-US" sz="8200" b="1" dirty="0">
                <a:solidFill>
                  <a:schemeClr val="bg1"/>
                </a:solidFill>
                <a:latin typeface="Times New Roman" panose="02020603050405020304" pitchFamily="18" charset="0"/>
                <a:cs typeface="Times New Roman" panose="02020603050405020304" pitchFamily="18" charset="0"/>
              </a:rPr>
              <a:t> </a:t>
            </a:r>
            <a:r>
              <a:rPr lang="en-US" sz="8200" b="1" dirty="0" err="1">
                <a:solidFill>
                  <a:schemeClr val="bg1"/>
                </a:solidFill>
                <a:latin typeface="Times New Roman" panose="02020603050405020304" pitchFamily="18" charset="0"/>
                <a:cs typeface="Times New Roman" panose="02020603050405020304" pitchFamily="18" charset="0"/>
              </a:rPr>
              <a:t>tối</a:t>
            </a:r>
            <a:r>
              <a:rPr lang="en-US" sz="8200" b="1" dirty="0">
                <a:solidFill>
                  <a:schemeClr val="bg1"/>
                </a:solidFill>
                <a:latin typeface="Times New Roman" panose="02020603050405020304" pitchFamily="18" charset="0"/>
                <a:cs typeface="Times New Roman" panose="02020603050405020304" pitchFamily="18" charset="0"/>
              </a:rPr>
              <a:t> </a:t>
            </a:r>
            <a:r>
              <a:rPr lang="en-US" sz="8200" b="1" dirty="0" err="1">
                <a:solidFill>
                  <a:schemeClr val="bg1"/>
                </a:solidFill>
                <a:latin typeface="Times New Roman" panose="02020603050405020304" pitchFamily="18" charset="0"/>
                <a:cs typeface="Times New Roman" panose="02020603050405020304" pitchFamily="18" charset="0"/>
              </a:rPr>
              <a:t>cao</a:t>
            </a:r>
            <a:r>
              <a:rPr lang="en-US" sz="8200" b="1" dirty="0">
                <a:solidFill>
                  <a:schemeClr val="bg1"/>
                </a:solidFill>
                <a:latin typeface="Times New Roman" panose="02020603050405020304" pitchFamily="18" charset="0"/>
                <a:cs typeface="Times New Roman" panose="02020603050405020304" pitchFamily="18" charset="0"/>
              </a:rPr>
              <a:t> </a:t>
            </a:r>
            <a:r>
              <a:rPr lang="en-US" sz="8200" b="1" dirty="0" err="1">
                <a:solidFill>
                  <a:schemeClr val="bg1"/>
                </a:solidFill>
                <a:latin typeface="Times New Roman" panose="02020603050405020304" pitchFamily="18" charset="0"/>
                <a:cs typeface="Times New Roman" panose="02020603050405020304" pitchFamily="18" charset="0"/>
              </a:rPr>
              <a:t>trên</a:t>
            </a:r>
            <a:r>
              <a:rPr lang="en-US" sz="8200" b="1" dirty="0">
                <a:solidFill>
                  <a:schemeClr val="bg1"/>
                </a:solidFill>
                <a:latin typeface="Times New Roman" panose="02020603050405020304" pitchFamily="18" charset="0"/>
                <a:cs typeface="Times New Roman" panose="02020603050405020304" pitchFamily="18" charset="0"/>
              </a:rPr>
              <a:t> </a:t>
            </a:r>
            <a:r>
              <a:rPr lang="en-US" sz="8200" b="1" dirty="0" err="1">
                <a:solidFill>
                  <a:schemeClr val="bg1"/>
                </a:solidFill>
                <a:latin typeface="Times New Roman" panose="02020603050405020304" pitchFamily="18" charset="0"/>
                <a:cs typeface="Times New Roman" panose="02020603050405020304" pitchFamily="18" charset="0"/>
              </a:rPr>
              <a:t>toàn</a:t>
            </a:r>
            <a:r>
              <a:rPr lang="en-US" sz="8200" b="1" dirty="0">
                <a:solidFill>
                  <a:schemeClr val="bg1"/>
                </a:solidFill>
                <a:latin typeface="Times New Roman" panose="02020603050405020304" pitchFamily="18" charset="0"/>
                <a:cs typeface="Times New Roman" panose="02020603050405020304" pitchFamily="18" charset="0"/>
              </a:rPr>
              <a:t> </a:t>
            </a:r>
            <a:r>
              <a:rPr lang="en-US" sz="8200" b="1" dirty="0" err="1">
                <a:solidFill>
                  <a:schemeClr val="bg1"/>
                </a:solidFill>
                <a:latin typeface="Times New Roman" panose="02020603050405020304" pitchFamily="18" charset="0"/>
                <a:cs typeface="Times New Roman" panose="02020603050405020304" pitchFamily="18" charset="0"/>
              </a:rPr>
              <a:t>cõi</a:t>
            </a:r>
            <a:r>
              <a:rPr lang="en-US" sz="8200" b="1" dirty="0">
                <a:solidFill>
                  <a:schemeClr val="bg1"/>
                </a:solidFill>
                <a:latin typeface="Times New Roman" panose="02020603050405020304" pitchFamily="18" charset="0"/>
                <a:cs typeface="Times New Roman" panose="02020603050405020304" pitchFamily="18" charset="0"/>
              </a:rPr>
              <a:t> </a:t>
            </a:r>
            <a:r>
              <a:rPr lang="vi-VN" sz="8200" b="1" dirty="0">
                <a:solidFill>
                  <a:schemeClr val="bg1"/>
                </a:solidFill>
                <a:latin typeface="Times New Roman" panose="02020603050405020304" pitchFamily="18" charset="0"/>
                <a:cs typeface="Times New Roman" panose="02020603050405020304" pitchFamily="18" charset="0"/>
              </a:rPr>
              <a:t>đất.</a:t>
            </a:r>
            <a:endParaRPr sz="8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
        <p:nvSpPr>
          <p:cNvPr id="2" name="Rectangle 1">
            <a:extLst>
              <a:ext uri="{FF2B5EF4-FFF2-40B4-BE49-F238E27FC236}">
                <a16:creationId xmlns:a16="http://schemas.microsoft.com/office/drawing/2014/main" id="{E1E399CB-F449-236F-8389-32A9A7943D4E}"/>
              </a:ext>
            </a:extLst>
          </p:cNvPr>
          <p:cNvSpPr/>
          <p:nvPr/>
        </p:nvSpPr>
        <p:spPr>
          <a:xfrm>
            <a:off x="0" y="0"/>
            <a:ext cx="9144000" cy="41467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800" b="1" dirty="0">
                <a:solidFill>
                  <a:srgbClr val="00B050"/>
                </a:solidFill>
                <a:latin typeface="Times New Roman"/>
                <a:ea typeface="Times New Roman"/>
                <a:cs typeface="Times New Roman"/>
                <a:sym typeface="Times New Roman"/>
              </a:rPr>
              <a:t>Đáp Ca:</a:t>
            </a:r>
            <a:r>
              <a:rPr lang="vi-VN" sz="2800" b="1" dirty="0">
                <a:solidFill>
                  <a:schemeClr val="accent4"/>
                </a:solidFill>
                <a:latin typeface="Times New Roman"/>
                <a:ea typeface="Times New Roman"/>
                <a:cs typeface="Times New Roman"/>
                <a:sym typeface="Times New Roman"/>
              </a:rPr>
              <a:t> </a:t>
            </a:r>
            <a:r>
              <a:rPr lang="vi-VN" sz="2800" b="1" dirty="0">
                <a:solidFill>
                  <a:srgbClr val="FF0000"/>
                </a:solidFill>
                <a:latin typeface="Times New Roman"/>
                <a:ea typeface="Times New Roman"/>
                <a:cs typeface="Times New Roman"/>
                <a:sym typeface="Times New Roman"/>
              </a:rPr>
              <a:t>Thánh Vịnh 46</a:t>
            </a:r>
            <a:endParaRPr lang="en-US" sz="2400" dirty="0">
              <a:solidFill>
                <a:srgbClr val="FF0000"/>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2"/>
        <p:cNvGrpSpPr/>
        <p:nvPr/>
      </p:nvGrpSpPr>
      <p:grpSpPr>
        <a:xfrm>
          <a:off x="0" y="0"/>
          <a:ext cx="0" cy="0"/>
          <a:chOff x="0" y="0"/>
          <a:chExt cx="0" cy="0"/>
        </a:xfrm>
      </p:grpSpPr>
      <p:sp>
        <p:nvSpPr>
          <p:cNvPr id="703" name="Google Shape;703;g3d89366497e_0_44"/>
          <p:cNvSpPr/>
          <p:nvPr/>
        </p:nvSpPr>
        <p:spPr>
          <a:xfrm>
            <a:off x="1143" y="0"/>
            <a:ext cx="9141600" cy="5143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 name="Picture 2">
            <a:extLst>
              <a:ext uri="{FF2B5EF4-FFF2-40B4-BE49-F238E27FC236}">
                <a16:creationId xmlns:a16="http://schemas.microsoft.com/office/drawing/2014/main" id="{9E0BB057-A1F1-E48F-C199-AD09384B1563}"/>
              </a:ext>
            </a:extLst>
          </p:cNvPr>
          <p:cNvPicPr>
            <a:picLocks noChangeAspect="1"/>
          </p:cNvPicPr>
          <p:nvPr/>
        </p:nvPicPr>
        <p:blipFill>
          <a:blip r:embed="rId3"/>
          <a:stretch>
            <a:fillRect/>
          </a:stretch>
        </p:blipFill>
        <p:spPr>
          <a:xfrm>
            <a:off x="0" y="4465"/>
            <a:ext cx="9144000" cy="513457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56"/>
          <p:cNvSpPr txBox="1">
            <a:spLocks noGrp="1"/>
          </p:cNvSpPr>
          <p:nvPr>
            <p:ph type="ctrTitle"/>
          </p:nvPr>
        </p:nvSpPr>
        <p:spPr>
          <a:xfrm>
            <a:off x="0" y="404037"/>
            <a:ext cx="9144000" cy="4965405"/>
          </a:xfrm>
          <a:prstGeom prst="rect">
            <a:avLst/>
          </a:prstGeom>
          <a:solidFill>
            <a:srgbClr val="002060"/>
          </a:solidFill>
          <a:ln>
            <a:noFill/>
          </a:ln>
        </p:spPr>
        <p:txBody>
          <a:bodyPr spcFirstLastPara="1" wrap="square" lIns="91425" tIns="0" rIns="91425" bIns="0" anchor="ctr" anchorCtr="0">
            <a:noAutofit/>
          </a:bodyPr>
          <a:lstStyle/>
          <a:p>
            <a:pPr lvl="0">
              <a:buClr>
                <a:srgbClr val="EE0000"/>
              </a:buClr>
              <a:buSzPts val="8000"/>
            </a:pPr>
            <a:r>
              <a:rPr lang="vi-VN" sz="6000" b="1" i="1" dirty="0">
                <a:solidFill>
                  <a:srgbClr val="FFFF00"/>
                </a:solidFill>
                <a:latin typeface="Times New Roman"/>
                <a:ea typeface="Times New Roman"/>
                <a:cs typeface="Times New Roman"/>
                <a:sym typeface="Times New Roman"/>
              </a:rPr>
              <a:t>A</a:t>
            </a:r>
            <a:r>
              <a:rPr lang="en-US" sz="6000" b="1" i="1" dirty="0" err="1">
                <a:solidFill>
                  <a:srgbClr val="FFFF00"/>
                </a:solidFill>
                <a:latin typeface="Times New Roman"/>
                <a:ea typeface="Times New Roman"/>
                <a:cs typeface="Times New Roman"/>
                <a:sym typeface="Times New Roman"/>
              </a:rPr>
              <a:t>ll</a:t>
            </a:r>
            <a:r>
              <a:rPr lang="en-US" sz="6000" b="1" i="1" dirty="0">
                <a:solidFill>
                  <a:srgbClr val="FFFF00"/>
                </a:solidFill>
                <a:latin typeface="Times New Roman"/>
                <a:ea typeface="Times New Roman"/>
                <a:cs typeface="Times New Roman"/>
                <a:sym typeface="Times New Roman"/>
              </a:rPr>
              <a:t>… All…</a:t>
            </a:r>
            <a:r>
              <a:rPr lang="en-US" sz="7500" b="1" i="1" dirty="0">
                <a:solidFill>
                  <a:srgbClr val="EE0000"/>
                </a:solidFill>
                <a:latin typeface="Times New Roman"/>
                <a:ea typeface="Times New Roman"/>
                <a:cs typeface="Times New Roman"/>
                <a:sym typeface="Times New Roman"/>
              </a:rPr>
              <a:t> </a:t>
            </a:r>
            <a:br>
              <a:rPr lang="en-US" sz="7700" b="1" i="1" dirty="0">
                <a:solidFill>
                  <a:srgbClr val="EE0000"/>
                </a:solidFill>
                <a:latin typeface="Times New Roman"/>
                <a:ea typeface="Times New Roman"/>
                <a:cs typeface="Times New Roman"/>
                <a:sym typeface="Times New Roman"/>
              </a:rPr>
            </a:br>
            <a:r>
              <a:rPr lang="vi-VN" sz="8000" b="1" dirty="0">
                <a:solidFill>
                  <a:schemeClr val="bg1"/>
                </a:solidFill>
                <a:latin typeface="+mj-lt"/>
              </a:rPr>
              <a:t>Này là Con Ta yêu dấu rất đẹp lòng Ta,</a:t>
            </a:r>
            <a:br>
              <a:rPr lang="vi-VN" sz="8000" b="1" dirty="0">
                <a:solidFill>
                  <a:schemeClr val="bg1"/>
                </a:solidFill>
                <a:latin typeface="+mj-lt"/>
              </a:rPr>
            </a:br>
            <a:r>
              <a:rPr lang="vi-VN" sz="6000" b="1" dirty="0">
                <a:solidFill>
                  <a:schemeClr val="bg1"/>
                </a:solidFill>
                <a:latin typeface="+mj-lt"/>
              </a:rPr>
              <a:t>... </a:t>
            </a:r>
            <a:endParaRPr sz="6000" b="1" dirty="0">
              <a:solidFill>
                <a:schemeClr val="bg1"/>
              </a:solidFill>
              <a:latin typeface="+mj-lt"/>
              <a:ea typeface="Times New Roman"/>
              <a:cs typeface="Times New Roman"/>
              <a:sym typeface="Times New Roman"/>
            </a:endParaRPr>
          </a:p>
        </p:txBody>
      </p:sp>
      <p:sp>
        <p:nvSpPr>
          <p:cNvPr id="711" name="Google Shape;711;p156"/>
          <p:cNvSpPr txBox="1"/>
          <p:nvPr/>
        </p:nvSpPr>
        <p:spPr>
          <a:xfrm>
            <a:off x="0" y="-50800"/>
            <a:ext cx="9144000" cy="454837"/>
          </a:xfrm>
          <a:prstGeom prst="rect">
            <a:avLst/>
          </a:prstGeom>
          <a:solidFill>
            <a:schemeClr val="accent4"/>
          </a:solidFill>
          <a:ln>
            <a:noFill/>
          </a:ln>
        </p:spPr>
        <p:txBody>
          <a:bodyPr spcFirstLastPara="1" wrap="square" lIns="91425" tIns="45700" rIns="91425" bIns="45700" anchor="ctr" anchorCtr="0">
            <a:normAutofit fontScale="85000" lnSpcReduction="20000"/>
          </a:bodyPr>
          <a:lstStyle/>
          <a:p>
            <a:pPr marL="0" marR="0" lvl="0" indent="0" algn="ctr" rtl="0">
              <a:lnSpc>
                <a:spcPct val="100000"/>
              </a:lnSpc>
              <a:spcBef>
                <a:spcPts val="0"/>
              </a:spcBef>
              <a:spcAft>
                <a:spcPts val="0"/>
              </a:spcAft>
              <a:buClr>
                <a:srgbClr val="FF0000"/>
              </a:buClr>
              <a:buSzPts val="3200"/>
              <a:buFont typeface="Times New Roman"/>
              <a:buNone/>
            </a:pPr>
            <a:r>
              <a:rPr lang="en-US" sz="3200" b="1" i="0" u="none" strike="noStrike" cap="none" dirty="0">
                <a:solidFill>
                  <a:schemeClr val="accent6"/>
                </a:solidFill>
                <a:latin typeface="Times New Roman"/>
                <a:ea typeface="Times New Roman"/>
                <a:cs typeface="Times New Roman"/>
                <a:sym typeface="Times New Roman"/>
              </a:rPr>
              <a:t>TUNG HÔ TIN MỪNG</a:t>
            </a:r>
            <a:endParaRPr sz="3200" b="1" i="0" u="none" strike="noStrike" cap="none" dirty="0">
              <a:solidFill>
                <a:schemeClr val="accent6"/>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g3b224b7d20a_0_9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lvl="0">
              <a:buSzPts val="8000"/>
            </a:pPr>
            <a:r>
              <a:rPr lang="vi-VN" sz="8800" b="1" dirty="0">
                <a:solidFill>
                  <a:schemeClr val="bg1"/>
                </a:solidFill>
                <a:latin typeface="+mj-lt"/>
              </a:rPr>
              <a:t>các ngươi hãy nghe lời Người. </a:t>
            </a:r>
            <a:br>
              <a:rPr lang="en-US" sz="6500" b="1" dirty="0">
                <a:solidFill>
                  <a:schemeClr val="lt1"/>
                </a:solidFill>
                <a:latin typeface="Times New Roman"/>
                <a:ea typeface="Times New Roman"/>
                <a:cs typeface="Times New Roman"/>
                <a:sym typeface="Times New Roman"/>
              </a:rPr>
            </a:br>
            <a:r>
              <a:rPr lang="en-US" sz="6500" b="1" i="1" dirty="0">
                <a:solidFill>
                  <a:srgbClr val="FFFF00"/>
                </a:solidFill>
                <a:latin typeface="Times New Roman"/>
                <a:ea typeface="Times New Roman"/>
                <a:cs typeface="Times New Roman"/>
                <a:sym typeface="Times New Roman"/>
              </a:rPr>
              <a:t>All.. All..</a:t>
            </a:r>
            <a:endParaRPr sz="6500" b="1" dirty="0">
              <a:solidFill>
                <a:srgbClr val="FFFF00"/>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pic>
        <p:nvPicPr>
          <p:cNvPr id="4" name="Picture 3">
            <a:extLst>
              <a:ext uri="{FF2B5EF4-FFF2-40B4-BE49-F238E27FC236}">
                <a16:creationId xmlns:a16="http://schemas.microsoft.com/office/drawing/2014/main" id="{5B4992C3-6C62-BF30-3F28-A53BD3AA84E6}"/>
              </a:ext>
            </a:extLst>
          </p:cNvPr>
          <p:cNvPicPr>
            <a:picLocks noChangeAspect="1"/>
          </p:cNvPicPr>
          <p:nvPr/>
        </p:nvPicPr>
        <p:blipFill>
          <a:blip r:embed="rId3"/>
          <a:stretch>
            <a:fillRect/>
          </a:stretch>
        </p:blipFill>
        <p:spPr>
          <a:xfrm>
            <a:off x="0" y="4465"/>
            <a:ext cx="9144000" cy="513457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3e5a0c7ab5b_0_21"/>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lvl="0">
              <a:lnSpc>
                <a:spcPct val="90000"/>
              </a:lnSpc>
              <a:buSzPts val="4700"/>
            </a:pPr>
            <a:r>
              <a:rPr lang="en-US" sz="4700" b="1" dirty="0">
                <a:solidFill>
                  <a:schemeClr val="accent4"/>
                </a:solidFill>
                <a:latin typeface="Times New Roman"/>
                <a:ea typeface="Times New Roman"/>
                <a:cs typeface="Times New Roman"/>
                <a:sym typeface="Times New Roman"/>
              </a:rPr>
              <a:t>DÂNG LỄ</a:t>
            </a:r>
            <a:br>
              <a:rPr lang="en-US" sz="4700" b="1" dirty="0">
                <a:latin typeface="Times New Roman"/>
                <a:ea typeface="Times New Roman"/>
                <a:cs typeface="Times New Roman"/>
                <a:sym typeface="Times New Roman"/>
              </a:rPr>
            </a:br>
            <a:r>
              <a:rPr lang="vi-VN" b="1" dirty="0">
                <a:solidFill>
                  <a:srgbClr val="FFFF00"/>
                </a:solidFill>
              </a:rPr>
              <a:t>TỰA LÀN TRẦM HƯƠNG</a:t>
            </a:r>
            <a:br>
              <a:rPr lang="vi-VN" sz="4800" dirty="0">
                <a:solidFill>
                  <a:srgbClr val="FFFF00"/>
                </a:solidFill>
              </a:rPr>
            </a:br>
            <a:r>
              <a:rPr lang="vi-VN" dirty="0">
                <a:solidFill>
                  <a:schemeClr val="bg1"/>
                </a:solidFill>
              </a:rPr>
              <a:t>Đỗ Vy Hạ</a:t>
            </a:r>
            <a:endParaRPr sz="48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3e5a0c7ab5b_0_2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6600" b="1" dirty="0">
                <a:solidFill>
                  <a:schemeClr val="bg1"/>
                </a:solidFill>
                <a:latin typeface="Times New Roman"/>
                <a:ea typeface="Times New Roman"/>
                <a:cs typeface="Times New Roman"/>
                <a:sym typeface="Times New Roman"/>
              </a:rPr>
              <a:t>1.</a:t>
            </a:r>
            <a:r>
              <a:rPr lang="vi-VN" sz="6600" b="1" dirty="0">
                <a:solidFill>
                  <a:schemeClr val="bg1"/>
                </a:solidFill>
                <a:latin typeface="Times New Roman"/>
                <a:ea typeface="Times New Roman"/>
                <a:cs typeface="Times New Roman"/>
                <a:sym typeface="Times New Roman"/>
              </a:rPr>
              <a:t> </a:t>
            </a:r>
            <a:r>
              <a:rPr lang="vi-VN" sz="6600" b="1" dirty="0">
                <a:solidFill>
                  <a:schemeClr val="bg1"/>
                </a:solidFill>
                <a:latin typeface="+mj-lt"/>
              </a:rPr>
              <a:t>Tựa làn trầm hương thơm bay về thiên đường. Nguyện tình yêu Chúa thánh hóa cho lễ dâng.</a:t>
            </a:r>
            <a:endParaRPr sz="6600" b="1" dirty="0">
              <a:solidFill>
                <a:schemeClr val="bg1"/>
              </a:solidFill>
              <a:latin typeface="+mj-lt"/>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g3e5a0c7ab5b_0_2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Đây bánh thơm nồng, đây chén rượu hồng, làm thành lễ vật dâng về Cha chí nhân.</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g3e5a0c7ab5b_0_3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7000" b="1" dirty="0">
                <a:solidFill>
                  <a:srgbClr val="FFFF00"/>
                </a:solidFill>
                <a:latin typeface="Times New Roman"/>
                <a:ea typeface="Times New Roman"/>
                <a:cs typeface="Times New Roman"/>
                <a:sym typeface="Times New Roman"/>
              </a:rPr>
              <a:t>ĐK: </a:t>
            </a:r>
            <a:r>
              <a:rPr lang="en-US" sz="7200" b="1" dirty="0" err="1">
                <a:solidFill>
                  <a:schemeClr val="bg1"/>
                </a:solidFill>
                <a:latin typeface="Times New Roman" panose="02020603050405020304" pitchFamily="18" charset="0"/>
                <a:cs typeface="Times New Roman" panose="02020603050405020304" pitchFamily="18" charset="0"/>
              </a:rPr>
              <a:t>Chúc</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tụng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Ngài</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là</a:t>
            </a:r>
            <a:r>
              <a:rPr lang="en-US" sz="7200" b="1" dirty="0">
                <a:solidFill>
                  <a:schemeClr val="bg1"/>
                </a:solidFill>
                <a:latin typeface="Times New Roman" panose="02020603050405020304" pitchFamily="18" charset="0"/>
                <a:cs typeface="Times New Roman" panose="02020603050405020304" pitchFamily="18" charset="0"/>
              </a:rPr>
              <a:t> Chúa </a:t>
            </a:r>
            <a:r>
              <a:rPr lang="en-US" sz="7200" b="1" dirty="0" err="1">
                <a:solidFill>
                  <a:schemeClr val="bg1"/>
                </a:solidFill>
                <a:latin typeface="Times New Roman" panose="02020603050405020304" pitchFamily="18" charset="0"/>
                <a:cs typeface="Times New Roman" panose="02020603050405020304" pitchFamily="18" charset="0"/>
              </a:rPr>
              <a:t>tể</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càn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khôn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Đã</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rộng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tình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nuôi</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sống</a:t>
            </a:r>
            <a:r>
              <a:rPr lang="en-US" sz="7200" b="1" dirty="0">
                <a:solidFill>
                  <a:schemeClr val="bg1"/>
                </a:solidFill>
                <a:latin typeface="Times New Roman" panose="02020603050405020304" pitchFamily="18" charset="0"/>
                <a:cs typeface="Times New Roman" panose="02020603050405020304" pitchFamily="18" charset="0"/>
              </a:rPr>
              <a:t> con </a:t>
            </a:r>
            <a:r>
              <a:rPr lang="en-US" sz="7200" b="1" dirty="0" err="1">
                <a:solidFill>
                  <a:schemeClr val="bg1"/>
                </a:solidFill>
                <a:latin typeface="Times New Roman" panose="02020603050405020304" pitchFamily="18" charset="0"/>
                <a:cs typeface="Times New Roman" panose="02020603050405020304" pitchFamily="18" charset="0"/>
              </a:rPr>
              <a:t>từng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ngày</a:t>
            </a:r>
            <a:r>
              <a:rPr lang="en-US" sz="7200" b="1" dirty="0">
                <a:solidFill>
                  <a:schemeClr val="bg1"/>
                </a:solidFill>
                <a:latin typeface="Times New Roman" panose="02020603050405020304" pitchFamily="18" charset="0"/>
                <a:cs typeface="Times New Roman" panose="02020603050405020304" pitchFamily="18" charset="0"/>
              </a:rPr>
              <a:t>.</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3e5a0c7ab5b_0_3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Chúc tụng Ngài là Chúa khắp mọi nơi, Chúc tụng Ngài mãi đến muôn muôn đời.</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3f16ddd2213_0_1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3. </a:t>
            </a:r>
            <a:r>
              <a:rPr lang="en-US" sz="7200" b="1" dirty="0" err="1">
                <a:solidFill>
                  <a:schemeClr val="bg1"/>
                </a:solidFill>
                <a:latin typeface="Times New Roman" panose="02020603050405020304" pitchFamily="18" charset="0"/>
                <a:cs typeface="Times New Roman" panose="02020603050405020304" pitchFamily="18" charset="0"/>
              </a:rPr>
              <a:t>Hòa</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lời</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trầm</a:t>
            </a:r>
            <a:r>
              <a:rPr lang="en-US" sz="7200" b="1" dirty="0">
                <a:solidFill>
                  <a:schemeClr val="bg1"/>
                </a:solidFill>
                <a:latin typeface="Times New Roman" panose="02020603050405020304" pitchFamily="18" charset="0"/>
                <a:cs typeface="Times New Roman" panose="02020603050405020304" pitchFamily="18" charset="0"/>
              </a:rPr>
              <a:t> ca </a:t>
            </a:r>
            <a:r>
              <a:rPr lang="en-US" sz="7200" b="1" dirty="0" err="1">
                <a:solidFill>
                  <a:schemeClr val="bg1"/>
                </a:solidFill>
                <a:latin typeface="Times New Roman" panose="02020603050405020304" pitchFamily="18" charset="0"/>
                <a:cs typeface="Times New Roman" panose="02020603050405020304" pitchFamily="18" charset="0"/>
              </a:rPr>
              <a:t>cao</a:t>
            </a:r>
            <a:r>
              <a:rPr lang="en-US" sz="7200" b="1" dirty="0">
                <a:solidFill>
                  <a:schemeClr val="bg1"/>
                </a:solidFill>
                <a:latin typeface="Times New Roman" panose="02020603050405020304" pitchFamily="18" charset="0"/>
                <a:cs typeface="Times New Roman" panose="02020603050405020304" pitchFamily="18" charset="0"/>
              </a:rPr>
              <a:t> bay </a:t>
            </a:r>
            <a:r>
              <a:rPr lang="en-US" sz="7200" b="1" dirty="0" err="1">
                <a:solidFill>
                  <a:schemeClr val="bg1"/>
                </a:solidFill>
                <a:latin typeface="Times New Roman" panose="02020603050405020304" pitchFamily="18" charset="0"/>
                <a:cs typeface="Times New Roman" panose="02020603050405020304" pitchFamily="18" charset="0"/>
              </a:rPr>
              <a:t>về</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chín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tầng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Ngợi</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mừng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danh</a:t>
            </a:r>
            <a:r>
              <a:rPr lang="en-US" sz="7200" b="1" dirty="0">
                <a:solidFill>
                  <a:schemeClr val="bg1"/>
                </a:solidFill>
                <a:latin typeface="Times New Roman" panose="02020603050405020304" pitchFamily="18" charset="0"/>
                <a:cs typeface="Times New Roman" panose="02020603050405020304" pitchFamily="18" charset="0"/>
              </a:rPr>
              <a:t> Chúa </a:t>
            </a:r>
            <a:r>
              <a:rPr lang="en-US" sz="7200" b="1" dirty="0" err="1">
                <a:solidFill>
                  <a:schemeClr val="bg1"/>
                </a:solidFill>
                <a:latin typeface="Times New Roman" panose="02020603050405020304" pitchFamily="18" charset="0"/>
                <a:cs typeface="Times New Roman" panose="02020603050405020304" pitchFamily="18" charset="0"/>
              </a:rPr>
              <a:t>đã</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khứng</a:t>
            </a:r>
            <a:r>
              <a:rPr lang="en-US" sz="7200" b="1" dirty="0">
                <a:solidFill>
                  <a:schemeClr val="bg1"/>
                </a:solidFill>
                <a:latin typeface="Times New Roman" panose="02020603050405020304" pitchFamily="18" charset="0"/>
                <a:cs typeface="Times New Roman" panose="02020603050405020304" pitchFamily="18" charset="0"/>
              </a:rPr>
              <a:t> ban </a:t>
            </a:r>
            <a:r>
              <a:rPr lang="en-US" sz="7200" b="1" dirty="0" err="1">
                <a:solidFill>
                  <a:schemeClr val="bg1"/>
                </a:solidFill>
                <a:latin typeface="Times New Roman" panose="02020603050405020304" pitchFamily="18" charset="0"/>
                <a:cs typeface="Times New Roman" panose="02020603050405020304" pitchFamily="18" charset="0"/>
              </a:rPr>
              <a:t>hồng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ân</a:t>
            </a:r>
            <a:r>
              <a:rPr lang="en-US" sz="7200" b="1" dirty="0">
                <a:solidFill>
                  <a:schemeClr val="bg1"/>
                </a:solidFill>
                <a:latin typeface="Times New Roman" panose="02020603050405020304" pitchFamily="18" charset="0"/>
                <a:cs typeface="Times New Roman" panose="02020603050405020304" pitchFamily="18" charset="0"/>
              </a:rPr>
              <a:t>.</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3f16ddd2213_0_2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Muôn tiếng tơ đàn, giọng hát nhịp nhàng, làm thành lễ vật dâng về Cha chí nhân.</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51">
          <a:extLst>
            <a:ext uri="{FF2B5EF4-FFF2-40B4-BE49-F238E27FC236}">
              <a16:creationId xmlns:a16="http://schemas.microsoft.com/office/drawing/2014/main" id="{298EFE40-EBDF-6F8A-DFBE-3DA7A6921183}"/>
            </a:ext>
          </a:extLst>
        </p:cNvPr>
        <p:cNvGrpSpPr/>
        <p:nvPr/>
      </p:nvGrpSpPr>
      <p:grpSpPr>
        <a:xfrm>
          <a:off x="0" y="0"/>
          <a:ext cx="0" cy="0"/>
          <a:chOff x="0" y="0"/>
          <a:chExt cx="0" cy="0"/>
        </a:xfrm>
      </p:grpSpPr>
      <p:sp>
        <p:nvSpPr>
          <p:cNvPr id="852" name="Google Shape;852;g3e5a0c7ab5b_0_33">
            <a:extLst>
              <a:ext uri="{FF2B5EF4-FFF2-40B4-BE49-F238E27FC236}">
                <a16:creationId xmlns:a16="http://schemas.microsoft.com/office/drawing/2014/main" id="{27D10424-2B5A-B515-5446-C3C9760161AA}"/>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7000" b="1" dirty="0">
                <a:solidFill>
                  <a:srgbClr val="FFFF00"/>
                </a:solidFill>
                <a:latin typeface="Times New Roman"/>
                <a:ea typeface="Times New Roman"/>
                <a:cs typeface="Times New Roman"/>
                <a:sym typeface="Times New Roman"/>
              </a:rPr>
              <a:t>ĐK: </a:t>
            </a:r>
            <a:r>
              <a:rPr lang="en-US" sz="7200" b="1" dirty="0" err="1">
                <a:solidFill>
                  <a:schemeClr val="bg1"/>
                </a:solidFill>
                <a:latin typeface="Times New Roman" panose="02020603050405020304" pitchFamily="18" charset="0"/>
                <a:cs typeface="Times New Roman" panose="02020603050405020304" pitchFamily="18" charset="0"/>
              </a:rPr>
              <a:t>Chúc</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tụng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Ngài</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là</a:t>
            </a:r>
            <a:r>
              <a:rPr lang="en-US" sz="7200" b="1" dirty="0">
                <a:solidFill>
                  <a:schemeClr val="bg1"/>
                </a:solidFill>
                <a:latin typeface="Times New Roman" panose="02020603050405020304" pitchFamily="18" charset="0"/>
                <a:cs typeface="Times New Roman" panose="02020603050405020304" pitchFamily="18" charset="0"/>
              </a:rPr>
              <a:t> Chúa </a:t>
            </a:r>
            <a:r>
              <a:rPr lang="en-US" sz="7200" b="1" dirty="0" err="1">
                <a:solidFill>
                  <a:schemeClr val="bg1"/>
                </a:solidFill>
                <a:latin typeface="Times New Roman" panose="02020603050405020304" pitchFamily="18" charset="0"/>
                <a:cs typeface="Times New Roman" panose="02020603050405020304" pitchFamily="18" charset="0"/>
              </a:rPr>
              <a:t>tể</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càn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khôn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Đã</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rộng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tình</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nuôi</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sống</a:t>
            </a:r>
            <a:r>
              <a:rPr lang="en-US" sz="7200" b="1" dirty="0">
                <a:solidFill>
                  <a:schemeClr val="bg1"/>
                </a:solidFill>
                <a:latin typeface="Times New Roman" panose="02020603050405020304" pitchFamily="18" charset="0"/>
                <a:cs typeface="Times New Roman" panose="02020603050405020304" pitchFamily="18" charset="0"/>
              </a:rPr>
              <a:t> con </a:t>
            </a:r>
            <a:r>
              <a:rPr lang="en-US" sz="7200" b="1" dirty="0" err="1">
                <a:solidFill>
                  <a:schemeClr val="bg1"/>
                </a:solidFill>
                <a:latin typeface="Times New Roman" panose="02020603050405020304" pitchFamily="18" charset="0"/>
                <a:cs typeface="Times New Roman" panose="02020603050405020304" pitchFamily="18" charset="0"/>
              </a:rPr>
              <a:t>từng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ngày</a:t>
            </a:r>
            <a:r>
              <a:rPr lang="en-US" sz="7200" b="1" dirty="0">
                <a:solidFill>
                  <a:schemeClr val="bg1"/>
                </a:solidFill>
                <a:latin typeface="Times New Roman" panose="02020603050405020304" pitchFamily="18" charset="0"/>
                <a:cs typeface="Times New Roman" panose="02020603050405020304" pitchFamily="18" charset="0"/>
              </a:rPr>
              <a:t>.</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314953776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56">
          <a:extLst>
            <a:ext uri="{FF2B5EF4-FFF2-40B4-BE49-F238E27FC236}">
              <a16:creationId xmlns:a16="http://schemas.microsoft.com/office/drawing/2014/main" id="{8F0CF9E2-1A82-3E47-63C8-6C0EEC84003D}"/>
            </a:ext>
          </a:extLst>
        </p:cNvPr>
        <p:cNvGrpSpPr/>
        <p:nvPr/>
      </p:nvGrpSpPr>
      <p:grpSpPr>
        <a:xfrm>
          <a:off x="0" y="0"/>
          <a:ext cx="0" cy="0"/>
          <a:chOff x="0" y="0"/>
          <a:chExt cx="0" cy="0"/>
        </a:xfrm>
      </p:grpSpPr>
      <p:sp>
        <p:nvSpPr>
          <p:cNvPr id="857" name="Google Shape;857;g3e5a0c7ab5b_0_37">
            <a:extLst>
              <a:ext uri="{FF2B5EF4-FFF2-40B4-BE49-F238E27FC236}">
                <a16:creationId xmlns:a16="http://schemas.microsoft.com/office/drawing/2014/main" id="{F2D7E8A0-844F-6D14-F748-81D1AF1B852F}"/>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Chúc tụng Ngài là Chúa khắp mọi nơi, Chúc tụng Ngài mãi đến muôn muôn đời.</a:t>
            </a:r>
            <a:endParaRPr sz="7200" b="1" dirty="0">
              <a:solidFill>
                <a:schemeClr val="bg1"/>
              </a:solidFill>
              <a:latin typeface="+mj-lt"/>
              <a:ea typeface="Times New Roman"/>
              <a:cs typeface="Times New Roman"/>
              <a:sym typeface="Times New Roman"/>
            </a:endParaRPr>
          </a:p>
        </p:txBody>
      </p:sp>
    </p:spTree>
    <p:extLst>
      <p:ext uri="{BB962C8B-B14F-4D97-AF65-F5344CB8AC3E}">
        <p14:creationId xmlns:p14="http://schemas.microsoft.com/office/powerpoint/2010/main" val="403492126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pic>
        <p:nvPicPr>
          <p:cNvPr id="3" name="Picture 2">
            <a:extLst>
              <a:ext uri="{FF2B5EF4-FFF2-40B4-BE49-F238E27FC236}">
                <a16:creationId xmlns:a16="http://schemas.microsoft.com/office/drawing/2014/main" id="{AA3114F7-9C03-2A2D-5E12-AD8E7F0B9EE8}"/>
              </a:ext>
            </a:extLst>
          </p:cNvPr>
          <p:cNvPicPr>
            <a:picLocks noChangeAspect="1"/>
          </p:cNvPicPr>
          <p:nvPr/>
        </p:nvPicPr>
        <p:blipFill>
          <a:blip r:embed="rId3"/>
          <a:stretch>
            <a:fillRect/>
          </a:stretch>
        </p:blipFill>
        <p:spPr>
          <a:xfrm>
            <a:off x="-1" y="0"/>
            <a:ext cx="9144001" cy="5157808"/>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202"/>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4000"/>
              <a:buFont typeface="Times"/>
              <a:buNone/>
            </a:pPr>
            <a:br>
              <a:rPr lang="en-US" sz="4000" b="1">
                <a:solidFill>
                  <a:schemeClr val="accent4"/>
                </a:solidFill>
                <a:latin typeface="Times"/>
                <a:ea typeface="Times"/>
                <a:cs typeface="Times"/>
                <a:sym typeface="Times"/>
              </a:rPr>
            </a:br>
            <a:r>
              <a:rPr lang="en-US" sz="4000" b="1">
                <a:solidFill>
                  <a:schemeClr val="accent4"/>
                </a:solidFill>
                <a:latin typeface="Times"/>
                <a:ea typeface="Times"/>
                <a:cs typeface="Times"/>
                <a:sym typeface="Times"/>
              </a:rPr>
              <a:t>KINH THÁNH, THÁNH</a:t>
            </a:r>
            <a:br>
              <a:rPr lang="en-US" sz="4000" b="1">
                <a:solidFill>
                  <a:schemeClr val="accent4"/>
                </a:solidFill>
                <a:latin typeface="Times"/>
                <a:ea typeface="Times"/>
                <a:cs typeface="Times"/>
                <a:sym typeface="Times"/>
              </a:rPr>
            </a:br>
            <a:r>
              <a:rPr lang="en-US" sz="7200" b="1">
                <a:solidFill>
                  <a:schemeClr val="lt1"/>
                </a:solidFill>
                <a:latin typeface="Times"/>
                <a:ea typeface="Times"/>
                <a:cs typeface="Times"/>
                <a:sym typeface="Times"/>
              </a:rPr>
              <a:t>Thánh, Thánh, Thánh. Chúa là Thiên Chúa các đạo binh</a:t>
            </a:r>
            <a:br>
              <a:rPr lang="en-US" sz="7200" b="1">
                <a:solidFill>
                  <a:schemeClr val="lt1"/>
                </a:solidFill>
                <a:latin typeface="Times"/>
                <a:ea typeface="Times"/>
                <a:cs typeface="Times"/>
                <a:sym typeface="Times"/>
              </a:rPr>
            </a:br>
            <a:endParaRPr sz="7200" b="1">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203"/>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a:ea typeface="Times"/>
                <a:cs typeface="Times"/>
                <a:sym typeface="Times"/>
              </a:rPr>
              <a:t>Trời đất đầy vinh quang Chúa. Hoan hô Chúa trên các tầng trời.</a:t>
            </a:r>
            <a:endParaRPr sz="7200" b="1">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204"/>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a:ea typeface="Times"/>
                <a:cs typeface="Times"/>
                <a:sym typeface="Times"/>
              </a:rPr>
              <a:t>Chúc tụng Đấng ngự đến nhân danh Chúa. Hoan hô Chúa trên các tầng trời.</a:t>
            </a:r>
            <a:endParaRPr sz="7200" b="1">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886">
          <a:extLst>
            <a:ext uri="{FF2B5EF4-FFF2-40B4-BE49-F238E27FC236}">
              <a16:creationId xmlns:a16="http://schemas.microsoft.com/office/drawing/2014/main" id="{617ED903-830F-DBFF-4F5D-7B62DD57419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5BB717B-C986-4FB3-5C55-250BAEC293B4}"/>
              </a:ext>
            </a:extLst>
          </p:cNvPr>
          <p:cNvPicPr>
            <a:picLocks noChangeAspect="1"/>
          </p:cNvPicPr>
          <p:nvPr/>
        </p:nvPicPr>
        <p:blipFill>
          <a:blip r:embed="rId3"/>
          <a:stretch>
            <a:fillRect/>
          </a:stretch>
        </p:blipFill>
        <p:spPr>
          <a:xfrm>
            <a:off x="-1" y="0"/>
            <a:ext cx="9144001" cy="5157808"/>
          </a:xfrm>
          <a:prstGeom prst="rect">
            <a:avLst/>
          </a:prstGeom>
        </p:spPr>
      </p:pic>
    </p:spTree>
    <p:extLst>
      <p:ext uri="{BB962C8B-B14F-4D97-AF65-F5344CB8AC3E}">
        <p14:creationId xmlns:p14="http://schemas.microsoft.com/office/powerpoint/2010/main" val="201262813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3a42a8b53c1_2_268"/>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4000"/>
              <a:buFont typeface="Times"/>
              <a:buNone/>
            </a:pPr>
            <a:br>
              <a:rPr lang="en-US" sz="4000" b="1">
                <a:solidFill>
                  <a:schemeClr val="accent4"/>
                </a:solidFill>
                <a:latin typeface="Times New Roman"/>
                <a:ea typeface="Times New Roman"/>
                <a:cs typeface="Times New Roman"/>
                <a:sym typeface="Times New Roman"/>
              </a:rPr>
            </a:br>
            <a:r>
              <a:rPr lang="en-US" sz="4000" b="1">
                <a:solidFill>
                  <a:schemeClr val="accent4"/>
                </a:solidFill>
                <a:latin typeface="Times New Roman"/>
                <a:ea typeface="Times New Roman"/>
                <a:cs typeface="Times New Roman"/>
                <a:sym typeface="Times New Roman"/>
              </a:rPr>
              <a:t>CHIÊN THIÊN CHÚA</a:t>
            </a:r>
            <a:endParaRPr sz="4000" b="1">
              <a:solidFill>
                <a:schemeClr val="accent4"/>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accent4"/>
              </a:buClr>
              <a:buSzPts val="4000"/>
              <a:buFont typeface="Times"/>
              <a:buNone/>
            </a:pPr>
            <a:r>
              <a:rPr lang="en-US" sz="6600" b="1">
                <a:solidFill>
                  <a:schemeClr val="lt1"/>
                </a:solidFill>
                <a:latin typeface="Times New Roman"/>
                <a:ea typeface="Times New Roman"/>
                <a:cs typeface="Times New Roman"/>
                <a:sym typeface="Times New Roman"/>
              </a:rPr>
              <a:t>Lạy Chiên Thiên Chúa, Đấng xóa tội trần gian, xin thương xót chúng con.</a:t>
            </a:r>
            <a:br>
              <a:rPr lang="en-US" sz="7200" b="1">
                <a:solidFill>
                  <a:schemeClr val="lt1"/>
                </a:solidFill>
                <a:latin typeface="Times New Roman"/>
                <a:ea typeface="Times New Roman"/>
                <a:cs typeface="Times New Roman"/>
                <a:sym typeface="Times New Roman"/>
              </a:rPr>
            </a:b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207"/>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Lạy Chiên Thiên Chúa, Đấng xóa tội trần gian: xin thương xót chúng con.</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208"/>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Lạy Chiên Thiên Chúa, Đấng xóa tội trần gian: xin ban bình an cho chúng con.</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886">
          <a:extLst>
            <a:ext uri="{FF2B5EF4-FFF2-40B4-BE49-F238E27FC236}">
              <a16:creationId xmlns:a16="http://schemas.microsoft.com/office/drawing/2014/main" id="{CAB3BA08-90A0-CECB-30F5-9FD6B6109F1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CE97887-A099-D758-8346-79117FD96BF0}"/>
              </a:ext>
            </a:extLst>
          </p:cNvPr>
          <p:cNvPicPr>
            <a:picLocks noChangeAspect="1"/>
          </p:cNvPicPr>
          <p:nvPr/>
        </p:nvPicPr>
        <p:blipFill>
          <a:blip r:embed="rId3"/>
          <a:stretch>
            <a:fillRect/>
          </a:stretch>
        </p:blipFill>
        <p:spPr>
          <a:xfrm>
            <a:off x="-1" y="0"/>
            <a:ext cx="9144001" cy="5157808"/>
          </a:xfrm>
          <a:prstGeom prst="rect">
            <a:avLst/>
          </a:prstGeom>
        </p:spPr>
      </p:pic>
    </p:spTree>
    <p:extLst>
      <p:ext uri="{BB962C8B-B14F-4D97-AF65-F5344CB8AC3E}">
        <p14:creationId xmlns:p14="http://schemas.microsoft.com/office/powerpoint/2010/main" val="383178544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3e9ce9eb37a_0_183"/>
          <p:cNvSpPr txBox="1">
            <a:spLocks noGrp="1"/>
          </p:cNvSpPr>
          <p:nvPr>
            <p:ph type="ctrTitle"/>
          </p:nvPr>
        </p:nvSpPr>
        <p:spPr>
          <a:xfrm>
            <a:off x="0" y="680400"/>
            <a:ext cx="9144000" cy="4463100"/>
          </a:xfrm>
          <a:prstGeom prst="rect">
            <a:avLst/>
          </a:prstGeom>
          <a:solidFill>
            <a:srgbClr val="002060"/>
          </a:solidFill>
          <a:ln>
            <a:noFill/>
          </a:ln>
        </p:spPr>
        <p:txBody>
          <a:bodyPr spcFirstLastPara="1" wrap="square" lIns="91425" tIns="0" rIns="91425" bIns="0" anchor="ctr" anchorCtr="0">
            <a:noAutofit/>
          </a:bodyPr>
          <a:lstStyle/>
          <a:p>
            <a:pPr lvl="0" algn="just">
              <a:buClr>
                <a:schemeClr val="accent4"/>
              </a:buClr>
              <a:buSzPts val="4000"/>
            </a:pPr>
            <a:r>
              <a:rPr lang="vi-VN" sz="6200" b="1" dirty="0">
                <a:solidFill>
                  <a:schemeClr val="bg1"/>
                </a:solidFill>
                <a:latin typeface="+mj-lt"/>
              </a:rPr>
              <a:t>Khi Chúa Kitô tỏ mình ra, thì chúng ta sẽ giống như Người, vì Người thế nào, chúng ta sẽ thấy như vậy.</a:t>
            </a:r>
            <a:endParaRPr sz="6200" b="1" dirty="0">
              <a:solidFill>
                <a:schemeClr val="bg1"/>
              </a:solidFill>
              <a:latin typeface="+mj-lt"/>
              <a:ea typeface="Times New Roman"/>
              <a:cs typeface="Times New Roman" panose="02020603050405020304" pitchFamily="18" charset="0"/>
              <a:sym typeface="Times New Roman"/>
            </a:endParaRPr>
          </a:p>
        </p:txBody>
      </p:sp>
      <p:sp>
        <p:nvSpPr>
          <p:cNvPr id="933" name="Google Shape;933;g3e9ce9eb37a_0_183"/>
          <p:cNvSpPr txBox="1"/>
          <p:nvPr/>
        </p:nvSpPr>
        <p:spPr>
          <a:xfrm>
            <a:off x="0" y="0"/>
            <a:ext cx="9144000" cy="677078"/>
          </a:xfrm>
          <a:prstGeom prst="rect">
            <a:avLst/>
          </a:prstGeom>
          <a:solidFill>
            <a:srgbClr val="002060"/>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3200" b="1" i="0" u="none" strike="noStrike" cap="none" dirty="0">
                <a:solidFill>
                  <a:schemeClr val="accent4"/>
                </a:solidFill>
                <a:latin typeface="Times"/>
                <a:ea typeface="Times"/>
                <a:cs typeface="Times"/>
                <a:sym typeface="Times"/>
              </a:rPr>
              <a:t>CA HIỆP LỄ</a:t>
            </a:r>
            <a:endParaRPr sz="1100" b="0" i="0" u="none" strike="noStrike" cap="none" dirty="0">
              <a:solidFill>
                <a:srgbClr val="000000"/>
              </a:solidFill>
              <a:latin typeface="Arial"/>
              <a:ea typeface="Arial"/>
              <a:cs typeface="Arial"/>
              <a:sym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pic>
        <p:nvPicPr>
          <p:cNvPr id="938" name="Google Shape;938;g3e5a0c7ab5b_0_343" title="chen thanh.jpg"/>
          <p:cNvPicPr preferRelativeResize="0"/>
          <p:nvPr/>
        </p:nvPicPr>
        <p:blipFill rotWithShape="1">
          <a:blip r:embed="rId3">
            <a:alphaModFix/>
          </a:blip>
          <a:srcRect l="784" t="1816"/>
          <a:stretch/>
        </p:blipFill>
        <p:spPr>
          <a:xfrm>
            <a:off x="-97300" y="0"/>
            <a:ext cx="9313300" cy="514350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3dd33158570_0_118"/>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lvl="0">
              <a:lnSpc>
                <a:spcPct val="90000"/>
              </a:lnSpc>
              <a:buSzPts val="4700"/>
            </a:pPr>
            <a:r>
              <a:rPr lang="en-US" sz="4700" b="1" dirty="0">
                <a:solidFill>
                  <a:schemeClr val="accent4"/>
                </a:solidFill>
                <a:latin typeface="Times New Roman"/>
                <a:ea typeface="Times New Roman"/>
                <a:cs typeface="Times New Roman"/>
                <a:sym typeface="Times New Roman"/>
              </a:rPr>
              <a:t>HIỆP LỄ</a:t>
            </a:r>
            <a:br>
              <a:rPr lang="en-US" sz="4700" b="1" dirty="0">
                <a:latin typeface="Times New Roman"/>
                <a:ea typeface="Times New Roman"/>
                <a:cs typeface="Times New Roman"/>
                <a:sym typeface="Times New Roman"/>
              </a:rPr>
            </a:br>
            <a:r>
              <a:rPr lang="en-US" b="1" dirty="0">
                <a:solidFill>
                  <a:srgbClr val="FFFF00"/>
                </a:solidFill>
              </a:rPr>
              <a:t>TRÔNG CẬY CHÚA</a:t>
            </a:r>
            <a:br>
              <a:rPr lang="en-US" dirty="0"/>
            </a:br>
            <a:r>
              <a:rPr lang="en-US" dirty="0" err="1">
                <a:solidFill>
                  <a:schemeClr val="bg1"/>
                </a:solidFill>
              </a:rPr>
              <a:t>Lm</a:t>
            </a:r>
            <a:r>
              <a:rPr lang="en-US" dirty="0">
                <a:solidFill>
                  <a:schemeClr val="bg1"/>
                </a:solidFill>
              </a:rPr>
              <a:t>. Nguyễn Duy</a:t>
            </a:r>
            <a:endParaRPr sz="67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3dd33158570_0_122"/>
          <p:cNvSpPr txBox="1">
            <a:spLocks noGrp="1"/>
          </p:cNvSpPr>
          <p:nvPr>
            <p:ph type="subTitle" idx="1"/>
          </p:nvPr>
        </p:nvSpPr>
        <p:spPr>
          <a:xfrm>
            <a:off x="0" y="457200"/>
            <a:ext cx="9144000" cy="46863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1. Con vẫn trông cậy Chúa, lòng con tin tưởng nơi Ngài, con hy vọng vào Ngài</a:t>
            </a:r>
            <a:endParaRPr sz="7200" b="1" dirty="0">
              <a:solidFill>
                <a:schemeClr val="bg1"/>
              </a:solidFill>
              <a:latin typeface="+mj-lt"/>
              <a:ea typeface="Times New Roman"/>
              <a:cs typeface="Times New Roman"/>
              <a:sym typeface="Times New Roman"/>
            </a:endParaRPr>
          </a:p>
        </p:txBody>
      </p:sp>
      <p:sp>
        <p:nvSpPr>
          <p:cNvPr id="2" name="Rectangle 1">
            <a:extLst>
              <a:ext uri="{FF2B5EF4-FFF2-40B4-BE49-F238E27FC236}">
                <a16:creationId xmlns:a16="http://schemas.microsoft.com/office/drawing/2014/main" id="{E59E2E2C-D11C-53CA-D6E4-494EA9D90B82}"/>
              </a:ext>
            </a:extLst>
          </p:cNvPr>
          <p:cNvSpPr/>
          <p:nvPr/>
        </p:nvSpPr>
        <p:spPr>
          <a:xfrm>
            <a:off x="0" y="0"/>
            <a:ext cx="9144000" cy="45720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00B050"/>
                </a:solidFill>
                <a:latin typeface="Times New Roman"/>
                <a:ea typeface="Times New Roman"/>
                <a:cs typeface="Times New Roman"/>
                <a:sym typeface="Times New Roman"/>
              </a:rPr>
              <a:t>HIỆP </a:t>
            </a:r>
            <a:r>
              <a:rPr lang="vi-VN" sz="1600" b="1" dirty="0">
                <a:solidFill>
                  <a:srgbClr val="00B050"/>
                </a:solidFill>
                <a:latin typeface="Times New Roman"/>
                <a:ea typeface="Times New Roman"/>
                <a:cs typeface="Times New Roman"/>
                <a:sym typeface="Times New Roman"/>
              </a:rPr>
              <a:t>LỄ:</a:t>
            </a:r>
            <a:r>
              <a:rPr lang="vi-VN" sz="1600" b="1" dirty="0">
                <a:solidFill>
                  <a:schemeClr val="accent4"/>
                </a:solidFill>
                <a:latin typeface="Times New Roman"/>
                <a:ea typeface="Times New Roman"/>
                <a:cs typeface="Times New Roman"/>
                <a:sym typeface="Times New Roman"/>
              </a:rPr>
              <a:t> </a:t>
            </a:r>
            <a:r>
              <a:rPr lang="en-US" b="1" dirty="0">
                <a:solidFill>
                  <a:srgbClr val="FF0000"/>
                </a:solidFill>
              </a:rPr>
              <a:t>TRÔNG CẬY CHÚA</a:t>
            </a:r>
            <a:endParaRPr lang="en-US" dirty="0">
              <a:solidFill>
                <a:srgbClr val="FF0000"/>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3f16ddd2213_0_3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8000" b="1" dirty="0">
                <a:solidFill>
                  <a:schemeClr val="bg1"/>
                </a:solidFill>
                <a:latin typeface="+mj-lt"/>
              </a:rPr>
              <a:t>đời con nương bóng Chúa thôi. Con xin trao về Chúa,</a:t>
            </a:r>
            <a:endParaRPr sz="8000" b="1" dirty="0">
              <a:solidFill>
                <a:schemeClr val="bg1"/>
              </a:solidFill>
              <a:latin typeface="+mj-lt"/>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3d89366497e_0_9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Times New Roman" panose="02020603050405020304" pitchFamily="18" charset="0"/>
                <a:cs typeface="Times New Roman" panose="02020603050405020304" pitchFamily="18" charset="0"/>
              </a:rPr>
              <a:t>niềm tin và ước mơ này, được quên đi những âu lo, tìm vui theo bước chân Cha.</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3f16ddd2213_0_4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4800" b="1" dirty="0">
                <a:solidFill>
                  <a:srgbClr val="FFFF00"/>
                </a:solidFill>
                <a:latin typeface="Times New Roman"/>
                <a:ea typeface="Times New Roman"/>
                <a:cs typeface="Times New Roman"/>
                <a:sym typeface="Times New Roman"/>
              </a:rPr>
              <a:t>ĐK: </a:t>
            </a:r>
            <a:r>
              <a:rPr lang="en-US" sz="7200" b="1" dirty="0">
                <a:solidFill>
                  <a:schemeClr val="bg1"/>
                </a:solidFill>
                <a:latin typeface="Times New Roman" panose="02020603050405020304" pitchFamily="18" charset="0"/>
                <a:cs typeface="Times New Roman" panose="02020603050405020304" pitchFamily="18" charset="0"/>
              </a:rPr>
              <a:t>Con </a:t>
            </a:r>
            <a:r>
              <a:rPr lang="en-US" sz="7200" b="1" dirty="0" err="1">
                <a:solidFill>
                  <a:schemeClr val="bg1"/>
                </a:solidFill>
                <a:latin typeface="Times New Roman" panose="02020603050405020304" pitchFamily="18" charset="0"/>
                <a:cs typeface="Times New Roman" panose="02020603050405020304" pitchFamily="18" charset="0"/>
              </a:rPr>
              <a:t>luôn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trông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cậy</a:t>
            </a:r>
            <a:r>
              <a:rPr lang="en-US" sz="7200" b="1" dirty="0">
                <a:solidFill>
                  <a:schemeClr val="bg1"/>
                </a:solidFill>
                <a:latin typeface="Times New Roman" panose="02020603050405020304" pitchFamily="18" charset="0"/>
                <a:cs typeface="Times New Roman" panose="02020603050405020304" pitchFamily="18" charset="0"/>
              </a:rPr>
              <a:t> Chúa </a:t>
            </a:r>
            <a:r>
              <a:rPr lang="en-US" sz="7200" b="1" dirty="0" err="1">
                <a:solidFill>
                  <a:schemeClr val="bg1"/>
                </a:solidFill>
                <a:latin typeface="Times New Roman" panose="02020603050405020304" pitchFamily="18" charset="0"/>
                <a:cs typeface="Times New Roman" panose="02020603050405020304" pitchFamily="18" charset="0"/>
              </a:rPr>
              <a:t>khác</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nào</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em</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bé</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ngủ</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yên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trong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tay</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mẹ</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hiền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bên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lời</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âu</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yếm</a:t>
            </a:r>
            <a:r>
              <a:rPr lang="en-US" sz="7200" b="1" dirty="0">
                <a:solidFill>
                  <a:schemeClr val="bg1"/>
                </a:solidFill>
                <a:latin typeface="Times New Roman" panose="02020603050405020304" pitchFamily="18" charset="0"/>
                <a:cs typeface="Times New Roman" panose="02020603050405020304" pitchFamily="18" charset="0"/>
              </a:rPr>
              <a:t>.</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3f16ddd2213_0_4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6600" b="1" dirty="0">
                <a:solidFill>
                  <a:schemeClr val="bg1"/>
                </a:solidFill>
                <a:latin typeface="+mj-lt"/>
              </a:rPr>
              <a:t>Tình Chúa mãi mãi theo con, cho tâm hồn dù trong mưa gió, mãi mãi bình yên, mãi mãi bình yên.</a:t>
            </a:r>
            <a:endParaRPr sz="6600" b="1" dirty="0">
              <a:solidFill>
                <a:schemeClr val="bg1"/>
              </a:solidFill>
              <a:latin typeface="+mj-lt"/>
              <a:ea typeface="Times New Roman"/>
              <a:cs typeface="Times New Roman" panose="02020603050405020304" pitchFamily="18" charset="0"/>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947">
          <a:extLst>
            <a:ext uri="{FF2B5EF4-FFF2-40B4-BE49-F238E27FC236}">
              <a16:creationId xmlns:a16="http://schemas.microsoft.com/office/drawing/2014/main" id="{387A6EA0-0015-A3DA-94C5-60400A848F70}"/>
            </a:ext>
          </a:extLst>
        </p:cNvPr>
        <p:cNvGrpSpPr/>
        <p:nvPr/>
      </p:nvGrpSpPr>
      <p:grpSpPr>
        <a:xfrm>
          <a:off x="0" y="0"/>
          <a:ext cx="0" cy="0"/>
          <a:chOff x="0" y="0"/>
          <a:chExt cx="0" cy="0"/>
        </a:xfrm>
      </p:grpSpPr>
      <p:sp>
        <p:nvSpPr>
          <p:cNvPr id="948" name="Google Shape;948;g3dd33158570_0_122">
            <a:extLst>
              <a:ext uri="{FF2B5EF4-FFF2-40B4-BE49-F238E27FC236}">
                <a16:creationId xmlns:a16="http://schemas.microsoft.com/office/drawing/2014/main" id="{C4C0227C-7D61-9679-5BC8-42514527B919}"/>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3. Nếu Chúa không gọi nắng thì hoa đâu nở trong vườn.</a:t>
            </a:r>
            <a:endParaRPr sz="7200" b="1" dirty="0">
              <a:solidFill>
                <a:schemeClr val="bg1"/>
              </a:solidFill>
              <a:latin typeface="+mj-lt"/>
              <a:ea typeface="Times New Roman"/>
              <a:cs typeface="Times New Roman"/>
              <a:sym typeface="Times New Roman"/>
            </a:endParaRPr>
          </a:p>
        </p:txBody>
      </p:sp>
    </p:spTree>
    <p:extLst>
      <p:ext uri="{BB962C8B-B14F-4D97-AF65-F5344CB8AC3E}">
        <p14:creationId xmlns:p14="http://schemas.microsoft.com/office/powerpoint/2010/main" val="286599433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952">
          <a:extLst>
            <a:ext uri="{FF2B5EF4-FFF2-40B4-BE49-F238E27FC236}">
              <a16:creationId xmlns:a16="http://schemas.microsoft.com/office/drawing/2014/main" id="{89F5AA94-86A8-58D0-1369-FBFF51DA3B2F}"/>
            </a:ext>
          </a:extLst>
        </p:cNvPr>
        <p:cNvGrpSpPr/>
        <p:nvPr/>
      </p:nvGrpSpPr>
      <p:grpSpPr>
        <a:xfrm>
          <a:off x="0" y="0"/>
          <a:ext cx="0" cy="0"/>
          <a:chOff x="0" y="0"/>
          <a:chExt cx="0" cy="0"/>
        </a:xfrm>
      </p:grpSpPr>
      <p:sp>
        <p:nvSpPr>
          <p:cNvPr id="953" name="Google Shape;953;g3f16ddd2213_0_36">
            <a:extLst>
              <a:ext uri="{FF2B5EF4-FFF2-40B4-BE49-F238E27FC236}">
                <a16:creationId xmlns:a16="http://schemas.microsoft.com/office/drawing/2014/main" id="{A1AB8FE3-A01F-57D4-8C42-79106D94AC3B}"/>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Times New Roman" panose="02020603050405020304" pitchFamily="18" charset="0"/>
                <a:cs typeface="Times New Roman" panose="02020603050405020304" pitchFamily="18" charset="0"/>
              </a:rPr>
              <a:t>Con không tựa vào Ngài thì con như lá úa phai. Yếu đuối trong cuộc sống</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353830886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3f16ddd2213_0_4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đời con tay trắng hư không, đường đi sông núi mênh mông, làm sao qua hết long đong.</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962">
          <a:extLst>
            <a:ext uri="{FF2B5EF4-FFF2-40B4-BE49-F238E27FC236}">
              <a16:creationId xmlns:a16="http://schemas.microsoft.com/office/drawing/2014/main" id="{EB995B43-C8CD-5987-211E-2E5C49ED97B0}"/>
            </a:ext>
          </a:extLst>
        </p:cNvPr>
        <p:cNvGrpSpPr/>
        <p:nvPr/>
      </p:nvGrpSpPr>
      <p:grpSpPr>
        <a:xfrm>
          <a:off x="0" y="0"/>
          <a:ext cx="0" cy="0"/>
          <a:chOff x="0" y="0"/>
          <a:chExt cx="0" cy="0"/>
        </a:xfrm>
      </p:grpSpPr>
      <p:sp>
        <p:nvSpPr>
          <p:cNvPr id="963" name="Google Shape;963;g3f16ddd2213_0_40">
            <a:extLst>
              <a:ext uri="{FF2B5EF4-FFF2-40B4-BE49-F238E27FC236}">
                <a16:creationId xmlns:a16="http://schemas.microsoft.com/office/drawing/2014/main" id="{12CCAB02-AF78-E51F-E597-0B44871A9702}"/>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4800" b="1" dirty="0">
                <a:solidFill>
                  <a:srgbClr val="FFFF00"/>
                </a:solidFill>
                <a:latin typeface="Times New Roman"/>
                <a:ea typeface="Times New Roman"/>
                <a:cs typeface="Times New Roman"/>
                <a:sym typeface="Times New Roman"/>
              </a:rPr>
              <a:t>ĐK: </a:t>
            </a:r>
            <a:r>
              <a:rPr lang="en-US" sz="7200" b="1" dirty="0">
                <a:solidFill>
                  <a:schemeClr val="bg1"/>
                </a:solidFill>
                <a:latin typeface="Times New Roman" panose="02020603050405020304" pitchFamily="18" charset="0"/>
                <a:cs typeface="Times New Roman" panose="02020603050405020304" pitchFamily="18" charset="0"/>
              </a:rPr>
              <a:t>Con </a:t>
            </a:r>
            <a:r>
              <a:rPr lang="en-US" sz="7200" b="1" dirty="0" err="1">
                <a:solidFill>
                  <a:schemeClr val="bg1"/>
                </a:solidFill>
                <a:latin typeface="Times New Roman" panose="02020603050405020304" pitchFamily="18" charset="0"/>
                <a:cs typeface="Times New Roman" panose="02020603050405020304" pitchFamily="18" charset="0"/>
              </a:rPr>
              <a:t>luôn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trông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cậy</a:t>
            </a:r>
            <a:r>
              <a:rPr lang="en-US" sz="7200" b="1" dirty="0">
                <a:solidFill>
                  <a:schemeClr val="bg1"/>
                </a:solidFill>
                <a:latin typeface="Times New Roman" panose="02020603050405020304" pitchFamily="18" charset="0"/>
                <a:cs typeface="Times New Roman" panose="02020603050405020304" pitchFamily="18" charset="0"/>
              </a:rPr>
              <a:t> Chúa </a:t>
            </a:r>
            <a:r>
              <a:rPr lang="en-US" sz="7200" b="1" dirty="0" err="1">
                <a:solidFill>
                  <a:schemeClr val="bg1"/>
                </a:solidFill>
                <a:latin typeface="Times New Roman" panose="02020603050405020304" pitchFamily="18" charset="0"/>
                <a:cs typeface="Times New Roman" panose="02020603050405020304" pitchFamily="18" charset="0"/>
              </a:rPr>
              <a:t>khác</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nào</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em</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bé</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ngủ</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yên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trong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tay</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mẹ</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hiền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bên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lời</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âu</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yếm</a:t>
            </a:r>
            <a:r>
              <a:rPr lang="en-US" sz="7200" b="1" dirty="0">
                <a:solidFill>
                  <a:schemeClr val="bg1"/>
                </a:solidFill>
                <a:latin typeface="Times New Roman" panose="02020603050405020304" pitchFamily="18" charset="0"/>
                <a:cs typeface="Times New Roman" panose="02020603050405020304" pitchFamily="18" charset="0"/>
              </a:rPr>
              <a:t>.</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5057879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967">
          <a:extLst>
            <a:ext uri="{FF2B5EF4-FFF2-40B4-BE49-F238E27FC236}">
              <a16:creationId xmlns:a16="http://schemas.microsoft.com/office/drawing/2014/main" id="{63DA0507-C458-DF69-6101-06867BEB7A78}"/>
            </a:ext>
          </a:extLst>
        </p:cNvPr>
        <p:cNvGrpSpPr/>
        <p:nvPr/>
      </p:nvGrpSpPr>
      <p:grpSpPr>
        <a:xfrm>
          <a:off x="0" y="0"/>
          <a:ext cx="0" cy="0"/>
          <a:chOff x="0" y="0"/>
          <a:chExt cx="0" cy="0"/>
        </a:xfrm>
      </p:grpSpPr>
      <p:sp>
        <p:nvSpPr>
          <p:cNvPr id="968" name="Google Shape;968;g3f16ddd2213_0_44">
            <a:extLst>
              <a:ext uri="{FF2B5EF4-FFF2-40B4-BE49-F238E27FC236}">
                <a16:creationId xmlns:a16="http://schemas.microsoft.com/office/drawing/2014/main" id="{5A655F68-9A65-67DE-940C-DF9005AD43D5}"/>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6600" b="1" dirty="0">
                <a:solidFill>
                  <a:schemeClr val="bg1"/>
                </a:solidFill>
                <a:latin typeface="+mj-lt"/>
              </a:rPr>
              <a:t>Tình Chúa mãi mãi theo con, cho tâm hồn dù trong mưa gió, mãi mãi bình yên, mãi mãi bình yên.</a:t>
            </a:r>
            <a:endParaRPr sz="6600" b="1" dirty="0">
              <a:solidFill>
                <a:schemeClr val="bg1"/>
              </a:solidFill>
              <a:latin typeface="+mj-lt"/>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335989054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g3f16ddd2213_0_6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Times New Roman" panose="02020603050405020304" pitchFamily="18" charset="0"/>
                <a:cs typeface="Times New Roman" panose="02020603050405020304" pitchFamily="18" charset="0"/>
              </a:rPr>
              <a:t>2. Giữa tháng năm đời sống nhiều khi mưa đổ bên trời, đam mê nặng lòng người</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g3f16ddd2213_0_6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8000" b="1" dirty="0">
                <a:solidFill>
                  <a:schemeClr val="bg1"/>
                </a:solidFill>
                <a:latin typeface="Times New Roman" panose="02020603050405020304" pitchFamily="18" charset="0"/>
                <a:cs typeface="Times New Roman" panose="02020603050405020304" pitchFamily="18" charset="0"/>
              </a:rPr>
              <a:t>Niềm đau khơi nước mắt rơi. Những ánh sao còn đó</a:t>
            </a:r>
            <a:endParaRPr sz="80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947">
          <a:extLst>
            <a:ext uri="{FF2B5EF4-FFF2-40B4-BE49-F238E27FC236}">
              <a16:creationId xmlns:a16="http://schemas.microsoft.com/office/drawing/2014/main" id="{28640AF3-DF89-09D8-ED92-5BD3C77EC098}"/>
            </a:ext>
          </a:extLst>
        </p:cNvPr>
        <p:cNvGrpSpPr/>
        <p:nvPr/>
      </p:nvGrpSpPr>
      <p:grpSpPr>
        <a:xfrm>
          <a:off x="0" y="0"/>
          <a:ext cx="0" cy="0"/>
          <a:chOff x="0" y="0"/>
          <a:chExt cx="0" cy="0"/>
        </a:xfrm>
      </p:grpSpPr>
      <p:sp>
        <p:nvSpPr>
          <p:cNvPr id="948" name="Google Shape;948;g3dd33158570_0_122">
            <a:extLst>
              <a:ext uri="{FF2B5EF4-FFF2-40B4-BE49-F238E27FC236}">
                <a16:creationId xmlns:a16="http://schemas.microsoft.com/office/drawing/2014/main" id="{2769CA26-992F-8FDA-F482-95091740979B}"/>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000" b="1" dirty="0">
                <a:solidFill>
                  <a:schemeClr val="bg1"/>
                </a:solidFill>
                <a:latin typeface="Times New Roman" panose="02020603050405020304" pitchFamily="18" charset="0"/>
                <a:cs typeface="Times New Roman" panose="02020603050405020304" pitchFamily="18" charset="0"/>
              </a:rPr>
              <a:t>còn tin yêu ngước lên trời, tình thương Thiên Chúa muôn nơi, ngàn năm soi ấm tin vui.</a:t>
            </a:r>
            <a:endParaRPr sz="70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415930919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962">
          <a:extLst>
            <a:ext uri="{FF2B5EF4-FFF2-40B4-BE49-F238E27FC236}">
              <a16:creationId xmlns:a16="http://schemas.microsoft.com/office/drawing/2014/main" id="{4320FF58-1DC5-E096-5173-5BC32266E8E3}"/>
            </a:ext>
          </a:extLst>
        </p:cNvPr>
        <p:cNvGrpSpPr/>
        <p:nvPr/>
      </p:nvGrpSpPr>
      <p:grpSpPr>
        <a:xfrm>
          <a:off x="0" y="0"/>
          <a:ext cx="0" cy="0"/>
          <a:chOff x="0" y="0"/>
          <a:chExt cx="0" cy="0"/>
        </a:xfrm>
      </p:grpSpPr>
      <p:sp>
        <p:nvSpPr>
          <p:cNvPr id="963" name="Google Shape;963;g3f16ddd2213_0_40">
            <a:extLst>
              <a:ext uri="{FF2B5EF4-FFF2-40B4-BE49-F238E27FC236}">
                <a16:creationId xmlns:a16="http://schemas.microsoft.com/office/drawing/2014/main" id="{3C9F0F58-9FD6-FE68-3C94-C95DBE9C72F0}"/>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4800" b="1" dirty="0">
                <a:solidFill>
                  <a:srgbClr val="FFFF00"/>
                </a:solidFill>
                <a:latin typeface="Times New Roman"/>
                <a:ea typeface="Times New Roman"/>
                <a:cs typeface="Times New Roman"/>
                <a:sym typeface="Times New Roman"/>
              </a:rPr>
              <a:t>ĐK: </a:t>
            </a:r>
            <a:r>
              <a:rPr lang="en-US" sz="7200" b="1" dirty="0">
                <a:solidFill>
                  <a:schemeClr val="bg1"/>
                </a:solidFill>
                <a:latin typeface="Times New Roman" panose="02020603050405020304" pitchFamily="18" charset="0"/>
                <a:cs typeface="Times New Roman" panose="02020603050405020304" pitchFamily="18" charset="0"/>
              </a:rPr>
              <a:t>Con </a:t>
            </a:r>
            <a:r>
              <a:rPr lang="en-US" sz="7200" b="1" dirty="0" err="1">
                <a:solidFill>
                  <a:schemeClr val="bg1"/>
                </a:solidFill>
                <a:latin typeface="Times New Roman" panose="02020603050405020304" pitchFamily="18" charset="0"/>
                <a:cs typeface="Times New Roman" panose="02020603050405020304" pitchFamily="18" charset="0"/>
              </a:rPr>
              <a:t>luôn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trông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cậy</a:t>
            </a:r>
            <a:r>
              <a:rPr lang="en-US" sz="7200" b="1" dirty="0">
                <a:solidFill>
                  <a:schemeClr val="bg1"/>
                </a:solidFill>
                <a:latin typeface="Times New Roman" panose="02020603050405020304" pitchFamily="18" charset="0"/>
                <a:cs typeface="Times New Roman" panose="02020603050405020304" pitchFamily="18" charset="0"/>
              </a:rPr>
              <a:t> Chúa </a:t>
            </a:r>
            <a:r>
              <a:rPr lang="en-US" sz="7200" b="1" dirty="0" err="1">
                <a:solidFill>
                  <a:schemeClr val="bg1"/>
                </a:solidFill>
                <a:latin typeface="Times New Roman" panose="02020603050405020304" pitchFamily="18" charset="0"/>
                <a:cs typeface="Times New Roman" panose="02020603050405020304" pitchFamily="18" charset="0"/>
              </a:rPr>
              <a:t>khác</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nào</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em</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bé</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ngủ</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yên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trong</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tay</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mẹ</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hiền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bên</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lời</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âu</a:t>
            </a:r>
            <a:r>
              <a:rPr lang="en-US" sz="7200" b="1" dirty="0">
                <a:solidFill>
                  <a:schemeClr val="bg1"/>
                </a:solidFill>
                <a:latin typeface="Times New Roman" panose="02020603050405020304" pitchFamily="18" charset="0"/>
                <a:cs typeface="Times New Roman" panose="02020603050405020304" pitchFamily="18" charset="0"/>
              </a:rPr>
              <a:t> </a:t>
            </a:r>
            <a:r>
              <a:rPr lang="en-US" sz="7200" b="1" dirty="0" err="1">
                <a:solidFill>
                  <a:schemeClr val="bg1"/>
                </a:solidFill>
                <a:latin typeface="Times New Roman" panose="02020603050405020304" pitchFamily="18" charset="0"/>
                <a:cs typeface="Times New Roman" panose="02020603050405020304" pitchFamily="18" charset="0"/>
              </a:rPr>
              <a:t>yếm</a:t>
            </a:r>
            <a:r>
              <a:rPr lang="en-US" sz="7200" b="1" dirty="0">
                <a:solidFill>
                  <a:schemeClr val="bg1"/>
                </a:solidFill>
                <a:latin typeface="Times New Roman" panose="02020603050405020304" pitchFamily="18" charset="0"/>
                <a:cs typeface="Times New Roman" panose="02020603050405020304" pitchFamily="18" charset="0"/>
              </a:rPr>
              <a:t>.</a:t>
            </a:r>
            <a:endParaRPr sz="72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82518268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967">
          <a:extLst>
            <a:ext uri="{FF2B5EF4-FFF2-40B4-BE49-F238E27FC236}">
              <a16:creationId xmlns:a16="http://schemas.microsoft.com/office/drawing/2014/main" id="{BF2CAE06-C55E-0795-C55A-204C61A20765}"/>
            </a:ext>
          </a:extLst>
        </p:cNvPr>
        <p:cNvGrpSpPr/>
        <p:nvPr/>
      </p:nvGrpSpPr>
      <p:grpSpPr>
        <a:xfrm>
          <a:off x="0" y="0"/>
          <a:ext cx="0" cy="0"/>
          <a:chOff x="0" y="0"/>
          <a:chExt cx="0" cy="0"/>
        </a:xfrm>
      </p:grpSpPr>
      <p:sp>
        <p:nvSpPr>
          <p:cNvPr id="968" name="Google Shape;968;g3f16ddd2213_0_44">
            <a:extLst>
              <a:ext uri="{FF2B5EF4-FFF2-40B4-BE49-F238E27FC236}">
                <a16:creationId xmlns:a16="http://schemas.microsoft.com/office/drawing/2014/main" id="{1F7458F0-BE81-69DC-38DA-CBB8CE57BC3A}"/>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6600" b="1" dirty="0">
                <a:solidFill>
                  <a:schemeClr val="bg1"/>
                </a:solidFill>
                <a:latin typeface="+mj-lt"/>
              </a:rPr>
              <a:t>Tình Chúa mãi mãi theo con, cho tâm hồn dù trong mưa gió, mãi mãi bình yên, mãi mãi bình yên.</a:t>
            </a:r>
            <a:endParaRPr sz="6600" b="1" dirty="0">
              <a:solidFill>
                <a:schemeClr val="bg1"/>
              </a:solidFill>
              <a:latin typeface="+mj-lt"/>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20839121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pic>
        <p:nvPicPr>
          <p:cNvPr id="4" name="Picture 3">
            <a:extLst>
              <a:ext uri="{FF2B5EF4-FFF2-40B4-BE49-F238E27FC236}">
                <a16:creationId xmlns:a16="http://schemas.microsoft.com/office/drawing/2014/main" id="{4EFC80BF-1E32-8DAD-992B-B1E910BE0EE3}"/>
              </a:ext>
            </a:extLst>
          </p:cNvPr>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g3eb98287b44_0_76"/>
          <p:cNvSpPr txBox="1">
            <a:spLocks noGrp="1"/>
          </p:cNvSpPr>
          <p:nvPr>
            <p:ph type="subTitle" idx="1"/>
          </p:nvPr>
        </p:nvSpPr>
        <p:spPr>
          <a:xfrm>
            <a:off x="0" y="457200"/>
            <a:ext cx="9144000" cy="4686300"/>
          </a:xfrm>
          <a:prstGeom prst="rect">
            <a:avLst/>
          </a:prstGeom>
          <a:solidFill>
            <a:srgbClr val="002060"/>
          </a:solidFill>
          <a:ln>
            <a:noFill/>
          </a:ln>
        </p:spPr>
        <p:txBody>
          <a:bodyPr spcFirstLastPara="1" wrap="square" lIns="91425" tIns="45700" rIns="91425" bIns="45700" anchor="t" anchorCtr="0">
            <a:noAutofit/>
          </a:bodyPr>
          <a:lstStyle/>
          <a:p>
            <a:pPr marL="0" lvl="0" indent="0">
              <a:spcBef>
                <a:spcPts val="0"/>
              </a:spcBef>
            </a:pPr>
            <a:r>
              <a:rPr lang="vi-VN" sz="4800" b="1" dirty="0">
                <a:solidFill>
                  <a:srgbClr val="FFFF00"/>
                </a:solidFill>
                <a:latin typeface="Times New Roman" panose="02020603050405020304" pitchFamily="18" charset="0"/>
                <a:cs typeface="Times New Roman" panose="02020603050405020304" pitchFamily="18" charset="0"/>
              </a:rPr>
              <a:t>ĐK. </a:t>
            </a:r>
            <a:r>
              <a:rPr lang="vi-VN" sz="7200" b="1" dirty="0">
                <a:solidFill>
                  <a:schemeClr val="bg1"/>
                </a:solidFill>
                <a:latin typeface="+mj-lt"/>
              </a:rPr>
              <a:t>Hồng ân Thiên Chúa bao la, muôn đời con sẽ ngợi ca ơn Người.</a:t>
            </a:r>
            <a:endParaRPr sz="7200" b="1" dirty="0">
              <a:solidFill>
                <a:schemeClr val="bg1"/>
              </a:solidFill>
              <a:latin typeface="+mj-lt"/>
              <a:ea typeface="Times New Roman"/>
              <a:cs typeface="Times New Roman" panose="02020603050405020304" pitchFamily="18" charset="0"/>
              <a:sym typeface="Times New Roman"/>
            </a:endParaRPr>
          </a:p>
        </p:txBody>
      </p:sp>
      <p:sp>
        <p:nvSpPr>
          <p:cNvPr id="3" name="Rectangle 2">
            <a:extLst>
              <a:ext uri="{FF2B5EF4-FFF2-40B4-BE49-F238E27FC236}">
                <a16:creationId xmlns:a16="http://schemas.microsoft.com/office/drawing/2014/main" id="{9543399F-7C5C-AAC7-3BF5-1CBD0D2A8445}"/>
              </a:ext>
            </a:extLst>
          </p:cNvPr>
          <p:cNvSpPr/>
          <p:nvPr/>
        </p:nvSpPr>
        <p:spPr>
          <a:xfrm>
            <a:off x="0" y="0"/>
            <a:ext cx="9144000" cy="45720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600" b="1" dirty="0">
                <a:solidFill>
                  <a:srgbClr val="00B050"/>
                </a:solidFill>
                <a:latin typeface="Times New Roman"/>
                <a:ea typeface="Times New Roman"/>
                <a:cs typeface="Times New Roman"/>
                <a:sym typeface="Times New Roman"/>
              </a:rPr>
              <a:t>KẾT</a:t>
            </a:r>
            <a:r>
              <a:rPr lang="en-US" sz="1600" b="1" dirty="0">
                <a:solidFill>
                  <a:srgbClr val="00B050"/>
                </a:solidFill>
                <a:latin typeface="Times New Roman"/>
                <a:ea typeface="Times New Roman"/>
                <a:cs typeface="Times New Roman"/>
                <a:sym typeface="Times New Roman"/>
              </a:rPr>
              <a:t> </a:t>
            </a:r>
            <a:r>
              <a:rPr lang="vi-VN" sz="1600" b="1" dirty="0">
                <a:solidFill>
                  <a:srgbClr val="00B050"/>
                </a:solidFill>
                <a:latin typeface="Times New Roman"/>
                <a:ea typeface="Times New Roman"/>
                <a:cs typeface="Times New Roman"/>
                <a:sym typeface="Times New Roman"/>
              </a:rPr>
              <a:t>LỄ:</a:t>
            </a:r>
            <a:r>
              <a:rPr lang="vi-VN" sz="1600" b="1" dirty="0">
                <a:solidFill>
                  <a:schemeClr val="accent4"/>
                </a:solidFill>
                <a:latin typeface="Times New Roman"/>
                <a:ea typeface="Times New Roman"/>
                <a:cs typeface="Times New Roman"/>
                <a:sym typeface="Times New Roman"/>
              </a:rPr>
              <a:t> </a:t>
            </a:r>
            <a:r>
              <a:rPr lang="en-US" b="1" dirty="0">
                <a:solidFill>
                  <a:srgbClr val="FF0000"/>
                </a:solidFill>
              </a:rPr>
              <a:t>HỒNG ÂN THIÊN CHÚA</a:t>
            </a:r>
            <a:endParaRPr lang="en-US" dirty="0">
              <a:solidFill>
                <a:srgbClr val="FF0000"/>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3f16ddd2213_0_7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pPr>
            <a:r>
              <a:rPr lang="vi-VN" sz="7200" b="1" dirty="0">
                <a:solidFill>
                  <a:schemeClr val="bg1"/>
                </a:solidFill>
                <a:latin typeface="+mj-lt"/>
              </a:rPr>
              <a:t>1. Qua bao nhiêu dòng đời dưới thế, qua bao nhiêu thế hệ dương gian, </a:t>
            </a:r>
            <a:endParaRPr sz="7200" b="1" dirty="0">
              <a:solidFill>
                <a:schemeClr val="bg1"/>
              </a:solidFill>
              <a:latin typeface="+mj-lt"/>
              <a:ea typeface="Times New Roman"/>
              <a:cs typeface="Times New Roman" panose="02020603050405020304" pitchFamily="18" charset="0"/>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3eb98287b44_0_8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pPr>
            <a:r>
              <a:rPr lang="vi-VN" sz="8000" b="1" dirty="0">
                <a:solidFill>
                  <a:schemeClr val="bg1"/>
                </a:solidFill>
                <a:latin typeface="Times New Roman" panose="02020603050405020304" pitchFamily="18" charset="0"/>
                <a:cs typeface="Times New Roman" panose="02020603050405020304" pitchFamily="18" charset="0"/>
              </a:rPr>
              <a:t>tung hô chân lý cao quang, miệng con theo với cung đàn hoan ca.</a:t>
            </a:r>
            <a:endParaRPr sz="8000" b="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g3f16ddd2213_0_7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spcBef>
                <a:spcPts val="0"/>
              </a:spcBef>
            </a:pPr>
            <a:r>
              <a:rPr lang="vi-VN" sz="5400" b="1" dirty="0">
                <a:solidFill>
                  <a:srgbClr val="FFFF00"/>
                </a:solidFill>
                <a:latin typeface="Times New Roman" panose="02020603050405020304" pitchFamily="18" charset="0"/>
                <a:cs typeface="Times New Roman" panose="02020603050405020304" pitchFamily="18" charset="0"/>
              </a:rPr>
              <a:t>ĐK. </a:t>
            </a:r>
            <a:r>
              <a:rPr lang="vi-VN" sz="7500" b="1" dirty="0">
                <a:solidFill>
                  <a:schemeClr val="bg1"/>
                </a:solidFill>
                <a:latin typeface="+mj-lt"/>
              </a:rPr>
              <a:t>Hồng ân Thiên Chúa bao la, muôn đời con sẽ ngợi ca ơn Người.</a:t>
            </a:r>
            <a:endParaRPr lang="vi-VN" sz="7500" b="1" dirty="0">
              <a:solidFill>
                <a:schemeClr val="bg1"/>
              </a:solidFill>
              <a:latin typeface="+mj-lt"/>
              <a:ea typeface="Times New Roman"/>
              <a:cs typeface="Times New Roman" panose="02020603050405020304" pitchFamily="18" charset="0"/>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pic>
        <p:nvPicPr>
          <p:cNvPr id="4" name="Picture 3">
            <a:extLst>
              <a:ext uri="{FF2B5EF4-FFF2-40B4-BE49-F238E27FC236}">
                <a16:creationId xmlns:a16="http://schemas.microsoft.com/office/drawing/2014/main" id="{CD99F2FE-2B5D-6308-C9DC-E5C1F11878FC}"/>
              </a:ext>
            </a:extLst>
          </p:cNvPr>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TotalTime>
  <Words>2422</Words>
  <Application>Microsoft Office PowerPoint</Application>
  <PresentationFormat>On-screen Show (16:9)</PresentationFormat>
  <Paragraphs>167</Paragraphs>
  <Slides>136</Slides>
  <Notes>136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136</vt:i4>
      </vt:variant>
    </vt:vector>
  </HeadingPairs>
  <TitlesOfParts>
    <vt:vector size="141" baseType="lpstr">
      <vt:lpstr>Arial</vt:lpstr>
      <vt:lpstr>Calibri</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KINH VINH DANH</vt:lpstr>
      <vt:lpstr>A+B: và bình an dưới thế cho người thiện tâm.</vt:lpstr>
      <vt:lpstr>A: Chúng con ca ngợi Chúa, B: chúng con chúc tụng Chúa,</vt:lpstr>
      <vt:lpstr>A: chúng   con thờ lạy Chúa, B: chúng con tôn vinh Chúa,</vt:lpstr>
      <vt:lpstr>A: chúng con cảm tạ Chúa vì vinh quang cao cả Chúa.</vt:lpstr>
      <vt:lpstr>B: Lạy Chúa là Thiên Chúa, là Vua trên trời, là Chúa Cha toàn năng.</vt:lpstr>
      <vt:lpstr>A: Lạy Con một Thiên Chúa, Chúa Giêsu Kitô.</vt:lpstr>
      <vt:lpstr>B: Lạy Chúa là Thiên Chúa, là Chiên Thiên Chúa, là Con Ðức Chúa Cha,</vt:lpstr>
      <vt:lpstr>A: Chúa xóa tội trần gian, xin thương xót chúng con,</vt:lpstr>
      <vt:lpstr>B: Chúa xóa tội trần gian, xin nhậm lời chúng con cầu khẩn.</vt:lpstr>
      <vt:lpstr>A: Chúa ngự bên hữu Ðức Chúa Cha, xin thương xót chúng con.</vt:lpstr>
      <vt:lpstr>B: Vì lạy Chúa Giêsu Kitô, chỉ có Chúa là Ðấng Thánh,</vt:lpstr>
      <vt:lpstr>chỉ có Chúa là Chúa, chỉ có Chúa là Ðấng Tối Cao,</vt:lpstr>
      <vt:lpstr>A+B: Cùng Ðức Chúa Thánh Thần trong vinh quang Ðức Chúa Cha. Amen.</vt:lpstr>
      <vt:lpstr>PowerPoint Presentation</vt:lpstr>
      <vt:lpstr>PowerPoint Presentation</vt:lpstr>
      <vt:lpstr>ĐÁP CA THÁNH VỊNH 96 1-2. 5-6. 9 (03 câu)</vt:lpstr>
      <vt:lpstr>PowerPoint Presentation</vt:lpstr>
      <vt:lpstr>PowerPoint Presentation</vt:lpstr>
      <vt:lpstr>All… All…  Này là Con Ta yêu dấu rất đẹp lòng Ta, ... </vt:lpstr>
      <vt:lpstr>các ngươi hãy nghe lời Người.  All.. All..</vt:lpstr>
      <vt:lpstr>PowerPoint Presentation</vt:lpstr>
      <vt:lpstr>DÂNG LỄ TỰA LÀN TRẦM HƯƠNG Đỗ Vy Hạ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KINH THÁNH, THÁNH Thánh, Thánh, Thánh. Chúa là Thiên Chúa các đạo binh </vt:lpstr>
      <vt:lpstr>Trời đất đầy vinh quang Chúa. Hoan hô Chúa trên các tầng trời.</vt:lpstr>
      <vt:lpstr>Chúc tụng Đấng ngự đến nhân danh Chúa. Hoan hô Chúa trên các tầng trời.</vt:lpstr>
      <vt:lpstr>PowerPoint Presentation</vt:lpstr>
      <vt:lpstr> CHIÊN THIÊN CHÚA Lạy Chiên Thiên Chúa, Đấng xóa tội trần gian, xin thương xót chúng con. </vt:lpstr>
      <vt:lpstr>Lạy Chiên Thiên Chúa, Đấng xóa tội trần gian: xin thương xót chúng con.</vt:lpstr>
      <vt:lpstr>Lạy Chiên Thiên Chúa, Đấng xóa tội trần gian: xin ban bình an cho chúng con.</vt:lpstr>
      <vt:lpstr>PowerPoint Presentation</vt:lpstr>
      <vt:lpstr>Khi Chúa Kitô tỏ mình ra, thì chúng ta sẽ giống như Người, vì Người thế nào, chúng ta sẽ thấy như vậy.</vt:lpstr>
      <vt:lpstr>PowerPoint Presentation</vt:lpstr>
      <vt:lpstr>HIỆP LỄ TRÔNG CẬY CHÚA Lm. Nguyễn Duy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pc</dc:creator>
  <cp:lastModifiedBy>pc</cp:lastModifiedBy>
  <cp:revision>13</cp:revision>
  <dcterms:created xsi:type="dcterms:W3CDTF">2023-01-29T22:00:16Z</dcterms:created>
  <dcterms:modified xsi:type="dcterms:W3CDTF">2026-08-05T08:29:20Z</dcterms:modified>
</cp:coreProperties>
</file>