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1" roundtripDataSignature="AMtx7mgbnOAfoOi61OwLS25Te9xdXmMQ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1" Type="http://customschemas.google.com/relationships/presentationmetadata" Target="metadata"/><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c84d2f338d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g3c84d2f338d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bbbf7d17f7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g3bbbf7d17f7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bbbf7d17f7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g3bbbf7d17f7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bebe0ff2f1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g3bebe0ff2f1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bebe0ff2f1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g3bebe0ff2f1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c84d2f338d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g3c84d2f338d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c84d2f338d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g3c84d2f338d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c84d2f338d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g3c84d2f338d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c84d2f338d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g3c84d2f338d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c84d2f338d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g3c84d2f338d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c84d2f338d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g3c84d2f338d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c84d2f338d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g3c84d2f338d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c84d2f338d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g3c84d2f338d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c84d2f338d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g3c84d2f338d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c84d2f338d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g3c84d2f338d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c84d2f338d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g3c84d2f338d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38" name="Google Shape;43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444" name="Google Shape;44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50" name="Google Shape;45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56" name="Google Shape;45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62" name="Google Shape;46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68" name="Google Shape;46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74" name="Google Shape;47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80" name="Google Shape;48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86" name="Google Shape;48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92" name="Google Shape;49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98" name="Google Shape;49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04" name="Google Shape;50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10" name="Google Shape;51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c84d2f338d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5" name="Google Shape;515;g3c84d2f338d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0" name="Google Shape;520;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5" name="Google Shape;525;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0" name="Google Shape;530;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b26357b4a1_0_3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5" name="Google Shape;535;g3b26357b4a1_0_3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c84d2f338d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0" name="Google Shape;540;g3c84d2f338d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5" name="Google Shape;545;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bebe0ff2f1_0_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0" name="Google Shape;550;g3bebe0ff2f1_0_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c84d2f338d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5" name="Google Shape;555;g3c84d2f338d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c85ca982b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0" name="Google Shape;560;g3c85ca982b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c84d2f338d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5" name="Google Shape;565;g3c84d2f338d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c84d2f338d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0" name="Google Shape;570;g3c84d2f338d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c84d2f338d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5" name="Google Shape;575;g3c84d2f338d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c85ca982b4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0" name="Google Shape;580;g3c85ca982b4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c85ca982b4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5" name="Google Shape;585;g3c85ca982b4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c85ca982b4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0" name="Google Shape;590;g3c85ca982b4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c85ca982b4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5" name="Google Shape;595;g3c85ca982b4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c85ca982b4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0" name="Google Shape;600;g3c85ca982b4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c85ca982b4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5" name="Google Shape;605;g3c85ca982b4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c85ca982b4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0" name="Google Shape;610;g3c85ca982b4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c85ca982b4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g3c85ca982b4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c85ca982b4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0" name="Google Shape;620;g3c85ca982b4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c85ca982b4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5" name="Google Shape;625;g3c85ca982b4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c85ca982b4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g3c85ca982b4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1" name="Google Shape;641;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2" name="Google Shape;642;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8" name="Google Shape;648;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3" name="Google Shape;653;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c84d2f338d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8" name="Google Shape;658;g3c84d2f338d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3" name="Google Shape;663;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8" name="Google Shape;668;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c84d2f338d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3" name="Google Shape;673;g3c84d2f338d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8" name="Google Shape;678;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bc6b650b3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3" name="Google Shape;683;g3bc6b650b3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bebe0ff2f1_0_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8" name="Google Shape;688;g3bebe0ff2f1_0_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c84d2f338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3" name="Google Shape;693;g3c84d2f338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8" name="Google Shape;698;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3" name="Google Shape;703;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c84d2f338d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8" name="Google Shape;708;g3c84d2f338d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c84d2f338d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3" name="Google Shape;713;g3c84d2f338d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c84d2f338d_0_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8" name="Google Shape;718;g3c84d2f338d_0_1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c84d2f338d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3" name="Google Shape;723;g3c84d2f338d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c84d2f338d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8" name="Google Shape;728;g3c84d2f338d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c84d2f338d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3" name="Google Shape;733;g3c84d2f338d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c84d2f338d_0_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8" name="Google Shape;738;g3c84d2f338d_0_1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c84d2f338d_0_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3" name="Google Shape;743;g3c84d2f338d_0_1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c84d2f338d_0_1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8" name="Google Shape;748;g3c84d2f338d_0_1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c84d2f338d_0_1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3" name="Google Shape;753;g3c84d2f338d_0_1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c84d2f338d_0_1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8" name="Google Shape;758;g3c84d2f338d_0_1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c84d2f338d_0_1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3" name="Google Shape;763;g3c84d2f338d_0_1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c84d2f338d_0_2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8" name="Google Shape;768;g3c84d2f338d_0_2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c84d2f338d_0_2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3" name="Google Shape;773;g3c84d2f338d_0_2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c84d2f338d_0_2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8" name="Google Shape;778;g3c84d2f338d_0_2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c84d2f338d_0_2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3" name="Google Shape;783;g3c84d2f338d_0_2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c84d2f338d_0_2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8" name="Google Shape;788;g3c84d2f338d_0_2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c84d2f338d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3" name="Google Shape;793;g3c84d2f338d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c84d2f338d_0_2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8" name="Google Shape;798;g3c84d2f338d_0_2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c84d2f338d_0_2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3" name="Google Shape;803;g3c84d2f338d_0_2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c84d2f338d_0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8" name="Google Shape;808;g3c84d2f338d_0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c84d2f338d_0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3" name="Google Shape;813;g3c84d2f338d_0_2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8" name="Google Shape;818;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3" name="Google Shape;823;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8" name="Google Shape;828;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3" name="Google Shape;833;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8" name="Google Shape;838;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3" name="Google Shape;843;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8" name="Google Shape;848;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3" name="Google Shape;853;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8" name="Google Shape;858;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3c80dc9c1fd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3" name="Google Shape;863;g3c80dc9c1fd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bebe0ff2f1_0_1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g3bebe0ff2f1_0_1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bebe0ff2f1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9" name="Google Shape;879;g3bebe0ff2f1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bebe0ff2f1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g3bebe0ff2f1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bebe0ff2f1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g3bebe0ff2f1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c84d2f338d_0_2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g3c84d2f338d_0_2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bebe0ff2f1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9" name="Google Shape;899;g3bebe0ff2f1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bebe0ff2f1_0_1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4" name="Google Shape;904;g3bebe0ff2f1_0_1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bebe0ff2f1_0_1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9" name="Google Shape;909;g3bebe0ff2f1_0_1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bebe0ff2f1_0_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4" name="Google Shape;914;g3bebe0ff2f1_0_1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c84d2f338d_0_2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9" name="Google Shape;919;g3c84d2f338d_0_2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c84d2f338d_0_2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4" name="Google Shape;924;g3c84d2f338d_0_2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3c84d2f338d_0_2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9" name="Google Shape;929;g3c84d2f338d_0_2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c84d2f338d_0_2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4" name="Google Shape;934;g3c84d2f338d_0_2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c84d2f338d_0_2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9" name="Google Shape;939;g3c84d2f338d_0_2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c84d2f338d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4" name="Google Shape;944;g3c84d2f338d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c84d2f338d_0_3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9" name="Google Shape;949;g3c84d2f338d_0_3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c84d2f338d_0_3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4" name="Google Shape;954;g3c84d2f338d_0_3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c84d2f338d_0_3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9" name="Google Shape;959;g3c84d2f338d_0_3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c84d2f338d_0_3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4" name="Google Shape;964;g3c84d2f338d_0_3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c84d2f338d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9" name="Google Shape;969;g3c84d2f338d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c84d2f338d_0_3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4" name="Google Shape;974;g3c84d2f338d_0_3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c84d2f338d_0_3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9" name="Google Shape;979;g3c84d2f338d_0_3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c84d2f338d_0_3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4" name="Google Shape;984;g3c84d2f338d_0_3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c84d2f338d_0_3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9" name="Google Shape;989;g3c84d2f338d_0_3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c84d2f338d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4" name="Google Shape;994;g3c84d2f338d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c84d2f338d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9" name="Google Shape;999;g3c84d2f338d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4" name="Google Shape;1004;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9" name="Google Shape;1009;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4" name="Google Shape;1014;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9" name="Google Shape;1019;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bebe0ff2f1_0_2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4" name="Google Shape;1024;g3bebe0ff2f1_0_2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bd41fd8710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9" name="Google Shape;1029;g3bd41fd8710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bd41fd8710_0_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4" name="Google Shape;1034;g3bd41fd8710_0_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be9254b0cc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9" name="Google Shape;1039;g3be9254b0cc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bebe0ff2f1_0_2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4" name="Google Shape;1044;g3bebe0ff2f1_0_2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3c84d2f338d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9" name="Google Shape;1049;g3c84d2f338d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c84d2f338d_0_3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4" name="Google Shape;1054;g3c84d2f338d_0_3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3c84d2f338d_0_3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9" name="Google Shape;1059;g3c84d2f338d_0_3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c84d2f338d_0_3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4" name="Google Shape;1064;g3c84d2f338d_0_3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3c84d2f338d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9" name="Google Shape;1069;g3c84d2f338d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c84d2f338d_0_3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4" name="Google Shape;1074;g3c84d2f338d_0_3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7.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7.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7.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5.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4.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6.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7.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3.jp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7.jp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7.jp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title="LN_Mung_1_Tet_2026_CS.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id="338" name="Google Shape;338;g3c84d2f338d_0_1" title="LN_Mung_1_Tet_2026_CS.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BÀI CA ĐẦU NĂM</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Lm. Phạm Liên Hùng</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Hôm nay ngày đầu năm, chúng con đến thờ lạy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Hát vang bài ca bao thiết tha giữa trời hoa.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bbbf7d17f7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Bao nhiêu là mừng vui, cũng như nỗi niềm mơ ước.</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bbbf7d17f7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Tiến dâng về Chúa như lễ dâng khai mùa.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bebe0ff2f1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Khấn cầu cho tất cả muôn người một mùa xuân mãi mãi thắm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3bebe0ff2f1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Cho những ai lầm than cơ cực đón xuân về hạnh phúc an vui.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c84d2f338d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Hôm nay ngày đầu năm, chúng con đến thờ lạy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g3c84d2f338d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Hát vang bài ca bao thiết tha giữa trời hoa.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3c84d2f338d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Bao nhiêu là mừng vui, cũng như nỗi niềm mơ ước.</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3c84d2f338d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Tiến dâng về Chúa như lễ dâng khai mùa.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3c84d2f338d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Khấn cầu cho hết mọi gia đình một mùa xuân thánh đức phúc vinh.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c84d2f338d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Cho những ai sầu thương ly biệt sớm thấy ngày hạnh phúc an bình.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3c84d2f338d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Hôm nay ngày đầu năm, chúng con đến thờ lạy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g3c84d2f338d_0_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Hát vang bài ca bao thiết tha giữa trời hoa.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3c84d2f338d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Bao nhiêu là mừng vui, cũng như nỗi niềm mơ ước.</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g3c84d2f338d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Tiến dâng về Chúa như lễ dâng khai mùa.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pic>
        <p:nvPicPr>
          <p:cNvPr id="428" name="Google Shape;428;g3c84d2f338d_0_5" title="LN_Mung_1_Tet_2026_CS.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434" name="Google Shape;434;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5" name="Shape 445"/>
        <p:cNvGrpSpPr/>
        <p:nvPr/>
      </p:nvGrpSpPr>
      <p:grpSpPr>
        <a:xfrm>
          <a:off x="0" y="0"/>
          <a:ext cx="0" cy="0"/>
          <a:chOff x="0" y="0"/>
          <a:chExt cx="0" cy="0"/>
        </a:xfrm>
      </p:grpSpPr>
      <p:sp>
        <p:nvSpPr>
          <p:cNvPr id="446" name="Google Shape;44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pic>
        <p:nvPicPr>
          <p:cNvPr id="517" name="Google Shape;517;g3c84d2f338d_0_9" title="LN_Mung_1_Tet_2026_CS.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1" name="Shape 521"/>
        <p:cNvGrpSpPr/>
        <p:nvPr/>
      </p:nvGrpSpPr>
      <p:grpSpPr>
        <a:xfrm>
          <a:off x="0" y="0"/>
          <a:ext cx="0" cy="0"/>
          <a:chOff x="0" y="0"/>
          <a:chExt cx="0" cy="0"/>
        </a:xfrm>
      </p:grpSpPr>
      <p:pic>
        <p:nvPicPr>
          <p:cNvPr id="522" name="Google Shape;522;p133" title="Mong1_Mau1_BaiDoc1_St1_14-18.jpg"/>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8</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Ngắm kỳ công đây tay Ngài tác tạo, muôn trăng sao kia Chúa đã an bài,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g3b26357b4a1_0_3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thì phàm nhân là chi sao Chúa cần nhớ đến,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g3c84d2f338d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người là gì mà Chúa phải bận tâm?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Thiên Chúa của chúng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g3bebe0ff2f1_0_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Lẫy lừng thay, lẫy lừng thay khắp nơi Danh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g3c84d2f338d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 lùng thay danh Chúa khắp nơi hoàn cầu.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g3c85ca982b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Uy phong Ngài vượt quá tầng trời cao, kỳ công Ngài thật lớn lao vĩ đại.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g3c84d2f338d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Chúa tạo tác đây con người tro bụi, nâng lên cao ban ơn phúc dư đầy,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g3c84d2f338d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Ngài đã mặc cho bao vinh dự cao sáng,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c84d2f338d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thi hành sứ mạng là con Chúa hiển vinh.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g3c85ca982b4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Thiên Chúa của chúng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g3c85ca982b4_0_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Lẫy lừng thay, lẫy lừng thay khắp nơi Danh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g3c85ca982b4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 lùng thay danh Chúa khắp nơi hoàn cầu.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g3c85ca982b4_0_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Uy phong Ngài vượt quá tầng trời cao, kỳ công Ngài thật lớn lao vĩ đại.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g3c85ca982b4_0_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Chúa là nơi con nương tựa suốt đời. Con an tâm trông nơi Chúa đêm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c85ca982b4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tìm đâu ủi an giữa những ngày nguy khốn,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c85ca982b4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chỉ biết tìm về Thiên Chúa tình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3c85ca982b4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Thiên Chúa của chúng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g3c85ca982b4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Lẫy lừng thay, lẫy lừng thay khắp nơi Danh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g3c85ca982b4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 lùng thay danh Chúa khắp nơi hoàn cầu.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g3c85ca982b4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Uy phong Ngài vượt quá tầng trời cao, kỳ công Ngài thật lớn lao vĩ đại.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6" name="Shape 636"/>
        <p:cNvGrpSpPr/>
        <p:nvPr/>
      </p:nvGrpSpPr>
      <p:grpSpPr>
        <a:xfrm>
          <a:off x="0" y="0"/>
          <a:ext cx="0" cy="0"/>
          <a:chOff x="0" y="0"/>
          <a:chExt cx="0" cy="0"/>
        </a:xfrm>
      </p:grpSpPr>
      <p:sp>
        <p:nvSpPr>
          <p:cNvPr id="637" name="Google Shape;637;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38" name="Google Shape;638;p155" title="Mong1_Mau1_BaiDoc2_Pl4_4-8.jpg"/>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8000">
                <a:solidFill>
                  <a:schemeClr val="lt1"/>
                </a:solidFill>
                <a:latin typeface="Times"/>
                <a:ea typeface="Times"/>
                <a:cs typeface="Times"/>
                <a:sym typeface="Times"/>
              </a:rPr>
              <a:t>Ngày lại ngày chúng con ngợi ca Chúa,</a:t>
            </a:r>
            <a:endParaRPr b="1" sz="8000">
              <a:solidFill>
                <a:schemeClr val="lt1"/>
              </a:solidFill>
              <a:latin typeface="Times"/>
              <a:ea typeface="Times"/>
              <a:cs typeface="Times"/>
              <a:sym typeface="Times"/>
            </a:endParaRPr>
          </a:p>
        </p:txBody>
      </p:sp>
      <p:sp>
        <p:nvSpPr>
          <p:cNvPr id="645" name="Google Shape;645;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mãi ngàn năm </a:t>
            </a:r>
            <a:br>
              <a:rPr b="1" lang="en-US" sz="8000">
                <a:solidFill>
                  <a:schemeClr val="lt1"/>
                </a:solidFill>
                <a:latin typeface="Times"/>
                <a:ea typeface="Times"/>
                <a:cs typeface="Times"/>
                <a:sym typeface="Times"/>
              </a:rPr>
            </a:br>
            <a:r>
              <a:rPr b="1" lang="en-US" sz="8000">
                <a:solidFill>
                  <a:schemeClr val="lt1"/>
                </a:solidFill>
                <a:latin typeface="Times"/>
                <a:ea typeface="Times"/>
                <a:cs typeface="Times"/>
                <a:sym typeface="Times"/>
              </a:rPr>
              <a:t>xin chúc tụng </a:t>
            </a:r>
            <a:br>
              <a:rPr b="1" lang="en-US" sz="8000">
                <a:solidFill>
                  <a:schemeClr val="lt1"/>
                </a:solidFill>
                <a:latin typeface="Times"/>
                <a:ea typeface="Times"/>
                <a:cs typeface="Times"/>
                <a:sym typeface="Times"/>
              </a:rPr>
            </a:br>
            <a:r>
              <a:rPr b="1" lang="en-US" sz="8000">
                <a:solidFill>
                  <a:schemeClr val="lt1"/>
                </a:solidFill>
                <a:latin typeface="Times"/>
                <a:ea typeface="Times"/>
                <a:cs typeface="Times"/>
                <a:sym typeface="Times"/>
              </a:rPr>
              <a:t>Danh Ngài.</a:t>
            </a:r>
            <a:br>
              <a:rPr b="1" i="1" lang="en-US" sz="8000">
                <a:latin typeface="Times"/>
                <a:ea typeface="Times"/>
                <a:cs typeface="Times"/>
                <a:sym typeface="Times"/>
              </a:rPr>
            </a:b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pic>
        <p:nvPicPr>
          <p:cNvPr id="655" name="Google Shape;655;g3baa6357486_0_13" title="Mong1_Mau1_Tin_Mung_Mt6_25-34.jpg"/>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pic>
        <p:nvPicPr>
          <p:cNvPr id="660" name="Google Shape;660;g3c84d2f338d_0_13" title="LN_Mung_1_Tet_2026_CS.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LỄ DÂNG</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MÙA XUÂN</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Lm. Nguyễn Duy</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g3a42a8b53c1_2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Xin dâng lên Ngài, mùa xuân, mùa xuân thắm tươi,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g3c84d2f338d_0_1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lên Ngài mùa xuân đến trong cuộc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Mùa xuân con xin dâng lên rượu bánh thanh khiết kính tiến,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g3bc6b650b3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mơ ước mến yêu cậy tin.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g3bebe0ff2f1_0_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xin Chúa ghé mắt chúc phúc và nhận lấy tâm tư con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g3c84d2f338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từ cuộc sống chan hoà hương xuân.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g3a42a8b53c1_2_2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Chúa xuân này, mùa hạnh phúc bao ngày,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ban dư đầy thánh ân của Ngài để xuân mãi ở lại đây.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g3c84d2f338d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mong ước chân thành, người người sống an lành,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g3c84d2f338d_0_1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ngày xuân thắm ân tình và thiết tha như lời kinh.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g3c84d2f338d_0_1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Xin dâng lên Ngài, mùa xuân, mùa xuân thắm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g3c84d2f338d_0_1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lên Ngài mùa xuân đến trong cuộc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g3c84d2f338d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Mùa xuân đi qua muôn nơi, mùa xuân đến chiếu sáng thế giới,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c84d2f338d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mùa xuân đến với bao niềm vui.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g3c84d2f338d_0_1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xin Chúa thương ban muôn ơn để trần gian thêm xinh tươi hơn,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g3c84d2f338d_0_1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và thời gian mãi là mùa xuân.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g3c84d2f338d_0_1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Chúa xuân này, mùa hạnh phúc bao ngày,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g3c84d2f338d_0_1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ban dư đầy thánh ân của Ngài để xuân mãi ở lại đây.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g3c84d2f338d_0_1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mong ước chân thành, người người sống an lành,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c84d2f338d_0_1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ngày xuân thắm ân tình và thiết tha như lời kinh.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g3c84d2f338d_0_2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Xin dâng lên Ngài, mùa xuân, mùa xuân thắm tươi,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g3c84d2f338d_0_2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lên Ngài mùa xuân đến trong cuộc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g3c84d2f338d_0_2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Mùa xuân con xin dâng lên rượu bánh thanh khiết kính tiến,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g3c84d2f338d_0_2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mơ ước mến yêu cậy tin.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g3c84d2f338d_0_2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xin Chúa ghé mắt chúc phúc và nhận lấy tâm tư con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g3c84d2f338d_0_2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từ cuộc sống chan hoà hương xuân.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g3c84d2f338d_0_2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Chúa xuân này, mùa hạnh phúc bao ngày,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g3c84d2f338d_0_2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ban dư đầy thánh ân của Ngài để xuân mãi ở lại đây.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g3c84d2f338d_0_2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mong ước chân thành, người người sống an lành,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g3c84d2f338d_0_2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ngày xuân thắm ân tình và thiết tha như lời kinh.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pic>
        <p:nvPicPr>
          <p:cNvPr descr="A golden chalice and a cross next to a book&#10;&#10;AI-generated content may be incorrect." id="820" name="Google Shape;820;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pic>
        <p:nvPicPr>
          <p:cNvPr descr="A golden chalice and a cross next to a book&#10;&#10;AI-generated content may be incorrect." id="840" name="Google Shape;840;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pic>
        <p:nvPicPr>
          <p:cNvPr descr="A golden chalice and a cross next to a book&#10;&#10;AI-generated content may be incorrect." id="860" name="Google Shape;860;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g3c80dc9c1fd_0_0"/>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New Roman"/>
                <a:ea typeface="Times New Roman"/>
                <a:cs typeface="Times New Roman"/>
                <a:sym typeface="Times New Roman"/>
              </a:rPr>
              <a:t>Chúa nói: “Thầy ở cùng anh em mọi ngày cho đến tận thế”.</a:t>
            </a:r>
            <a:endParaRPr b="1" sz="7200">
              <a:solidFill>
                <a:schemeClr val="lt1"/>
              </a:solidFill>
              <a:latin typeface="Times New Roman"/>
              <a:ea typeface="Times New Roman"/>
              <a:cs typeface="Times New Roman"/>
              <a:sym typeface="Times New Roman"/>
            </a:endParaRPr>
          </a:p>
        </p:txBody>
      </p:sp>
      <p:sp>
        <p:nvSpPr>
          <p:cNvPr id="866" name="Google Shape;866;g3c80dc9c1fd_0_0"/>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pic>
        <p:nvPicPr>
          <p:cNvPr descr="A gold chalice and two round objects on a plate&#10;&#10;AI-generated content may be incorrect." id="871" name="Google Shape;871;p212"/>
          <p:cNvPicPr preferRelativeResize="0"/>
          <p:nvPr/>
        </p:nvPicPr>
        <p:blipFill rotWithShape="1">
          <a:blip r:embed="rId3">
            <a:alphaModFix/>
          </a:blip>
          <a:srcRect b="0" l="0" r="0" t="0"/>
          <a:stretch/>
        </p:blipFill>
        <p:spPr>
          <a:xfrm>
            <a:off x="0" y="921"/>
            <a:ext cx="9143998" cy="5141657"/>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g3bebe0ff2f1_0_11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CHÚA MÙA XUÂN</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Thái Nguyên)</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g3bebe0ff2f1_0_1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Mùa xuân lại đến cho hoa lá khoe tươi cho muôn người vui cười.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g3bebe0ff2f1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Tình xuân nồng ấm bao chan chứa hồn thơ yêu thương giờ chớm nở.</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g3bebe0ff2f1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Niềm vui đời con là niềm vui tình Chúa khi theo Thánh ý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g3c84d2f338d_0_2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Dẫu trong u hoài thì mùa xuân vinh thắng trong tin yêu càng thắm nồng.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g3bebe0ff2f1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Chúa chính Mùa Xuân mùa yêu thương vô tận, mùa an vui vô ngần.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g3bebe0ff2f1_0_1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chính Mùa Xuân mùa đơm hoa kết trái tươi thắm mãi ngàn năm.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g3bebe0ff2f1_0_1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dâng lời chúc tụng cảm mến ơn Chúa ban.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g3bebe0ff2f1_0_1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rạng Danh Ngài mãi mãi Chúa Mùa Xuân.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g3c84d2f338d_0_2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Mùa xuân lại đến con dâng Chúa câu kinh trong tâm tình cảm tạ.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g3c84d2f338d_0_2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đã gìn giữ qua bao nỗi lầm than qua những ngày gian khổ.</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g3c84d2f338d_0_2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Lời con nguyện xin là lời kinh bình yên qua đi những nỗi ưu phiền.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g3c84d2f338d_0_2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Vẫn luôn một niềm lòng cậy tin yêu mến phó thác nơi Ngài suốt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g3c84d2f338d_0_2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Chúa chính Mùa Xuân mùa yêu thương vô tận, mùa an vui vô ngần.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g3c84d2f338d_0_3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chính Mùa Xuân mùa đơm hoa kết trái tươi thắm mãi ngàn năm.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g3c84d2f338d_0_3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dâng lời chúc tụng cảm mến ơn Chúa ban.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g3c84d2f338d_0_3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rạng Danh Ngài mãi mãi Chúa Mùa Xuân.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g3c84d2f338d_0_3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Mùa xuân còn mãi tuy hoa lá thôi bay nhưng tim hồng vẫn nồng.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g3c84d2f338d_0_3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Mùa xuân còn mãi cho ai sống sạch trong với tấm lòng mở rộng.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g3c84d2f338d_0_3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Tình yêu chẳng vơi là mùa xuân hồng tươi khi vui sống giữa muôn người.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g3c84d2f338d_0_3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Vẫn luôn tươi cười tìm vượt qua gian khó tin có Chúa hằng ở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g3c84d2f338d_0_3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Chúa chính Mùa Xuân mùa yêu thương vô tận, mùa an vui vô ngần.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g3c84d2f338d_0_3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chính Mùa Xuân mùa đơm hoa kết trái tươi thắm mãi ngàn năm.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g3c84d2f338d_0_3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dâng lời chúc tụng cảm mến ơn Chúa ban.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g3c84d2f338d_0_3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rạng Danh Ngài mãi mãi Chúa Mùa Xuân.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pic>
        <p:nvPicPr>
          <p:cNvPr id="1001" name="Google Shape;1001;g3c84d2f338d_0_21" title="LN_Mung_1_Tet_2026_CS.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XUÂN TẠ ƠN</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(Trần Thế)</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Xuân hồng đang sang cánh mai vàng lung linh.</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tạ ơn Chúa đã ban cho một năm.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Nắng vàng lung linh chính ơn Ngài thương ban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g3bebe0ff2f1_0_2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cho đoàn con sống đến hôm nay an bình.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g3bd41fd8710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1.</a:t>
            </a:r>
            <a:r>
              <a:rPr b="1" lang="en-US" sz="8000">
                <a:solidFill>
                  <a:srgbClr val="FFFFFF"/>
                </a:solidFill>
                <a:latin typeface="Times New Roman"/>
                <a:ea typeface="Times New Roman"/>
                <a:cs typeface="Times New Roman"/>
                <a:sym typeface="Times New Roman"/>
              </a:rPr>
              <a:t> </a:t>
            </a:r>
            <a:r>
              <a:rPr b="1" lang="en-US" sz="8000">
                <a:solidFill>
                  <a:srgbClr val="FFFFFF"/>
                </a:solidFill>
                <a:latin typeface="Times New Roman"/>
                <a:ea typeface="Times New Roman"/>
                <a:cs typeface="Times New Roman"/>
                <a:sym typeface="Times New Roman"/>
              </a:rPr>
              <a:t>Kìa nắng chiếu trên hoa, bướm vàng đang tung cánh.</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g3bd41fd8710_0_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Đây đó tiếng chim ca như tìm xem Chúa Xuân ở đâu.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g3be9254b0cc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chính tác nhân đây, đã dựng nên hoa lá,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g3bebe0ff2f1_0_2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tô thắm nét Xuân vui. Hỡi người ơi hãy ca tụng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g3c84d2f338d_0_3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Xuân hồng đang sang cánh mai vàng lung linh.</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g3c84d2f338d_0_3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tạ ơn Chúa đã ban cho một năm.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g3c84d2f338d_0_3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Nắng vàng lung linh chính ơn Ngài thương ban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g3c84d2f338d_0_3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cho đoàn con sống đến hôm nay an bình.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pic>
        <p:nvPicPr>
          <p:cNvPr id="1071" name="Google Shape;1071;g3c84d2f338d_0_25" title="LN_Mung_1_Tet_2026_CS.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pic>
        <p:nvPicPr>
          <p:cNvPr id="1076" name="Google Shape;1076;g3c84d2f338d_0_361" title="Hai loc.jpg"/>
          <p:cNvPicPr preferRelativeResize="0"/>
          <p:nvPr/>
        </p:nvPicPr>
        <p:blipFill>
          <a:blip r:embed="rId3">
            <a:alphaModFix/>
          </a:blip>
          <a:stretch>
            <a:fillRect/>
          </a:stretch>
        </p:blipFill>
        <p:spPr>
          <a:xfrm>
            <a:off x="0" y="0"/>
            <a:ext cx="921601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