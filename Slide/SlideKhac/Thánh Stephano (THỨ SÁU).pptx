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154" roundtripDataSignature="AMtx7miCP9wsjgCcDzowjV2CkClh/ka82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154" Type="http://customschemas.google.com/relationships/presentationmetadata" Target="metadata"/><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391198703_0_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391198703_0_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aaecf15e1d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g3aaecf15e1d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aaecf15e1d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g3aaecf15e1d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aaecf15e1d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g3aaecf15e1d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aaecf15e1d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g3aaecf15e1d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aaecf15e1d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g3aaecf15e1d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aaecf15e1d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g3aaecf15e1d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aaecf15e1d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g3aaecf15e1d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aaecf15e1d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g3aaecf15e1d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aaecf15e1d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g3aaecf15e1d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aaecf15e1d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g3aaecf15e1d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aaecf15e1d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g3aaecf15e1d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aaecf15e1d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g3aaecf15e1d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aaecf15e1d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g3aaecf15e1d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aaecf15e1d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g3aaecf15e1d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aaecf15e1d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g3aaecf15e1d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aaecf15e1d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g3aaecf15e1d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aaecf15e1d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g3aaecf15e1d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aaecf15e1d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g3aaecf15e1d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aaecf15e1d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g3aaecf15e1d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aaecf15e1d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g3aaecf15e1d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aaecf15e1d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g3aaecf15e1d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aaecf15e1d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g3aaecf15e1d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aaecf15e1d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g3aaecf15e1d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aaecf15e1d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g3aaecf15e1d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aaecf15e1d_0_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g3aaecf15e1d_0_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aaecf15e1d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g3aaecf15e1d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ab0ab3ad50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g3ab0ab3ad50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b3755adb09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g3b3755adb09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b3755adb09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g3b3755adb09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b3755adb09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g3b3755adb09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b3755adb09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g3b3755adb09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b3755adb09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g3b3755adb09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b3755adb09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g3b3755adb09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b3755adb09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g3b3755adb09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b3755adb09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g3b3755adb09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b3755adb09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g3b3755adb09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b38a8ba340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g3b38a8ba340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b2db90474b_0_1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g3b2db90474b_0_1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b2db90474b_0_1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g3b2db90474b_0_1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398" name="Google Shape;398;g3b2db90474b_0_13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b2db90474b_0_1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g3b2db90474b_0_1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404" name="Google Shape;404;g3b2db90474b_0_13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b2db90474b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9" name="Google Shape;409;g3b2db90474b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10" name="Google Shape;410;g3b2db90474b_0_14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b2db90474b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g3b2db90474b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16" name="Google Shape;416;g3b2db90474b_0_14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b2db90474b_0_15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g3b2db90474b_0_1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22" name="Google Shape;422;g3b2db90474b_0_15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b2db90474b_0_1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g3b2db90474b_0_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28" name="Google Shape;428;g3b2db90474b_0_15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b2db90474b_0_1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g3b2db90474b_0_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34" name="Google Shape;434;g3b2db90474b_0_16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b2db90474b_0_1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g3b2db90474b_0_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40" name="Google Shape;440;g3b2db90474b_0_16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b2db90474b_0_1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g3b2db90474b_0_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46" name="Google Shape;446;g3b2db90474b_0_17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b2db90474b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g3b2db90474b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52" name="Google Shape;452;g3b2db90474b_0_17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b2db90474b_0_1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g3b2db90474b_0_1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58" name="Google Shape;458;g3b2db90474b_0_18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b2db90474b_0_1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g3b2db90474b_0_1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64" name="Google Shape;464;g3b2db90474b_0_18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b2db90474b_0_1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9" name="Google Shape;469;g3b2db90474b_0_1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70" name="Google Shape;470;g3b2db90474b_0_19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b38a8ba340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5" name="Google Shape;475;g3b38a8ba340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0" name="Google Shape;480;p1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9" name="Google Shape;489;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a42a8b53c1_2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4" name="Google Shape;494;g3a42a8b53c1_2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b224b7d20a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9" name="Google Shape;499;g3b224b7d20a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a42a8b53c1_2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4" name="Google Shape;504;g3a42a8b53c1_2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a42a8b53c1_2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9" name="Google Shape;509;g3a42a8b53c1_2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b224b7d20a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4" name="Google Shape;514;g3b224b7d20a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b39406a621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9" name="Google Shape;519;g3b39406a621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b224b7d20a_0_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4" name="Google Shape;524;g3b224b7d20a_0_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b224b7d20a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9" name="Google Shape;529;g3b224b7d20a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b39406a621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4" name="Google Shape;534;g3b39406a621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9" name="Google Shape;539;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0" name="Google Shape;540;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b39406a621_0_1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b39406a621_0_1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a42a8b53c1_2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a42a8b53c1_2_1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a42a8b53c1_2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g3a42a8b53c1_2_1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a42a8b53c1_2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g3a42a8b53c1_2_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a42a8b53c1_2_2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g3a42a8b53c1_2_2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b224b7d20a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g3b224b7d20a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b39406a621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g3b39406a621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b39406a621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g3b39406a621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b39406a621_0_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g3b39406a621_0_1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b39406a621_0_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g3b39406a621_0_1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b39406a621_0_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g3b39406a621_0_1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b39406a621_0_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g3b39406a621_0_1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b39406a621_0_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g3b39406a621_0_1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b39406a621_0_1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g3b39406a621_0_1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p2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3b35de4c228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2" name="Google Shape;672;g3b35de4c228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2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7" name="Google Shape;677;p2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3b3755adb09_0_1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2" name="Google Shape;682;g3b3755adb09_0_1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3b3755adb09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7" name="Google Shape;687;g3b3755adb09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b3755adb09_0_1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2" name="Google Shape;692;g3b3755adb09_0_1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b3755adb09_0_1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7" name="Google Shape;697;g3b3755adb09_0_13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b3755adb09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2" name="Google Shape;702;g3b3755adb09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b3755adb09_0_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7" name="Google Shape;707;g3b3755adb09_0_1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3b3755adb09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2" name="Google Shape;712;g3b3755adb09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3b3755adb09_0_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7" name="Google Shape;717;g3b3755adb09_0_1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b3755adb09_0_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2" name="Google Shape;722;g3b3755adb09_0_16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3b391198703_0_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7" name="Google Shape;727;g3b391198703_0_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b391198703_0_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2" name="Google Shape;732;g3b391198703_0_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b391198703_0_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7" name="Google Shape;737;g3b391198703_0_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b391198703_0_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2" name="Google Shape;742;g3b391198703_0_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b391198703_0_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7" name="Google Shape;747;g3b391198703_0_1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b391198703_0_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2" name="Google Shape;752;g3b391198703_0_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3b391198703_0_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7" name="Google Shape;757;g3b391198703_0_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b391198703_0_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2" name="Google Shape;762;g3b391198703_0_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b391198703_0_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7" name="Google Shape;767;g3b391198703_0_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3b38a8ba340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2" name="Google Shape;772;g3b38a8ba340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3b39406a621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7" name="Google Shape;777;g3b39406a621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3b39406a621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2" name="Google Shape;782;g3b39406a621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3b39406a621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7" name="Google Shape;787;g3b39406a621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b39406a621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2" name="Google Shape;792;g3b39406a621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3b39406a621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7" name="Google Shape;797;g3b39406a621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3b39406a621_0_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2" name="Google Shape;802;g3b39406a621_0_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b39406a621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7" name="Google Shape;807;g3b39406a621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3b39406a621_0_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2" name="Google Shape;812;g3b39406a621_0_1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3b39406a621_0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7" name="Google Shape;817;g3b39406a621_0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3b39406a621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2" name="Google Shape;822;g3b39406a621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3b39406a621_0_1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7" name="Google Shape;827;g3b39406a621_0_1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3b39406a621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2" name="Google Shape;832;g3b39406a621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3b39406a621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7" name="Google Shape;837;g3b39406a621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3ab0ab3ad50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2" name="Google Shape;842;g3ab0ab3ad50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6.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4.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5.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4.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3" Type="http://schemas.openxmlformats.org/officeDocument/2006/relationships/image" Target="../media/image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 Id="rId3" Type="http://schemas.openxmlformats.org/officeDocument/2006/relationships/image" Target="../media/image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image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 Id="rId3" Type="http://schemas.openxmlformats.org/officeDocument/2006/relationships/image" Target="../media/image1.jp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 Id="rId3" Type="http://schemas.openxmlformats.org/officeDocument/2006/relationships/image" Target="../media/image6.jp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 Id="rId3"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391198703_0_38" title="Gemini_Generated_Image_4nq5x44nq5x44nq5.jpg"/>
          <p:cNvPicPr preferRelativeResize="0"/>
          <p:nvPr/>
        </p:nvPicPr>
        <p:blipFill>
          <a:blip r:embed="rId3">
            <a:alphaModFix/>
          </a:blip>
          <a:stretch>
            <a:fillRect/>
          </a:stretch>
        </p:blipFill>
        <p:spPr>
          <a:xfrm>
            <a:off x="0" y="0"/>
            <a:ext cx="9144003"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FF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2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15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aaecf15e1d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aaecf15e1d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aaecf15e1d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aaecf15e1d_0_12"/>
          <p:cNvSpPr txBox="1"/>
          <p:nvPr>
            <p:ph idx="1" type="subTitle"/>
          </p:nvPr>
        </p:nvSpPr>
        <p:spPr>
          <a:xfrm>
            <a:off x="0" y="421240"/>
            <a:ext cx="9144000" cy="47223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3aaecf15e1d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aaecf15e1d_0_20"/>
          <p:cNvSpPr txBox="1"/>
          <p:nvPr>
            <p:ph idx="1" type="subTitle"/>
          </p:nvPr>
        </p:nvSpPr>
        <p:spPr>
          <a:xfrm>
            <a:off x="0" y="1"/>
            <a:ext cx="9144000" cy="58626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3aaecf15e1d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2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aaecf15e1d_0_28"/>
          <p:cNvSpPr txBox="1"/>
          <p:nvPr>
            <p:ph idx="1" type="subTitle"/>
          </p:nvPr>
        </p:nvSpPr>
        <p:spPr>
          <a:xfrm>
            <a:off x="0" y="25"/>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3aaecf15e1d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3aaecf15e1d_0_36"/>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3aaecf15e1d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3aaecf15e1d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lnSpcReduction="2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ts val="78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3aaecf15e1d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3aaecf15e1d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3aaecf15e1d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3aaecf15e1d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3aaecf15e1d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3aaecf15e1d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3aaecf15e1d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3aaecf15e1d_0_76"/>
          <p:cNvSpPr txBox="1"/>
          <p:nvPr>
            <p:ph idx="1" type="subTitle"/>
          </p:nvPr>
        </p:nvSpPr>
        <p:spPr>
          <a:xfrm>
            <a:off x="0" y="1"/>
            <a:ext cx="90309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 và Thánh Thần †.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3aaecf15e1d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3aaecf15e1d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g3aaecf15e1d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g3aaecf15e1d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aaecf15e1d_0_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3aaecf15e1d_0_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pic>
        <p:nvPicPr>
          <p:cNvPr id="338" name="Google Shape;338;g3ab0ab3ad50_0_0" title="phong-nen-stephano 2.jpg"/>
          <p:cNvPicPr preferRelativeResize="0"/>
          <p:nvPr/>
        </p:nvPicPr>
        <p:blipFill>
          <a:blip r:embed="rId3">
            <a:alphaModFix/>
          </a:blip>
          <a:stretch>
            <a:fillRect/>
          </a:stretch>
        </p:blipFill>
        <p:spPr>
          <a:xfrm>
            <a:off x="0" y="0"/>
            <a:ext cx="9144003" cy="51435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b3755adb09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lt1"/>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MỪNG KÍNH</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STÊPHANÔ</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(Đinh Công Huỳnh)</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b3755adb09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Trần hoàn hòa ca Thánh Stê-pha-nô tông đồ.</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3b3755adb09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Người đã nêu gương quảng đại yêu thương tha thứ.</a:t>
            </a:r>
            <a:endParaRPr b="1" sz="8000">
              <a:solidFill>
                <a:srgbClr val="FFFF00"/>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3b3755adb09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Dù bị ném đá năm xưa Người không trả đũa hơn thua.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g3b3755adb09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Sống gương tử đạo làm hạt chứng cho Tin đồng.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g3b3755adb09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Stê-pha-nô máu đào đổ ra lai láng.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g3b3755adb09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Gương hy sinh anh hùng trổ bông tươi thắm.</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3b3755adb09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Nơi cao xanh xin Người cầu thay nguyện giúp.</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g3b3755adb09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Cho nhân gian dõi theo dòng máu anh hùng.</a:t>
            </a:r>
            <a:endParaRPr b="1" sz="8000">
              <a:solidFill>
                <a:srgbClr val="FFFF00"/>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pic>
        <p:nvPicPr>
          <p:cNvPr id="388" name="Google Shape;388;g3b38a8ba340_0_9"/>
          <p:cNvPicPr preferRelativeResize="0"/>
          <p:nvPr/>
        </p:nvPicPr>
        <p:blipFill>
          <a:blip r:embed="rId3">
            <a:alphaModFix/>
          </a:blip>
          <a:stretch>
            <a:fillRect/>
          </a:stretch>
        </p:blipFill>
        <p:spPr>
          <a:xfrm>
            <a:off x="0" y="-8925"/>
            <a:ext cx="9144003" cy="5152426"/>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g3b2db90474b_0_129"/>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394" name="Google Shape;394;g3b2db90474b_0_129"/>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g3b2db90474b_0_13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5" name="Shape 405"/>
        <p:cNvGrpSpPr/>
        <p:nvPr/>
      </p:nvGrpSpPr>
      <p:grpSpPr>
        <a:xfrm>
          <a:off x="0" y="0"/>
          <a:ext cx="0" cy="0"/>
          <a:chOff x="0" y="0"/>
          <a:chExt cx="0" cy="0"/>
        </a:xfrm>
      </p:grpSpPr>
      <p:sp>
        <p:nvSpPr>
          <p:cNvPr id="406" name="Google Shape;406;g3b2db90474b_0_13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g3b2db90474b_0_14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g3b2db90474b_0_14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g3b2db90474b_0_15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g3b2db90474b_0_15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g3b2db90474b_0_16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g3b2db90474b_0_16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g3b2db90474b_0_17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g3b2db90474b_0_17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g3b2db90474b_0_18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g3b2db90474b_0_18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g3b2db90474b_0_19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500">
                <a:solidFill>
                  <a:srgbClr val="FF3399"/>
                </a:solidFill>
                <a:latin typeface="Times"/>
                <a:ea typeface="Times"/>
                <a:cs typeface="Times"/>
                <a:sym typeface="Times"/>
              </a:rPr>
              <a:t>A+B: </a:t>
            </a:r>
            <a:r>
              <a:rPr b="1" lang="en-US" sz="7500">
                <a:solidFill>
                  <a:schemeClr val="lt1"/>
                </a:solidFill>
                <a:latin typeface="Times"/>
                <a:ea typeface="Times"/>
                <a:cs typeface="Times"/>
                <a:sym typeface="Times"/>
              </a:rPr>
              <a:t>Cùng Ðức Chúa Thánh Thần trong vinh quang Ðức Chúa Cha.</a:t>
            </a:r>
            <a:r>
              <a:rPr b="1" lang="en-US" sz="7500">
                <a:latin typeface="Times"/>
                <a:ea typeface="Times"/>
                <a:cs typeface="Times"/>
                <a:sym typeface="Times"/>
              </a:rPr>
              <a:t> </a:t>
            </a:r>
            <a:r>
              <a:rPr b="1" lang="en-US" sz="7500">
                <a:solidFill>
                  <a:schemeClr val="lt1"/>
                </a:solidFill>
                <a:latin typeface="Times"/>
                <a:ea typeface="Times"/>
                <a:cs typeface="Times"/>
                <a:sym typeface="Times"/>
              </a:rPr>
              <a:t>Amen.</a:t>
            </a:r>
            <a:endParaRPr sz="7500">
              <a:solidFill>
                <a:schemeClr val="lt1"/>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pic>
        <p:nvPicPr>
          <p:cNvPr id="477" name="Google Shape;477;g3b38a8ba340_0_13"/>
          <p:cNvPicPr preferRelativeResize="0"/>
          <p:nvPr/>
        </p:nvPicPr>
        <p:blipFill>
          <a:blip r:embed="rId3">
            <a:alphaModFix/>
          </a:blip>
          <a:stretch>
            <a:fillRect/>
          </a:stretch>
        </p:blipFill>
        <p:spPr>
          <a:xfrm>
            <a:off x="0" y="-8925"/>
            <a:ext cx="9144003" cy="5152426"/>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1" name="Shape 481"/>
        <p:cNvGrpSpPr/>
        <p:nvPr/>
      </p:nvGrpSpPr>
      <p:grpSpPr>
        <a:xfrm>
          <a:off x="0" y="0"/>
          <a:ext cx="0" cy="0"/>
          <a:chOff x="0" y="0"/>
          <a:chExt cx="0" cy="0"/>
        </a:xfrm>
      </p:grpSpPr>
      <p:sp>
        <p:nvSpPr>
          <p:cNvPr id="482" name="Google Shape;482;p133"/>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83" name="Google Shape;483;p133"/>
          <p:cNvSpPr/>
          <p:nvPr/>
        </p:nvSpPr>
        <p:spPr>
          <a:xfrm flipH="1" rot="-5400000">
            <a:off x="1999963" y="-1999641"/>
            <a:ext cx="5143500" cy="9143425"/>
          </a:xfrm>
          <a:prstGeom prst="rect">
            <a:avLst/>
          </a:prstGeom>
          <a:gradFill>
            <a:gsLst>
              <a:gs pos="0">
                <a:schemeClr val="accent1"/>
              </a:gs>
              <a:gs pos="8000">
                <a:schemeClr val="accent1"/>
              </a:gs>
              <a:gs pos="100000">
                <a:srgbClr val="1F3864"/>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84" name="Google Shape;484;p133"/>
          <p:cNvSpPr/>
          <p:nvPr/>
        </p:nvSpPr>
        <p:spPr>
          <a:xfrm flipH="1" rot="10800000">
            <a:off x="-1733" y="0"/>
            <a:ext cx="6803134" cy="5143179"/>
          </a:xfrm>
          <a:prstGeom prst="rect">
            <a:avLst/>
          </a:prstGeom>
          <a:gradFill>
            <a:gsLst>
              <a:gs pos="0">
                <a:srgbClr val="000000">
                  <a:alpha val="49019"/>
                </a:srgbClr>
              </a:gs>
              <a:gs pos="8000">
                <a:srgbClr val="000000">
                  <a:alpha val="49019"/>
                </a:srgbClr>
              </a:gs>
              <a:gs pos="100000">
                <a:schemeClr val="accent1"/>
              </a:gs>
            </a:gsLst>
            <a:lin ang="4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85" name="Google Shape;485;p133"/>
          <p:cNvSpPr/>
          <p:nvPr/>
        </p:nvSpPr>
        <p:spPr>
          <a:xfrm flipH="1" rot="-5400000">
            <a:off x="2737118" y="-1264380"/>
            <a:ext cx="3670923" cy="9145160"/>
          </a:xfrm>
          <a:prstGeom prst="rect">
            <a:avLst/>
          </a:prstGeom>
          <a:gradFill>
            <a:gsLst>
              <a:gs pos="0">
                <a:srgbClr val="9CC2E5">
                  <a:alpha val="0"/>
                </a:srgbClr>
              </a:gs>
              <a:gs pos="100000">
                <a:srgbClr val="000000">
                  <a:alpha val="43137"/>
                </a:srgbClr>
              </a:gs>
            </a:gsLst>
            <a:lin ang="1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486" name="Google Shape;486;p133" title="baidoc1.jpg"/>
          <p:cNvPicPr preferRelativeResize="0"/>
          <p:nvPr/>
        </p:nvPicPr>
        <p:blipFill>
          <a:blip r:embed="rId3">
            <a:alphaModFix/>
          </a:blip>
          <a:stretch>
            <a:fillRect/>
          </a:stretch>
        </p:blipFill>
        <p:spPr>
          <a:xfrm>
            <a:off x="0" y="-20100"/>
            <a:ext cx="9144003" cy="514350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30</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Thái Nguyên)</a:t>
            </a:r>
            <a:br>
              <a:rPr b="1" i="1" lang="en-US" sz="4700">
                <a:solidFill>
                  <a:srgbClr val="FFD966"/>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(03 câu)</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g3a42a8b53c1_2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Lạy Chúa, con tìm đến nương nhờ Ngài, xin đừng để con hổ ngươi.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g3b224b7d20a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đức công minh Ngài, Ngài ơi cứu chữa con thơ, thương người tôi tớ.</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g3a42a8b53c1_2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con xin phó thác mạng sống trong tay Ngài, Chúa 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g3a42a8b53c1_2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Lạy Chúa, xin giải thoát con Ngài ơi, trở thành núi đá vững chắc.</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g3b224b7d20a_0_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Che chở con đêm ngày, vì uy danh Ngài cao vời, dắt dìu đời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g3b39406a621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con xin phó thác mạng sống trong tay Ngài, Chúa 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g3b224b7d20a_0_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 </a:t>
            </a:r>
            <a:r>
              <a:rPr b="1" lang="en-US" sz="8000">
                <a:solidFill>
                  <a:schemeClr val="lt1"/>
                </a:solidFill>
                <a:latin typeface="Times New Roman"/>
                <a:ea typeface="Times New Roman"/>
                <a:cs typeface="Times New Roman"/>
                <a:sym typeface="Times New Roman"/>
              </a:rPr>
              <a:t>Lạy Chúa, xin toả Thánh Nhan dịu hiền, dủ tình mà thương cứu sống.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g3b224b7d20a_0_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chemeClr val="lt1"/>
                </a:solidFill>
                <a:latin typeface="Times New Roman"/>
                <a:ea typeface="Times New Roman"/>
                <a:cs typeface="Times New Roman"/>
                <a:sym typeface="Times New Roman"/>
              </a:rPr>
              <a:t>Vì đức khoan dung Ngài, đời con sẽ thêm can trường, mở rộng tình thương.</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g3b39406a621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con xin phó thác mạng sống trong tay Ngài, Chúa 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156"/>
          <p:cNvSpPr txBox="1"/>
          <p:nvPr>
            <p:ph type="ctrTitle"/>
          </p:nvPr>
        </p:nvSpPr>
        <p:spPr>
          <a:xfrm>
            <a:off x="0" y="535950"/>
            <a:ext cx="9144000" cy="46074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7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7700">
                <a:solidFill>
                  <a:schemeClr val="lt1"/>
                </a:solidFill>
                <a:latin typeface="Times"/>
                <a:ea typeface="Times"/>
                <a:cs typeface="Times"/>
                <a:sym typeface="Times"/>
              </a:rPr>
              <a:t>Chúc tụng Đức Vua, Đấng nhân danh Chúa mà đến.</a:t>
            </a:r>
            <a:endParaRPr b="1" i="1" sz="7700">
              <a:solidFill>
                <a:schemeClr val="lt1"/>
              </a:solidFill>
              <a:latin typeface="Times"/>
              <a:ea typeface="Times"/>
              <a:cs typeface="Times"/>
              <a:sym typeface="Times"/>
            </a:endParaRPr>
          </a:p>
        </p:txBody>
      </p:sp>
      <p:sp>
        <p:nvSpPr>
          <p:cNvPr id="543" name="Google Shape;543;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a:ea typeface="Times"/>
                <a:cs typeface="Times"/>
                <a:sym typeface="Times"/>
              </a:rPr>
              <a:t>Bình an trên trời </a:t>
            </a:r>
            <a:br>
              <a:rPr b="1" lang="en-US" sz="8000">
                <a:solidFill>
                  <a:schemeClr val="lt1"/>
                </a:solidFill>
                <a:latin typeface="Times"/>
                <a:ea typeface="Times"/>
                <a:cs typeface="Times"/>
                <a:sym typeface="Times"/>
              </a:rPr>
            </a:br>
            <a:r>
              <a:rPr b="1" lang="en-US" sz="8000">
                <a:solidFill>
                  <a:schemeClr val="lt1"/>
                </a:solidFill>
                <a:latin typeface="Times"/>
                <a:ea typeface="Times"/>
                <a:cs typeface="Times"/>
                <a:sym typeface="Times"/>
              </a:rPr>
              <a:t>và vinh quang trên các tầng trời</a:t>
            </a:r>
            <a:br>
              <a:rPr b="1" i="1" lang="en-US" sz="8000">
                <a:latin typeface="Times"/>
                <a:ea typeface="Times"/>
                <a:cs typeface="Times"/>
                <a:sym typeface="Times"/>
              </a:rPr>
            </a:br>
            <a:r>
              <a:rPr b="1" i="1" lang="en-US" sz="8000">
                <a:solidFill>
                  <a:srgbClr val="FFFF00"/>
                </a:solidFill>
                <a:latin typeface="Times"/>
                <a:ea typeface="Times"/>
                <a:cs typeface="Times"/>
                <a:sym typeface="Times"/>
              </a:rPr>
              <a:t>All…</a:t>
            </a:r>
            <a:endParaRPr b="1" sz="8000">
              <a:solidFill>
                <a:srgbClr val="FFFF00"/>
              </a:solidFill>
              <a:latin typeface="Times"/>
              <a:ea typeface="Times"/>
              <a:cs typeface="Times"/>
              <a:sym typeface="Times"/>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pic>
        <p:nvPicPr>
          <p:cNvPr id="553" name="Google Shape;553;g3b39406a621_0_184"/>
          <p:cNvPicPr preferRelativeResize="0"/>
          <p:nvPr/>
        </p:nvPicPr>
        <p:blipFill>
          <a:blip r:embed="rId3">
            <a:alphaModFix/>
          </a:blip>
          <a:stretch>
            <a:fillRect/>
          </a:stretch>
        </p:blipFill>
        <p:spPr>
          <a:xfrm>
            <a:off x="0" y="-8925"/>
            <a:ext cx="9144003" cy="5152426"/>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a42a8b53c1_2_1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a:t>
            </a:r>
            <a:r>
              <a:rPr b="1" lang="en-US" sz="4700">
                <a:solidFill>
                  <a:schemeClr val="accent4"/>
                </a:solidFill>
                <a:latin typeface="Times New Roman"/>
                <a:ea typeface="Times New Roman"/>
                <a:cs typeface="Times New Roman"/>
                <a:sym typeface="Times New Roman"/>
              </a:rPr>
              <a:t>Ễ</a:t>
            </a:r>
            <a:endParaRPr b="1" sz="4700">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lang="en-US" sz="6700">
                <a:solidFill>
                  <a:srgbClr val="FFFF00"/>
                </a:solidFill>
                <a:latin typeface="Times New Roman"/>
                <a:ea typeface="Times New Roman"/>
                <a:cs typeface="Times New Roman"/>
                <a:sym typeface="Times New Roman"/>
              </a:rPr>
              <a:t>XIN DÂNG</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(Ngọc Kôn)</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g3a42a8b53c1_2_199"/>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Đời con như của lễ không hề ngưng, như tấm bánh luôn để dâng.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g3a42a8b53c1_2_2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chemeClr val="lt1"/>
                </a:solidFill>
                <a:latin typeface="Times New Roman"/>
                <a:ea typeface="Times New Roman"/>
                <a:cs typeface="Times New Roman"/>
                <a:sym typeface="Times New Roman"/>
              </a:rPr>
              <a:t>Tình con như ánh nến luôn bừng cháy trong tình Chúa sáng như hừng đông.</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g3a42a8b53c1_2_210"/>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Xin dâng Chúa trọn đời con như làn gió nhẹ,</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g3b224b7d20a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quyện làn hương của tình Chúa để con chia sẻ cho nhân thế.</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b39406a621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Trọn đời con là lời mang sứ điệp Tin Mừng,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g3b39406a621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là dòng sông mang đến cho nhân trần phù sa, chứa chan hồng ân.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g3b39406a621_0_1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2</a:t>
            </a:r>
            <a:r>
              <a:rPr b="1" lang="en-US" sz="7600">
                <a:solidFill>
                  <a:srgbClr val="FFFF00"/>
                </a:solidFill>
                <a:latin typeface="Times New Roman"/>
                <a:ea typeface="Times New Roman"/>
                <a:cs typeface="Times New Roman"/>
                <a:sym typeface="Times New Roman"/>
              </a:rPr>
              <a:t>. </a:t>
            </a:r>
            <a:r>
              <a:rPr b="1" lang="en-US" sz="7600">
                <a:solidFill>
                  <a:schemeClr val="lt1"/>
                </a:solidFill>
                <a:latin typeface="Times New Roman"/>
                <a:ea typeface="Times New Roman"/>
                <a:cs typeface="Times New Roman"/>
                <a:sym typeface="Times New Roman"/>
              </a:rPr>
              <a:t>Ngài chọn con tuy con không có chi là công, con luôn không xứng như Ngài mong.</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g3b39406a621_0_1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Tình con quá thiếu thốn để đền đáp như giọt nước sánh như biển Đông.</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g3b39406a621_0_168"/>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Xin dâng Chúa trọn đời con như làn gió nhẹ,</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g3b39406a621_0_1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quyện làn hương của tình Chúa để con chia sẻ cho nhân thế.</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g3b39406a621_0_1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Trọn đời con là lời mang sứ điệp Tin Mừng,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g3b39406a621_0_1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là dòng sông mang đến cho nhân trần phù sa, chứa chan hồng ân.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pic>
        <p:nvPicPr>
          <p:cNvPr descr="A golden chalice and a cross next to a book&#10;&#10;AI-generated content may be incorrect." id="623" name="Google Shape;623;p201"/>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pic>
        <p:nvPicPr>
          <p:cNvPr descr="A golden chalice and a cross next to a book&#10;&#10;AI-generated content may be incorrect." id="643" name="Google Shape;643;p205"/>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8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20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100">
                <a:solidFill>
                  <a:schemeClr val="lt1"/>
                </a:solidFill>
                <a:latin typeface="Times"/>
                <a:ea typeface="Times"/>
                <a:cs typeface="Times"/>
                <a:sym typeface="Times"/>
              </a:rPr>
              <a:t>Lạy Chiên Thiên Chúa, Đấng xóa tội trần gian: xin thương xót chúng con.</a:t>
            </a:r>
            <a:endParaRPr b="1" sz="7100">
              <a:solidFill>
                <a:schemeClr val="lt1"/>
              </a:solidFill>
              <a:latin typeface="Times"/>
              <a:ea typeface="Times"/>
              <a:cs typeface="Times"/>
              <a:sym typeface="Times"/>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20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100">
                <a:solidFill>
                  <a:schemeClr val="lt1"/>
                </a:solidFill>
                <a:latin typeface="Times"/>
                <a:ea typeface="Times"/>
                <a:cs typeface="Times"/>
                <a:sym typeface="Times"/>
              </a:rPr>
              <a:t>Lạy Chiên Thiên Chúa, Đấng xóa tội trần gian: xin ban bình an cho chúng con.</a:t>
            </a:r>
            <a:endParaRPr b="1" sz="7100">
              <a:solidFill>
                <a:schemeClr val="lt1"/>
              </a:solidFill>
              <a:latin typeface="Times"/>
              <a:ea typeface="Times"/>
              <a:cs typeface="Times"/>
              <a:sym typeface="Times"/>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pic>
        <p:nvPicPr>
          <p:cNvPr descr="A golden chalice and a cross next to a book&#10;&#10;AI-generated content may be incorrect." id="663" name="Google Shape;663;p209"/>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a42a8b53c1_2_272"/>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600">
                <a:solidFill>
                  <a:schemeClr val="lt1"/>
                </a:solidFill>
                <a:latin typeface="Times"/>
                <a:ea typeface="Times"/>
                <a:cs typeface="Times"/>
                <a:sym typeface="Times"/>
              </a:rPr>
              <a:t>Họ ném đá Tê-pha-nô đang lúc ông cầu nguyện rằng:</a:t>
            </a:r>
            <a:endParaRPr b="1" sz="7600">
              <a:solidFill>
                <a:schemeClr val="lt1"/>
              </a:solidFill>
              <a:latin typeface="Times"/>
              <a:ea typeface="Times"/>
              <a:cs typeface="Times"/>
              <a:sym typeface="Times"/>
            </a:endParaRPr>
          </a:p>
        </p:txBody>
      </p:sp>
      <p:sp>
        <p:nvSpPr>
          <p:cNvPr id="669" name="Google Shape;669;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g3b35de4c228_0_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600">
                <a:solidFill>
                  <a:schemeClr val="lt1"/>
                </a:solidFill>
                <a:latin typeface="Times"/>
                <a:ea typeface="Times"/>
                <a:cs typeface="Times"/>
                <a:sym typeface="Times"/>
              </a:rPr>
              <a:t>Lạy Chúa Giêsu xin đón nhận linh hồn tôi.</a:t>
            </a:r>
            <a:endParaRPr b="1" sz="7600">
              <a:solidFill>
                <a:schemeClr val="lt1"/>
              </a:solidFill>
              <a:latin typeface="Times"/>
              <a:ea typeface="Times"/>
              <a:cs typeface="Times"/>
              <a:sym typeface="Times"/>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pic>
        <p:nvPicPr>
          <p:cNvPr descr="A gold chalice and two round objects on a plate&#10;&#10;AI-generated content may be incorrect." id="679" name="Google Shape;679;p212"/>
          <p:cNvPicPr preferRelativeResize="0"/>
          <p:nvPr/>
        </p:nvPicPr>
        <p:blipFill rotWithShape="1">
          <a:blip r:embed="rId3">
            <a:alphaModFix/>
          </a:blip>
          <a:srcRect b="0" l="0" r="0" t="0"/>
          <a:stretch/>
        </p:blipFill>
        <p:spPr>
          <a:xfrm>
            <a:off x="0" y="921"/>
            <a:ext cx="9144000" cy="5141658"/>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g3b3755adb09_0_119"/>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KHÚC CẢM TẠ</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(Mai Nguyên Vũ)</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g3b3755adb09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Khúc cảm tạ từ đó âm ba vọng ngân, rộn rã trong tim ngày đêm,</a:t>
            </a:r>
            <a:r>
              <a:rPr b="1" lang="en-US" sz="8000">
                <a:solidFill>
                  <a:schemeClr val="lt1"/>
                </a:solidFill>
                <a:latin typeface="Times New Roman"/>
                <a:ea typeface="Times New Roman"/>
                <a:cs typeface="Times New Roman"/>
                <a:sym typeface="Times New Roman"/>
              </a:rPr>
              <a:t>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g3b3755adb09_0_1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tán dương Tình Yêu Thiên Chúa. Suốt một đời con tắm mát trong Tình Cha,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g3b3755adb09_0_1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giữa trưa sa mạc cháy da, Chúa như nguồn nước chan hoà.</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g3b3755adb09_0_1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Xin dâng lên Chúa tiếng yêu ngọt ngào.</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g3b3755adb09_0_1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ghi nhớ thánh ân Ngài trao.</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g3b3755adb09_0_1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theo chân Chúa đi qua đồi Ta-bo hay Thập Giá.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g3b3755adb09_0_1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Ôi Tình Yêu Chúa mênh mang trần đời. Tình Yêu Chúa bao la trùng khơi.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g3b3755adb09_0_16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Thuyền hồn con mãi êm trôi hưởng Tình Yêu ôi tuyệt vời.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g3b391198703_0_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Đến đời đời Ngài vẫn yêu con mà thôi, Ngài vẫn yêu con chẳng nguôi,</a:t>
            </a:r>
            <a:r>
              <a:rPr b="1" lang="en-US" sz="8000">
                <a:solidFill>
                  <a:schemeClr val="lt1"/>
                </a:solidFill>
                <a:latin typeface="Times New Roman"/>
                <a:ea typeface="Times New Roman"/>
                <a:cs typeface="Times New Roman"/>
                <a:sym typeface="Times New Roman"/>
              </a:rPr>
              <a:t>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g3b391198703_0_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dẫu cho trần gian tan biến.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g3b391198703_0_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là nguồn hạnh phúc mến yêu của con, có chi hơn được Chúa thương,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g3b391198703_0_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thế gian thành cõi Thiên Đường.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g3b391198703_0_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Xin dâng lên Chúa tiếng yêu ngọt ngào.</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g3b391198703_0_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ghi nhớ thánh ân Ngài trao.</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3b391198703_0_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theo chân Chúa đi qua đồi Ta-bo hay Thập Giá.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g3b391198703_0_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Ôi Tình Yêu Chúa mênh mang trần đời. Tình Yêu Chúa bao la trùng khơi.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g3b391198703_0_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Thuyền hồn con mãi êm trôi hưởng Tình Yêu ôi tuyệt vời.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pic>
        <p:nvPicPr>
          <p:cNvPr id="774" name="Google Shape;774;g3b38a8ba340_0_25" title="phong-nen-stephano 2.jpg"/>
          <p:cNvPicPr preferRelativeResize="0"/>
          <p:nvPr/>
        </p:nvPicPr>
        <p:blipFill>
          <a:blip r:embed="rId3">
            <a:alphaModFix/>
          </a:blip>
          <a:stretch>
            <a:fillRect/>
          </a:stretch>
        </p:blipFill>
        <p:spPr>
          <a:xfrm>
            <a:off x="0" y="0"/>
            <a:ext cx="9144003" cy="5143500"/>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g3b39406a621_0_76"/>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a:t>
            </a:r>
            <a:r>
              <a:rPr b="1" lang="en-US" sz="4700">
                <a:solidFill>
                  <a:schemeClr val="accent4"/>
                </a:solidFill>
                <a:latin typeface="Times New Roman"/>
                <a:ea typeface="Times New Roman"/>
                <a:cs typeface="Times New Roman"/>
                <a:sym typeface="Times New Roman"/>
              </a:rPr>
              <a: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LOÀI NGƯỜI ƠI</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(Văn Thiều)</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g3b39406a621_0_80"/>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Loài người ơi! Tới Bê-lem kính thờ Ngôi Hai, Chúa cao sang!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g3b39406a621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Người thương xuống cứu muôn dân đang lầm than.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g3b39406a621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Nào Si-on! Hãy ca lên nhịp nhàng tung hô Chúa vinh quang,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g3b39406a621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Yêu-Thương đã sinh ra trong cảnh âm thầm.</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g3b39406a621_0_96"/>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Be-lem năm ấy ánh sao chiếu lan giữa trời mùa đông,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g3b39406a621_0_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Vang trong tuyết sương bao điệu đàn ca dâng lên du dương.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g3b39406a621_0_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Bên trong hang đá khó khăn thấp hèn giữa trời đầy sương,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g3b39406a621_0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Ngôi Hai giáng sinh làm người chuộc tội vì lòng xót thương.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g3b39406a621_0_112"/>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Loài người ơi! Tới Be-lem kính thờ Ngôi Hai, Chúa cao sang!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g3b39406a621_0_1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Người thương xuống cứu muôn dân đang lầm than.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g3b39406a621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Nào Xi-on! Hãy ca lên nhịp nhàng tung hô Chúa vinh quang,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g3b39406a621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yêu thương đã sinh ra trong cảnh âm thầm.</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pic>
        <p:nvPicPr>
          <p:cNvPr id="844" name="Google Shape;844;g3ab0ab3ad50_0_4" title="phong-nen-stephano 2.jpg"/>
          <p:cNvPicPr preferRelativeResize="0"/>
          <p:nvPr/>
        </p:nvPicPr>
        <p:blipFill>
          <a:blip r:embed="rId3">
            <a:alphaModFix/>
          </a:blip>
          <a:stretch>
            <a:fillRect/>
          </a:stretch>
        </p:blipFill>
        <p:spPr>
          <a:xfrm>
            <a:off x="0" y="0"/>
            <a:ext cx="9144003"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