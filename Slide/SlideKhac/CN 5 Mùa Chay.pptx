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7" roundtripDataSignature="AMtx7mgW7rPNYhFgX4RuQIKpqI/CXYRr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227" Type="http://customschemas.google.com/relationships/presentationmetadata" Target="metadata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173e4e587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d173e4e587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173e4e58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d173e4e587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173e4e587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d173e4e587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173e4e587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d173e4e587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173e4e587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d173e4e587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d173e4e587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d173e4e587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173e4e587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d173e4e587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d173e4e587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d173e4e587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173e4e587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d173e4e587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d173e4e587_0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d173e4e587_0_1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d173e4e587_0_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d173e4e587_0_1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cfb9398492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cfb9398492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d173e4e587_0_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d173e4e587_0_1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d173e4e587_0_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d173e4e587_0_1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d173e4e587_0_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d173e4e587_0_1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d173e4e587_0_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d173e4e587_0_1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d173e4e587_0_1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d173e4e587_0_1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d173e4e587_0_1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g3d173e4e587_0_1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d173e4e587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g3d173e4e587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d173e4e587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d173e4e587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d173e4e587_0_13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d173e4e587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d173e4e587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6" name="Google Shape;856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6" name="Google Shape;866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6" name="Google Shape;926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173e4e587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g3d173e4e587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d9fda1346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g3d9fda13464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d9fda13464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g3d9fda13464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d9fda13464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3d9fda13464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d9fda13464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3d9fda13464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d9fda13464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g3d9fda13464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9fda1346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g3d9fda13464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d9fda1346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g3d9fda13464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d9fda13464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6" name="Google Shape;976;g3d9fda13464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d9fda13464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d9fda13464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d9fda13464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3d9fda13464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d9fda13464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g3d9fda13464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9fda13464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g3d9fda13464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d9fda13464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g3d9fda13464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d9fda13464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6" name="Google Shape;1006;g3d9fda13464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2" name="Google Shape;1062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7" name="Google Shape;1067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2" name="Google Shape;1072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7" name="Google Shape;1077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2" name="Google Shape;1082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d173e4e587_0_1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7" name="Google Shape;1087;g3d173e4e587_0_1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2" name="Google Shape;1092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7" name="Google Shape;1097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2" name="Google Shape;1102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cfb9398492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7" name="Google Shape;1107;g3cfb9398492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cfb9398492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2" name="Google Shape;1112;g3cfb9398492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cfb9398492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g3cfb9398492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d173e4e587_0_1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2" name="Google Shape;1122;g3d173e4e587_0_18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d173e4e587_0_1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7" name="Google Shape;1127;g3d173e4e587_0_19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d173e4e587_0_1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2" name="Google Shape;1132;g3d173e4e587_0_1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d173e4e587_0_1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g3d173e4e587_0_1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d173e4e587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2" name="Google Shape;1142;g3d173e4e587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7" name="Google Shape;1147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2" name="Google Shape;1152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7" name="Google Shape;1157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d173e4e587_0_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7" name="Google Shape;1167;g3d173e4e587_0_2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2" name="Google Shape;1172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7" name="Google Shape;1177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d173e4e587_0_2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2" name="Google Shape;1182;g3d173e4e587_0_2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d173e4e587_0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7" name="Google Shape;1187;g3d173e4e587_0_2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2" name="Google Shape;1192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3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4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7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9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9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2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2.jp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2.jp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2.jp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9.png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ts val="78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2"/>
          <p:cNvSpPr txBox="1"/>
          <p:nvPr>
            <p:ph idx="1" type="subTitle"/>
          </p:nvPr>
        </p:nvSpPr>
        <p:spPr>
          <a:xfrm>
            <a:off x="92467" y="-205483"/>
            <a:ext cx="9051600" cy="534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4"/>
          <p:cNvSpPr txBox="1"/>
          <p:nvPr>
            <p:ph idx="1" type="subTitle"/>
          </p:nvPr>
        </p:nvSpPr>
        <p:spPr>
          <a:xfrm>
            <a:off x="0" y="-308225"/>
            <a:ext cx="9144000" cy="545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4"/>
          <p:cNvSpPr txBox="1"/>
          <p:nvPr>
            <p:ph idx="1" type="subTitle"/>
          </p:nvPr>
        </p:nvSpPr>
        <p:spPr>
          <a:xfrm>
            <a:off x="0" y="-164387"/>
            <a:ext cx="9144000" cy="5307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8"/>
          <p:cNvSpPr txBox="1"/>
          <p:nvPr>
            <p:ph idx="1" type="subTitle"/>
          </p:nvPr>
        </p:nvSpPr>
        <p:spPr>
          <a:xfrm>
            <a:off x="0" y="0"/>
            <a:ext cx="92262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84"/>
          <p:cNvSpPr txBox="1"/>
          <p:nvPr>
            <p:ph idx="1" type="subTitle"/>
          </p:nvPr>
        </p:nvSpPr>
        <p:spPr>
          <a:xfrm>
            <a:off x="0" y="-246580"/>
            <a:ext cx="9144000" cy="539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3d173e4e587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173e4e587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173e4e587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173e4e587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d173e4e587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đây, hỡi người, nào về đây! Tình thương Chúa Trời luôn nối kết.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173e4e587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 Thiên Chúa Ðấng từ bi, Người xóa hết tội ta, Người dẫn lối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d173e4e587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173e4e587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d173e4e587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129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(04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vực sâu con kêu lên Ngài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hãy nghe tiếng con, dám xin Chúa hãy để tai,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hầu thương nghe tiếng con van nài.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mà chấp bao nhiêu lỗi lầm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người còn đứng vững được, nhưng Ngài khoan hồng rộng tha,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muôn dân kính yêu tôn thờ.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d173e4e587_0_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d173e4e587_0_1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 thành khẩn con dâng lên Ngài,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Nơi Lời Ngài con vững trông, hơn quân canh mong hừng đông,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cfb9398492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hồn con ngóng trông lên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173e4e587_0_1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173e4e587_0_1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d173e4e587_0_1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Cậy vào Chúa Is-ra-el nào, vì Chúa luôn từ 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173e4e587_0_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Nơi Ngài giàu ơn cứu độ, xót thương hết mọi thần dân,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173e4e587_0_1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cứu thoát khỏi muôn tội tình.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d173e4e587_0_1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173e4e587_0_1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phán: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“Ta là sự sống lại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là sự sống. 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6" name="Google Shape;81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d173e4e587_0_139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Ai tin tưởng Ta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không phải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chết ngàn thu”.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g3baa635748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g3d173e4e587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838" name="Google Shape;838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g3d173e4e587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d9fda13464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ĐĨA THÁNH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9fda13464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đĩa thánh con dâng Ngài tấm bánh, là giọt mồ hôi là sức lao công,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d9fda13464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cuộc đời gian khó kết nên lễ dâng.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chén thánh con dâng Ngài chén rượu,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d9fda13464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giờ đây tận hiến con muốn yêu Cha hết tâm hồn trọn đời.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d9fda13464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 Chúa nhân hiền điểm tô đời con, thánh hóa lao công xóa bao tội tình.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d9fda1346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 lễ vật do sức lao công,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d9fda13464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người gian nan kiếp sống.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d9fda13464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tình ân phúc thương ban, tô đời tươi thắm ơn lành.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9fda13464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3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thánh giá giang tay Ngài đã chết, này ngàn khổ đau đổ xuống trên vai,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d9fda13464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dài u tối sống cho ngày mai.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trong cõi vinh quang Ngài sống lại.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d9fda13464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 lối đưa đường thánh ân Ngài ban, cứu sống con người sướng vui đầy tràn.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d9fda13464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 lễ vật do sức lao công,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d9fda13464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người gian nan kiếp sống.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d9fda13464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tình ân phúc thương ban, tô đời tươi thắm ơn lành.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" name="Google Shape;1013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nói: “Ai sống và tin vào Thầy, </a:t>
            </a:r>
            <a:b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 không bao giờ phải chết”.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9" name="Google Shape;1059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VƯƠN CAO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 HỒN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Nguyễn Duy)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cứ ngủ vùi trong muôn tội tình.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mất đi rồi một niềm tin kính.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cùng con, Chúa ơi! Một lần cho tâm trí bừng dậy.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d173e4e587_0_1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trái tim dâng nhịp thánh thiện.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thức dậy đi! Hãy thức dậy 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Ngẩng cao linh hồn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 chen giữa đời, đam mê rã rời, thôi nay hết rồi.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về với Cha bao dung, cho lòng say giấc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cfb9398492_0_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đã quên Ngài khi say tình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cfb9398492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lòng con đã không còn tình yêu Thiên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cfb9398492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cùng con, Chúa ơi!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lần trong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d173e4e587_0_1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Mời gọi đưa trái tim con về với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d173e4e587_0_1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thức dậy đi! Hãy thức dậy 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Ngẩng cao linh hồn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d173e4e587_0_1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 chen giữa đời, đam mê rã rời, thôi nay hết rồi.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d173e4e587_0_1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về với Cha bao dung, cho lòng say giấc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g3d173e4e587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(3)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(Lê Đăng Ngôn)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Lạy Thánh Giu-se người là mẫu gương trông cậy.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 xin vâng cuộc đời sáng gương thanh bần.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 phúc cao sang ngự nơi chốn cao huy hoàng.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d173e4e587_0_2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Cúi xin Thánh Cả hộ phù chúng con ngày đêm.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Dâng Cha Giu-se ngàn hoa thắm tươi lừng hương.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yêu thương đoàn con cái nơi ngàn phương.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d173e4e587_0_2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Cha Giu-se đời bao khó nguy lầm than.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d173e4e587_0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yêu thương gìn giữ tháng năm bình 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