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8" roundtripDataSignature="AMtx7mgJWopOn2ht/B1OStebFAkm8ok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customschemas.google.com/relationships/presentationmetadata" Target="metadata"/><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73131aa0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d573131aa0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e6e2da66e2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g3e6e2da66e2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d89366497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d89366497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6e2da66e2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6e2da66e2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6e2da66e2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e6e2da66e2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6e2da66e2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6e2da66e2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d48ab63a6f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d48ab63a6f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48ab63a6f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48ab63a6f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48ab63a6f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48ab63a6f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48ab63a6f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48ab63a6f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48ab63a6f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d48ab63a6f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48ab63a6f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48ab63a6f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e6e2da66e2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e6e2da66e2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8" name="Google Shape;73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44" name="Google Shape;74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0" name="Google Shape;75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6" name="Google Shape;75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2" name="Google Shape;76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8" name="Google Shape;76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4" name="Google Shape;77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0" name="Google Shape;78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6" name="Google Shape;78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1" name="Google Shape;79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2" name="Google Shape;79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8" name="Google Shape;79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3" name="Google Shape;80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4" name="Google Shape;80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 name="Google Shape;80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10" name="Google Shape;81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e6e2da66e2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g3e6e2da66e2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e6e2da66e2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e6e2da66e2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e6e2da66e2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e6e2da66e2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6e2da66e2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e6e2da66e2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e6e2da66e2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e6e2da66e2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e6e2da66e2_0_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e6e2da66e2_0_1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e6e2da66e2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e6e2da66e2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e6e2da66e2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e6e2da66e2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2" name="Google Shape;88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3" name="Google Shape;88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e6e2da66e2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g3e6e2da66e2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4" name="Google Shape;90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e6e2da66e2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e6e2da66e2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dd33158570_0_3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dd33158570_0_3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dd33158570_0_3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dd33158570_0_3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dd33158570_0_3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dd33158570_0_3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de4329e4d7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de4329e4d7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de4329e4d7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de4329e4d7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de4329e4d7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de4329e4d7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e6e2da66e2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e6e2da66e2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d89366497e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d89366497e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d89366497e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d89366497e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e6e2da66e2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e6e2da66e2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e6e2da66e2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3e6e2da66e2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e6e2da66e2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e6e2da66e2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e6e2da66e2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e6e2da66e2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d48ab63a6f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d48ab63a6f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d48ab63a6f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g3d48ab63a6f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d89366497e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d89366497e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d48ab63a6f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d48ab63a6f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dd33158570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dd33158570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dd33158570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dd33158570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e6e2da66e2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e6e2da66e2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d72cc0870c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d72cc0870c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d72cc0870c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d72cc0870c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d72cc0870c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d72cc0870c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d89366497e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d89366497e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d89366497e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d89366497e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e6e2da66e2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e6e2da66e2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e6e2da66e2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e6e2da66e2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d89366497e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d89366497e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 Id="rId3" Type="http://schemas.openxmlformats.org/officeDocument/2006/relationships/image" Target="../media/image6.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 Id="rId3" Type="http://schemas.openxmlformats.org/officeDocument/2006/relationships/image" Target="../media/image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4.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3.jp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3.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3.jp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3.jp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1.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17600"/>
              <a:buNone/>
            </a:pPr>
            <a:r>
              <a:rPr b="1" lang="en-US" sz="10000">
                <a:solidFill>
                  <a:schemeClr val="accent4"/>
                </a:solidFill>
                <a:latin typeface="Times New Roman"/>
                <a:ea typeface="Times New Roman"/>
                <a:cs typeface="Times New Roman"/>
                <a:sym typeface="Times New Roman"/>
              </a:rPr>
              <a:t>XIN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MỜI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ĐỨNG</a:t>
            </a:r>
            <a:endParaRPr sz="10000"/>
          </a:p>
          <a:p>
            <a:pPr indent="0" lvl="0" marL="0" rtl="0" algn="ctr">
              <a:lnSpc>
                <a:spcPct val="120000"/>
              </a:lnSpc>
              <a:spcBef>
                <a:spcPts val="64"/>
              </a:spcBef>
              <a:spcAft>
                <a:spcPts val="0"/>
              </a:spcAft>
              <a:buClr>
                <a:srgbClr val="888888"/>
              </a:buClr>
              <a:buSzPts val="1275"/>
              <a:buNone/>
            </a:pPr>
            <a:r>
              <a:t/>
            </a:r>
            <a:endParaRPr sz="100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d573131aa0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LẠY NỮ VƯƠNG THIÊN ĐÀNG</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Lạy Nữ Vương Thiên Đàng hãy vui mừng – Alleluia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Vì Đấng Mẹ đã đáng cưu mang trong lòng – Alleluia.</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Người đã sống lại thật như lời đã phán hứa – Alleluia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Xin cầu cùng Chúa cho chúng con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Thánh Nữ Đồng Trinh Maria hãy hỉ hoan khoái lạc – Alleluia.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Vì Chúa đã sống lại thật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8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ts val="8500"/>
              <a:buNone/>
            </a:pPr>
            <a:r>
              <a:rPr b="1" lang="en-US" sz="7500">
                <a:solidFill>
                  <a:schemeClr val="lt1"/>
                </a:solidFill>
                <a:latin typeface="Times New Roman"/>
                <a:ea typeface="Times New Roman"/>
                <a:cs typeface="Times New Roman"/>
                <a:sym typeface="Times New Roman"/>
              </a:rPr>
              <a:t>Lạy Chúa, là Đấng đã làm cho thiên hạ đặng vui mừng quá bội</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bởi Đức Chúa Giêsu Kitô là Con Chúa cùng là Chúa chúng con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400">
                <a:solidFill>
                  <a:schemeClr val="lt1"/>
                </a:solidFill>
                <a:latin typeface="Times New Roman"/>
                <a:ea typeface="Times New Roman"/>
                <a:cs typeface="Times New Roman"/>
                <a:sym typeface="Times New Roman"/>
              </a:rPr>
              <a:t>xin vì Đức Nữ Đồng Trinh Maria là Thánh Mẫu Người nguyện cầu </a:t>
            </a:r>
            <a:endParaRPr sz="7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cho chúng con được hưởng phúc vui vẻ hằng sống đời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500">
                <a:solidFill>
                  <a:schemeClr val="lt1"/>
                </a:solidFill>
                <a:latin typeface="Times New Roman"/>
                <a:ea typeface="Times New Roman"/>
                <a:cs typeface="Times New Roman"/>
                <a:sym typeface="Times New Roman"/>
              </a:rPr>
              <a:t>Vì công nghiệp Chúa Kitô là Chúa chúng con. Amen.</a:t>
            </a:r>
            <a:endParaRPr sz="7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id="648" name="Google Shape;648;g3e6e2da66e2_0_1"/>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ÁNH SÁNG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VINH QUANG</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Ngọc Linh</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Ánh sáng đã xóa tan màn đêm, trần gian ơi hãy vui mừng.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khắp chốn hãy hát lên, mừng Chúa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1. </a:t>
            </a:r>
            <a:r>
              <a:rPr b="1" lang="en-US" sz="7200">
                <a:solidFill>
                  <a:schemeClr val="lt1"/>
                </a:solidFill>
                <a:latin typeface="Times New Roman"/>
                <a:ea typeface="Times New Roman"/>
                <a:cs typeface="Times New Roman"/>
                <a:sym typeface="Times New Roman"/>
              </a:rPr>
              <a:t>Ngài ngự trên ngai vua cao sang, Ngài tỏa chiếu ánh sáng vinh quang,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d89366497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đã sống cho nhân loại cùng sống.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6e2da66e2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Ánh sáng đã xóa tan màn đêm, trần gian ơi hãy vui mừng.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e6e2da66e2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khắp chốn hãy hát lên, mừng Chúa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pic>
        <p:nvPicPr>
          <p:cNvPr id="688" name="Google Shape;688;g3e6e2da66e2_0_5"/>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d48ab63a6f_0_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RẢY NƯỚC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Văn Hoà)</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48ab63a6f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Tôi đã thấy nước từ bên phải đền thờ chảy ra. Al-le-lu-ia!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d48ab63a6f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Và nước ấy chảy đến những ai thì tất cả đều được cứu rỗi và reo lên. Al-le-lu-ia! Al-le-lu-ia.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d48ab63a6f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Lạy Chúa xin thương xót con theo lượng từ bi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d48ab63a6f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Sáng danh Đức Chúa Cha và Đức Chúa Con và Đức Chúa Thánh Thần.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d48ab63a6f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như đã có trước vô cùng và bây giờ và hằng có và đời đời chẳng cùng. A-men.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290"/>
          <p:cNvSpPr txBox="1"/>
          <p:nvPr/>
        </p:nvSpPr>
        <p:spPr>
          <a:xfrm>
            <a:off x="0" y="-15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EE0000"/>
              </a:buClr>
              <a:buSzPts val="9600"/>
              <a:buFont typeface="Times"/>
              <a:buNone/>
            </a:pPr>
            <a:r>
              <a:rPr b="1" i="1" lang="en-US" sz="8000" u="none" cap="none" strike="noStrike">
                <a:solidFill>
                  <a:schemeClr val="lt1"/>
                </a:solidFill>
                <a:latin typeface="Times"/>
                <a:ea typeface="Times"/>
                <a:cs typeface="Times"/>
                <a:sym typeface="Times"/>
              </a:rPr>
              <a:t>Sau Lời nguyện Cộng đồng đáp:</a:t>
            </a:r>
            <a:r>
              <a:rPr b="1" i="0" lang="en-US" sz="8000" u="none" cap="none" strike="noStrike">
                <a:solidFill>
                  <a:srgbClr val="FFFF00"/>
                </a:solidFill>
                <a:latin typeface="Times"/>
                <a:ea typeface="Times"/>
                <a:cs typeface="Times"/>
                <a:sym typeface="Times"/>
              </a:rPr>
              <a:t> AMEN</a:t>
            </a:r>
            <a:endParaRPr b="1" i="0" sz="8000" u="none" cap="none" strike="noStrike">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g3e6e2da66e2_0_9"/>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34" name="Google Shape;73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5" name="Shape 745"/>
        <p:cNvGrpSpPr/>
        <p:nvPr/>
      </p:nvGrpSpPr>
      <p:grpSpPr>
        <a:xfrm>
          <a:off x="0" y="0"/>
          <a:ext cx="0" cy="0"/>
          <a:chOff x="0" y="0"/>
          <a:chExt cx="0" cy="0"/>
        </a:xfrm>
      </p:grpSpPr>
      <p:sp>
        <p:nvSpPr>
          <p:cNvPr id="746" name="Google Shape;74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g3e6e2da66e2_0_13"/>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1" name="Shape 821"/>
        <p:cNvGrpSpPr/>
        <p:nvPr/>
      </p:nvGrpSpPr>
      <p:grpSpPr>
        <a:xfrm>
          <a:off x="0" y="0"/>
          <a:ext cx="0" cy="0"/>
          <a:chOff x="0" y="0"/>
          <a:chExt cx="0" cy="0"/>
        </a:xfrm>
      </p:grpSpPr>
      <p:sp>
        <p:nvSpPr>
          <p:cNvPr id="822" name="Google Shape;82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23" name="Google Shape;823;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32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e6e2da66e2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Vì Lời Chúa đó là Lời luôn chân chính. Ca tụng Ngài là việc của kẻ lòng ngay.</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e6e2da66e2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Ngài yêu thích đức chính trực và công minh. Khắp trên địa cầu ơn lành của Chúa tràn lan.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e6e2da66e2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xin hãy tỏ lòng từ bi Chúa ơi, như chúng con đây luôn vẫn tin cậy nơi Chúa.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 </a:t>
            </a:r>
            <a:r>
              <a:rPr b="1" lang="en-US" sz="6800">
                <a:solidFill>
                  <a:schemeClr val="lt1"/>
                </a:solidFill>
                <a:latin typeface="Times New Roman"/>
                <a:ea typeface="Times New Roman"/>
                <a:cs typeface="Times New Roman"/>
                <a:sym typeface="Times New Roman"/>
              </a:rPr>
              <a:t>Kìa Chúa đã dõi theo người sợ kính Chúa. Xem những ai cậy vào ơn Chúa dủ thương.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e6e2da66e2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Để cứu gỡ kẻ trong vòng tay thần chết. Chúa dưỡng nuôi họ trong đời khốn khó lầm than.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e6e2da66e2_0_1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xin hãy tỏ lòng từ bi Chúa ơi, như chúng con đây luôn vẫn tin cậy nơi Chúa.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3. </a:t>
            </a:r>
            <a:r>
              <a:rPr b="1" lang="en-US" sz="6900">
                <a:solidFill>
                  <a:schemeClr val="lt1"/>
                </a:solidFill>
                <a:latin typeface="Times New Roman"/>
                <a:ea typeface="Times New Roman"/>
                <a:cs typeface="Times New Roman"/>
                <a:sym typeface="Times New Roman"/>
              </a:rPr>
              <a:t>Này con đây vẫn luôn cậy trông nơi Chúa. Chính Chúa luôn phù trợ che chở đời con.</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e6e2da66e2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Nguyện xin Chúa đổ tràn lòng từ bi Chúa, cũng như chúng con trông cậy nơi Chúa mà thôi.</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e6e2da66e2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xin hãy tỏ lòng từ bi Chúa ơi, như chúng con đây luôn vẫn tin cậy nơi Chúa.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7" name="Shape 877"/>
        <p:cNvGrpSpPr/>
        <p:nvPr/>
      </p:nvGrpSpPr>
      <p:grpSpPr>
        <a:xfrm>
          <a:off x="0" y="0"/>
          <a:ext cx="0" cy="0"/>
          <a:chOff x="0" y="0"/>
          <a:chExt cx="0" cy="0"/>
        </a:xfrm>
      </p:grpSpPr>
      <p:sp>
        <p:nvSpPr>
          <p:cNvPr id="878" name="Google Shape;87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79" name="Google Shape;87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6800">
                <a:solidFill>
                  <a:schemeClr val="lt1"/>
                </a:solidFill>
                <a:latin typeface="Times"/>
                <a:ea typeface="Times"/>
                <a:cs typeface="Times"/>
                <a:sym typeface="Times"/>
              </a:rPr>
              <a:t>Chúa phán: "Thầy là đường là sự thật và là sự sống, </a:t>
            </a:r>
            <a:endParaRPr b="1" sz="6800">
              <a:solidFill>
                <a:schemeClr val="lt1"/>
              </a:solidFill>
              <a:latin typeface="Times"/>
              <a:ea typeface="Times"/>
              <a:cs typeface="Times"/>
              <a:sym typeface="Times"/>
            </a:endParaRPr>
          </a:p>
        </p:txBody>
      </p:sp>
      <p:sp>
        <p:nvSpPr>
          <p:cNvPr id="886" name="Google Shape;88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900">
                <a:solidFill>
                  <a:schemeClr val="lt1"/>
                </a:solidFill>
                <a:latin typeface="Times"/>
                <a:ea typeface="Times"/>
                <a:cs typeface="Times"/>
                <a:sym typeface="Times"/>
              </a:rPr>
              <a:t>không ai đến được </a:t>
            </a:r>
            <a:br>
              <a:rPr b="1" lang="en-US" sz="6900">
                <a:solidFill>
                  <a:schemeClr val="lt1"/>
                </a:solidFill>
                <a:latin typeface="Times"/>
                <a:ea typeface="Times"/>
                <a:cs typeface="Times"/>
                <a:sym typeface="Times"/>
              </a:rPr>
            </a:br>
            <a:r>
              <a:rPr b="1" lang="en-US" sz="6900">
                <a:solidFill>
                  <a:schemeClr val="lt1"/>
                </a:solidFill>
                <a:latin typeface="Times"/>
                <a:ea typeface="Times"/>
                <a:cs typeface="Times"/>
                <a:sym typeface="Times"/>
              </a:rPr>
              <a:t>với Cha mà lại không qua Thầy". </a:t>
            </a: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pic>
        <p:nvPicPr>
          <p:cNvPr id="896" name="Google Shape;896;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pic>
        <p:nvPicPr>
          <p:cNvPr id="901" name="Google Shape;901;g3e6e2da66e2_0_17"/>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07" name="Google Shape;90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lòng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pic>
        <p:nvPicPr>
          <p:cNvPr id="1007" name="Google Shape;1007;g3e6e2da66e2_0_21"/>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dd33158570_0_3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HIẾN LỄ TÌNH YÊU</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Hoài Bắc</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dd33158570_0_3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Với tấm lòng thành con dâng kính, tựa làn khói hương bay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trước tòa.</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dd33158570_0_3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Tấm bánh hòa rượu nho khiết tinh, mong biến thành lễ vật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de4329e4d7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Xin Cha thương chấp nhận của lễ, kính dâng Cha với cả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de4329e4d7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Dẫu đau thương nguy khó trong đời, bao ưu tư phủ đầy cuộc sống.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de4329e4d7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lên như một hy lễ mong được liên kết ân thiêng máu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e6e2da66e2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giúp con kiên vững tin yêu, sống yên vui bước trọn đường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d89366497e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2. </a:t>
            </a:r>
            <a:r>
              <a:rPr b="1" lang="en-US" sz="7800">
                <a:solidFill>
                  <a:schemeClr val="lt1"/>
                </a:solidFill>
                <a:latin typeface="Times New Roman"/>
                <a:ea typeface="Times New Roman"/>
                <a:cs typeface="Times New Roman"/>
                <a:sym typeface="Times New Roman"/>
              </a:rPr>
              <a:t>Những tháng ngày đời con mau qua, nhiều vương vấn ưu tư xóa nhòa.</a:t>
            </a:r>
            <a:endParaRPr b="1" sz="7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d89366497e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Nỗi oan trường đè lên tấm thân, xin tiến Ngài chút tình đau thương.</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e6e2da66e2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Xin Cha thương chấp nhận của lễ, kính dâng Cha với cả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3e6e2da66e2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Dẫu đau thương nguy khó trong đời, bao ưu tư phủ đầy cuộc sống.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g3e6e2da66e2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lên như một hy lễ mong được liên kết ân thiêng máu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e6e2da66e2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giúp con kiên vững tin yêu, sống yên vui bước trọn đường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pic>
        <p:nvPicPr>
          <p:cNvPr id="1077" name="Google Shape;1077;p201"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pic>
        <p:nvPicPr>
          <p:cNvPr id="1097" name="Google Shape;1097;g3d48ab63a6f_0_26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pic>
        <p:nvPicPr>
          <p:cNvPr id="1117" name="Google Shape;1117;g3d48ab63a6f_0_270"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800">
                <a:solidFill>
                  <a:schemeClr val="lt1"/>
                </a:solidFill>
                <a:latin typeface="Times"/>
                <a:ea typeface="Times"/>
                <a:cs typeface="Times"/>
                <a:sym typeface="Times"/>
              </a:rPr>
              <a:t>Chiên Vượt qua của chúng ta là Đức Kitô đã hiến tế, </a:t>
            </a:r>
            <a:endParaRPr b="1" sz="6800">
              <a:solidFill>
                <a:schemeClr val="lt1"/>
              </a:solidFill>
              <a:latin typeface="Times"/>
              <a:ea typeface="Times"/>
              <a:cs typeface="Times"/>
              <a:sym typeface="Times"/>
            </a:endParaRPr>
          </a:p>
        </p:txBody>
      </p:sp>
      <p:sp>
        <p:nvSpPr>
          <p:cNvPr id="1123" name="Google Shape;1123;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d89366497e_0_9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a:ea typeface="Times"/>
                <a:cs typeface="Times"/>
                <a:sym typeface="Times"/>
              </a:rPr>
              <a:t>vì thế chúng ta hãy mừng lễ với bánh không men tinh tuyền và chân chính – Al-le-lu-ia.</a:t>
            </a:r>
            <a:endParaRPr b="1" sz="7000">
              <a:solidFill>
                <a:schemeClr val="lt1"/>
              </a:solidFill>
              <a:latin typeface="Times"/>
              <a:ea typeface="Times"/>
              <a:cs typeface="Times"/>
              <a:sym typeface="Times"/>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pic>
        <p:nvPicPr>
          <p:cNvPr id="1133" name="Google Shape;1133;g3d48ab63a6f_0_274"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ĐƯỜNG CHÂN LÝ</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Lm. Bùi Công Huy, OP</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a:t>
            </a:r>
            <a:r>
              <a:rPr b="1" lang="en-US" sz="7600">
                <a:solidFill>
                  <a:srgbClr val="FFFF00"/>
                </a:solidFill>
                <a:latin typeface="Times New Roman"/>
                <a:ea typeface="Times New Roman"/>
                <a:cs typeface="Times New Roman"/>
                <a:sym typeface="Times New Roman"/>
              </a:rPr>
              <a:t> </a:t>
            </a:r>
            <a:r>
              <a:rPr b="1" lang="en-US" sz="7600">
                <a:solidFill>
                  <a:schemeClr val="lt1"/>
                </a:solidFill>
                <a:latin typeface="Times New Roman"/>
                <a:ea typeface="Times New Roman"/>
                <a:cs typeface="Times New Roman"/>
                <a:sym typeface="Times New Roman"/>
              </a:rPr>
              <a:t>Lạy Chúa, đường chân lý này con đã chọn, xin hướng dẫn đưa bước chân con.</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Để nên chứng nhân cho tình Ngài, để đời con được sống trung kiên.</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dd33158570_0_1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Vì lạy Chúa, đường chân lý này con kiếm tìm, đường chân lý cứu thoát nhân gian,</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dd33158570_0_1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đường chân lý sáng soi cuộc đời và dìu dắt về nơi mến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Chúa chính là chân lý, là lẽ sống và là con đường.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Chúa chính nguồn vinh phúc, nguồn ánh sáng và nguồn tình yêu.</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pic>
        <p:nvPicPr>
          <p:cNvPr id="1173" name="Google Shape;1173;g3e6e2da66e2_0_25"/>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d72cc0870c_0_13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THÁNG HOA</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Duy Tân</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d72cc0870c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ĐK:</a:t>
            </a:r>
            <a:r>
              <a:rPr b="1" lang="en-US" sz="6800">
                <a:solidFill>
                  <a:srgbClr val="FFFFFF"/>
                </a:solidFill>
                <a:latin typeface="Times New Roman"/>
                <a:ea typeface="Times New Roman"/>
                <a:cs typeface="Times New Roman"/>
                <a:sym typeface="Times New Roman"/>
              </a:rPr>
              <a:t> </a:t>
            </a:r>
            <a:r>
              <a:rPr b="1" lang="en-US" sz="6800">
                <a:solidFill>
                  <a:srgbClr val="FFFFFF"/>
                </a:solidFill>
                <a:latin typeface="Times New Roman"/>
                <a:ea typeface="Times New Roman"/>
                <a:cs typeface="Times New Roman"/>
                <a:sym typeface="Times New Roman"/>
              </a:rPr>
              <a:t>Đây tháng hoa chúng con trung thành thật thà. Dâng tiến hoa lòng mến dâng lời cung chúc.</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d72cc0870c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Hương sắc bay tỏa ngát nhan Mẹ diễm phúc. Muôn tháng hoa lòng mến yêu Mẹ không nhòa.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d89366497e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600">
                <a:solidFill>
                  <a:srgbClr val="FFFF00"/>
                </a:solidFill>
                <a:latin typeface="Times New Roman"/>
                <a:ea typeface="Times New Roman"/>
                <a:cs typeface="Times New Roman"/>
                <a:sym typeface="Times New Roman"/>
              </a:rPr>
              <a:t>1.</a:t>
            </a:r>
            <a:r>
              <a:rPr b="1" lang="en-US" sz="6600">
                <a:solidFill>
                  <a:srgbClr val="FFFFFF"/>
                </a:solidFill>
                <a:latin typeface="Times New Roman"/>
                <a:ea typeface="Times New Roman"/>
                <a:cs typeface="Times New Roman"/>
                <a:sym typeface="Times New Roman"/>
              </a:rPr>
              <a:t> </a:t>
            </a:r>
            <a:r>
              <a:rPr b="1" lang="en-US" sz="6600">
                <a:solidFill>
                  <a:srgbClr val="FFFFFF"/>
                </a:solidFill>
                <a:latin typeface="Times New Roman"/>
                <a:ea typeface="Times New Roman"/>
                <a:cs typeface="Times New Roman"/>
                <a:sym typeface="Times New Roman"/>
              </a:rPr>
              <a:t>Đây muôn hoa đẹp còn tươi thắm xinh vô ngần, đây muôn tâm hồn bay theo lời ca tiến dâng.</a:t>
            </a:r>
            <a:endParaRPr b="1" sz="6600">
              <a:solidFill>
                <a:srgbClr val="FFFFFF"/>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d89366497e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Ôi Maria! Mẹ tung xuống muôn hoa trời, để đời chúng con đẹp vui nhớ quê xa vời.</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e6e2da66e2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ĐK:</a:t>
            </a:r>
            <a:r>
              <a:rPr b="1" lang="en-US" sz="6800">
                <a:solidFill>
                  <a:srgbClr val="FFFFFF"/>
                </a:solidFill>
                <a:latin typeface="Times New Roman"/>
                <a:ea typeface="Times New Roman"/>
                <a:cs typeface="Times New Roman"/>
                <a:sym typeface="Times New Roman"/>
              </a:rPr>
              <a:t> Đây tháng hoa chúng con trung thành thật thà. Dâng tiến hoa lòng mến dâng lời cung chúc.</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e6e2da66e2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Hương sắc bay tỏa ngát nhan Mẹ diễm phúc. Muôn tháng hoa lòng mến yêu Mẹ không nhòa.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pic>
        <p:nvPicPr>
          <p:cNvPr id="1213" name="Google Shape;1213;g3d89366497e_0_160" title="ChatGPT Image 13_43_18 24 thg 4, 2026.png"/>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