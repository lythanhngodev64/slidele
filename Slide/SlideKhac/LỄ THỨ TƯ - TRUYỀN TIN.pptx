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61" roundtripDataSignature="AMtx7mh0ThLP9AVqsT/Md8b04iWyo8RK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customschemas.google.com/relationships/presentationmetadata" Target="metadata"/><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212c3a311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d212c3a311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f2e8d6b56_0_5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f2e8d6b56_0_5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21ecc069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d21ecc069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b7c2c030f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cb7c2c030f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d21ecc0691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d21ecc0691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21ecc0691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d21ecc0691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d21ecc0691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d21ecc0691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21ecc0691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d21ecc0691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212c3a31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d212c3a31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d7b5767d67_0_5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d7b5767d67_0_5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7b5767d67_0_5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d7b5767d67_0_5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93" name="Google Shape;393;g3d7b5767d67_0_5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7b5767d67_0_5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d7b5767d67_0_5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399" name="Google Shape;399;g3d7b5767d67_0_5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7b5767d67_0_5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d7b5767d67_0_5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05" name="Google Shape;405;g3d7b5767d67_0_57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7b5767d67_0_5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d7b5767d67_0_5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1" name="Google Shape;411;g3d7b5767d67_0_57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7b5767d67_0_5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d7b5767d67_0_5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7" name="Google Shape;417;g3d7b5767d67_0_58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7b5767d67_0_5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d7b5767d67_0_5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3" name="Google Shape;423;g3d7b5767d67_0_58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7b5767d67_0_5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d7b5767d67_0_5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9" name="Google Shape;429;g3d7b5767d67_0_59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7b5767d67_0_5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d7b5767d67_0_5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5" name="Google Shape;435;g3d7b5767d67_0_59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d7b5767d67_0_6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g3d7b5767d67_0_6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1" name="Google Shape;441;g3d7b5767d67_0_60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d7b5767d67_0_6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d7b5767d67_0_6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7" name="Google Shape;447;g3d7b5767d67_0_60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d7b5767d67_0_6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d7b5767d67_0_6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3" name="Google Shape;453;g3d7b5767d67_0_61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7b5767d67_0_6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g3d7b5767d67_0_6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9" name="Google Shape;459;g3d7b5767d67_0_61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7b5767d67_0_6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d7b5767d67_0_6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5" name="Google Shape;465;g3d7b5767d67_0_62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212c3a31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d212c3a31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bf2e8d6b56_0_4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g3bf2e8d6b56_0_4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f2e8d6b56_0_4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bf2e8d6b56_0_4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cb7c2c030f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g3cb7c2c030f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2197176c3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g3d2197176c3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bf2e8d6b56_0_4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3bf2e8d6b56_0_4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212c3a311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g3d212c3a311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2197176c3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g3d2197176c3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2197176c3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g3d2197176c3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2197176c3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g3d2197176c3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d2197176c3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3d2197176c3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d2197176c3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g3d2197176c3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d2197176c3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g3d2197176c3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2197176c3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g3d2197176c3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2197176c3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g3d2197176c3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d2197176c3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g3d2197176c3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d2197176c3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g3d2197176c3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7b5767d6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3d7b5767d6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g3d7b5767d67_0_1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d212c3a31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g3d212c3a31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ca14f709a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g3ca14f709a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a14f709a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ca14f709a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ca14f709a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g3ca14f709a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ca14f709a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3ca14f709a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a14f709a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ca14f709a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a14f709a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ca14f709a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ca14f709a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g3ca14f709a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ca14f709a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g3ca14f709a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ca14f709a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ca14f709a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ca14f709a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g3ca14f709a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ca14f709a1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ca14f709a1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ca14f709a1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ca14f709a1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ca14f709a1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ca14f709a1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ca14f709a1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ca14f709a1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ca14f709a1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ca14f709a1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ca14f709a1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ca14f709a1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ca14f709a1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ca14f709a1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ca14f709a1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ca14f709a1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ca14f709a1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ca14f709a1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ca14f709a1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3ca14f709a1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212c3a31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g3d212c3a31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d7b5767d67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g3d7b5767d67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d7b5767d67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d7b5767d67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d7b5767d67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3d7b5767d67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d7b5767d67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0" name="Google Shape;710;g3d7b5767d67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d7b5767d67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5" name="Google Shape;715;g3d7b5767d67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d7b5767d67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g3d7b5767d67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d7b5767d67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g3d7b5767d67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d212c3a311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0" name="Google Shape;730;g3d212c3a311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d212c3a311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d212c3a311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d7b5767d67_0_4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g3d7b5767d67_0_4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7b5767d67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g3d7b5767d67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d7b5767d67_0_3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d7b5767d67_0_3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d7b5767d67_0_3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d7b5767d67_0_3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bf2e8d6b56_0_6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bf2e8d6b56_0_6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d7b5767d67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d7b5767d67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d7b5767d67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d7b5767d67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d7b5767d67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d7b5767d67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d7b5767d67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d7b5767d67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d212c3a311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d212c3a311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d212c3a311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d212c3a311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d212c3a311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d212c3a311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d212c3a311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d212c3a311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212c3a31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212c3a31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7b5767d67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7b5767d67_0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7b5767d67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7b5767d67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212c3a31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212c3a31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4.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6.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5.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3.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d212c3a311_0_1"/>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TRINH NỮ</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ĐẦY ÂN PHÚC</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Thái Nguyên)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f2e8d6b56_0_5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Mừng vui lên Trinh Nữ đầy ân phúc</a:t>
            </a:r>
            <a:r>
              <a:rPr b="1" i="1" lang="en-US" sz="7500">
                <a:solidFill>
                  <a:srgbClr val="FFFFFF"/>
                </a:solidFill>
                <a:latin typeface="Times New Roman"/>
                <a:ea typeface="Times New Roman"/>
                <a:cs typeface="Times New Roman"/>
                <a:sym typeface="Times New Roman"/>
              </a:rPr>
              <a:t>.</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d21ecc0691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Vì Thiên Chúa ở cùng, ở cùng. </a:t>
            </a:r>
            <a:r>
              <a:rPr b="1" lang="en-US" sz="7500">
                <a:solidFill>
                  <a:schemeClr val="lt1"/>
                </a:solidFill>
                <a:latin typeface="Times New Roman"/>
                <a:ea typeface="Times New Roman"/>
                <a:cs typeface="Times New Roman"/>
                <a:sym typeface="Times New Roman"/>
              </a:rPr>
              <a:t>Bà có phúc, có phúc lạ hơn mọi người nữ.</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cb7c2c030f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Này Bà sẽ thụ thai sinh hạ con trai tên là Giê - su.</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d21ecc0691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Người sẽ nên cao cả, và được gọi là con Đấng Tối Cao.</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d21ecc0691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Đức Chúa sẽ ban cho Người ngôi bấu tổ phụ, triều đại Người sẽ vô cùng vô tận.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d21ecc0691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Mừng vui lên Trinh Nữ đầy ân phúc</a:t>
            </a:r>
            <a:r>
              <a:rPr b="1" i="1" lang="en-US" sz="7500">
                <a:solidFill>
                  <a:srgbClr val="FFFFFF"/>
                </a:solidFill>
                <a:latin typeface="Times New Roman"/>
                <a:ea typeface="Times New Roman"/>
                <a:cs typeface="Times New Roman"/>
                <a:sym typeface="Times New Roman"/>
              </a:rPr>
              <a:t> (Trinh nữ đầy phúc ân).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d21ecc0691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Vì Thiên Chúa ở cùng, ở cùng. </a:t>
            </a:r>
            <a:r>
              <a:rPr b="1" lang="en-US" sz="7500">
                <a:solidFill>
                  <a:schemeClr val="lt1"/>
                </a:solidFill>
                <a:latin typeface="Times New Roman"/>
                <a:ea typeface="Times New Roman"/>
                <a:cs typeface="Times New Roman"/>
                <a:sym typeface="Times New Roman"/>
              </a:rPr>
              <a:t>Bà có phúc, có phúc lạ hơn mọi người nữ.</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g3d212c3a311_0_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d7b5767d67_0_559"/>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389" name="Google Shape;389;g3d7b5767d67_0_559"/>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d7b5767d67_0_56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sp>
        <p:nvSpPr>
          <p:cNvPr id="401" name="Google Shape;401;g3d7b5767d67_0_5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d7b5767d67_0_57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d7b5767d67_0_57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d7b5767d67_0_58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d7b5767d67_0_58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d7b5767d67_0_59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d7b5767d67_0_59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d7b5767d67_0_60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d7b5767d67_0_60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d7b5767d67_0_61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3d7b5767d67_0_61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3d7b5767d67_0_62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g3d212c3a311_0_9"/>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6" name="Shape 476"/>
        <p:cNvGrpSpPr/>
        <p:nvPr/>
      </p:nvGrpSpPr>
      <p:grpSpPr>
        <a:xfrm>
          <a:off x="0" y="0"/>
          <a:ext cx="0" cy="0"/>
          <a:chOff x="0" y="0"/>
          <a:chExt cx="0" cy="0"/>
        </a:xfrm>
      </p:grpSpPr>
      <p:pic>
        <p:nvPicPr>
          <p:cNvPr id="477" name="Google Shape;477;p133" title="Le truyen tin - Bai 1.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bf2e8d6b56_0_4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39</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bf2e8d6b56_0_4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Hy sinh và lễ vật dâng thì Chúa chẳng ưng.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cb7c2c030f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không đòi lễ toàn thiêu hay là của lễ đền bồi,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d2197176c3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lúc bấy giờ con xin thưa: “Này con xin đến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bf2e8d6b56_0_4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xin đến để thực thi thánh ý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d212c3a311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truyền rao chân lý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d2197176c3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luôn sung sướng thực thi đẹp ý Chúa luôn,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d2197176c3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đã ghi vào trong lòng tôi thánh chỉ của Chúa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d2197176c3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tôi loan truyền công minh Chúa, lạy Chúa Chúa đã biết rồi.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d2197176c3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xin đến để thực thi thánh ý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d2197176c3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truyền rao chân lý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g3d2197176c3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Tôi không che lấp lòng tôi về đức công minh.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g3d2197176c3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Kể ra lòng trung thành Chúa phù trợ nâng đỡ cuộc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3d2197176c3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tôi đây mừng vui hân hoan thực thi ý Chúa vẹn toàn.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3d2197176c3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này con xin đến để thực thi thánh ý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d2197176c3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truyền rao chân lý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 name="Shape 561"/>
        <p:cNvGrpSpPr/>
        <p:nvPr/>
      </p:nvGrpSpPr>
      <p:grpSpPr>
        <a:xfrm>
          <a:off x="0" y="0"/>
          <a:ext cx="0" cy="0"/>
          <a:chOff x="0" y="0"/>
          <a:chExt cx="0" cy="0"/>
        </a:xfrm>
      </p:grpSpPr>
      <p:sp>
        <p:nvSpPr>
          <p:cNvPr id="562" name="Google Shape;562;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63" name="Google Shape;563;p155" title="Le truyen tin - Bai 2.jpg"/>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lang="en-US" sz="7500">
                <a:solidFill>
                  <a:schemeClr val="lt1"/>
                </a:solidFill>
                <a:latin typeface="Times"/>
                <a:ea typeface="Times"/>
                <a:cs typeface="Times"/>
                <a:sym typeface="Times"/>
              </a:rPr>
              <a:t>Ngôi Lời đã làm người và đang ngự giữa chúng ta. </a:t>
            </a:r>
            <a:endParaRPr b="1" sz="7500">
              <a:solidFill>
                <a:schemeClr val="lt1"/>
              </a:solidFill>
              <a:latin typeface="Times"/>
              <a:ea typeface="Times"/>
              <a:cs typeface="Times"/>
              <a:sym typeface="Times"/>
            </a:endParaRPr>
          </a:p>
        </p:txBody>
      </p:sp>
      <p:sp>
        <p:nvSpPr>
          <p:cNvPr id="570" name="Google Shape;570;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d7b5767d67_0_16"/>
          <p:cNvSpPr txBox="1"/>
          <p:nvPr>
            <p:ph type="ctrTitle"/>
          </p:nvPr>
        </p:nvSpPr>
        <p:spPr>
          <a:xfrm>
            <a:off x="0" y="-225"/>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lang="en-US" sz="7500">
                <a:solidFill>
                  <a:schemeClr val="lt1"/>
                </a:solidFill>
                <a:latin typeface="Times"/>
                <a:ea typeface="Times"/>
                <a:cs typeface="Times"/>
                <a:sym typeface="Times"/>
              </a:rPr>
              <a:t>Chúng ta đã nhìn thấy vinh quang của Người hiện trị.</a:t>
            </a:r>
            <a:endParaRPr b="1" sz="7500">
              <a:solidFill>
                <a:schemeClr val="accent4"/>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pic>
        <p:nvPicPr>
          <p:cNvPr id="581" name="Google Shape;581;g3baa6357486_0_13" title="Le truyen tin - Tin mung.jpg"/>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g3d212c3a311_0_13"/>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ca14f709a1_0_0"/>
          <p:cNvSpPr txBox="1"/>
          <p:nvPr>
            <p:ph type="ctrTitle"/>
          </p:nvPr>
        </p:nvSpPr>
        <p:spPr>
          <a:xfrm>
            <a:off x="0" y="514351"/>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592" name="Google Shape;592;g3ca14f709a1_0_0"/>
          <p:cNvSpPr txBox="1"/>
          <p:nvPr/>
        </p:nvSpPr>
        <p:spPr>
          <a:xfrm>
            <a:off x="0" y="0"/>
            <a:ext cx="9144000" cy="7380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ca14f709a1_0_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accent4"/>
                </a:solidFill>
                <a:latin typeface="Times"/>
                <a:ea typeface="Times"/>
                <a:cs typeface="Times"/>
                <a:sym typeface="Times"/>
              </a:rPr>
              <a:t>Cđ: </a:t>
            </a: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ca14f709a1_0_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ca14f709a1_0_1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ca14f709a1_0_1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ca14f709a1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ca14f709a1_0_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ca14f709a1_0_2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ca14f709a1_0_3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i="1" lang="en-US" sz="5600">
                <a:solidFill>
                  <a:schemeClr val="accent4"/>
                </a:solidFill>
                <a:latin typeface="Times"/>
                <a:ea typeface="Times"/>
                <a:cs typeface="Times"/>
                <a:sym typeface="Times"/>
              </a:rPr>
              <a:t>(Xin mời quỳ)</a:t>
            </a:r>
            <a:r>
              <a:rPr b="1" lang="en-US" sz="6800">
                <a:solidFill>
                  <a:schemeClr val="lt1"/>
                </a:solidFill>
                <a:latin typeface="Times"/>
                <a:ea typeface="Times"/>
                <a:cs typeface="Times"/>
                <a:sym typeface="Times"/>
              </a:rPr>
              <a:t> </a:t>
            </a: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ca14f709a1_0_3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ca14f709a1_0_4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ca14f709a1_0_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ca14f709a1_0_4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ca14f709a1_0_5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3ca14f709a1_0_5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ca14f709a1_0_6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ca14f709a1_0_6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ca14f709a1_0_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ca14f709a1_0_7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ca14f709a1_0_7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pic>
        <p:nvPicPr>
          <p:cNvPr id="692" name="Google Shape;692;g3d212c3a311_0_17"/>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g3d7b5767d67_0_11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CÙNG TIẾN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Nguyên Kha</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d7b5767d67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Chúa sai sứ thần dâng lễ vật này lên trước Thiên Nhan.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d7b5767d67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lễ vật tinh tuyền, lễ vật vô giá đoàn con dâng Chúa Thiên Toà.</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3d7b5767d67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Cùng tiến dâng lên, cùng tiến dâng lên này rượu với (i-a) bánh thơm,</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d7b5767d67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tiến dâng lên, tiến dâng Gia-vê thân xác tâm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d7b5767d67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Con ước mong tâm hồn trinh trong tinh tuyền như bánh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3d7b5767d67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Như đoá huệ trắng ngần, hương trầm nghi ngút nhẹ bay lên cõi Thiên Đàng.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3d212c3a311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Cùng tiến dâng lên, cùng tiến dâng lên này rượu với (i-a) bánh thơm,</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d212c3a311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tiến dâng lên, tiến dâng Gia-vê thân xác tâm hồn.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descr="A golden chalice and a cross next to a book&#10;&#10;AI-generated content may be incorrect." id="742" name="Google Shape;742;g3d7b5767d67_0_476"/>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pic>
        <p:nvPicPr>
          <p:cNvPr descr="A golden chalice and a cross next to a book&#10;&#10;AI-generated content may be incorrect." id="762" name="Google Shape;762;g3d7b5767d67_0_239"/>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descr="A golden chalice and a cross next to a book&#10;&#10;AI-generated content may be incorrect." id="782" name="Google Shape;782;g3d7b5767d67_0_318"/>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c80dc9c1fd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Này đây trinh nữ sẽ thụ thai và sinh một con trai, đặt tên là Em-ma-nu-en.</a:t>
            </a:r>
            <a:endParaRPr b="1" sz="7000">
              <a:solidFill>
                <a:schemeClr val="lt1"/>
              </a:solidFill>
              <a:latin typeface="Times New Roman"/>
              <a:ea typeface="Times New Roman"/>
              <a:cs typeface="Times New Roman"/>
              <a:sym typeface="Times New Roman"/>
            </a:endParaRPr>
          </a:p>
        </p:txBody>
      </p:sp>
      <p:sp>
        <p:nvSpPr>
          <p:cNvPr id="788" name="Google Shape;788;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pic>
        <p:nvPicPr>
          <p:cNvPr descr="A golden chalice and a cross next to a book&#10;&#10;AI-generated content may be incorrect." id="793" name="Google Shape;793;g3d7b5767d67_0_397"/>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bf2e8d6b56_0_66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NHƯ MẸ</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a:t>
            </a:r>
            <a:r>
              <a:rPr b="1" i="1" lang="en-US" sz="4700">
                <a:solidFill>
                  <a:srgbClr val="FFD966"/>
                </a:solidFill>
                <a:latin typeface="Times New Roman"/>
                <a:ea typeface="Times New Roman"/>
                <a:cs typeface="Times New Roman"/>
                <a:sym typeface="Times New Roman"/>
              </a:rPr>
              <a:t>Thái Nguyên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d7b5767d67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Xin vâng như Mẹ một lần, dù đau thương không hề vướng vấn.</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d7b5767d67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Xin vâng như Mẹ khi xưa, dù đường đời dong duổi nắng mưa.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d7b5767d67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Xin đưa con vào cuộc đời, dìu con đi trên đường ý Chúa.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d7b5767d67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An tâm có Mẹ bên con, dù mỏi mòn vui tiếng Xin Vâng.</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d212c3a311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2.</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Xin vâng như Mẹ trọn đời, lòng hiến dâng trên đường đi tới.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d212c3a311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Xin vâng như Mẹ muôn nơi, cảnh ngộ nào cũng bước qua thôi.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d212c3a311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Xin đưa con vào cuộc đời, dìu con đi trên đường ý Chúa.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d212c3a311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An tâm có Mẹ bên con, dù mỏi mòn vui tiếng Xin Vâng.</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pic>
        <p:nvPicPr>
          <p:cNvPr id="843" name="Google Shape;843;g3d212c3a311_0_21"/>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VÂNG</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Mẹ ơi, đời con dõi bước theo Mẹ, lòng con quyết noi gương Mẹ,</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xin Mẹ dạy con hai tiếng xin vâng. Mẹ ơi, đường đi trăm ngàn gian khó,</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hiểm nguy dâng tràn đây đó, xin Mẹ dạy con hai tiếng xin vâng.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d7b5767d67_0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Xin vâng, Mẹ dạy con hai tiếng xin vâng: Hôm qua, hôm nay và ngày mai.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d7b5767d67_0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Xin vâng, Mẹ dạy con hai tiếng xin vâng: Hôm nay, tương lai và suốt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pic>
        <p:nvPicPr>
          <p:cNvPr id="878" name="Google Shape;878;g3d212c3a311_0_25"/>
          <p:cNvPicPr preferRelativeResize="0"/>
          <p:nvPr/>
        </p:nvPicPr>
        <p:blipFill>
          <a:blip r:embed="rId3">
            <a:alphaModFix/>
          </a:blip>
          <a:stretch>
            <a:fillRect/>
          </a:stretch>
        </p:blipFill>
        <p:spPr>
          <a:xfrm>
            <a:off x="0" y="0"/>
            <a:ext cx="9144018"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