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3" roundtripDataSignature="AMtx7mhlJmD36PHuvxHURlOxGiOwzCu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173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93d958486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c93d958486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26357b4a1_0_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26357b4a1_0_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5c728cec8_0_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5c728cec8_0_1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bbf7d17f7_0_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bbf7d17f7_0_1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93d958486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c93d958486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ebe0ff2f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ebe0ff2f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ebe0ff2f1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ebe0ff2f1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93d958486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c93d958486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93d958486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c93d958486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93d958486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c93d958486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93d958486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c93d958486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c93d958486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c93d958486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93d958486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c93d958486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93d958486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c93d958486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42a8b53c1_2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a42a8b53c1_2_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42a8b53c1_2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a42a8b53c1_2_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26357b4a1_0_3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26357b4a1_0_3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93d958486_0_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c93d958486_0_2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93d958486_0_2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c93d958486_0_2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42a8b53c1_2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a42a8b53c1_2_9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93d958486_0_2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c93d958486_0_2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93d958486_0_2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c93d958486_0_2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93d958486_0_2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c93d958486_0_2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93d958486_0_2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c93d958486_0_2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93d958486_0_2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c93d958486_0_2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93d958486_0_2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c93d958486_0_2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93d958486_0_2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c93d958486_0_2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93d958486_0_2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c93d958486_0_2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93d958486_0_2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c93d958486_0_2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93d958486_0_2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c93d958486_0_2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93d958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g3c93d958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94f2c094f_0_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c94f2c094f_0_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94f2c094f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3c94f2c094f_0_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94f2c094f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g3c94f2c094f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94f2c094f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g3c94f2c094f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94f2c094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c94f2c094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94f2c094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3c94f2c094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94f2c094f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g3c94f2c094f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94f2c094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c94f2c094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94f2c094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c94f2c094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c94f2c094f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g3c94f2c094f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94f2c094f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g3c94f2c094f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94f2c094f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g3c94f2c094f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c94f2c094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g3c94f2c094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94f2c094f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g3c94f2c094f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94f2c094f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g3c94f2c094f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94f2c094f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g3c94f2c094f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94f2c094f_0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3c94f2c094f_0_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42a8b53c1_2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g3a42a8b53c1_2_2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224b7d20a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g3b224b7d20a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86abb9ea5c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9" name="Google Shape;649;g386abb9ea5c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86abb9ea5c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g386abb9ea5c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6abb9ea5c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386abb9ea5c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86abb9ea5c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4" name="Google Shape;664;g386abb9ea5c_0_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c93d958486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g3c93d958486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93d958486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c93d958486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93d958486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g3c93d958486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93d958486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g3c93d958486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93d958486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9" name="Google Shape;689;g3c93d958486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4" name="Google Shape;694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4" name="Google Shape;704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p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p2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94f2c094f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c94f2c094f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2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bebe0ff2f1_0_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g3bebe0ff2f1_0_1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bebe0ff2f1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bebe0ff2f1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bebe0ff2f1_0_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3bebe0ff2f1_0_1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bebe0ff2f1_0_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bebe0ff2f1_0_1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93d958486_0_1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g3c93d958486_0_1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bebe0ff2f1_0_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bebe0ff2f1_0_1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bebe0ff2f1_0_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bebe0ff2f1_0_1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bebe0ff2f1_0_1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bebe0ff2f1_0_1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c93d958486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c93d958486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93d958486_0_1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c93d958486_0_1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93d958486_0_1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c93d958486_0_1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93d958486_0_1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c93d958486_0_1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93d958486_0_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c93d958486_0_1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93d958486_0_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c93d958486_0_1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93d958486_0_1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c93d958486_0_1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93d958486_0_1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93d958486_0_1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93d958486_0_1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93d958486_0_1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93d958486_0_1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93d958486_0_1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93d958486_0_1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93d958486_0_1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93d958486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c93d958486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93d958486_0_1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c93d958486_0_1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c93d958486_0_1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c93d958486_0_1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c93d958486_0_1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c93d958486_0_1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c93d958486_0_2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93d958486_0_2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93d958486_0_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93d958486_0_2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93d958486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c93d958486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bf2e3166f8_1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g3bf2e3166f8_1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bf2e3166f8_1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g3bf2e3166f8_1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93d958486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c93d958486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7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3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c93d958486_0_1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Lm. Mi Trầm</a:t>
            </a: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26357b4a1_0_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tâm hồn thấy băn khoăn.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5c728cec8_0_1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cuộc đời này ăn năn.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bbf7d17f7_0_1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bước nhanh trở về, tìm về chốn vinh quang.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93d958486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nặng gánh vai mang, tựa nhẹ cánh phượng hoàng.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ebe0ff2f1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sám hối.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ebe0ff2f1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giã từ.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93d958486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xin đừng xé áo thôi.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93d958486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lòng tà diệt không ngơi.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93d958486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bước nhanh trở về, tình Người rất bao la,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93d958486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đời mãi thương ta, tình trời đất giao hòa.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93d958486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sám hối.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93d958486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giã từ.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g3c93d958486_0_5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33" title="LeTro_BaiDoc1_Ge2_12-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42a8b53c1_2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50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42a8b53c1_2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xót thương con theo lòng nhân hậu của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26357b4a1_0_3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xoá tội con theo lượng cả đức từ bi Ngài.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93d958486_0_2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rửa hồn con tuyệt gốc hết những lỗi lầm,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93d958486_0_2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thanh tẩy con sạch lâng muôn vàn tội ác.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42a8b53c1_2_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93d958486_0_2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thương ban lại tấm lòng sạch trong,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93d958486_0_2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hãy đổi thay tinh thần mới cho con vững vàng.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93d958486_0_2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chớ loại con ra khỏi thánh nhan Chúa Trời,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93d958486_0_2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chớ rút lại Thần Linh tuôn tràn sức sống.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93d958486_0_2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93d958486_0_2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thương ban niềm vui đời cứu rỗi,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93d958486_0_2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hãy đỡ nâng theo cùng với tinh thần quảng đại.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93d958486_0_2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từ nhân mở môi con ca tụng Ngài,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93d958486_0_2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 đời hát ca đẹp thay ôi lòng nhân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93d958486_0_2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155" title="LeTro_BaiDoc2_2 Cr5_20-6_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lạy Chúa </a:t>
            </a:r>
            <a:b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tạo cho con </a:t>
            </a:r>
            <a:b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trái tim trong sạch.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ban lại cho con niềm vui ơn cứu độ.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g3baa6357486_0_13" title="LeTro_Tin_Mung_Mt6_1-6.16-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g3c93d958486_0_13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94f2c094f_0_1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XỨC TRO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HẠT BỤI ĐỜI CON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(Dấu Chân)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c94f2c094f_0_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Hỡi người, hãy nhớ chính thân phận mình: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94f2c094f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 là bụi đất, trong bàn tay Chúa tình yêu.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94f2c094f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dựng nên con, ban cho con xác thân, linh hồn,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c94f2c094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rồi một mai, con sẽ trở về với cát bụi.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94f2c094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hãy nhớ, người ơi hãy nhớ: Ta được dựng nên từ bụi tro.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94f2c094f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bụi tro mong manh bé nhỏ, cuối cuộc đời ta trở về tro bụi.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c94f2c094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lạy Chúa! Nguyện xin nâng đỡ, giữ gìn đây hạt bụi đời con,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94f2c094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cậy, tin, mến Chúa sắt son, bởi Ngài là gia nghiệp đời con.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94f2c094f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 tựa hạt cát giữa nơi biển đời, dập vùi tả tơi trong cuồng phong sóng nổi trôi.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94f2c094f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cầu Ngài ơi, xin giơ tay đỡ nâng phù trì.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c94f2c094f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ngàn hiểm nguy, có Chúa lòng chẳng lo lắng gì.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c94f2c094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hãy nhớ, người ơi hãy nhớ: Ta được dựng nên từ bụi tro.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94f2c094f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bụi tro mong manh bé nhỏ, cuối cuộc đời ta trở về tro bụi.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c94f2c094f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lạy Chúa! Nguyện xin nâng đỡ, giữ gìn đây hạt bụi đời con,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c94f2c094f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cậy, tin, mến Chúa sắt son, bởi Ngài là gia nghiệp đời con.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g3c94f2c094f_0_6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CHA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giờ đoàn con tiến dâng lên Ngài. Này là của lễ từ muôn lao công con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bao khó nhọc sớm chiều vất vả ngày đêm.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thương đón nhận lễ vật chân thành hiệp dâng.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42a8b53c1_2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tiến lên Cha này bánh rượu thơm nồng.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224b7d20a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tiến dâng lên Cha đoàn con cùng hiệp dâng.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đoàn con cùng dâng tiến Cha nhân lành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ngàn mộng ước tình yêu tâm tư con người.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86abb9ea5c_0_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thương đón nhận chân thành tâm tình đầy vơi.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86abb9ea5c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thương chúc lành khối tình con người hiệp dâng.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86abb9ea5c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xuân dâng lên là dâng lên, Chúa xuân ơi xin nhận cho đời.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86abb9ea5c_0_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Hương lòng trong những ngày xuân, thiết tha lời yêu mến tạ ơn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c93d958486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giờ đoàn con tiến dâng lên Ngài. Này là của lễ từ muôn lao công con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93d958486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bao khó nhọc sớm chiều vất vả ngày đêm.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93d958486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thương đón nhận lễ vật chân thành hiệp dâng.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93d958486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tiến lên Cha này bánh rượu thơm nồng.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c93d958486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tiến dâng lên Cha đoàn con cùng hiệp dâng.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696" name="Google Shape;696;p201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716" name="Google Shape;716;p205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736" name="Google Shape;736;p209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lạy Chúa, xin tạo cho con quả tim trong sạch.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94f2c094f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ban lại cho con niềm vui ơn cứu độ.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 chalice and two round objects on a plate&#10;&#10;AI-generated content may be incorrect." id="752" name="Google Shape;752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1"/>
            <a:ext cx="9143998" cy="514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bebe0ff2f1_0_114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TRONG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Ngọc Linh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ebe0ff2f1_0_1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bạc tiền làm hoen ố đôi tay,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bebe0ff2f1_0_1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danh vọng, làm hư mất lương tri.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bebe0ff2f1_0_1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gian nan khốn cùng gửi đến trong thường ngày,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c93d958486_0_1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lấy máu hồng dâng hiến tế hôm nay.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bebe0ff2f1_0_1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ebe0ff2f1_0_1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bebe0ff2f1_0_1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c93d958486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93d958486_0_1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cuộc đời, làm hạnh phúc mong manh.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c93d958486_0_1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mối tình vùi thân chốn điêu linh.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93d958486_0_1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giam nơi hãi hùng để thấy con kiên cường.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c93d958486_0_1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giông tố bão bùng con vững bước ung dung.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93d958486_0_1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93d958486_0_1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93d958486_0_1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93d958486_0_1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93d958486_0_1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ngọt bùi tìm quên lãng chua cay,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93d958486_0_1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yên hàn vùi sâu những thương đau.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93d958486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giam nơi hãi hùng để thấy con kiên cường.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c93d958486_0_1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giông tố bão bùng con vững bước ung dung.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c93d958486_0_1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c93d958486_0_1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93d958486_0_2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c93d958486_0_2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g3c93d958486_0_17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đây, hỡi người, nào về đây! Tình thương Chúa Trời luôn nối kết.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đây Thiên Chúa Ðấng từ bi, Người xóa hết tội ta, Người dẫn lối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bf2e3166f8_1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bf2e3166f8_1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3c93d958486_0_21" title="LeTro_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