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1" roundtripDataSignature="AMtx7mjlOUMjQOn5O8m7tUrq1A9qMYNc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1" Type="http://customschemas.google.com/relationships/presentationmetadata" Target="metadata"/><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59ba3f73bed9378b_0_2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h59ba3f73bed9378b_0_2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1f1bebaa2579bd8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h1f1bebaa2579bd8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h1f1bebaa2579bd8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h1f1bebaa2579bd8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59ba3f73bed9378b_0_2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h59ba3f73bed9378b_0_2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59ba3f73bed9378b_0_2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h59ba3f73bed9378b_0_2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1f1bebaa2579bd84_0_2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h1f1bebaa2579bd84_0_2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59ba3f73bed9378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59ba3f73bed9378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59ba3f73bed9378b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59ba3f73bed9378b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59ba3f73bed9378b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h59ba3f73bed9378b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h59ba3f73bed9378b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h59ba3f73bed9378b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h59ba3f73bed9378b_0_2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h59ba3f73bed9378b_0_2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h59ba3f73bed9378b_0_2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h59ba3f73bed9378b_0_2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h59ba3f73bed9378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h59ba3f73bed9378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h59ba3f73bed9378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h59ba3f73bed9378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h59ba3f73bed9378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h59ba3f73bed9378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h59ba3f73bed9378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h59ba3f73bed9378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59ba3f73bed9378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h59ba3f73bed9378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59ba3f73bed9378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h59ba3f73bed9378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59ba3f73bed9378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h59ba3f73bed9378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59ba3f73bed9378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h59ba3f73bed9378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h59ba3f73bed9378b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h59ba3f73bed9378b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h59ba3f73bed9378b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h59ba3f73bed9378b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59ba3f73bed9378b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h59ba3f73bed9378b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h59ba3f73bed9378b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h59ba3f73bed9378b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59ba3f73bed9378b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h59ba3f73bed9378b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h59ba3f73bed9378b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h59ba3f73bed9378b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h59ba3f73bed9378b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h59ba3f73bed9378b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h59ba3f73bed9378b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h59ba3f73bed9378b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h59ba3f73bed9378b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h59ba3f73bed9378b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h2804c67a31022e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h2804c67a31022e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h59ba3f73bed9378b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h59ba3f73bed9378b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h1d72e0b711e8a63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h1d72e0b711e8a63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59ba3f73bed9378b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h59ba3f73bed9378b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1d72e0b711e8a63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h1d72e0b711e8a63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1d72e0b711e8a63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h1d72e0b711e8a63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1d72e0b711e8a63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h1d72e0b711e8a63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1f1bebaa2579bd84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h1f1bebaa2579bd84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59ba3f73bed9378b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h59ba3f73bed9378b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59ba3f73bed9378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h59ba3f73bed9378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59ba3f73bed9378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h59ba3f73bed9378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59ba3f73bed9378b_0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h59ba3f73bed9378b_0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h59ba3f73bed9378b_0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h59ba3f73bed9378b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h59ba3f73bed9378b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h59ba3f73bed9378b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59ba3f73bed9378b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h59ba3f73bed9378b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h59ba3f73bed9378b_0_1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h59ba3f73bed9378b_0_1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h59ba3f73bed9378b_0_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h59ba3f73bed9378b_0_2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59ba3f73bed9378b_0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h59ba3f73bed9378b_0_2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59ba3f73bed9378b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h59ba3f73bed9378b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h59ba3f73bed9378b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h59ba3f73bed9378b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59ba3f73bed9378b_0_2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h59ba3f73bed9378b_0_2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1f1bebaa2579bd84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h1f1bebaa2579bd84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h2a3d7cb72e6b31d3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h2a3d7cb72e6b31d3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h59ba3f73bed9378b_0_22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KHÚC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HỒNG ÂN 1</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Nguyễn Duy)</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Hân hoan lời tụng ca dâng Chúa khúc nhạc huyền mơ.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Một bài thơ trìu mến ân tình đượm nét đơn sơ.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Hân hoan lời tụng ca đoàn con dâng Chúa đêm ngày.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Hát cho muôn thế hệ hãy ngợi ca hồng ân Thiên Chúa.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h1f1bebaa2579bd8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Muôn đời Chúa thương con người ơi tình Chúa chẳng nhạt phai.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h1f1bebaa2579bd8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Trái tim thơ trẻ lại tình ca mến yêu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h59ba3f73bed9378b_0_22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h59ba3f73bed9378b_0_230"/>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Hãy ca mừng Thiên Chúa bài ca mới.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Hỡi toàn thể địa cầu hãy vui mừng.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ca mừng Thiên Chúa chí tôn.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chúc tụng hiển Danh Thánh Ngài.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1f1bebaa2579bd84_0_2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Hãy ca mừng Thiên Chúa Đấng cứu thoát.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Ngày ngày hãy loan truyền ơn cứu độ.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tường thuật vinh quang khắp nơi.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Ca khen Ngài quyền năng giữa đời.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59ba3f73bed9378b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59ba3f73bed9378b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 </a:t>
            </a:r>
            <a:r>
              <a:rPr b="1" lang="en-US" sz="7300">
                <a:solidFill>
                  <a:schemeClr val="lt1"/>
                </a:solidFill>
                <a:latin typeface="Times New Roman"/>
                <a:ea typeface="Times New Roman"/>
                <a:cs typeface="Times New Roman"/>
                <a:sym typeface="Times New Roman"/>
              </a:rPr>
              <a:t>Hãy dâng tặng Thiên Chúa ngàn dân hỡi. Dâng tặng Chúa uy quyền với vinh dự.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Hát khen mừng Thiên Chúa chí nhân.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Chúa hiển trị ngàn dân kính thờ.</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h59ba3f73bed9378b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h59ba3f73bed9378b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9" name="Google Shape;71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500">
                <a:solidFill>
                  <a:srgbClr val="EE0000"/>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Này đây Chúa phán: “Các con hãy đi giảng dạy muôn dân: </a:t>
            </a:r>
            <a:endParaRPr b="1" sz="7500">
              <a:solidFill>
                <a:schemeClr val="lt1"/>
              </a:solidFill>
              <a:latin typeface="Times New Roman"/>
              <a:ea typeface="Times New Roman"/>
              <a:cs typeface="Times New Roman"/>
              <a:sym typeface="Times New Roman"/>
            </a:endParaRPr>
          </a:p>
        </p:txBody>
      </p:sp>
      <p:sp>
        <p:nvSpPr>
          <p:cNvPr id="726" name="Google Shape;7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500">
                <a:solidFill>
                  <a:schemeClr val="lt1"/>
                </a:solidFill>
                <a:latin typeface="Times New Roman"/>
                <a:ea typeface="Times New Roman"/>
                <a:cs typeface="Times New Roman"/>
                <a:sym typeface="Times New Roman"/>
              </a:rPr>
              <a:t>Thầy sẽ ở cùng </a:t>
            </a:r>
            <a:br>
              <a:rPr b="1" lang="en-US" sz="7500">
                <a:solidFill>
                  <a:schemeClr val="lt1"/>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các con mọi ngày cho đến tận thế”.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h59ba3f73bed9378b_0_23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47" name="Google Shape;74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id="847" name="Google Shape;847;h59ba3f73bed9378b_0_23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h59ba3f73bed9378b_0_1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MUỐN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(Cao Huy Hoàng)</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h59ba3f73bed9378b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Con muốn dâng lên Ngài tâm tư cuộc đời dương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h59ba3f73bed9378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muốn dâng lên Ngài tấm lòng con những chua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h59ba3f73bed9378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tấm bánh trắng này và dâng lên ly rượu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h59ba3f73bed9378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chút tình thơ ngây Ngài ơi hãy thương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h59ba3f73bed9378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h59ba3f73bed9378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h59ba3f73bed9378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h59ba3f73bed9378b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h59ba3f73bed9378b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Con muốn dâng lên Ngài tâm tư thẹn thùng không nói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h59ba3f73bed9378b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khi biết con yêu Ngài chút tình như khói như mây.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h59ba3f73bed9378b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Nhờ lễ hiến thánh này Ngài cho con say tình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h59ba3f73bed9378b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xoá lời chua cay và ban xuống ơn tràn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h59ba3f73bed9378b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h59ba3f73bed9378b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h59ba3f73bed9378b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h59ba3f73bed9378b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h2804c67a31022ed3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Chúa phán: Các con hãy dạy dỗ cho muôn dân,</a:t>
            </a:r>
            <a:endParaRPr b="1" sz="7000">
              <a:solidFill>
                <a:schemeClr val="lt1"/>
              </a:solidFill>
              <a:latin typeface="Times New Roman"/>
              <a:ea typeface="Times New Roman"/>
              <a:cs typeface="Times New Roman"/>
              <a:sym typeface="Times New Roman"/>
            </a:endParaRPr>
          </a:p>
        </p:txBody>
      </p:sp>
      <p:sp>
        <p:nvSpPr>
          <p:cNvPr id="983" name="Google Shape;983;h2804c67a31022ed3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h59ba3f73bed9378b_0_16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tuân giữ mọi điều Thầy truyền cho các con. </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Thầy ở cùng các con mọi ngày cho đến tận thế.</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id="993" name="Google Shape;99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THUỘC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NGÀI</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(Hồng Trần - Phạm Đình Đài)</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h1d72e0b711e8a63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h1d72e0b711e8a63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h59ba3f73bed9378b_0_1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h1d72e0b711e8a63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Đây là trái tim non và đây muôn khát vọng.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h1d72e0b711e8a63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Đây khao khát yêu thương và đây tâm hồn thao thức.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1d72e0b711e8a63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Chúa trên cao để hòa tan trong nguồn tình thương đời,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h1f1bebaa2579bd84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chan hòa ánh dương để bừng lên tràn lan muôn hướng.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h59ba3f73bed9378b_0_1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h59ba3f73bed9378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h59ba3f73bed9378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h59ba3f73bed9378b_0_1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h59ba3f73bed9378b_0_1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 </a:t>
            </a:r>
            <a:r>
              <a:rPr b="1" lang="en-US" sz="7600">
                <a:solidFill>
                  <a:schemeClr val="lt1"/>
                </a:solidFill>
                <a:latin typeface="Times New Roman"/>
                <a:ea typeface="Times New Roman"/>
                <a:cs typeface="Times New Roman"/>
                <a:sym typeface="Times New Roman"/>
              </a:rPr>
              <a:t>Đây mộng ước tương lai và đây muôn khắc khoải.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h59ba3f73bed9378b_0_1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Đây toan tính hôm nay và đây ước vọng ngày mai.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h59ba3f73bed9378b_0_1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Chúa trên cao để dập tắt men tình dở dang cuộc sống,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h59ba3f73bed9378b_0_1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Không còn trái ngang để bừng lên niềm tin trong sáng.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h59ba3f73bed9378b_0_2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59ba3f73bed9378b_0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h59ba3f73bed9378b_0_2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h59ba3f73bed9378b_0_2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h59ba3f73bed9378b_0_24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NGUYỆN TRUYỀN GIÁO</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(Hoài Chiên)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Lạy Chúa, xưa Chúa đã phán: “Lúa chín đầy đồng mà thiếu thợ gặt”.</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Chúa hãy ban nhiều thợ biết nhiệt thành,</a:t>
            </a:r>
            <a:endParaRPr b="1" sz="7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Để Nước Chúa rộng lan khắp nơi.</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h1f1bebaa2579bd84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Xin Chúa ban cho đoàn chúng con Nên Tông Đồ thiện toàn mở Nước Chúa Trời.</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pic>
        <p:nvPicPr>
          <p:cNvPr id="1128" name="Google Shape;1128;h2a3d7cb72e6b31d3_1_0"/>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