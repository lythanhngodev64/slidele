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0" roundtripDataSignature="AMtx7mhwW0fFXiVVtoCVWCdYf+lE4bL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0" Type="http://customschemas.google.com/relationships/presentationmetadata" Target="metadata"/><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f2325e04a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df2325e04a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d89366497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d89366497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f2325e04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df2325e04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f2325e04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df2325e04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f2325e04a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df2325e04a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f2325e04a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df2325e04a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4" name="Google Shape;60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6" name="Google Shape;64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2" name="Google Shape;65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8" name="Google Shape;65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4" name="Google Shape;66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0" name="Google Shape;67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f2325e04a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df2325e04a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6e2da66e2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6e2da66e2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6e2da66e2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6e2da66e2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6e2da66e2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6e2da66e2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f2325e04a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f2325e04a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f2325e04a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f2325e04a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df2325e04a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df2325e04a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df2325e04a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df2325e04a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df2325e04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df2325e04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df2325e04a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df2325e04a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df2325e04a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df2325e04a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f2325e04a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df2325e04a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df2325e04a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df2325e04a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df2325e04a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df2325e04a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df2325e04a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df2325e04a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df2325e04a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df2325e04a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df2325e04a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df2325e04a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df2325e04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df2325e04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df2325e04a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df2325e04a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df2325e04a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df2325e04a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df2325e04a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df2325e04a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df2325e04a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df2325e04a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d89366497e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d89366497e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df2325e04a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df2325e04a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df2325e04a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df2325e04a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df2325e04a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df2325e04a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df2325e04a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df2325e04a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f2325e04a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df2325e04a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df2325e04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df2325e04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df2325e04a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df2325e04a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d89366497e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d89366497e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89366497e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d89366497e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f2325e04a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df2325e04a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e6e2da66e2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e6e2da66e2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2.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2.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2.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4.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df2325e04a_0_94"/>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TÔI MỪNG VUI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Gia-liêm, ta dừng chân trước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Đây Gia-liêm thành đô luôn vững bền với tháng năm.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d89366497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người cùng mừng vui dâng lễ vật ca tụng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df2325e04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df2325e04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Gia-liêm, ta dừng chân trước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g3df2325e04a_0_9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đồng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g3df2325e04a_0_102"/>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4" name="Google Shape;59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sp>
        <p:nvSpPr>
          <p:cNvPr id="606" name="Google Shape;60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id="677" name="Google Shape;677;g3df2325e04a_0_106"/>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3" name="Google Shape;68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6e2da66e2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Toàn cầu hỡi, hãy reo mừng trong Thiên Chúa. Hãy ca ngợi mừng vinh quang uy danh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6e2da66e2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Hãy kính dâng Ngài lời ca khen muôn vinh hiển. Và hãy thân thưa: vĩ đại thay sự nghiệp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6e2da66e2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Toàn thể địa cầu hãy tung hô Chúa, hãy ngợi khen Đức Chúa Trời.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Toàn cầu hỡi, hát khen mừng danh thánh Chúa. Hãy chúc tụng và cao rao uy danh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Hãy đến đây coi kỳ công bởi tay Thiên Chúa. Ngài đã thể hiện biết bao nhiêu chuyện tuyệt luân.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f2325e04a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Toàn thể địa cầu hãy tung hô Chúa, hãy ngợi khen Đức Chúa Trời.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Ngài đã biến biển khơi thành nơi khô ráo, để cho ta được đi băng qua dễ dàng.</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Lòng những hân hoan ngàn lời ngợi ca Thiên Chúa. Lạy Chúa uy quyền Chúa Đấng thống trị ngàn năm.</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f2325e04a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Toàn thể địa cầu hãy tung hô Chúa, hãy ngợi khen Đức Chúa Trời.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7" name="Shape 737"/>
        <p:cNvGrpSpPr/>
        <p:nvPr/>
      </p:nvGrpSpPr>
      <p:grpSpPr>
        <a:xfrm>
          <a:off x="0" y="0"/>
          <a:ext cx="0" cy="0"/>
          <a:chOff x="0" y="0"/>
          <a:chExt cx="0" cy="0"/>
        </a:xfrm>
      </p:grpSpPr>
      <p:sp>
        <p:nvSpPr>
          <p:cNvPr id="738" name="Google Shape;73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9" name="Google Shape;73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000">
                <a:solidFill>
                  <a:srgbClr val="EE0000"/>
                </a:solidFill>
                <a:latin typeface="Times New Roman"/>
                <a:ea typeface="Times New Roman"/>
                <a:cs typeface="Times New Roman"/>
                <a:sym typeface="Times New Roman"/>
              </a:rPr>
              <a:t> </a:t>
            </a:r>
            <a:br>
              <a:rPr b="1" i="1" lang="en-US" sz="7200">
                <a:solidFill>
                  <a:srgbClr val="EE0000"/>
                </a:solidFill>
                <a:latin typeface="Times New Roman"/>
                <a:ea typeface="Times New Roman"/>
                <a:cs typeface="Times New Roman"/>
                <a:sym typeface="Times New Roman"/>
              </a:rPr>
            </a:br>
            <a:r>
              <a:rPr b="1" lang="en-US" sz="6800">
                <a:solidFill>
                  <a:schemeClr val="lt1"/>
                </a:solidFill>
                <a:latin typeface="Times New Roman"/>
                <a:ea typeface="Times New Roman"/>
                <a:cs typeface="Times New Roman"/>
                <a:sym typeface="Times New Roman"/>
              </a:rPr>
              <a:t>Chúa phán : “Nếu ai yêu mến Thầy thì sẽ giữ lời Thầy luôn,</a:t>
            </a:r>
            <a:endParaRPr b="1" sz="6800">
              <a:solidFill>
                <a:schemeClr val="lt1"/>
              </a:solidFill>
              <a:latin typeface="Times New Roman"/>
              <a:ea typeface="Times New Roman"/>
              <a:cs typeface="Times New Roman"/>
              <a:sym typeface="Times New Roman"/>
            </a:endParaRPr>
          </a:p>
        </p:txBody>
      </p:sp>
      <p:sp>
        <p:nvSpPr>
          <p:cNvPr id="746" name="Google Shape;74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New Roman"/>
                <a:ea typeface="Times New Roman"/>
                <a:cs typeface="Times New Roman"/>
                <a:sym typeface="Times New Roman"/>
              </a:rPr>
              <a:t>và Cha Thầy sẽ yêu mến người ấy, và Chúng Ta sẽ ở trong người ấy. </a:t>
            </a:r>
            <a:r>
              <a:rPr b="1" i="1" lang="en-US" sz="7000">
                <a:solidFill>
                  <a:srgbClr val="FFFF00"/>
                </a:solidFill>
                <a:latin typeface="Times New Roman"/>
                <a:ea typeface="Times New Roman"/>
                <a:cs typeface="Times New Roman"/>
                <a:sym typeface="Times New Roman"/>
              </a:rPr>
              <a:t>All..</a:t>
            </a:r>
            <a:endParaRPr b="1" sz="7000">
              <a:solidFill>
                <a:srgbClr val="FFFF00"/>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g3df2325e04a_0_110"/>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7" name="Google Shape;76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pic>
        <p:nvPicPr>
          <p:cNvPr id="867" name="Google Shape;867;g3df2325e04a_0_114"/>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LỄ TẠ ƠN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(Lm. Mi Trầm)</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Lễ vật con dâng hôm nay, với tâm tình cảm tạ.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như trầm hương bay, thơm ngát ngai toà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df2325e04a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Hồng ân Cha yêu thương, ban xuống ôi chan hòa.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df2325e04a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Nầy con xin dâng lên, Thánh Lễ tạ ơn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Lạy Cha con cảm tạ, hồng ân Cha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Cha con chúc tụng, tình yêu Cha muôn trùng.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df2325e04a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Tình Ngài yêu con thương con, thiết tha tình nhân hiền.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df2325e04a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Lời con nguyện xin Cha, luôn lắng nghe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df2325e04a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Nầy ân thiêng tuôn rơi, nuôi dưỡng bao linh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df2325e04a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con luôn an vui, ơn thánh đầy trong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df2325e04a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Lạy Cha con cảm tạ, hồng ân Cha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df2325e04a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Cha con chúc tụng, tình yêu Cha muôn trùng.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df2325e04a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Giờ nầy tâm tư an vui, sống trong nguồn phúc lộc.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df2325e04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Ngài bao la, chung tiếng ta hòà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df2325e04a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Rượu nho xin dâng lên, với bánh thơm tinh tuyền.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df2325e04a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Trần gian ta đi qua, Thánh Thể hằng nuôi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df2325e04a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Lạy Cha con cảm tạ, hồng ân Cha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df2325e04a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Cha con chúc tụng, tình yêu Cha muôn trùng.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id="967" name="Google Shape;96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Chúa phán: “Nếu các con yêu mến Thầy, thì hãy giữ lời Thầy, Thầy sẽ xin Cha,</a:t>
            </a:r>
            <a:endParaRPr b="1" sz="6700">
              <a:solidFill>
                <a:schemeClr val="lt1"/>
              </a:solidFill>
              <a:latin typeface="Times New Roman"/>
              <a:ea typeface="Times New Roman"/>
              <a:cs typeface="Times New Roman"/>
              <a:sym typeface="Times New Roman"/>
            </a:endParaRPr>
          </a:p>
        </p:txBody>
      </p:sp>
      <p:sp>
        <p:nvSpPr>
          <p:cNvPr id="1013" name="Google Shape;101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d89366497e_0_9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400">
                <a:solidFill>
                  <a:schemeClr val="lt1"/>
                </a:solidFill>
                <a:latin typeface="Times New Roman"/>
                <a:ea typeface="Times New Roman"/>
                <a:cs typeface="Times New Roman"/>
                <a:sym typeface="Times New Roman"/>
              </a:rPr>
              <a:t>và Người sẽ ban cho các con một Đấng phù trợ khác, để Ngài ở với các con đến muôn đời – Al-le-lu-ia.</a:t>
            </a:r>
            <a:endParaRPr b="1" sz="64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pic>
        <p:nvPicPr>
          <p:cNvPr id="1023" name="Google Shape;102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SỐNG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TÔI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Duy)</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Cuộc sống tôi hôm nay và mãi mãi, tôi không còn tìm sống cho chính mình.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tìm Chúa sống trong tôi, nhưng chính là để Chúa sống trong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Kiếp sống tôi đang sống trong cuộc đời, nơi thân xác mong manh của con người.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tôi sống trong niềm tin, tin nơi Người là Con Một Thiên Chúa.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df2325e04a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Cuộc sống tôi hôm nay và mãi mãi, tôi không còn tìm sống cho chính mình.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df2325e04a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tìm Chúa sống trong tôi, nhưng chính là để Chúa sống trong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df2325e04a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 </a:t>
            </a:r>
            <a:r>
              <a:rPr b="1" lang="en-US" sz="7600">
                <a:solidFill>
                  <a:schemeClr val="lt1"/>
                </a:solidFill>
                <a:latin typeface="Times New Roman"/>
                <a:ea typeface="Times New Roman"/>
                <a:cs typeface="Times New Roman"/>
                <a:sym typeface="Times New Roman"/>
              </a:rPr>
              <a:t>Dẫu sướng vui hay lúc tôi u hoài, tôi tin Chúa bên tôi cùng song hành.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df2325e04a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Và có Người, đau khổ không còn nữa, nhưng chỉ còn niềm vui và sức sống.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df2325e04a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Cuộc sống tôi hôm nay và mãi mãi, tôi không còn tìm sống cho chính mình.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df2325e04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tìm Chúa sống trong tôi, nhưng chính là để Chúa sống trong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g3df2325e04a_0_11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LÒNG MẸ</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TỪ NHÂN</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Mẹ ơi, con biết lòng Mẹ từ nhân, Mẹ lắng nghe con cầu khấn: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xưa nay chưa từng thấy ai kêu cầu mà Mẹ ngoảnh mặt làm ngơ.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d89366497e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Mẹ Mẹ ơi con dâng lên Mẹ gia đình con và giáo xứ con.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d89366497e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Mẹ cầu Chúa xuống ơn lành cho mọi người vui sống an bình.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df2325e04a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Mẹ Mẹ ơi con dâng lên Mẹ gia đình con và giáo xứ con.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e6e2da66e2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Mẹ cầu Chúa xuống ơn lành cho mọi người sống trong an bình.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pic>
        <p:nvPicPr>
          <p:cNvPr id="1123" name="Google Shape;1123;g3d89366497e_0_16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