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5" roundtripDataSignature="AMtx7mgiiEWrXwhxNhTElllhtOZTxICi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customschemas.google.com/relationships/presentationmetadata" Target="metadata"/><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8a8273fd3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8a8273fd3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8a8273f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8a8273f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8a8273fd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8a8273fd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8a8273fd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8a8273fd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8a8273fd3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8a8273fd3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8" name="Google Shape;70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4" name="Google Shape;71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0" name="Google Shape;72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6" name="Google Shape;72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2" name="Google Shape;73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4" name="Google Shape;74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e8a8273fd3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e8a8273fd3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8a8273fd3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8a8273fd3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8a8273fd3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8a8273fd3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8a8273fd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8a8273fd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8a8273fd3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8a8273fd3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8a8273fd3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8a8273fd3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8a8273fd3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e8a8273fd3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e8a8273fd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e8a8273fd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e8a8273fd3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e8a8273fd3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8a8273fd3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e8a8273fd3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8a8273fd3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e8a8273fd3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e8a8273fd3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e8a8273fd3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8a8273fd3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e8a8273fd3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8a8273fd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e8a8273fd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e8a8273fd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e8a8273fd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8a8273fd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8a8273fd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e8a8273fd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e8a8273fd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8a8273fd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8a8273fd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e8a8273fd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e8a8273fd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8a8273fd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8a8273fd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e8a8273fd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e8a8273fd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e5a0c7ab5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e5a0c7ab5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e8a8273fd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e8a8273fd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e8a8273fd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e8a8273fd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8a8273fd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e8a8273fd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e8a8273fd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e8a8273fd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e8a8273fd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e8a8273fd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e8a8273fd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e8a8273fd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e8a8273fd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e8a8273fd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e8a8273fd3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e8a8273fd3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e5a0c7ab5b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e5a0c7ab5b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e8a8273fd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e8a8273fd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e8a8273fd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e8a8273fd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e5a0c7ab5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e5a0c7ab5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e5a0c7ab5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e5a0c7ab5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e8a8273fd3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e8a8273fd3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e8a8273fd3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e8a8273fd3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3.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jp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5.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e8a8273fd3_0_13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BÊN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Nguyễn Duy</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vui mừng tiến bước về nhà Cha. Gieo cung đàn thắm thiết lời ngợi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bao lần lòng này luôn mong ước: Xin nương mình vào lòng Chúa khoan nhân,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cho ân tình còn đẹp mãi màu hoa, như cung đàn tìm được những vần thơ.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 kêu mời con bước lên đường, về với Chúa suối nguồn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8a8273fd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vui mừng tiến bước về nhà Cha. Gieo cung đàn thắm thiết lời ngợi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8a8273fd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bao lần lòng này luôn mong ước: Xin nương mình vào lòng Chúa khoan nhân,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8a8273fd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cho ân tình còn đẹp mãi màu hoa, như cung đàn tìm được những vần thơ.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g3e8a8273fd3_0_137"/>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4" name="Google Shape;70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5" name="Shape 715"/>
        <p:cNvGrpSpPr/>
        <p:nvPr/>
      </p:nvGrpSpPr>
      <p:grpSpPr>
        <a:xfrm>
          <a:off x="0" y="0"/>
          <a:ext cx="0" cy="0"/>
          <a:chOff x="0" y="0"/>
          <a:chExt cx="0" cy="0"/>
        </a:xfrm>
      </p:grpSpPr>
      <p:sp>
        <p:nvSpPr>
          <p:cNvPr id="716" name="Google Shape;71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g3e8a8273fd3_0_14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1" name="Shape 791"/>
        <p:cNvGrpSpPr/>
        <p:nvPr/>
      </p:nvGrpSpPr>
      <p:grpSpPr>
        <a:xfrm>
          <a:off x="0" y="0"/>
          <a:ext cx="0" cy="0"/>
          <a:chOff x="0" y="0"/>
          <a:chExt cx="0" cy="0"/>
        </a:xfrm>
      </p:grpSpPr>
      <p:sp>
        <p:nvSpPr>
          <p:cNvPr id="792" name="Google Shape;79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3" name="Google Shape;79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147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Hãy ca mừng Thiên Chúa này Gia-liêm hỡi.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Ca ngợi Chúa ngươi thờ nào hỡi Si-on.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8a8273fd3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làm cho thêm vững then cửa nhà ngươi.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8a8273fd3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con cái trong thành Ngài ban ngàn phúc.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Ai ăn bánh (í) này thì được sống (í)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ban lệnh truyền xuống mọi nơi dương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8a8273fd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Lời Chúa tỏ bày chạy rảo lanh chai.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8a8273fd3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Tuyết Ngài cho rơi xuống như những lông chiên.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8a8273fd3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Gieo sương móc lan tràn tựa tro bụi trắng.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e8a8273fd3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Ai ăn bánh (í) này thì được sống (í)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Chúa tỏ bày Lời Chúa cùng nhà Gia-cóp.</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e8a8273fd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Ban luật pháp chỉ thị cùng Is-ra-el.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e8a8273fd3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nào xử như thế với những lân bang.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e8a8273fd3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Không cho chúng hay được luật pháp của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e8a8273fd3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Ai ăn bánh (í) này thì được sống (í)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7" name="Shape 877"/>
        <p:cNvGrpSpPr/>
        <p:nvPr/>
      </p:nvGrpSpPr>
      <p:grpSpPr>
        <a:xfrm>
          <a:off x="0" y="0"/>
          <a:ext cx="0" cy="0"/>
          <a:chOff x="0" y="0"/>
          <a:chExt cx="0" cy="0"/>
        </a:xfrm>
      </p:grpSpPr>
      <p:sp>
        <p:nvSpPr>
          <p:cNvPr id="878" name="Google Shape;87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9" name="Google Shape;87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Chúa phán: </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000">
                <a:solidFill>
                  <a:schemeClr val="lt1"/>
                </a:solidFill>
                <a:latin typeface="Times New Roman"/>
                <a:ea typeface="Times New Roman"/>
                <a:cs typeface="Times New Roman"/>
                <a:sym typeface="Times New Roman"/>
              </a:rPr>
              <a:t>“Ta là Bánh hằng sống.</a:t>
            </a:r>
            <a:r>
              <a:rPr b="1" lang="en-US" sz="6300">
                <a:solidFill>
                  <a:schemeClr val="lt1"/>
                </a:solidFill>
                <a:latin typeface="Times New Roman"/>
                <a:ea typeface="Times New Roman"/>
                <a:cs typeface="Times New Roman"/>
                <a:sym typeface="Times New Roman"/>
              </a:rPr>
              <a:t> </a:t>
            </a:r>
            <a:endParaRPr b="1" sz="6300">
              <a:solidFill>
                <a:schemeClr val="lt1"/>
              </a:solidFill>
              <a:latin typeface="Times New Roman"/>
              <a:ea typeface="Times New Roman"/>
              <a:cs typeface="Times New Roman"/>
              <a:sym typeface="Times New Roman"/>
            </a:endParaRPr>
          </a:p>
        </p:txBody>
      </p:sp>
      <p:sp>
        <p:nvSpPr>
          <p:cNvPr id="886" name="Google Shape;88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Ai ăn Bánh này thì sẽ được sống muôn đời.”</a:t>
            </a:r>
            <a:r>
              <a:rPr b="1" lang="en-US" sz="6500">
                <a:solidFill>
                  <a:schemeClr val="lt1"/>
                </a:solidFill>
                <a:latin typeface="Times New Roman"/>
                <a:ea typeface="Times New Roman"/>
                <a:cs typeface="Times New Roman"/>
                <a:sym typeface="Times New Roman"/>
              </a:rPr>
              <a:t> </a:t>
            </a: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pic>
        <p:nvPicPr>
          <p:cNvPr id="901" name="Google Shape;901;g3e8a8273fd3_0_14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7" name="Google Shape;90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g3e8a8273fd3_0_149"/>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VẬT</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HUYỀN SIÊU</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Văn Chi</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Dâng là dâng lên bài ca, bài ca tình yêu.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là dâng lên lễ vật, lễ vật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Dâng của lễ trinh nguyên chiều hôm, dâng về Chúa dịu huyền nhân 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Bài ca tụng ngày đêm âm vang, xin dâng lên ngai Chúa toàn năng.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e8a8273fd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là dâng lên bài ca, bài ca tình yêu.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e8a8273fd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là dâng lên lễ vật, lễ vật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e8a8273fd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Dâng đời sống con dâng tình yêu, như là áng hương lòng cháy sáng.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e8a8273fd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Bài ca tụng ngày đêm âm vang, xin dâng lên ngai Chúa toàn năng.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e8a8273fd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là dâng lên bài ca, bài ca tình yêu.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e8a8273fd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là dâng lên lễ vật, lễ vật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e8a8273fd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của lễ trinh nguyên chiều hôm, dâng về Chúa dịu huyền nhân 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e8a8273fd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Bài ca tụng ngày đêm âm vang, xin dâng lên ngai Chúa toàn năng.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Chúa phán:” Ai ăn thịt Ta và uống máu Ta, thì ở trong Ta và Ta ở trong kẻ ấy”.</a:t>
            </a:r>
            <a:endParaRPr b="1" sz="7000">
              <a:solidFill>
                <a:schemeClr val="lt1"/>
              </a:solidFill>
              <a:latin typeface="Times New Roman"/>
              <a:ea typeface="Times New Roman"/>
              <a:cs typeface="Times New Roman"/>
              <a:sym typeface="Times New Roman"/>
            </a:endParaRPr>
          </a:p>
        </p:txBody>
      </p:sp>
      <p:sp>
        <p:nvSpPr>
          <p:cNvPr id="1123" name="Google Shape;112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pic>
        <p:nvPicPr>
          <p:cNvPr id="1128" name="Google Shape;112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ÔI THẦN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LINH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Vinh Hạnh</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Ôi thần linh Chúa, êm dịu khôn xiết! Chúa muốn yêu thương con cái nơi trần gian: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Ban bánh thơm ngon, ban bánh thiên thần, người giàu đói nghèo, kẻ đói no giàu.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Chúa nuôi đoàn con, nay đầy bánh miến no lòng.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cho đoàn con luôn luôn hưởng nếm mật 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e5a0c7ab5b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Ngợi khen cảm mến Thiên Chúa cứu tinh muôn người, tung hô vua trời tổ phụ Is-ra-en.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e8a8273fd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Ôi thần linh Chúa, êm dịu khôn xiết! Chúa muốn yêu thương con cái nơi trần gian: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e8a8273fd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Ban bánh thơm ngon, ban bánh thiên thần, người giàu đói nghèo, kẻ đói no giàu.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e8a8273fd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Nhớ trong rừng xưa, đoàn người Hy bá trở về,</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e8a8273fd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uống ăn thỏa thuê Man-na nuôi sống toàn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e8a8273fd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Giờ đây đoàn con khao khát Thánh Thể Vua Trời, tung hô muôn đời lòng Chúa khoan nhân.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e8a8273fd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Ôi thần linh Chúa, êm dịu khôn xiết! Chúa muốn yêu thương con cái nơi trần gian: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e8a8273fd3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Ban bánh thơm ngon, ban bánh thiên thần, người giàu đói nghèo, kẻ đói no giàu.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pic>
        <p:nvPicPr>
          <p:cNvPr id="1198" name="Google Shape;1198;g3e8a8273fd3_0_15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TRÁI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TIM CHÚA</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Phanxicô</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Trong Trái tim Chúa yêu muôn đời, con xin được một chỗ nghỉ ngơi: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e5a0c7ab5b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như nước mưa tan trong biển khơi.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e8a8273fd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trái tim con trong Trái Tim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e8a8273fd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là tình con trong khối tình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e5a0c7ab5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Trái tim hồng Thiên Chúa trái tim người Cha,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e5a0c7ab5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mãi muôn đời yêu dấu chúng con gần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e8a8273fd3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Tháng năm đời con sống chứa chan lời ca,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e8a8273fd3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có ân tình Thiên Chúa trái tim nở hoa.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pic>
        <p:nvPicPr>
          <p:cNvPr id="1248" name="Google Shape;1248;g3e8a8273fd3_0_157"/>
          <p:cNvPicPr preferRelativeResize="0"/>
          <p:nvPr/>
        </p:nvPicPr>
        <p:blipFill>
          <a:blip r:embed="rId3">
            <a:alphaModFix/>
          </a:blip>
          <a:stretch>
            <a:fillRect/>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