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5"/>
  </p:notesMasterIdLst>
  <p:sldIdLst>
    <p:sldId id="10781"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0953" r:id="rId119"/>
    <p:sldId id="10283" r:id="rId120"/>
    <p:sldId id="10284" r:id="rId121"/>
    <p:sldId id="10790" r:id="rId122"/>
    <p:sldId id="10417" r:id="rId123"/>
    <p:sldId id="10791" r:id="rId124"/>
    <p:sldId id="10903" r:id="rId125"/>
    <p:sldId id="10904" r:id="rId126"/>
    <p:sldId id="10905" r:id="rId127"/>
    <p:sldId id="10906" r:id="rId128"/>
    <p:sldId id="10907" r:id="rId129"/>
    <p:sldId id="10908" r:id="rId130"/>
    <p:sldId id="10909" r:id="rId131"/>
    <p:sldId id="10954" r:id="rId132"/>
    <p:sldId id="10180" r:id="rId133"/>
    <p:sldId id="10181" r:id="rId134"/>
    <p:sldId id="10258" r:id="rId135"/>
    <p:sldId id="10259" r:id="rId136"/>
    <p:sldId id="10260" r:id="rId137"/>
    <p:sldId id="10261" r:id="rId138"/>
    <p:sldId id="10262" r:id="rId139"/>
    <p:sldId id="10264" r:id="rId140"/>
    <p:sldId id="10265" r:id="rId141"/>
    <p:sldId id="10266" r:id="rId142"/>
    <p:sldId id="10267" r:id="rId143"/>
    <p:sldId id="10268" r:id="rId144"/>
    <p:sldId id="10269" r:id="rId145"/>
    <p:sldId id="10270" r:id="rId146"/>
    <p:sldId id="10271" r:id="rId147"/>
    <p:sldId id="10272" r:id="rId148"/>
    <p:sldId id="10955" r:id="rId149"/>
    <p:sldId id="385" r:id="rId150"/>
    <p:sldId id="10256" r:id="rId151"/>
    <p:sldId id="10142" r:id="rId152"/>
    <p:sldId id="10501" r:id="rId153"/>
    <p:sldId id="10143" r:id="rId154"/>
    <p:sldId id="10733" r:id="rId155"/>
    <p:sldId id="10910" r:id="rId156"/>
    <p:sldId id="10911" r:id="rId157"/>
    <p:sldId id="10912" r:id="rId158"/>
    <p:sldId id="10913" r:id="rId159"/>
    <p:sldId id="10914" r:id="rId160"/>
    <p:sldId id="10915" r:id="rId161"/>
    <p:sldId id="10916" r:id="rId162"/>
    <p:sldId id="10917" r:id="rId163"/>
    <p:sldId id="10963" r:id="rId164"/>
    <p:sldId id="10956" r:id="rId165"/>
    <p:sldId id="10280" r:id="rId166"/>
    <p:sldId id="10107" r:id="rId167"/>
    <p:sldId id="10835" r:id="rId168"/>
    <p:sldId id="9864" r:id="rId169"/>
    <p:sldId id="10316" r:id="rId170"/>
    <p:sldId id="10317" r:id="rId171"/>
    <p:sldId id="10318" r:id="rId172"/>
    <p:sldId id="10319" r:id="rId173"/>
    <p:sldId id="10320" r:id="rId174"/>
    <p:sldId id="10321" r:id="rId175"/>
    <p:sldId id="10322" r:id="rId176"/>
    <p:sldId id="10323" r:id="rId177"/>
    <p:sldId id="10324" r:id="rId178"/>
    <p:sldId id="10325" r:id="rId179"/>
    <p:sldId id="10337" r:id="rId180"/>
    <p:sldId id="10326" r:id="rId181"/>
    <p:sldId id="10327" r:id="rId182"/>
    <p:sldId id="10328" r:id="rId183"/>
    <p:sldId id="10336" r:id="rId184"/>
    <p:sldId id="10329" r:id="rId185"/>
    <p:sldId id="10330" r:id="rId186"/>
    <p:sldId id="10331" r:id="rId187"/>
    <p:sldId id="10332" r:id="rId188"/>
    <p:sldId id="10333" r:id="rId189"/>
    <p:sldId id="10334" r:id="rId190"/>
    <p:sldId id="10335" r:id="rId191"/>
    <p:sldId id="10957" r:id="rId192"/>
    <p:sldId id="10651" r:id="rId193"/>
    <p:sldId id="10652" r:id="rId194"/>
    <p:sldId id="10653" r:id="rId195"/>
    <p:sldId id="10918" r:id="rId196"/>
    <p:sldId id="10919" r:id="rId197"/>
    <p:sldId id="10861" r:id="rId198"/>
    <p:sldId id="10862" r:id="rId199"/>
    <p:sldId id="10920" r:id="rId200"/>
    <p:sldId id="10921" r:id="rId201"/>
    <p:sldId id="10922" r:id="rId202"/>
    <p:sldId id="10923" r:id="rId203"/>
    <p:sldId id="10924" r:id="rId204"/>
    <p:sldId id="10925" r:id="rId205"/>
    <p:sldId id="10926" r:id="rId206"/>
    <p:sldId id="10927" r:id="rId207"/>
    <p:sldId id="10958" r:id="rId208"/>
    <p:sldId id="10252" r:id="rId209"/>
    <p:sldId id="10770" r:id="rId210"/>
    <p:sldId id="10928" r:id="rId211"/>
    <p:sldId id="10929" r:id="rId212"/>
    <p:sldId id="10930" r:id="rId213"/>
    <p:sldId id="10212" r:id="rId214"/>
    <p:sldId id="10823" r:id="rId215"/>
    <p:sldId id="10931" r:id="rId216"/>
    <p:sldId id="10932" r:id="rId217"/>
    <p:sldId id="10824" r:id="rId218"/>
    <p:sldId id="10933" r:id="rId219"/>
    <p:sldId id="10934" r:id="rId220"/>
    <p:sldId id="10935" r:id="rId221"/>
    <p:sldId id="10936" r:id="rId222"/>
    <p:sldId id="10937" r:id="rId223"/>
    <p:sldId id="10938" r:id="rId224"/>
    <p:sldId id="10939" r:id="rId225"/>
    <p:sldId id="10940" r:id="rId226"/>
    <p:sldId id="10941" r:id="rId227"/>
    <p:sldId id="10942" r:id="rId228"/>
    <p:sldId id="10943" r:id="rId229"/>
    <p:sldId id="10944" r:id="rId230"/>
    <p:sldId id="10945" r:id="rId231"/>
    <p:sldId id="10946" r:id="rId232"/>
    <p:sldId id="10947" r:id="rId233"/>
    <p:sldId id="10948" r:id="rId234"/>
    <p:sldId id="10949" r:id="rId235"/>
    <p:sldId id="10959" r:id="rId236"/>
    <p:sldId id="10769" r:id="rId237"/>
    <p:sldId id="10253" r:id="rId238"/>
    <p:sldId id="10950" r:id="rId239"/>
    <p:sldId id="10254" r:id="rId240"/>
    <p:sldId id="10767" r:id="rId241"/>
    <p:sldId id="10951" r:id="rId242"/>
    <p:sldId id="10952" r:id="rId243"/>
    <p:sldId id="10960" r:id="rId24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21" autoAdjust="0"/>
    <p:restoredTop sz="94660"/>
  </p:normalViewPr>
  <p:slideViewPr>
    <p:cSldViewPr snapToGrid="0">
      <p:cViewPr varScale="1">
        <p:scale>
          <a:sx n="138" d="100"/>
          <a:sy n="138" d="100"/>
        </p:scale>
        <p:origin x="504" y="11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24816"/>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tableStyles" Target="tableStyle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microsoft.com/office/2016/11/relationships/changesInfo" Target="changesInfos/changesInfo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microsoft.com/office/2015/10/relationships/revisionInfo" Target="revisionInfo.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notesMaster" Target="notesMasters/notesMaster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presProps" Target="presProps.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7/19/2025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46A3-7E98-A19A-71B6-47E25B7E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489AB-0363-49DD-7B93-D912B73C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05F3F-247A-0C2B-2E4B-A1AA6E78B59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8C7DF2-3A82-8A05-3887-FD430974DA98}"/>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3850568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C4D35-77EA-B61C-33F7-EC618517E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C2D49-0E01-F065-8C1A-AA38A700A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F00CC-EFC7-10FC-CE82-5104E62EDD0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4F87F7A-4EF7-9B1A-6AF8-072BE38AAC34}"/>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2876499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81FC7-EF9B-D177-EB2F-1D6BE546D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E302E-BF27-67AD-5884-F8D03F9D9A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3AD709-142A-6C04-FC81-BBC0E33C437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6373450-DD8A-EC98-66F1-9B02A6979C31}"/>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316125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93DC-577E-FD56-FD1E-9BB9AF28C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D0BA6-43AC-CA75-3674-161077417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8839D-FD92-4770-E939-FB55C4C466D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08F63C5-BDE4-7147-AB8F-D373C4941625}"/>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1902889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4BCA7-1949-11C1-7720-45FB0E602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845DF-B6E3-2B46-DE31-66D084153B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FA0043-059F-801E-A90F-66E9BE05E71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C5F3D0-CBE5-7D8C-AB75-51E0937DF3CC}"/>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1644720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2DD04-0A94-09DF-2D00-9F4F8E0DA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95A82-F5F1-B39E-44C8-0B1B29E4B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1CC286-5469-3DE9-3936-B5803B147E2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B7545E3-AD11-F1C2-2405-23A454D098AC}"/>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4037880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C5F3-0636-1E44-A16D-129DE101A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C67D7-2FAF-63F1-007B-140D51121B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3B76B-93FC-BCBF-D953-9112F69E7A0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2DFE63F-A0EE-DB0E-418C-13BA49CBE97F}"/>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3894273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A8636-2BFB-535A-D113-73848CE18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7822E-9E29-1747-F7F3-CE7F1A6A6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E43FE-D703-F2EE-5BD5-8D6BCCDC48C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3E06851-0944-EE76-0339-F24FA5385B25}"/>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1632007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6C2B-54C6-4373-169B-E27D6EFFC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295C5-C0E7-61B4-AA7B-2C40ACBA1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52E08-7E83-8E78-C46C-B619F36F638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C11906-5B42-4D1D-063B-F722B77435C2}"/>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28373540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C023-F5A4-97A8-D511-E7CEA2E22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8E561-EB68-5AFD-5C72-C3FFC8CC6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AD22C4-5BEE-1D14-1D48-7ACC4B2F350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540BD3A-E8E8-5C2E-1EB0-2B503513362B}"/>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34197091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49DD-97D8-5271-6A57-D98E85C70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B5668-C8C4-5B73-B064-0C65367CB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48046-B594-A068-D796-13A50FF92C8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0971231-26A5-7A19-DBF2-5AFC251F0656}"/>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36615722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2F8CA-9DE0-4425-AAD8-E12268D96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B8B33-6C39-3DD7-3585-E21CEAE88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67D0E5-37A4-A560-12F8-DAE8EB4923E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1AEEA07-A956-F6E0-7B2B-E207F2483DA8}"/>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38767398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CE704-AFA7-CD10-556B-F6D8F40E4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60B16E-2029-3C29-3D59-2C986F3E35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83C4B3-A49A-042C-B704-FF9027EB25C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94D0D90-455C-7C49-17A4-8DC6EFABA98A}"/>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32323542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2E128-47DB-3EB1-F4B8-1D2A39327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36A0A-DC2A-8ADC-DA35-4CD42561CE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BB7962-D0A3-B8D4-C8B7-245C0AFBD0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034F966-8E88-5E78-18C1-778EDFF5208E}"/>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23015714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5BF22-F7DF-ACB9-CE9C-40BA56F07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C258D-F735-0F3C-F7FA-082B2D0AC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58877B-508C-1B5E-6AC8-8FCD180C4ED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6B15486-301C-EAE9-E1DA-B4E71C374A79}"/>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38944623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6C842-EF39-44B0-B284-5491C51A3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C0C17-2B24-A9A4-8DAC-11FC6D6A9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146038-FF59-9795-470B-2A78630EA6F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64A2FA2-63F5-4E38-3E7A-AAA911420E0D}"/>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10497940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1393C-EC14-6954-4772-87DB9BA22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4FA25-9634-08ED-72DC-21BD2F2FD4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7747C-1BCA-3DB2-1081-4D90D90B0B0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2391602-4152-F37B-5DD7-50DEBE8D7321}"/>
              </a:ext>
            </a:extLst>
          </p:cNvPr>
          <p:cNvSpPr>
            <a:spLocks noGrp="1"/>
          </p:cNvSpPr>
          <p:nvPr>
            <p:ph type="sldNum" sz="quarter" idx="5"/>
          </p:nvPr>
        </p:nvSpPr>
        <p:spPr/>
        <p:txBody>
          <a:bodyPr/>
          <a:lstStyle/>
          <a:p>
            <a:fld id="{648246CF-7178-41AD-B6F8-BACEEA28FBE0}" type="slidenum">
              <a:rPr lang="en-US" smtClean="0"/>
              <a:t>162</a:t>
            </a:fld>
            <a:endParaRPr lang="en-US"/>
          </a:p>
        </p:txBody>
      </p:sp>
    </p:spTree>
    <p:extLst>
      <p:ext uri="{BB962C8B-B14F-4D97-AF65-F5344CB8AC3E}">
        <p14:creationId xmlns:p14="http://schemas.microsoft.com/office/powerpoint/2010/main" val="1650445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4134-465E-40FE-CDBB-CD4A4B17F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2BF66-791D-57DB-AC10-6AE881C2F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ECCE4-A970-9A7D-E0C2-55DB0E7C40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44A3820-EC9C-43D2-B136-6CCA99DAA194}"/>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41594582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7F8D7-3D32-06E3-4F10-FCAC081EB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44F15-8C4D-3C99-9A1F-26FC01273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9D86D6-BB42-1489-B817-B5C22DEE1AC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A2407CE-5E8F-A400-7200-B02C185DC5A7}"/>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20550183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9D78-FE5C-4DF7-A9D1-345A44338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AB66A-7572-4C6A-0441-F5C6B286F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C637F-C953-C3DB-B667-AB519324906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2420C27-00DD-9610-DFC3-0CD6FBB67962}"/>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38752863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65474-6CAB-C382-ECA4-9DA84588F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6FBBA-D895-DF29-D3F9-06170648F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24280A-3EA9-2B4E-7A7F-7D83C51345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810FAA6-139F-3088-8CAF-E0C8A4E428EF}"/>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22091172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A478D-09A0-71B9-D9A9-4665592E3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13269-019E-C9D0-9524-29BA10565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4E70E7-6FAC-8B48-AD43-C79A9A3C924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F5089C-5B6F-61AB-9F54-2522B8F7AD37}"/>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19388601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6DD87-173F-B4BC-4452-3630E8C49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F141C-B332-14F9-EC36-368172C608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A9B99B-865E-13C3-1A77-AAFF6D0B65C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ADA539E-AAA3-97E7-1C8A-95B98934822E}"/>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38558805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A7238-6AF4-1EA9-076B-CA6E80A48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6BC07C-B757-A3FA-1042-0696077A2A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D1BDED-A5DC-900A-D725-7309C440D29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C51A7D-53D0-5E62-7EF6-8AD66D64CD17}"/>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4795256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AEB2C-E30F-EDC9-D6E7-6F6B581F2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74426-4EAF-8DC5-3F0B-9C51BE9E81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AA8DF-A757-95E7-DA58-FB76FB076BB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1A70B37-6F5F-916A-FBED-4706CF7BD3D5}"/>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31660110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F0812-4762-C8C5-2BED-B0558749F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12DD2-0B3E-1D21-BD1D-C7925C9CE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A0E1C-25D9-2CF2-F3CD-EC4D5609D29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8916F1-FA36-DA00-690C-53D73892A73A}"/>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35467119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41867-E700-55CD-CB46-9AC5DA6E2F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5AC8C-36AA-0D08-9D22-69CBAB1309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2DF0AB-9FDE-6FAA-23C2-D4F13365D2B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2E5ECF0-DA37-5FEA-880A-5693195A9931}"/>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10985238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7F63B-C7E5-3D66-BB5F-042E3AA4F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5EE7B-8C97-56EC-B962-7299D2E1DF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90E35-DA7A-B9DD-C48E-C73556BC1E4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C458E4B-8BB9-509F-168A-F3F8ADC51E4C}"/>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1980851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E2F3A-9BCA-A2D3-EBEA-24B0FA8FA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6A1F3-DB2F-C318-7397-C65F4C38E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24520-BB78-6BA7-D6A0-70E0E48801E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EBD26F1-EE3E-54C0-0B7E-1E6F32973D2E}"/>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2442180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BD22-FE34-959C-3E32-666F9973D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0AC0F-CCC3-C486-6EC8-CE6167D5D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40C7D-4E8F-0196-72F6-C9A382F288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34D948-C34F-1FEF-714C-AFE92CAB0F79}"/>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28514600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16D3-3E86-97E0-E26A-78524E985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0F229-020C-67D4-EA5A-50560063C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70951-4AF8-02C6-8CCB-1D18B451FD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8EF2192-B782-6A3B-3472-F261256A8570}"/>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30964307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D16FE-D303-490F-8ED3-AAB4FE8DA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E5F66-28DE-E4E8-A79B-5BAF13133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EB722-C483-228C-B6E2-EFA0CE2239E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C942AB6-5649-2FDE-5231-CB78F2A2117F}"/>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33870871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3B31-37C6-7906-C856-1930C1EDA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C6506-AFB6-8B8E-661A-F3C7BA4DD6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742847-0DC9-C3FA-16C8-8985BDEEC11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4EDECA1-08C8-31E4-E063-0AA55FB7C4A7}"/>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27180213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4C296-7D77-6C15-92B9-C28AA0DC0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CCC9C-F47B-AEBB-B11F-804D44B05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364D0-F3EA-8A7E-4261-A2CDC614A50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7782F3A-E2D5-AE51-C812-0F6C72462053}"/>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20066239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DD799-C362-A04B-6593-E27C803D3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ABEE4-9264-B033-FC16-D9961F79FB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B4921C-3F80-A144-D3AB-929DF9EA7B1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10D5A5D-76E5-DC12-E022-23792284120B}"/>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20517148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B5708-CCF6-A311-C8BD-D84A90B76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BB81D-15BA-960B-9D9E-E65EDC331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582E0-8A81-824C-F2D2-E342E3D00E9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1907F47-8986-B11A-66F3-E28B7E5E0E2B}"/>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275467368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AD89F-FE1D-9017-9AD7-75AF38FAC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EA0A36-B4D6-5F4B-054A-B882124C93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0E0C4-1DBD-3688-9440-31AA7A64BFF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3E7B026-985A-48FD-A570-42A142C17B1F}"/>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35688784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F093E-03B7-9392-59D4-54D1F0306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8570ED-CBC9-4982-D339-3A35FD5E2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7D185-9E98-B1BA-2DBA-A45871878DB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B3BB3F4-E53A-A197-CBFF-EA9A1326BF0C}"/>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30702401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0802A-6475-3F7F-18FC-A9CE9C830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91F70-EBA8-AC92-0B4B-7CF4B11ED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1C42A-B51D-02B4-676F-26966EA1EE5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D088C7B-74C3-C271-2178-4D34C3EF4799}"/>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21471018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2528D-2F9F-F0F4-4371-6CB088B050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80CEA-F4CA-694C-5E25-8BFA1D37D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2AAC1A-250F-E7A9-4F25-49CE190F5F4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5BC5679-64A1-1E3F-F915-B7A2B4742189}"/>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139573466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4C3D5-6859-DFB8-7E38-B41D1A93A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8B962-58F0-FE2B-152F-31FAB83D8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734D8-BACC-52A3-6954-D3F6839A945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3DC9C6B-D1BA-CEB8-F5E7-68BEAB8DE2D7}"/>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15665895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29815-622A-7F14-8747-F68A1C5361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F04788-748F-6B93-8657-9A0762AD11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6C2B6-2E38-6AD7-A55E-E2771ADE27E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B346AB5-35F9-84F5-4EB4-85C466CA640F}"/>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31102085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93A8F-7005-E03D-22DC-E0033BD4A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7B1F1-B0E5-FDB0-0268-1414195E3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265DFA-0E7F-AA78-B9D3-2896ED4267A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6176245-26DB-76DD-0E58-7C3899D9774A}"/>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29781018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13D9D-A21E-73B2-A90C-50E5BFFB49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B9B07-EFA4-68A6-7F6E-68D6F4977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C4489-4AA1-6488-860E-FC083128271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73C6330-5DD1-D9FF-6BD0-8019C7B61AA7}"/>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43014943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10513-DE87-DB92-E23B-C669BD939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44ADB-0CD3-84B2-2229-A23B40B91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63581-0FBF-1BA8-CD94-275D3A1D05B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38A621F-B463-3A1A-851A-E9DDB036A495}"/>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316321930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EDFB6-575A-9614-C515-9877EBF45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0D8B1-157A-3BEA-4B1B-3B98CE45F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ED9292-99AA-7681-3B0D-2F7377341D5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711517-3D8A-9818-3AFD-64CE00E50B27}"/>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31401535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14E69-729E-ABAE-5489-60921D74F1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FF897-237B-2E84-38E0-F36692CE7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A20E9-5448-7A06-874E-A0F0AF159B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F8C0986-BCFB-0359-9B8C-98EC664843F7}"/>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8798690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6F8C8-F453-9EAE-B372-05DE0AF5C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10A14-463E-70D4-1BA4-FC11B1067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103B1-13A3-ECEF-FE5C-B620071A73F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00DF4C4-1851-EFB4-86B3-0C1FC80722C3}"/>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183972132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8F1A-18E0-7FDF-0C91-4FD1771CF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F82F-F608-17E9-067F-6C9A99C46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97108-F377-5B65-EABB-20CE6D57B2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4BEFB3D-FB0D-3E38-66D9-8D47212A5AEA}"/>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195916157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EE4B3-2B91-4732-5E34-28F96DE54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2B6BF-3DCF-C423-FAD9-47CA98B99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9AC16F-EE24-2C5F-96D9-921C0E69A0B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BDF435B-3F94-7F39-18EA-4652B29DD4DB}"/>
              </a:ext>
            </a:extLst>
          </p:cNvPr>
          <p:cNvSpPr>
            <a:spLocks noGrp="1"/>
          </p:cNvSpPr>
          <p:nvPr>
            <p:ph type="sldNum" sz="quarter" idx="5"/>
          </p:nvPr>
        </p:nvSpPr>
        <p:spPr/>
        <p:txBody>
          <a:bodyPr/>
          <a:lstStyle/>
          <a:p>
            <a:fld id="{648246CF-7178-41AD-B6F8-BACEEA28FBE0}" type="slidenum">
              <a:rPr lang="en-US" smtClean="0"/>
              <a:t>240</a:t>
            </a:fld>
            <a:endParaRPr lang="en-US"/>
          </a:p>
        </p:txBody>
      </p:sp>
    </p:spTree>
    <p:extLst>
      <p:ext uri="{BB962C8B-B14F-4D97-AF65-F5344CB8AC3E}">
        <p14:creationId xmlns:p14="http://schemas.microsoft.com/office/powerpoint/2010/main" val="402143384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904EB-7796-1212-87D3-3F2190BA1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9E473-9052-BDAB-0B75-D9C08BD50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55D15-A41F-60B0-EE3D-0C68872B38B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490A61C-A0D2-0564-5459-CB627FEA291E}"/>
              </a:ext>
            </a:extLst>
          </p:cNvPr>
          <p:cNvSpPr>
            <a:spLocks noGrp="1"/>
          </p:cNvSpPr>
          <p:nvPr>
            <p:ph type="sldNum" sz="quarter" idx="5"/>
          </p:nvPr>
        </p:nvSpPr>
        <p:spPr/>
        <p:txBody>
          <a:bodyPr/>
          <a:lstStyle/>
          <a:p>
            <a:fld id="{648246CF-7178-41AD-B6F8-BACEEA28FBE0}" type="slidenum">
              <a:rPr lang="en-US" smtClean="0"/>
              <a:t>241</a:t>
            </a:fld>
            <a:endParaRPr lang="en-US"/>
          </a:p>
        </p:txBody>
      </p:sp>
    </p:spTree>
    <p:extLst>
      <p:ext uri="{BB962C8B-B14F-4D97-AF65-F5344CB8AC3E}">
        <p14:creationId xmlns:p14="http://schemas.microsoft.com/office/powerpoint/2010/main" val="162443362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6E0AC-CAFA-6110-A4CC-B31B43AE6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9F88A-2BBC-8C53-5082-27E36DEF54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6F755-0B78-CCCD-1F62-16194EF7F7B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192AF6E-5AD1-0E1D-025D-0D73509033F0}"/>
              </a:ext>
            </a:extLst>
          </p:cNvPr>
          <p:cNvSpPr>
            <a:spLocks noGrp="1"/>
          </p:cNvSpPr>
          <p:nvPr>
            <p:ph type="sldNum" sz="quarter" idx="5"/>
          </p:nvPr>
        </p:nvSpPr>
        <p:spPr/>
        <p:txBody>
          <a:bodyPr/>
          <a:lstStyle/>
          <a:p>
            <a:fld id="{648246CF-7178-41AD-B6F8-BACEEA28FBE0}" type="slidenum">
              <a:rPr lang="en-US" smtClean="0"/>
              <a:t>242</a:t>
            </a:fld>
            <a:endParaRPr lang="en-US"/>
          </a:p>
        </p:txBody>
      </p:sp>
    </p:spTree>
    <p:extLst>
      <p:ext uri="{BB962C8B-B14F-4D97-AF65-F5344CB8AC3E}">
        <p14:creationId xmlns:p14="http://schemas.microsoft.com/office/powerpoint/2010/main" val="473062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7/19/2025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7/19/2025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7/19/2025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7/19/2025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E353A4-891A-142E-6F46-6A15DE819D9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2C669EB-8BDD-C2C7-C7C1-143651CAD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2D2A82F2-900C-BA5E-8598-F9827A38475E}"/>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XVI THƯỜNG NIÊN NĂM C Chữa Giêsu thăm gia đĩình MARTHA &amp; MARIA &quot;Martha, Martha, con lo lắng bỗi rỗi về nhiều chuyện. Chỉ có một sự cần mã thôi: Maria đã chọn phần tốt nhất và sẽ không bị ai lấy mất&quot; (Lc 10, 38-42)'">
            <a:extLst>
              <a:ext uri="{FF2B5EF4-FFF2-40B4-BE49-F238E27FC236}">
                <a16:creationId xmlns:a16="http://schemas.microsoft.com/office/drawing/2014/main" id="{53351E01-7FA2-2695-BD6B-6D8DFED548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321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5EF73-2C40-9388-E567-63CDF29F23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14CC3-EBC2-39A6-0DD1-BA367F3A4FD3}"/>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XVI THƯỜNG NIÊN NĂM C Chữa Giêsu thăm gia đĩình MARTHA &amp; MARIA &quot;Martha, Martha, con lo lắng bỗi rỗi về nhiều chuyện. Chỉ có một sự cần mã thôi: Maria đã chọn phần tốt nhất và sẽ không bị ai lấy mất&quot; (Lc 10, 38-42)'">
            <a:extLst>
              <a:ext uri="{FF2B5EF4-FFF2-40B4-BE49-F238E27FC236}">
                <a16:creationId xmlns:a16="http://schemas.microsoft.com/office/drawing/2014/main" id="{B247E4B6-D678-DC35-D020-0CC75D8BB6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54944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NHỮNG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KẺ</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TÌM</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CHÚA</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(Ngọc Báu)</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8800" b="1" dirty="0" err="1">
                <a:effectLst/>
                <a:latin typeface="Times New Roman" panose="02020603050405020304" pitchFamily="18" charset="0"/>
                <a:cs typeface="Times New Roman" panose="02020603050405020304" pitchFamily="18" charset="0"/>
              </a:rPr>
              <a:t>ĐK</a:t>
            </a:r>
            <a:r>
              <a:rPr lang="en-US" sz="8800" b="1" dirty="0">
                <a:effectLst/>
                <a:latin typeface="Times New Roman" panose="02020603050405020304" pitchFamily="18" charset="0"/>
                <a:cs typeface="Times New Roman" panose="02020603050405020304" pitchFamily="18" charset="0"/>
              </a:rPr>
              <a:t>: </a:t>
            </a:r>
            <a:r>
              <a:rPr lang="en-US" sz="8800" b="1" dirty="0" err="1">
                <a:effectLst/>
                <a:latin typeface="Times New Roman" panose="02020603050405020304" pitchFamily="18" charset="0"/>
                <a:cs typeface="Times New Roman" panose="02020603050405020304" pitchFamily="18" charset="0"/>
              </a:rPr>
              <a:t>Đi</a:t>
            </a:r>
            <a:r>
              <a:rPr lang="en-US" sz="8800" b="1" dirty="0">
                <a:effectLst/>
                <a:latin typeface="Times New Roman" panose="02020603050405020304" pitchFamily="18" charset="0"/>
                <a:cs typeface="Times New Roman" panose="02020603050405020304" pitchFamily="18" charset="0"/>
              </a:rPr>
              <a:t> </a:t>
            </a:r>
            <a:r>
              <a:rPr lang="en-US" sz="8800" b="1" dirty="0" err="1">
                <a:effectLst/>
                <a:latin typeface="Times New Roman" panose="02020603050405020304" pitchFamily="18" charset="0"/>
                <a:cs typeface="Times New Roman" panose="02020603050405020304" pitchFamily="18" charset="0"/>
              </a:rPr>
              <a:t>đi</a:t>
            </a:r>
            <a:r>
              <a:rPr lang="en-US" sz="8800" b="1" dirty="0">
                <a:effectLst/>
                <a:latin typeface="Times New Roman" panose="02020603050405020304" pitchFamily="18" charset="0"/>
                <a:cs typeface="Times New Roman" panose="02020603050405020304" pitchFamily="18" charset="0"/>
              </a:rPr>
              <a:t> </a:t>
            </a:r>
            <a:r>
              <a:rPr lang="en-US" sz="8800" b="1" dirty="0" err="1">
                <a:effectLst/>
                <a:latin typeface="Times New Roman" panose="02020603050405020304" pitchFamily="18" charset="0"/>
                <a:cs typeface="Times New Roman" panose="02020603050405020304" pitchFamily="18" charset="0"/>
              </a:rPr>
              <a:t>mau</a:t>
            </a:r>
            <a:r>
              <a:rPr lang="en-US" sz="8800" b="1" dirty="0">
                <a:effectLst/>
                <a:latin typeface="Times New Roman" panose="02020603050405020304" pitchFamily="18" charset="0"/>
                <a:cs typeface="Times New Roman" panose="02020603050405020304" pitchFamily="18" charset="0"/>
              </a:rPr>
              <a:t> ta </a:t>
            </a:r>
            <a:r>
              <a:rPr lang="en-US" sz="8800" b="1" dirty="0" err="1">
                <a:effectLst/>
                <a:latin typeface="Times New Roman" panose="02020603050405020304" pitchFamily="18" charset="0"/>
                <a:cs typeface="Times New Roman" panose="02020603050405020304" pitchFamily="18" charset="0"/>
              </a:rPr>
              <a:t>về</a:t>
            </a:r>
            <a:r>
              <a:rPr lang="en-US" sz="8800" b="1" dirty="0">
                <a:effectLst/>
                <a:latin typeface="Times New Roman" panose="02020603050405020304" pitchFamily="18" charset="0"/>
                <a:cs typeface="Times New Roman" panose="02020603050405020304" pitchFamily="18" charset="0"/>
              </a:rPr>
              <a:t> </a:t>
            </a:r>
            <a:r>
              <a:rPr lang="en-US" sz="8800" b="1" dirty="0" err="1">
                <a:effectLst/>
                <a:latin typeface="Times New Roman" panose="02020603050405020304" pitchFamily="18" charset="0"/>
                <a:cs typeface="Times New Roman" panose="02020603050405020304" pitchFamily="18" charset="0"/>
              </a:rPr>
              <a:t>nhà</a:t>
            </a:r>
            <a:r>
              <a:rPr lang="en-US" sz="8800" b="1" dirty="0">
                <a:effectLst/>
                <a:latin typeface="Times New Roman" panose="02020603050405020304" pitchFamily="18" charset="0"/>
                <a:cs typeface="Times New Roman" panose="02020603050405020304" pitchFamily="18" charset="0"/>
              </a:rPr>
              <a:t> Chúa, Chúa Cha </a:t>
            </a:r>
            <a:r>
              <a:rPr lang="en-US" sz="8800" b="1" dirty="0" err="1">
                <a:effectLst/>
                <a:latin typeface="Times New Roman" panose="02020603050405020304" pitchFamily="18" charset="0"/>
                <a:cs typeface="Times New Roman" panose="02020603050405020304" pitchFamily="18" charset="0"/>
              </a:rPr>
              <a:t>toàn</a:t>
            </a:r>
            <a:r>
              <a:rPr lang="en-US" sz="8800" b="1" dirty="0">
                <a:effectLst/>
                <a:latin typeface="Times New Roman" panose="02020603050405020304" pitchFamily="18" charset="0"/>
                <a:cs typeface="Times New Roman" panose="02020603050405020304" pitchFamily="18" charset="0"/>
              </a:rPr>
              <a:t> </a:t>
            </a:r>
            <a:r>
              <a:rPr lang="en-US" sz="8800" b="1" dirty="0" err="1">
                <a:effectLst/>
                <a:latin typeface="Times New Roman" panose="02020603050405020304" pitchFamily="18" charset="0"/>
                <a:cs typeface="Times New Roman" panose="02020603050405020304" pitchFamily="18" charset="0"/>
              </a:rPr>
              <a:t>năng</a:t>
            </a:r>
            <a:r>
              <a:rPr lang="en-US" sz="8800" b="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8800" b="1" dirty="0">
                <a:effectLst/>
                <a:latin typeface="Times New Roman (Headings)"/>
                <a:cs typeface="Arial" panose="020B0604020202020204" pitchFamily="34" charset="0"/>
              </a:rPr>
              <a:t>Đi </a:t>
            </a:r>
            <a:r>
              <a:rPr lang="vi-VN" sz="8800" b="1" dirty="0" err="1">
                <a:effectLst/>
                <a:latin typeface="Times New Roman (Headings)"/>
                <a:cs typeface="Arial" panose="020B0604020202020204" pitchFamily="34" charset="0"/>
              </a:rPr>
              <a:t>đi</a:t>
            </a:r>
            <a:r>
              <a:rPr lang="vi-VN" sz="8800" b="1" dirty="0">
                <a:effectLst/>
                <a:latin typeface="Times New Roman (Headings)"/>
                <a:cs typeface="Arial" panose="020B0604020202020204" pitchFamily="34" charset="0"/>
              </a:rPr>
              <a:t> mau ta về nhà Chúa thánh cung thiên đường.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8800" b="1" dirty="0">
                <a:effectLst/>
                <a:latin typeface="Times New Roman (Headings)"/>
                <a:cs typeface="Arial" panose="020B0604020202020204" pitchFamily="34" charset="0"/>
              </a:rPr>
              <a:t>Muôn chư dân đi tìm nhan Chúa vui trong bình an.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44FC-4D23-242A-FFDF-FBF661EC6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AC3ED-4CD9-AD73-FF1D-77BA032B1B1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000" b="1" dirty="0">
                <a:effectLst/>
                <a:latin typeface="Times New Roman (Headings)"/>
                <a:cs typeface="Arial" panose="020B0604020202020204" pitchFamily="34" charset="0"/>
              </a:rPr>
              <a:t>Dâng </a:t>
            </a:r>
            <a:r>
              <a:rPr lang="vi-VN" sz="9000" b="1" dirty="0" err="1">
                <a:effectLst/>
                <a:latin typeface="Times New Roman (Headings)"/>
                <a:cs typeface="Arial" panose="020B0604020202020204" pitchFamily="34" charset="0"/>
              </a:rPr>
              <a:t>Giavê</a:t>
            </a:r>
            <a:r>
              <a:rPr lang="vi-VN" sz="9000" b="1" dirty="0">
                <a:effectLst/>
                <a:latin typeface="Times New Roman (Headings)"/>
                <a:cs typeface="Arial" panose="020B0604020202020204" pitchFamily="34" charset="0"/>
              </a:rPr>
              <a:t> tâm tình dân Chúa sống nơi gian trần.</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125814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82313-D4FA-B440-F823-128A96205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9C988-4150-095E-E6E8-0634C18120C8}"/>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000" b="1" dirty="0">
                <a:effectLst/>
                <a:latin typeface="Times New Roman (Headings)"/>
                <a:cs typeface="Arial" panose="020B0604020202020204" pitchFamily="34" charset="0"/>
              </a:rPr>
              <a:t>1. </a:t>
            </a:r>
            <a:r>
              <a:rPr lang="en-US" sz="9000" b="1" dirty="0" err="1">
                <a:effectLst/>
                <a:latin typeface="Times New Roman (Headings)"/>
                <a:cs typeface="Arial" panose="020B0604020202020204" pitchFamily="34" charset="0"/>
              </a:rPr>
              <a:t>Lạy</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hãy</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dạy</a:t>
            </a:r>
            <a:r>
              <a:rPr lang="en-US" sz="9000" b="1" dirty="0">
                <a:effectLst/>
                <a:latin typeface="Times New Roman (Headings)"/>
                <a:cs typeface="Arial" panose="020B0604020202020204" pitchFamily="34" charset="0"/>
              </a:rPr>
              <a:t> con </a:t>
            </a:r>
            <a:r>
              <a:rPr lang="en-US" sz="9000" b="1" dirty="0" err="1">
                <a:effectLst/>
                <a:latin typeface="Times New Roman (Headings)"/>
                <a:cs typeface="Arial" panose="020B0604020202020204" pitchFamily="34" charset="0"/>
              </a:rPr>
              <a:t>biết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mến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yêu</a:t>
            </a:r>
            <a:r>
              <a:rPr lang="en-US" sz="9000" b="1" dirty="0">
                <a:effectLst/>
                <a:latin typeface="Times New Roman (Headings)"/>
                <a:cs typeface="Arial" panose="020B0604020202020204" pitchFamily="34" charset="0"/>
              </a:rPr>
              <a:t>. Vui </a:t>
            </a:r>
            <a:r>
              <a:rPr lang="en-US" sz="9000" b="1" dirty="0" err="1">
                <a:effectLst/>
                <a:latin typeface="Times New Roman (Headings)"/>
                <a:cs typeface="Arial" panose="020B0604020202020204" pitchFamily="34" charset="0"/>
              </a:rPr>
              <a:t>sống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trong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tình</a:t>
            </a:r>
            <a:r>
              <a:rPr lang="en-US" sz="9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46022317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605DC-98AF-5913-746D-C07D4B7A2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EAABE-FD30-1F70-2170-71D85D7596BC}"/>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000" b="1" dirty="0">
                <a:effectLst/>
                <a:latin typeface="Times New Roman (Headings)"/>
                <a:cs typeface="Arial" panose="020B0604020202020204" pitchFamily="34" charset="0"/>
              </a:rPr>
              <a:t>khoan nhân dịu hiền. Ai khát khao bơ vơ khốn khó đã nhiều,</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101357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A64EE-D44F-12CE-5CDD-B6E1E37E6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B4BA9-895B-899C-DA26-B4E997961331}"/>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000" b="1" dirty="0">
                <a:effectLst/>
                <a:latin typeface="Times New Roman (Headings)"/>
                <a:cs typeface="Arial" panose="020B0604020202020204" pitchFamily="34" charset="0"/>
              </a:rPr>
              <a:t>con </a:t>
            </a:r>
            <a:r>
              <a:rPr lang="en-US" sz="9000" b="1" dirty="0" err="1">
                <a:effectLst/>
                <a:latin typeface="Times New Roman (Headings)"/>
                <a:cs typeface="Arial" panose="020B0604020202020204" pitchFamily="34" charset="0"/>
              </a:rPr>
              <a:t>khấn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nguyện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thi</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hành</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lời</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sớm</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chiều</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70540647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EE502-77AE-0499-D5FC-89444027C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2D14F-9735-7D69-2A02-9A3EE9C0EF1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8800" b="1" dirty="0" err="1">
                <a:effectLst/>
                <a:latin typeface="Times New Roman" panose="02020603050405020304" pitchFamily="18" charset="0"/>
                <a:cs typeface="Times New Roman" panose="02020603050405020304" pitchFamily="18" charset="0"/>
              </a:rPr>
              <a:t>ĐK</a:t>
            </a:r>
            <a:r>
              <a:rPr lang="en-US" sz="8800" b="1" dirty="0">
                <a:effectLst/>
                <a:latin typeface="Times New Roman" panose="02020603050405020304" pitchFamily="18" charset="0"/>
                <a:cs typeface="Times New Roman" panose="02020603050405020304" pitchFamily="18" charset="0"/>
              </a:rPr>
              <a:t>: </a:t>
            </a:r>
            <a:r>
              <a:rPr lang="en-US" sz="8800" b="1" dirty="0" err="1">
                <a:effectLst/>
                <a:latin typeface="Times New Roman" panose="02020603050405020304" pitchFamily="18" charset="0"/>
                <a:cs typeface="Times New Roman" panose="02020603050405020304" pitchFamily="18" charset="0"/>
              </a:rPr>
              <a:t>Đi</a:t>
            </a:r>
            <a:r>
              <a:rPr lang="en-US" sz="8800" b="1" dirty="0">
                <a:effectLst/>
                <a:latin typeface="Times New Roman" panose="02020603050405020304" pitchFamily="18" charset="0"/>
                <a:cs typeface="Times New Roman" panose="02020603050405020304" pitchFamily="18" charset="0"/>
              </a:rPr>
              <a:t> </a:t>
            </a:r>
            <a:r>
              <a:rPr lang="en-US" sz="8800" b="1" dirty="0" err="1">
                <a:effectLst/>
                <a:latin typeface="Times New Roman" panose="02020603050405020304" pitchFamily="18" charset="0"/>
                <a:cs typeface="Times New Roman" panose="02020603050405020304" pitchFamily="18" charset="0"/>
              </a:rPr>
              <a:t>đi</a:t>
            </a:r>
            <a:r>
              <a:rPr lang="en-US" sz="8800" b="1" dirty="0">
                <a:effectLst/>
                <a:latin typeface="Times New Roman" panose="02020603050405020304" pitchFamily="18" charset="0"/>
                <a:cs typeface="Times New Roman" panose="02020603050405020304" pitchFamily="18" charset="0"/>
              </a:rPr>
              <a:t> </a:t>
            </a:r>
            <a:r>
              <a:rPr lang="en-US" sz="8800" b="1" dirty="0" err="1">
                <a:effectLst/>
                <a:latin typeface="Times New Roman" panose="02020603050405020304" pitchFamily="18" charset="0"/>
                <a:cs typeface="Times New Roman" panose="02020603050405020304" pitchFamily="18" charset="0"/>
              </a:rPr>
              <a:t>mau</a:t>
            </a:r>
            <a:r>
              <a:rPr lang="en-US" sz="8800" b="1" dirty="0">
                <a:effectLst/>
                <a:latin typeface="Times New Roman" panose="02020603050405020304" pitchFamily="18" charset="0"/>
                <a:cs typeface="Times New Roman" panose="02020603050405020304" pitchFamily="18" charset="0"/>
              </a:rPr>
              <a:t> ta </a:t>
            </a:r>
            <a:r>
              <a:rPr lang="en-US" sz="8800" b="1" dirty="0" err="1">
                <a:effectLst/>
                <a:latin typeface="Times New Roman" panose="02020603050405020304" pitchFamily="18" charset="0"/>
                <a:cs typeface="Times New Roman" panose="02020603050405020304" pitchFamily="18" charset="0"/>
              </a:rPr>
              <a:t>về</a:t>
            </a:r>
            <a:r>
              <a:rPr lang="en-US" sz="8800" b="1" dirty="0">
                <a:effectLst/>
                <a:latin typeface="Times New Roman" panose="02020603050405020304" pitchFamily="18" charset="0"/>
                <a:cs typeface="Times New Roman" panose="02020603050405020304" pitchFamily="18" charset="0"/>
              </a:rPr>
              <a:t> </a:t>
            </a:r>
            <a:r>
              <a:rPr lang="en-US" sz="8800" b="1" dirty="0" err="1">
                <a:effectLst/>
                <a:latin typeface="Times New Roman" panose="02020603050405020304" pitchFamily="18" charset="0"/>
                <a:cs typeface="Times New Roman" panose="02020603050405020304" pitchFamily="18" charset="0"/>
              </a:rPr>
              <a:t>nhà</a:t>
            </a:r>
            <a:r>
              <a:rPr lang="en-US" sz="8800" b="1" dirty="0">
                <a:effectLst/>
                <a:latin typeface="Times New Roman" panose="02020603050405020304" pitchFamily="18" charset="0"/>
                <a:cs typeface="Times New Roman" panose="02020603050405020304" pitchFamily="18" charset="0"/>
              </a:rPr>
              <a:t> Chúa, Chúa Cha </a:t>
            </a:r>
            <a:r>
              <a:rPr lang="en-US" sz="8800" b="1" dirty="0" err="1">
                <a:effectLst/>
                <a:latin typeface="Times New Roman" panose="02020603050405020304" pitchFamily="18" charset="0"/>
                <a:cs typeface="Times New Roman" panose="02020603050405020304" pitchFamily="18" charset="0"/>
              </a:rPr>
              <a:t>toàn</a:t>
            </a:r>
            <a:r>
              <a:rPr lang="en-US" sz="8800" b="1" dirty="0">
                <a:effectLst/>
                <a:latin typeface="Times New Roman" panose="02020603050405020304" pitchFamily="18" charset="0"/>
                <a:cs typeface="Times New Roman" panose="02020603050405020304" pitchFamily="18" charset="0"/>
              </a:rPr>
              <a:t> </a:t>
            </a:r>
            <a:r>
              <a:rPr lang="en-US" sz="8800" b="1" dirty="0" err="1">
                <a:effectLst/>
                <a:latin typeface="Times New Roman" panose="02020603050405020304" pitchFamily="18" charset="0"/>
                <a:cs typeface="Times New Roman" panose="02020603050405020304" pitchFamily="18" charset="0"/>
              </a:rPr>
              <a:t>năng</a:t>
            </a:r>
            <a:r>
              <a:rPr lang="en-US" sz="8800" b="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1661764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6E74D-863C-3915-7246-492E92D56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E47F9C-EC11-BE69-AE66-DD7F5A962F67}"/>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8800" b="1" dirty="0">
                <a:effectLst/>
                <a:latin typeface="Times New Roman (Headings)"/>
                <a:cs typeface="Arial" panose="020B0604020202020204" pitchFamily="34" charset="0"/>
              </a:rPr>
              <a:t>Đi </a:t>
            </a:r>
            <a:r>
              <a:rPr lang="vi-VN" sz="8800" b="1" dirty="0" err="1">
                <a:effectLst/>
                <a:latin typeface="Times New Roman (Headings)"/>
                <a:cs typeface="Arial" panose="020B0604020202020204" pitchFamily="34" charset="0"/>
              </a:rPr>
              <a:t>đi</a:t>
            </a:r>
            <a:r>
              <a:rPr lang="vi-VN" sz="8800" b="1" dirty="0">
                <a:effectLst/>
                <a:latin typeface="Times New Roman (Headings)"/>
                <a:cs typeface="Arial" panose="020B0604020202020204" pitchFamily="34" charset="0"/>
              </a:rPr>
              <a:t> mau ta về nhà Chúa thánh cung thiên đường.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23157535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D0E06-BAA6-A2FC-6BEA-889FFFE45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4A5C6-6B0B-63AC-8270-63EA6BF2085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8800" b="1" dirty="0">
                <a:effectLst/>
                <a:latin typeface="Times New Roman (Headings)"/>
                <a:cs typeface="Arial" panose="020B0604020202020204" pitchFamily="34" charset="0"/>
              </a:rPr>
              <a:t>Muôn chư dân đi tìm nhan Chúa vui trong bình an.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12687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BBC4C-96E5-6F99-4BFD-3518727A3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B9A9A-85F3-E0C6-31F2-FD0D555BE1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000" b="1" dirty="0">
                <a:effectLst/>
                <a:latin typeface="Times New Roman (Headings)"/>
                <a:cs typeface="Arial" panose="020B0604020202020204" pitchFamily="34" charset="0"/>
              </a:rPr>
              <a:t>Dâng </a:t>
            </a:r>
            <a:r>
              <a:rPr lang="vi-VN" sz="9000" b="1" dirty="0" err="1">
                <a:effectLst/>
                <a:latin typeface="Times New Roman (Headings)"/>
                <a:cs typeface="Arial" panose="020B0604020202020204" pitchFamily="34" charset="0"/>
              </a:rPr>
              <a:t>Giavê</a:t>
            </a:r>
            <a:r>
              <a:rPr lang="vi-VN" sz="9000" b="1" dirty="0">
                <a:effectLst/>
                <a:latin typeface="Times New Roman (Headings)"/>
                <a:cs typeface="Arial" panose="020B0604020202020204" pitchFamily="34" charset="0"/>
              </a:rPr>
              <a:t> tâm tình dân Chúa sống nơi gian trần.</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5964588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713AA-6352-F180-8AD8-1EEF433A41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0599A6-088E-9A42-786D-D2825F5F5F0B}"/>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XVI THƯỜNG NIÊN NĂM C Chữa Giêsu thăm gia đĩình MARTHA &amp; MARIA &quot;Martha, Martha, con lo lắng bỗi rỗi về nhiều chuyện. Chỉ có một sự cần mã thôi: Maria đã chọn phần tốt nhất và sẽ không bị ai lấy mất&quot; (Lc 10, 38-42)'">
            <a:extLst>
              <a:ext uri="{FF2B5EF4-FFF2-40B4-BE49-F238E27FC236}">
                <a16:creationId xmlns:a16="http://schemas.microsoft.com/office/drawing/2014/main" id="{F93963E4-CB66-5905-3C70-14E9F29FF4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46733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vi-VN" sz="10000" b="1" dirty="0">
                <a:effectLst/>
                <a:latin typeface="Times New Roman (Headings)"/>
                <a:cs typeface="Arial" panose="020B0604020202020204" pitchFamily="34" charset="0"/>
              </a:rPr>
              <a:t>và bình an dưới thế cho người thiện tâm.</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tôn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vinh</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pPr algn="l"/>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sz="8800"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8C99-77D7-BC56-FA5B-022E6E2459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C91493-56FE-A38F-88C2-DB8C477CF6B5}"/>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XVI THƯỜNG NIÊN NĂM C Chữa Giêsu thăm gia đĩình MARTHA &amp; MARIA &quot;Martha, Martha, con lo lắng bỗi rỗi về nhiều chuyện. Chỉ có một sự cần mã thôi: Maria đã chọn phần tốt nhất và sẽ không bị ai lấy mất&quot; (Lc 10, 38-42)'">
            <a:extLst>
              <a:ext uri="{FF2B5EF4-FFF2-40B4-BE49-F238E27FC236}">
                <a16:creationId xmlns:a16="http://schemas.microsoft.com/office/drawing/2014/main" id="{83719204-5816-C9C6-1E07-3CC852E247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8479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1:</a:t>
            </a:r>
            <a:r>
              <a:rPr lang="en-US" sz="3800" b="1" dirty="0">
                <a:solidFill>
                  <a:srgbClr val="FF0000"/>
                </a:solidFill>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St 18, 1-</a:t>
            </a:r>
            <a:r>
              <a:rPr lang="en-US" sz="3800" b="1" dirty="0" err="1">
                <a:latin typeface="Arial" panose="020B0604020202020204" pitchFamily="34" charset="0"/>
                <a:cs typeface="Arial" panose="020B0604020202020204" pitchFamily="34" charset="0"/>
              </a:rPr>
              <a:t>10a</a:t>
            </a:r>
            <a:r>
              <a:rPr lang="en-US" sz="3800" b="1" dirty="0">
                <a:latin typeface="Arial" panose="020B0604020202020204" pitchFamily="34" charset="0"/>
                <a:cs typeface="Arial" panose="020B0604020202020204" pitchFamily="34" charset="0"/>
              </a:rPr>
              <a:t> </a:t>
            </a:r>
          </a:p>
        </p:txBody>
      </p:sp>
      <p:sp>
        <p:nvSpPr>
          <p:cNvPr id="5" name="TextBox 4">
            <a:extLst>
              <a:ext uri="{FF2B5EF4-FFF2-40B4-BE49-F238E27FC236}">
                <a16:creationId xmlns:a16="http://schemas.microsoft.com/office/drawing/2014/main" id="{EC9E90A0-57EF-B562-11BD-EFA379BF3A1F}"/>
              </a:ext>
            </a:extLst>
          </p:cNvPr>
          <p:cNvSpPr txBox="1"/>
          <p:nvPr/>
        </p:nvSpPr>
        <p:spPr>
          <a:xfrm>
            <a:off x="0" y="840437"/>
            <a:ext cx="9144000" cy="3785652"/>
          </a:xfrm>
          <a:prstGeom prst="rect">
            <a:avLst/>
          </a:prstGeom>
          <a:noFill/>
        </p:spPr>
        <p:txBody>
          <a:bodyPr wrap="square">
            <a:spAutoFit/>
          </a:bodyPr>
          <a:lstStyle/>
          <a:p>
            <a:pPr algn="ctr"/>
            <a:r>
              <a:rPr lang="vi-VN" sz="6000" b="1" i="1" dirty="0">
                <a:solidFill>
                  <a:srgbClr val="FF0000"/>
                </a:solidFill>
                <a:latin typeface="Arial" panose="020B0604020202020204" pitchFamily="34" charset="0"/>
                <a:cs typeface="Arial" panose="020B0604020202020204" pitchFamily="34" charset="0"/>
              </a:rPr>
              <a:t>“</a:t>
            </a:r>
            <a:r>
              <a:rPr lang="vi-VN" sz="6000" b="1" i="1" dirty="0" err="1">
                <a:solidFill>
                  <a:srgbClr val="FF0000"/>
                </a:solidFill>
                <a:latin typeface="Arial" panose="020B0604020202020204" pitchFamily="34" charset="0"/>
                <a:cs typeface="Arial" panose="020B0604020202020204" pitchFamily="34" charset="0"/>
              </a:rPr>
              <a:t>Ðối</a:t>
            </a:r>
            <a:r>
              <a:rPr lang="vi-VN" sz="6000" b="1" i="1" dirty="0">
                <a:solidFill>
                  <a:srgbClr val="FF0000"/>
                </a:solidFill>
                <a:latin typeface="Arial" panose="020B0604020202020204" pitchFamily="34" charset="0"/>
                <a:cs typeface="Arial" panose="020B0604020202020204" pitchFamily="34" charset="0"/>
              </a:rPr>
              <a:t> với Thiên Chúa có gì khó đâu. Ta trở lại thăm ông và </a:t>
            </a:r>
            <a:r>
              <a:rPr lang="vi-VN" sz="6000" b="1" i="1" dirty="0" err="1">
                <a:solidFill>
                  <a:srgbClr val="FF0000"/>
                </a:solidFill>
                <a:latin typeface="Arial" panose="020B0604020202020204" pitchFamily="34" charset="0"/>
                <a:cs typeface="Arial" panose="020B0604020202020204" pitchFamily="34" charset="0"/>
              </a:rPr>
              <a:t>Sara</a:t>
            </a:r>
            <a:r>
              <a:rPr lang="vi-VN" sz="6000" b="1" i="1" dirty="0">
                <a:solidFill>
                  <a:srgbClr val="FF0000"/>
                </a:solidFill>
                <a:latin typeface="Arial" panose="020B0604020202020204" pitchFamily="34" charset="0"/>
                <a:cs typeface="Arial" panose="020B0604020202020204" pitchFamily="34" charset="0"/>
              </a:rPr>
              <a:t> được một đứa con trai”</a:t>
            </a:r>
          </a:p>
        </p:txBody>
      </p:sp>
      <p:sp>
        <p:nvSpPr>
          <p:cNvPr id="7" name="TextBox 6">
            <a:extLst>
              <a:ext uri="{FF2B5EF4-FFF2-40B4-BE49-F238E27FC236}">
                <a16:creationId xmlns:a16="http://schemas.microsoft.com/office/drawing/2014/main" id="{FA7210C8-01DF-51DB-3853-C95430401C95}"/>
              </a:ext>
            </a:extLst>
          </p:cNvPr>
          <p:cNvSpPr txBox="1"/>
          <p:nvPr/>
        </p:nvSpPr>
        <p:spPr>
          <a:xfrm>
            <a:off x="0" y="4558724"/>
            <a:ext cx="9144000" cy="584775"/>
          </a:xfrm>
          <a:prstGeom prst="rect">
            <a:avLst/>
          </a:prstGeom>
          <a:noFill/>
        </p:spPr>
        <p:txBody>
          <a:bodyPr wrap="square">
            <a:spAutoFit/>
          </a:bodyPr>
          <a:lstStyle/>
          <a:p>
            <a:r>
              <a:rPr lang="vi-VN" sz="3200" dirty="0">
                <a:latin typeface="Arial" panose="020B0604020202020204" pitchFamily="34" charset="0"/>
                <a:cs typeface="Arial" panose="020B0604020202020204" pitchFamily="34" charset="0"/>
              </a:rPr>
              <a:t>Trích sách </a:t>
            </a:r>
            <a:r>
              <a:rPr lang="en-US" sz="3200" dirty="0">
                <a:latin typeface="Arial" panose="020B0604020202020204" pitchFamily="34" charset="0"/>
                <a:cs typeface="Arial" panose="020B0604020202020204" pitchFamily="34" charset="0"/>
              </a:rPr>
              <a:t>Sáng </a:t>
            </a:r>
            <a:r>
              <a:rPr lang="en-US" sz="3200" dirty="0" err="1">
                <a:latin typeface="Arial" panose="020B0604020202020204" pitchFamily="34" charset="0"/>
                <a:cs typeface="Arial" panose="020B0604020202020204" pitchFamily="34" charset="0"/>
              </a:rPr>
              <a:t>Thế</a:t>
            </a:r>
            <a:r>
              <a:rPr lang="vi-VN" sz="3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47250202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14</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1. Người sống thanh liêm theo đường công chính,</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lòng suy gẫm điều ngay, lưỡi không hề vu oan.</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8114624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Lạy Chúa, ai sẽ được ở trong Thánh Điện của Thiên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6982357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0B97-5A5E-E01D-7F77-E3FF8C576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52A9-68B7-99D4-D06F-501F9D3256B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Ai sẽ được ở trên Núi Thánh (í) của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210051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AC84C-6D30-4103-DA6E-7E5F2466E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62D37-57D1-76E9-02D1-F1E683ACD004}"/>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2. Người chẳng gây ra khổ nhục cho ai,</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0787641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A47B0-BC70-B94C-FEA5-4243465EA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87657-897B-626B-922A-6F639D1531FC}"/>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người khinh ghét tà gian, kính yêu người lân bang.</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8418418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815A8-1215-76C8-0A8F-D9DB7F32E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9753C-739D-5853-F92A-574E707A7D8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Lạy Chúa, ai sẽ được ở trong Thánh Điện của Thiên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8466750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D2D45-B014-6191-CEFB-5C3B30483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FDCCD-C95C-6850-EB20-08848AE80C6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Ai sẽ được ở trên Núi Thánh (í) của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2843474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AC9C7-E926-32FE-6AB6-0DF7B6A93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E340C-D23A-ACD6-E6CD-9ECE9FF319BE}"/>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3. Người chẳng đổi thay khi đời rủi may,</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3726542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B6E2C-9883-8820-4DDD-D7B3F50BC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00D40-9194-CB5B-7E29-5B17687074F2}"/>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200" b="1" dirty="0">
                <a:effectLst/>
                <a:latin typeface="Times New Roman (Headings)"/>
                <a:cs typeface="Arial" panose="020B0604020202020204" pitchFamily="34" charset="0"/>
              </a:rPr>
              <a:t>người không tính tiền vay, không hối lộ tham say.</a:t>
            </a:r>
            <a:endParaRPr lang="en-US" sz="9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7156578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C6A42-0BE6-E165-98FF-954273F59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2EB9E-878C-F970-AA52-C78B1BA8E78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Lạy Chúa, ai sẽ được ở trong Thánh Điện của Thiên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793348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0B3DD-4FEC-19BC-639F-503C31511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40ACE-2F63-D8ED-EBCF-CCDE653421C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Ai sẽ được ở trên Núi Thánh (í) của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8097665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4FB7D-7424-FBE7-3D25-321AFB8730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62F9D3-90C0-CD3D-5AC6-68F44FBC3F06}"/>
              </a:ext>
            </a:extLst>
          </p:cNvPr>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2:</a:t>
            </a:r>
            <a:r>
              <a:rPr lang="en-US" sz="3800" b="1" dirty="0">
                <a:solidFill>
                  <a:srgbClr val="FF0000"/>
                </a:solidFill>
                <a:latin typeface="Arial" panose="020B0604020202020204" pitchFamily="34" charset="0"/>
                <a:cs typeface="Arial" panose="020B0604020202020204" pitchFamily="34" charset="0"/>
              </a:rPr>
              <a:t> </a:t>
            </a:r>
            <a:r>
              <a:rPr lang="de-DE" sz="3800" b="1" dirty="0">
                <a:latin typeface="Arial" panose="020B0604020202020204" pitchFamily="34" charset="0"/>
                <a:cs typeface="Arial" panose="020B0604020202020204" pitchFamily="34" charset="0"/>
              </a:rPr>
              <a:t>Cl 1, 24-28</a:t>
            </a:r>
            <a:r>
              <a:rPr lang="en-US" sz="3800" b="1" dirty="0">
                <a:latin typeface="Arial" panose="020B0604020202020204" pitchFamily="34" charset="0"/>
                <a:cs typeface="Arial" panose="020B0604020202020204" pitchFamily="34" charset="0"/>
              </a:rPr>
              <a:t> </a:t>
            </a:r>
          </a:p>
        </p:txBody>
      </p:sp>
      <p:sp>
        <p:nvSpPr>
          <p:cNvPr id="5" name="TextBox 4">
            <a:extLst>
              <a:ext uri="{FF2B5EF4-FFF2-40B4-BE49-F238E27FC236}">
                <a16:creationId xmlns:a16="http://schemas.microsoft.com/office/drawing/2014/main" id="{7772D074-9CF8-72AC-A420-B2AD83453531}"/>
              </a:ext>
            </a:extLst>
          </p:cNvPr>
          <p:cNvSpPr txBox="1"/>
          <p:nvPr/>
        </p:nvSpPr>
        <p:spPr>
          <a:xfrm>
            <a:off x="0" y="677108"/>
            <a:ext cx="9144000" cy="4154984"/>
          </a:xfrm>
          <a:prstGeom prst="rect">
            <a:avLst/>
          </a:prstGeom>
          <a:noFill/>
        </p:spPr>
        <p:txBody>
          <a:bodyPr wrap="square">
            <a:spAutoFit/>
          </a:bodyPr>
          <a:lstStyle/>
          <a:p>
            <a:pPr algn="ctr"/>
            <a:r>
              <a:rPr lang="vi-VN" sz="6600" b="1" i="1" dirty="0">
                <a:solidFill>
                  <a:srgbClr val="FF0000"/>
                </a:solidFill>
                <a:latin typeface="Arial" panose="020B0604020202020204" pitchFamily="34" charset="0"/>
                <a:cs typeface="Arial" panose="020B0604020202020204" pitchFamily="34" charset="0"/>
              </a:rPr>
              <a:t>“Mầu nhiệm ẩn giấu từ muôn thuở, nhưng nay đã được tỏ bày cho các thánh”</a:t>
            </a:r>
          </a:p>
        </p:txBody>
      </p:sp>
      <p:sp>
        <p:nvSpPr>
          <p:cNvPr id="7" name="TextBox 6">
            <a:extLst>
              <a:ext uri="{FF2B5EF4-FFF2-40B4-BE49-F238E27FC236}">
                <a16:creationId xmlns:a16="http://schemas.microsoft.com/office/drawing/2014/main" id="{6C3CBD13-B5A7-6B12-3448-4C70F242FE52}"/>
              </a:ext>
            </a:extLst>
          </p:cNvPr>
          <p:cNvSpPr txBox="1"/>
          <p:nvPr/>
        </p:nvSpPr>
        <p:spPr>
          <a:xfrm>
            <a:off x="0" y="4620280"/>
            <a:ext cx="9144000" cy="523220"/>
          </a:xfrm>
          <a:prstGeom prst="rect">
            <a:avLst/>
          </a:prstGeom>
          <a:noFill/>
        </p:spPr>
        <p:txBody>
          <a:bodyPr wrap="square">
            <a:spAutoFit/>
          </a:bodyPr>
          <a:lstStyle/>
          <a:p>
            <a:r>
              <a:rPr lang="vi-VN" sz="2800" dirty="0">
                <a:latin typeface="Arial" panose="020B0604020202020204" pitchFamily="34" charset="0"/>
                <a:cs typeface="Arial" panose="020B0604020202020204" pitchFamily="34" charset="0"/>
              </a:rPr>
              <a:t>Trích thư Thánh </a:t>
            </a:r>
            <a:r>
              <a:rPr lang="vi-VN" sz="2800" dirty="0" err="1">
                <a:latin typeface="Arial" panose="020B0604020202020204" pitchFamily="34" charset="0"/>
                <a:cs typeface="Arial" panose="020B0604020202020204" pitchFamily="34" charset="0"/>
              </a:rPr>
              <a:t>Phaolô</a:t>
            </a:r>
            <a:r>
              <a:rPr lang="vi-VN" sz="2800" dirty="0">
                <a:latin typeface="Arial" panose="020B0604020202020204" pitchFamily="34" charset="0"/>
                <a:cs typeface="Arial" panose="020B0604020202020204" pitchFamily="34" charset="0"/>
              </a:rPr>
              <a:t> Tông đồ gửi tín hữu </a:t>
            </a:r>
            <a:r>
              <a:rPr lang="vi-VN" sz="2800" dirty="0" err="1">
                <a:latin typeface="Arial" panose="020B0604020202020204" pitchFamily="34" charset="0"/>
                <a:cs typeface="Arial" panose="020B0604020202020204" pitchFamily="34" charset="0"/>
              </a:rPr>
              <a:t>Côlôxê</a:t>
            </a:r>
            <a:r>
              <a:rPr lang="vi-VN" sz="2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86114401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884B4-85C8-B174-39FE-017B6D2BF5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AF222-5451-DA32-C09D-BCB561E3B73F}"/>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XVI THƯỜNG NIÊN NĂM C Chữa Giêsu thăm gia đĩình MARTHA &amp; MARIA &quot;Martha, Martha, con lo lắng bỗi rỗi về nhiều chuyện. Chỉ có một sự cần mã thôi: Maria đã chọn phần tốt nhất và sẽ không bị ai lấy mất&quot; (Lc 10, 38-42)'">
            <a:extLst>
              <a:ext uri="{FF2B5EF4-FFF2-40B4-BE49-F238E27FC236}">
                <a16:creationId xmlns:a16="http://schemas.microsoft.com/office/drawing/2014/main" id="{846C00C4-4DE6-83B9-27EA-74B4E2FD56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0389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409575"/>
            <a:ext cx="9144000" cy="4733925"/>
          </a:xfrm>
          <a:solidFill>
            <a:schemeClr val="bg1"/>
          </a:solidFill>
        </p:spPr>
        <p:txBody>
          <a:bodyPr lIns="91440" tIns="0" rIns="91440" bIns="0">
            <a:noAutofit/>
          </a:bodyPr>
          <a:lstStyle/>
          <a:p>
            <a:r>
              <a:rPr lang="en-US" sz="8000" b="1" i="1" dirty="0">
                <a:effectLst/>
                <a:latin typeface="Times New Roman (Headings)"/>
                <a:cs typeface="Arial" panose="020B0604020202020204" pitchFamily="34" charset="0"/>
              </a:rPr>
              <a:t>All… All...</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Người ta sống không nguyên chỉ bằng cơm bánh,</a:t>
            </a:r>
            <a:endParaRPr lang="en-US" sz="8000" b="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409575"/>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u="sng" dirty="0">
                <a:solidFill>
                  <a:srgbClr val="FF0000"/>
                </a:solidFill>
                <a:latin typeface="Arial" panose="020B0604020202020204" pitchFamily="34" charset="0"/>
                <a:cs typeface="Arial" panose="020B0604020202020204" pitchFamily="34" charset="0"/>
              </a:rPr>
              <a:t>TUNG </a:t>
            </a:r>
            <a:r>
              <a:rPr lang="en-US" sz="2000" b="1" u="sng" dirty="0" err="1">
                <a:solidFill>
                  <a:srgbClr val="FF0000"/>
                </a:solidFill>
                <a:latin typeface="Arial" panose="020B0604020202020204" pitchFamily="34" charset="0"/>
                <a:cs typeface="Arial" panose="020B0604020202020204" pitchFamily="34" charset="0"/>
              </a:rPr>
              <a:t>HÔ</a:t>
            </a:r>
            <a:r>
              <a:rPr lang="en-US" sz="2000" b="1" u="sng" dirty="0">
                <a:solidFill>
                  <a:srgbClr val="FF0000"/>
                </a:solidFill>
                <a:latin typeface="Arial" panose="020B0604020202020204" pitchFamily="34" charset="0"/>
                <a:cs typeface="Arial" panose="020B0604020202020204" pitchFamily="34" charset="0"/>
              </a:rPr>
              <a:t> TIN </a:t>
            </a:r>
            <a:r>
              <a:rPr lang="en-US" sz="2000" b="1" u="sng" dirty="0" err="1">
                <a:solidFill>
                  <a:srgbClr val="FF0000"/>
                </a:solidFill>
                <a:latin typeface="Arial" panose="020B0604020202020204" pitchFamily="34" charset="0"/>
                <a:cs typeface="Arial" panose="020B0604020202020204" pitchFamily="34" charset="0"/>
              </a:rPr>
              <a:t>MỪNG</a:t>
            </a:r>
            <a:endParaRPr lang="vi-VN" sz="20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nhưng bởi mọi lời do miệng Thiên Chúa phán ra.</a:t>
            </a:r>
            <a:r>
              <a:rPr lang="en-US" sz="8800" b="1" dirty="0">
                <a:effectLst/>
                <a:latin typeface="Times New Roman (Headings)"/>
                <a:cs typeface="Arial" panose="020B0604020202020204" pitchFamily="34" charset="0"/>
              </a:rPr>
              <a:t> </a:t>
            </a:r>
            <a:r>
              <a:rPr lang="en-US" sz="8800" b="1" i="1" dirty="0">
                <a:latin typeface="Times New Roman (Headings)"/>
                <a:cs typeface="Arial" panose="020B0604020202020204" pitchFamily="34" charset="0"/>
              </a:rPr>
              <a:t>All…All…</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BB91-0935-EDC2-3337-DAC432E5B9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3E9546-71E2-28A7-CA41-94630F96B8C6}"/>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χν THƯỜNG NIÊN NĂM C Dụ ngôn NGƯỜI SAMARIA NHÂN HÂU &quot;Ngươi hãy yêu mễn Chữa là Thiên Chữa ngươi hết lòng, hết linh hồn, hết sữc và hết trì khôn ngươi, và hãy thương mễn anh em như chĩnh mình.&quot; (Lc 10, 25-37)'">
            <a:extLst>
              <a:ext uri="{FF2B5EF4-FFF2-40B4-BE49-F238E27FC236}">
                <a16:creationId xmlns:a16="http://schemas.microsoft.com/office/drawing/2014/main" id="{DD851A09-785F-7A1B-1D1A-95568F079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1714" cy="5143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551375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4384F-E9A1-6761-40AC-8E24723C7D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B31A3A-EBAC-2DB2-86D4-EB1DDC171D83}"/>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XVI THƯỜNG NIÊN NĂM C Chữa Giêsu thăm gia đĩình MARTHA &amp; MARIA &quot;Martha, Martha, con lo lắng bỗi rỗi về nhiều chuyện. Chỉ có một sự cần mã thôi: Maria đã chọn phần tốt nhất và sẽ không bị ai lấy mất&quot; (Lc 10, 38-42)'">
            <a:extLst>
              <a:ext uri="{FF2B5EF4-FFF2-40B4-BE49-F238E27FC236}">
                <a16:creationId xmlns:a16="http://schemas.microsoft.com/office/drawing/2014/main" id="{04CEB961-7B1F-0BE4-DE80-0C385B911F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15193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VỚI</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MẸ</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Nguyễn Kha)</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 Xưa trên núi Can-vê Mẹ dâng con cứu 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tế</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chính</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yêu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042738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làm giá chuộc muôn người. Nay hiệp với Giáo Hội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76059-E4E8-83D3-8690-F158BF154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CAC94-C693-78AF-320E-3B9BF2DF34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triều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Thần</a:t>
            </a:r>
            <a:r>
              <a:rPr lang="en-US" sz="8800" b="1" dirty="0">
                <a:effectLst/>
                <a:latin typeface="Times New Roman (Headings)"/>
                <a:cs typeface="Arial" panose="020B0604020202020204" pitchFamily="34" charset="0"/>
              </a:rPr>
              <a:t> Thánh </a:t>
            </a:r>
            <a:r>
              <a:rPr lang="en-US" sz="8800" b="1" dirty="0" err="1">
                <a:effectLst/>
                <a:latin typeface="Times New Roman (Headings)"/>
                <a:cs typeface="Arial" panose="020B0604020202020204" pitchFamily="34" charset="0"/>
              </a:rPr>
              <a:t>trên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 Nài van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nhận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630447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E5F6-5BCA-A68B-D3E3-8A4FC1F1D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5AC9D-B545-81F6-9238-38022E87867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thánh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lễ</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8270157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575B-A5D8-EFD7-82EC-4CB11DB84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183CC-41B9-05A9-8381-F3E9BBD2557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lễ</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hợp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nhất</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93580317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36D68-70F3-1896-06C8-97958CF5E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5DE1A-FCD5-454E-4145-B7F3CB307BC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cầu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hòa</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lễ</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tụng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22949839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DB2A4-CD96-9934-241F-F6CAFBE311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47934-CAB8-6656-7B63-471CE915C82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ngợi khen tôn vinh, cảm tạ tình thương bao la.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4375539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0893-585E-2300-9BDE-5DAE3D369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32632-7A1E-BF91-2B33-A6A2DBEFE2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2. con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chắp</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tay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nguyện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mến</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quyết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3430399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C288F-9E2B-2264-113F-69EFF9DE9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C7FB2-842E-E517-5DA3-5943C3A32A1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kiên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trung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trọn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tâm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hồn</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nguyện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hứa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trung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8523156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2A03B-4B75-FA76-94CA-695B62767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B9803-80EF-66E4-3B25-4AE0FADF04C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dù ngàn nguy hiểm trên đường. Chén đắng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4414307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1AD13-58F6-DD12-FAB7-109BD9F32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53F07-94CA-7BF0-A17F-BDE62F01963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latin typeface="Times New Roman (Headings)"/>
                <a:cs typeface="Arial" panose="020B0604020202020204" pitchFamily="34" charset="0"/>
              </a:rPr>
              <a:t>xin uống cạn quyết tiến bước vững vàng.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7816612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78FE-B707-1984-A4E2-8FDA357F9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A0857-7870-A13D-46E0-1BF8C4DD01C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lễ</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hợp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nhất</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312876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11107-9458-39EA-D8DC-AE3748CB7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DF695-A490-6E05-4407-D0D3B91344F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cầu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hòa</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lễ</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tụng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477543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12965-F3FE-10DC-1E68-DA2C536F0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9B7D8-098E-FF6C-9E6E-1820584C3AC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ngợi khen tôn vinh, cảm tạ tình thương bao la.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4512721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1F5D5-0A6D-8F7D-1CE5-D9FC4D1A61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505157-117C-9D42-264D-A4236FD71665}"/>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XVI THƯỜNG NIÊN NĂM C Chữa Giêsu thăm gia đĩình MARTHA &amp; MARIA &quot;Martha, Martha, con lo lắng bỗi rỗi về nhiều chuyện. Chỉ có một sự cần mã thôi: Maria đã chọn phần tốt nhất và sẽ không bị ai lấy mất&quot; (Lc 10, 38-42)'">
            <a:extLst>
              <a:ext uri="{FF2B5EF4-FFF2-40B4-BE49-F238E27FC236}">
                <a16:creationId xmlns:a16="http://schemas.microsoft.com/office/drawing/2014/main" id="{698EFF3E-9C6D-0B36-3E63-406C6B5883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63170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736600" y="12700"/>
            <a:ext cx="7670800" cy="457761"/>
          </a:xfrm>
        </p:spPr>
        <p:txBody>
          <a:bodyPr lIns="91440" tIns="0" rIns="91440" bIns="0" anchor="b">
            <a:normAutofit/>
          </a:bodyPr>
          <a:lstStyle/>
          <a:p>
            <a:pPr>
              <a:lnSpc>
                <a:spcPct val="90000"/>
              </a:lnSpc>
            </a:pP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u="sng"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8800" b="1" dirty="0">
                <a:latin typeface="Times New Roman (Headings)"/>
                <a:cs typeface="Arial" panose="020B0604020202020204" pitchFamily="34" charset="0"/>
              </a:rPr>
              <a:t>Chúa </a:t>
            </a:r>
            <a:r>
              <a:rPr lang="en-US" sz="8800" b="1" dirty="0" err="1">
                <a:latin typeface="Times New Roman (Headings)"/>
                <a:cs typeface="Arial" panose="020B0604020202020204" pitchFamily="34" charset="0"/>
              </a:rPr>
              <a:t>phán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Này</a:t>
            </a:r>
            <a:r>
              <a:rPr lang="en-US" sz="8800" b="1" dirty="0">
                <a:latin typeface="Times New Roman (Headings)"/>
                <a:cs typeface="Arial" panose="020B0604020202020204" pitchFamily="34" charset="0"/>
              </a:rPr>
              <a:t> Ta </a:t>
            </a:r>
            <a:r>
              <a:rPr lang="en-US" sz="8800" b="1" dirty="0" err="1">
                <a:latin typeface="Times New Roman (Headings)"/>
                <a:cs typeface="Arial" panose="020B0604020202020204" pitchFamily="34" charset="0"/>
              </a:rPr>
              <a:t>đứng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ngoài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cửa</a:t>
            </a:r>
            <a:r>
              <a:rPr lang="en-US" sz="8800" b="1" dirty="0">
                <a:latin typeface="Times New Roman (Headings)"/>
                <a:cs typeface="Arial" panose="020B0604020202020204" pitchFamily="34" charset="0"/>
              </a:rPr>
              <a:t> Ta </a:t>
            </a:r>
            <a:r>
              <a:rPr lang="en-US" sz="8800" b="1" dirty="0" err="1">
                <a:latin typeface="Times New Roman (Headings)"/>
                <a:cs typeface="Arial" panose="020B0604020202020204" pitchFamily="34" charset="0"/>
              </a:rPr>
              <a:t>gõ</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cửa</a:t>
            </a:r>
            <a:r>
              <a:rPr lang="en-US" sz="8800" b="1" dirty="0">
                <a:latin typeface="Times New Roman (Headings)"/>
                <a:cs typeface="Arial" panose="020B0604020202020204" pitchFamily="34" charset="0"/>
              </a:rPr>
              <a:t>,</a:t>
            </a:r>
          </a:p>
        </p:txBody>
      </p:sp>
    </p:spTree>
    <p:extLst>
      <p:ext uri="{BB962C8B-B14F-4D97-AF65-F5344CB8AC3E}">
        <p14:creationId xmlns:p14="http://schemas.microsoft.com/office/powerpoint/2010/main" val="215767542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FB68-8CB8-968E-BDDB-3D465166A44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C0EEAE3-85E2-F4D6-28FA-EE752037D9C6}"/>
              </a:ext>
            </a:extLst>
          </p:cNvPr>
          <p:cNvSpPr txBox="1">
            <a:spLocks/>
          </p:cNvSpPr>
          <p:nvPr/>
        </p:nvSpPr>
        <p:spPr>
          <a:xfrm>
            <a:off x="0" y="0"/>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dirty="0" err="1">
                <a:latin typeface="Times New Roman (Headings)"/>
                <a:cs typeface="Arial" panose="020B0604020202020204" pitchFamily="34" charset="0"/>
              </a:rPr>
              <a:t>nếu</a:t>
            </a:r>
            <a:r>
              <a:rPr lang="en-US" sz="9600" b="1" dirty="0">
                <a:latin typeface="Times New Roman (Headings)"/>
                <a:cs typeface="Arial" panose="020B0604020202020204" pitchFamily="34" charset="0"/>
              </a:rPr>
              <a:t> ai </a:t>
            </a:r>
            <a:r>
              <a:rPr lang="en-US" sz="9600" b="1" dirty="0" err="1">
                <a:latin typeface="Times New Roman (Headings)"/>
                <a:cs typeface="Arial" panose="020B0604020202020204" pitchFamily="34" charset="0"/>
              </a:rPr>
              <a:t>nghe</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tiếng</a:t>
            </a:r>
            <a:r>
              <a:rPr lang="en-US" sz="9600" b="1" dirty="0">
                <a:latin typeface="Times New Roman (Headings)"/>
                <a:cs typeface="Arial" panose="020B0604020202020204" pitchFamily="34" charset="0"/>
              </a:rPr>
              <a:t> Ta </a:t>
            </a:r>
            <a:r>
              <a:rPr lang="en-US" sz="9600" b="1" dirty="0" err="1">
                <a:latin typeface="Times New Roman (Headings)"/>
                <a:cs typeface="Arial" panose="020B0604020202020204" pitchFamily="34" charset="0"/>
              </a:rPr>
              <a:t>mà</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mở</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cửa</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cho</a:t>
            </a:r>
            <a:r>
              <a:rPr lang="en-US" sz="9600" b="1" dirty="0">
                <a:latin typeface="Times New Roman (Headings)"/>
                <a:cs typeface="Arial" panose="020B0604020202020204" pitchFamily="34" charset="0"/>
              </a:rPr>
              <a:t> Ta,</a:t>
            </a:r>
          </a:p>
        </p:txBody>
      </p:sp>
    </p:spTree>
    <p:extLst>
      <p:ext uri="{BB962C8B-B14F-4D97-AF65-F5344CB8AC3E}">
        <p14:creationId xmlns:p14="http://schemas.microsoft.com/office/powerpoint/2010/main" val="122283334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8D14D-981D-4985-57EE-C685806A842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55A623F-EE1F-B65D-7BA4-DBE94B7EBD9A}"/>
              </a:ext>
            </a:extLst>
          </p:cNvPr>
          <p:cNvSpPr txBox="1">
            <a:spLocks/>
          </p:cNvSpPr>
          <p:nvPr/>
        </p:nvSpPr>
        <p:spPr>
          <a:xfrm>
            <a:off x="0" y="0"/>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dirty="0" err="1">
                <a:latin typeface="Times New Roman (Headings)"/>
                <a:cs typeface="Arial" panose="020B0604020202020204" pitchFamily="34" charset="0"/>
              </a:rPr>
              <a:t>nếu</a:t>
            </a:r>
            <a:r>
              <a:rPr lang="en-US" sz="9600" b="1" dirty="0">
                <a:latin typeface="Times New Roman (Headings)"/>
                <a:cs typeface="Arial" panose="020B0604020202020204" pitchFamily="34" charset="0"/>
              </a:rPr>
              <a:t> ai </a:t>
            </a:r>
            <a:r>
              <a:rPr lang="en-US" sz="9600" b="1" dirty="0" err="1">
                <a:latin typeface="Times New Roman (Headings)"/>
                <a:cs typeface="Arial" panose="020B0604020202020204" pitchFamily="34" charset="0"/>
              </a:rPr>
              <a:t>nghe</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tiếng</a:t>
            </a:r>
            <a:r>
              <a:rPr lang="en-US" sz="9600" b="1" dirty="0">
                <a:latin typeface="Times New Roman (Headings)"/>
                <a:cs typeface="Arial" panose="020B0604020202020204" pitchFamily="34" charset="0"/>
              </a:rPr>
              <a:t> Ta </a:t>
            </a:r>
            <a:r>
              <a:rPr lang="en-US" sz="9600" b="1" dirty="0" err="1">
                <a:latin typeface="Times New Roman (Headings)"/>
                <a:cs typeface="Arial" panose="020B0604020202020204" pitchFamily="34" charset="0"/>
              </a:rPr>
              <a:t>mà</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mở</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cửa</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cho</a:t>
            </a:r>
            <a:r>
              <a:rPr lang="en-US" sz="9600" b="1" dirty="0">
                <a:latin typeface="Times New Roman (Headings)"/>
                <a:cs typeface="Arial" panose="020B0604020202020204" pitchFamily="34" charset="0"/>
              </a:rPr>
              <a:t> Ta,</a:t>
            </a:r>
          </a:p>
        </p:txBody>
      </p:sp>
    </p:spTree>
    <p:extLst>
      <p:ext uri="{BB962C8B-B14F-4D97-AF65-F5344CB8AC3E}">
        <p14:creationId xmlns:p14="http://schemas.microsoft.com/office/powerpoint/2010/main" val="245867580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D5BBB-A930-30F4-F28B-41EC5FEED0A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98458E2-4DA9-78B7-FEEA-D09A2115BDF9}"/>
              </a:ext>
            </a:extLst>
          </p:cNvPr>
          <p:cNvSpPr txBox="1">
            <a:spLocks/>
          </p:cNvSpPr>
          <p:nvPr/>
        </p:nvSpPr>
        <p:spPr>
          <a:xfrm>
            <a:off x="0" y="0"/>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vi-VN" sz="8800" b="1" dirty="0">
                <a:latin typeface="Times New Roman (Headings)"/>
                <a:cs typeface="Arial" panose="020B0604020202020204" pitchFamily="34" charset="0"/>
              </a:rPr>
              <a:t>Ta sẽ vào nhà người ấy, và sẽ dùng bữa tối với nó,</a:t>
            </a:r>
            <a:endParaRPr lang="en-US" sz="8800" b="1" dirty="0">
              <a:latin typeface="Times New Roman (Headings)"/>
              <a:cs typeface="Arial" panose="020B0604020202020204" pitchFamily="34" charset="0"/>
            </a:endParaRPr>
          </a:p>
        </p:txBody>
      </p:sp>
    </p:spTree>
    <p:extLst>
      <p:ext uri="{BB962C8B-B14F-4D97-AF65-F5344CB8AC3E}">
        <p14:creationId xmlns:p14="http://schemas.microsoft.com/office/powerpoint/2010/main" val="255908686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D7CC8-D93E-3B40-4716-2266185DF02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4A49B6A-04D7-335B-F08D-9DD5158D1904}"/>
              </a:ext>
            </a:extLst>
          </p:cNvPr>
          <p:cNvSpPr txBox="1">
            <a:spLocks/>
          </p:cNvSpPr>
          <p:nvPr/>
        </p:nvSpPr>
        <p:spPr>
          <a:xfrm>
            <a:off x="0" y="0"/>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8800" b="1" dirty="0" err="1">
                <a:latin typeface="Times New Roman (Headings)"/>
                <a:cs typeface="Arial" panose="020B0604020202020204" pitchFamily="34" charset="0"/>
              </a:rPr>
              <a:t>và</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nó</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sẽ</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dùng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bữa</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với</a:t>
            </a:r>
            <a:r>
              <a:rPr lang="en-US" sz="8800" b="1" dirty="0">
                <a:latin typeface="Times New Roman (Headings)"/>
                <a:cs typeface="Arial" panose="020B0604020202020204" pitchFamily="34" charset="0"/>
              </a:rPr>
              <a:t> Ta.</a:t>
            </a:r>
          </a:p>
        </p:txBody>
      </p:sp>
    </p:spTree>
    <p:extLst>
      <p:ext uri="{BB962C8B-B14F-4D97-AF65-F5344CB8AC3E}">
        <p14:creationId xmlns:p14="http://schemas.microsoft.com/office/powerpoint/2010/main" val="78374778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CHỈ CÓ MỘT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ĐIỀU CẦN</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Chỉ có một điều cần thôi là được gặp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153937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trong mỗi ngày đời con.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điều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nghe</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phút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364124727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85B6-E2BD-648B-179B-895C1F67C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26F9-B316-7B2A-47B9-4B324E79B26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1. Khi bị phủ vây vì muôn tiếng ồn ào, xin cho con được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trong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8299313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B1215-13FE-50C1-7250-456C5BBF2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F2C78-1E22-2631-2CE3-B447D9B9039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thinh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lặng</a:t>
            </a:r>
            <a:r>
              <a:rPr lang="en-US" sz="8800" b="1" dirty="0">
                <a:effectLst/>
                <a:latin typeface="Times New Roman (Headings)"/>
                <a:cs typeface="Arial" panose="020B0604020202020204" pitchFamily="34" charset="0"/>
              </a:rPr>
              <a:t>.  Khi </a:t>
            </a:r>
            <a:r>
              <a:rPr lang="en-US" sz="8800" b="1" dirty="0" err="1">
                <a:effectLst/>
                <a:latin typeface="Times New Roman (Headings)"/>
                <a:cs typeface="Arial" panose="020B0604020202020204" pitchFamily="34" charset="0"/>
              </a:rPr>
              <a:t>bị</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rã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rời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trăm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việc</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88855503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025F1-2EBC-0972-3794-20474B1BA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A8E5D-A7B7-87A5-B2A4-E65E24641AF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biết</a:t>
            </a:r>
            <a:r>
              <a:rPr lang="en-US" sz="8800" b="1" dirty="0">
                <a:effectLst/>
                <a:latin typeface="Times New Roman (Headings)"/>
                <a:cs typeface="Arial" panose="020B0604020202020204" pitchFamily="34" charset="0"/>
              </a:rPr>
              <a:t> an </a:t>
            </a:r>
            <a:r>
              <a:rPr lang="en-US" sz="8800" b="1" dirty="0" err="1">
                <a:effectLst/>
                <a:latin typeface="Times New Roman (Headings)"/>
                <a:cs typeface="Arial" panose="020B0604020202020204" pitchFamily="34" charset="0"/>
              </a:rPr>
              <a:t>nghỉ</a:t>
            </a:r>
            <a:r>
              <a:rPr lang="en-US" sz="8800" b="1" dirty="0">
                <a:effectLst/>
                <a:latin typeface="Times New Roman (Headings)"/>
                <a:cs typeface="Arial" panose="020B0604020202020204" pitchFamily="34" charset="0"/>
              </a:rPr>
              <a:t> ở </a:t>
            </a:r>
            <a:r>
              <a:rPr lang="en-US" sz="8800" b="1" dirty="0" err="1">
                <a:effectLst/>
                <a:latin typeface="Times New Roman (Headings)"/>
                <a:cs typeface="Arial" panose="020B0604020202020204" pitchFamily="34" charset="0"/>
              </a:rPr>
              <a:t>trước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thánh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26669599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0B04D-3FC4-4AD9-9A30-74052F9D5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BCD7F-7FEE-BDDB-17A6-9C6AC02A911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Chỉ có một điều cần thôi là được gặp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5012885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9B363-6750-54DB-7706-8AFEBFD34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089D0-3F4B-3AD5-76BD-CCA7E7F508A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trong mỗi ngày đời con.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điều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7746535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279F9-5168-EE55-3876-329C896A4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A1E73-B83F-80C6-D84A-72F008352A1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nghe</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phút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38698473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5C37C-2981-6443-C92A-9B0147DD8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87671-EBDB-8F19-91DC-F0A5944A5D3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2. Khi bị cuốn trôi vì lo lắng việc đời, xin cho con được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ngồi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bên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46114751"/>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2C862-5063-813A-C3B5-84EFC02E3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56780-C917-7536-5DDE-A838623C528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chân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Khi </a:t>
            </a:r>
            <a:r>
              <a:rPr lang="en-US" sz="8800" b="1" dirty="0" err="1">
                <a:effectLst/>
                <a:latin typeface="Times New Roman (Headings)"/>
                <a:cs typeface="Arial" panose="020B0604020202020204" pitchFamily="34" charset="0"/>
              </a:rPr>
              <a:t>bị</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kéo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ghì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đam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mê</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dục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vọng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36084790"/>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8F019-995F-BF40-5B4E-75FCC038B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C7BB3-32C5-484E-6376-0008659536A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biết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cậy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trông</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nhân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từ</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16913600"/>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C6507-A804-E292-C74A-E3F484B560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4C5EA5-59C4-14DF-85A7-05D5765DA03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Chỉ có một điều cần thôi là được gặp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06199920"/>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F60F5-C0EF-7FE9-0BC2-4E90A6884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E200F6-3B82-92D1-B851-BD09EEECFF8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trong mỗi ngày đời con.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điều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25227813"/>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876C6-9327-BBED-5269-BD100768D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7CE4F-61A9-4CF1-0CA6-F260A475790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nghe</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phút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64003831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41624-BED7-7140-F1E8-A894C436B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F50E9-A548-B467-F2A4-8B107E4F2A8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3. Khi đời trái ngang và bao nỗi buồn phiền, xin cho con được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0083314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643D-53BE-1C52-B8B1-427F987CE0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3BCEE-FA21-5C10-C202-E64F20DE588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kề bên nhan Ngài.  Khi bị thất bại và đau thương nhục nhằn,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6428813"/>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55230-7376-3F96-C639-843099E07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FB551-0852-F671-E6B5-3189EA630D7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cho con biết nương mình vào trong trái tim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249933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F2DA8-D86E-4C41-0324-C6861BFCC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FA496-1A7E-1C44-0E7D-5AA99AFE9A5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Chỉ có một điều cần thôi là được gặp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554033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C8518-08BD-41AA-F787-A7C6826D4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07589-DBC8-FB0F-DFAC-34BBAC82272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trong mỗi ngày đời con.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điều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3037800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F89FA-9767-CE7C-B5A6-BB223DEA3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A05C6-6958-5841-4C10-100AEE982BF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nghe</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phút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886800578"/>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46B30-1C62-3DBE-E3B4-9E8D416EB3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48523-A05C-AC2F-9062-D17B70A9B632}"/>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XVI THƯỜNG NIÊN NĂM C Chữa Giêsu thăm gia đĩình MARTHA &amp; MARIA &quot;Martha, Martha, con lo lắng bỗi rỗi về nhiều chuyện. Chỉ có một sự cần mã thôi: Maria đã chọn phần tốt nhất và sẽ không bị ai lấy mất&quot; (Lc 10, 38-42)'">
            <a:extLst>
              <a:ext uri="{FF2B5EF4-FFF2-40B4-BE49-F238E27FC236}">
                <a16:creationId xmlns:a16="http://schemas.microsoft.com/office/drawing/2014/main" id="{1E6B8C8D-DA3F-F3B9-C4CC-6D5E8CA3CA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166241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THẮP</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SÁNG</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TRONG CON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vi-VN"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Sr</a:t>
            </a:r>
            <a:r>
              <a:rPr lang="vi-VN"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Trầm Hương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ÐK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Thắp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sáng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trong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63464943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E411B-3F1D-515C-CFA4-348D1EF5D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2361F-6787-856B-9111-2F818E20785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Thắp</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sáng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tuyệt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vời</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300281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BFFB-6B52-48AE-6162-2C8F7C8CE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44FCD-BA0B-57A3-DCDC-4DAE018CED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a:t>
            </a:r>
            <a:r>
              <a:rPr lang="en-US" sz="8800" b="1" dirty="0" err="1">
                <a:effectLst/>
                <a:latin typeface="Times New Roman (Headings)"/>
                <a:cs typeface="Arial" panose="020B0604020202020204" pitchFamily="34" charset="0"/>
              </a:rPr>
              <a:t>Ðể</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hân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hoan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đem</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lối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99788158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64209-BC3F-A014-6D18-21737106C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2C8CD-2114-4FB2-65A0-DCABAC2414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Tựa như mưa tuôn, mưa hồng ân Chúa trên trần đời.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9207180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A7F45-1C00-5F69-4DF8-FE3E440AD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B3C7E-76B6-A4B0-CFC9-F013A593AF8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ÐK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Thắp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sáng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trong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533499274"/>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2A78-D408-CCB5-22A9-2E3811A07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EA2A3-C10D-84F6-4BD4-2A08D289742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Thắp</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sáng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tuyệt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vời</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24823811"/>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E50C5-4C67-00C8-2E4C-0F9C4EA85B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0B0E7-D0AC-D949-511B-DF48FE5EFBCE}"/>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XVI THƯỜNG NIÊN NĂM C Chữa Giêsu thăm gia đĩình MARTHA &amp; MARIA &quot;Martha, Martha, con lo lắng bỗi rỗi về nhiều chuyện. Chỉ có một sự cần mã thôi: Maria đã chọn phần tốt nhất và sẽ không bị ai lấy mất&quot; (Lc 10, 38-42)'">
            <a:extLst>
              <a:ext uri="{FF2B5EF4-FFF2-40B4-BE49-F238E27FC236}">
                <a16:creationId xmlns:a16="http://schemas.microsoft.com/office/drawing/2014/main" id="{4FF0C396-7581-147B-6EF9-6C4FE71E6B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709766"/>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723</TotalTime>
  <Words>4108</Words>
  <Application>Microsoft Office PowerPoint</Application>
  <PresentationFormat>On-screen Show (16:9)</PresentationFormat>
  <Paragraphs>403</Paragraphs>
  <Slides>243</Slides>
  <Notes>79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243</vt:i4>
      </vt:variant>
    </vt:vector>
  </HeadingPairs>
  <TitlesOfParts>
    <vt:vector size="250"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NHỮNG KẺ  TÌM CHÚA (Ngọc Báu)</vt:lpstr>
      <vt:lpstr>ĐK: Đi đi mau ta về nhà Chúa, Chúa Cha toàn năng.</vt:lpstr>
      <vt:lpstr>Đi đi mau ta về nhà Chúa thánh cung thiên đường.</vt:lpstr>
      <vt:lpstr>Muôn chư dân đi tìm nhan Chúa vui trong bình an.</vt:lpstr>
      <vt:lpstr>Dâng Giavê tâm tình dân Chúa sống nơi gian trần.</vt:lpstr>
      <vt:lpstr>1. Lạy Chúa hãy dạy con biết mến yêu. Vui sống trong tình Chúa</vt:lpstr>
      <vt:lpstr>khoan nhân dịu hiền. Ai khát khao bơ vơ khốn khó đã nhiều,</vt:lpstr>
      <vt:lpstr>con khấn nguyện thi hành lời Chúa sớm chiều.</vt:lpstr>
      <vt:lpstr>ĐK: Đi đi mau ta về nhà Chúa, Chúa Cha toàn năng.</vt:lpstr>
      <vt:lpstr>Đi đi mau ta về nhà Chúa thánh cung thiên đường.</vt:lpstr>
      <vt:lpstr>Muôn chư dân đi tìm nhan Chúa vui trong bình an.</vt:lpstr>
      <vt:lpstr>Dâng Giavê tâm tình dân Chúa sống nơi gian trần.</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14 (Lm. Thái Nguyên)</vt:lpstr>
      <vt:lpstr>1. Người sống thanh liêm theo đường công chính,</vt:lpstr>
      <vt:lpstr>lòng suy gẫm điều ngay, lưỡi không hề vu oan.</vt:lpstr>
      <vt:lpstr>ĐK: Lạy Chúa, ai sẽ được ở trong Thánh Điện của Thiên Chúa?</vt:lpstr>
      <vt:lpstr>Ai sẽ được ở trên Núi Thánh (í) của Ngài?</vt:lpstr>
      <vt:lpstr>2. Người chẳng gây ra khổ nhục cho ai,</vt:lpstr>
      <vt:lpstr>người khinh ghét tà gian, kính yêu người lân bang.</vt:lpstr>
      <vt:lpstr>ĐK: Lạy Chúa, ai sẽ được ở trong Thánh Điện của Thiên Chúa?</vt:lpstr>
      <vt:lpstr>Ai sẽ được ở trên Núi Thánh (í) của Ngài?</vt:lpstr>
      <vt:lpstr>3. Người chẳng đổi thay khi đời rủi may,</vt:lpstr>
      <vt:lpstr>người không tính tiền vay, không hối lộ tham say.</vt:lpstr>
      <vt:lpstr>ĐK: Lạy Chúa, ai sẽ được ở trong Thánh Điện của Thiên Chúa?</vt:lpstr>
      <vt:lpstr>Ai sẽ được ở trên Núi Thánh (í) của Ngài?</vt:lpstr>
      <vt:lpstr>PowerPoint Presentation</vt:lpstr>
      <vt:lpstr>PowerPoint Presentation</vt:lpstr>
      <vt:lpstr>All… All...   Người ta sống không nguyên chỉ bằng cơm bánh,</vt:lpstr>
      <vt:lpstr>nhưng bởi mọi lời do miệng Thiên Chúa phán ra. All…All…</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DÂNG LỄ VỚI MẸ  (Nguyễn Kha)</vt:lpstr>
      <vt:lpstr>1. Xưa trên núi Can-vê Mẹ dâng con cứu đời. Mẹ hiến tế chính con yêu</vt:lpstr>
      <vt:lpstr>làm giá chuộc muôn người. Nay hiệp với Giáo Hội</vt:lpstr>
      <vt:lpstr>và triều Thần Thánh trên trời. Nài van Mẹ nhận lời</vt:lpstr>
      <vt:lpstr>dâng lên thánh lễ này.</vt:lpstr>
      <vt:lpstr>ĐK: Xin dâng lễ này cầu cho muôn dân hợp nhất,</vt:lpstr>
      <vt:lpstr>cầu cho muôn dân thái hòa. Xin dâng lễ này chúc tụng,</vt:lpstr>
      <vt:lpstr>ngợi khen tôn vinh, cảm tạ tình thương bao la.</vt:lpstr>
      <vt:lpstr>2. con xin chắp đôi tay nguyện mến Chúa hết tình. Dù sống chết quyết</vt:lpstr>
      <vt:lpstr>kiên trung yêu Chúa trọn tâm hồn. Con nguyện hứa trung thành</vt:lpstr>
      <vt:lpstr>dù ngàn nguy hiểm trên đường. Chén đắng</vt:lpstr>
      <vt:lpstr>xin uống cạn quyết tiến bước vững vàng.</vt:lpstr>
      <vt:lpstr>ĐK: Xin dâng lễ này cầu cho muôn dân hợp nhất,</vt:lpstr>
      <vt:lpstr>cầu cho muôn dân thái hòa. Xin dâng lễ này chúc tụng,</vt:lpstr>
      <vt:lpstr>ngợi khen tôn vinh, cảm tạ tình thương bao la.</vt:lpstr>
      <vt:lpstr>PowerPoint Presentation</vt:lpstr>
      <vt:lpstr>CA HIỆP LỄ</vt:lpstr>
      <vt:lpstr>PowerPoint Presentation</vt:lpstr>
      <vt:lpstr>PowerPoint Presentation</vt:lpstr>
      <vt:lpstr>PowerPoint Presentation</vt:lpstr>
      <vt:lpstr>PowerPoint Presentation</vt:lpstr>
      <vt:lpstr>HIỆP LỄ CHỈ CÓ MỘT  ĐIỀU CẦN (Lm. Thái Nguyên)</vt:lpstr>
      <vt:lpstr>ĐK: Chỉ có một điều cần thôi là được gặp Chúa</vt:lpstr>
      <vt:lpstr>trong mỗi ngày đời con. Chỉ có một điều cần thôi là</vt:lpstr>
      <vt:lpstr>lắng nghe tiếng Ngài từng giây phút đời con.</vt:lpstr>
      <vt:lpstr>1. Khi bị phủ vây vì muôn tiếng ồn ào, xin cho con được vào trong</vt:lpstr>
      <vt:lpstr>thinh lặng.  Khi bị rã rời vì trăm công ngàn việc,</vt:lpstr>
      <vt:lpstr>cho con biết an nghỉ ở trước thánh nhan Ngài.</vt:lpstr>
      <vt:lpstr>ĐK: Chỉ có một điều cần thôi là được gặp Chúa</vt:lpstr>
      <vt:lpstr>trong mỗi ngày đời con. Chỉ có một điều cần thôi là</vt:lpstr>
      <vt:lpstr>lắng nghe tiếng Ngài từng giây phút đời con.</vt:lpstr>
      <vt:lpstr>2. Khi bị cuốn trôi vì lo lắng việc đời, xin cho con được ngồi bên</vt:lpstr>
      <vt:lpstr>chân Ngài.  Khi bị kéo ghì vì đam mê dục vọng,</vt:lpstr>
      <vt:lpstr>cho con biết vững lòng cậy trông Chúa nhân từ.</vt:lpstr>
      <vt:lpstr>ĐK: Chỉ có một điều cần thôi là được gặp Chúa</vt:lpstr>
      <vt:lpstr>trong mỗi ngày đời con. Chỉ có một điều cần thôi là</vt:lpstr>
      <vt:lpstr>lắng nghe tiếng Ngài từng giây phút đời con.</vt:lpstr>
      <vt:lpstr>3. Khi đời trái ngang và bao nỗi buồn phiền, xin cho con được</vt:lpstr>
      <vt:lpstr>kề bên nhan Ngài.  Khi bị thất bại và đau thương nhục nhằn,</vt:lpstr>
      <vt:lpstr>cho con biết nương mình vào trong trái tim Ngài.</vt:lpstr>
      <vt:lpstr>ĐK: Chỉ có một điều cần thôi là được gặp Chúa</vt:lpstr>
      <vt:lpstr>trong mỗi ngày đời con. Chỉ có một điều cần thôi là</vt:lpstr>
      <vt:lpstr>lắng nghe tiếng Ngài từng giây phút đời con.</vt:lpstr>
      <vt:lpstr>PowerPoint Presentation</vt:lpstr>
      <vt:lpstr>KẾT LỄ THẮP SÁNG TRONG CON  (Sr. Trầm Hương)</vt:lpstr>
      <vt:lpstr>ÐK: Thắp sáng lên trong con tình yêu Chúa.</vt:lpstr>
      <vt:lpstr>Thắp sáng lên trong con tình tuyệt vời.</vt:lpstr>
      <vt:lpstr>1. Ðể con hân hoan đem tin yêu đi về muôn lối.</vt:lpstr>
      <vt:lpstr>Tựa như mưa tuôn, mưa hồng ân Chúa trên trần đời. </vt:lpstr>
      <vt:lpstr>ÐK: Thắp sáng lên trong con tình yêu Chúa.</vt:lpstr>
      <vt:lpstr>Thắp sáng lên trong con tình tuyệt vời.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625</cp:revision>
  <cp:lastPrinted>2025-03-29T15:09:16Z</cp:lastPrinted>
  <dcterms:created xsi:type="dcterms:W3CDTF">2023-01-29T22:00:16Z</dcterms:created>
  <dcterms:modified xsi:type="dcterms:W3CDTF">2025-07-19T14:28:58Z</dcterms:modified>
</cp:coreProperties>
</file>