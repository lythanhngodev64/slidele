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2"/>
  </p:notesMasterIdLst>
  <p:sldIdLst>
    <p:sldId id="10771"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0772" r:id="rId119"/>
    <p:sldId id="10283" r:id="rId120"/>
    <p:sldId id="10284" r:id="rId121"/>
    <p:sldId id="10417" r:id="rId122"/>
    <p:sldId id="10286" r:id="rId123"/>
    <p:sldId id="10386" r:id="rId124"/>
    <p:sldId id="10685" r:id="rId125"/>
    <p:sldId id="10726" r:id="rId126"/>
    <p:sldId id="10727" r:id="rId127"/>
    <p:sldId id="10728" r:id="rId128"/>
    <p:sldId id="10729" r:id="rId129"/>
    <p:sldId id="10730" r:id="rId130"/>
    <p:sldId id="10731" r:id="rId131"/>
    <p:sldId id="10732" r:id="rId132"/>
    <p:sldId id="10773" r:id="rId133"/>
    <p:sldId id="10180" r:id="rId134"/>
    <p:sldId id="10181" r:id="rId135"/>
    <p:sldId id="10258" r:id="rId136"/>
    <p:sldId id="10259" r:id="rId137"/>
    <p:sldId id="10260" r:id="rId138"/>
    <p:sldId id="10261" r:id="rId139"/>
    <p:sldId id="10262" r:id="rId140"/>
    <p:sldId id="10264" r:id="rId141"/>
    <p:sldId id="10265" r:id="rId142"/>
    <p:sldId id="10266" r:id="rId143"/>
    <p:sldId id="10267" r:id="rId144"/>
    <p:sldId id="10268" r:id="rId145"/>
    <p:sldId id="10269" r:id="rId146"/>
    <p:sldId id="10270" r:id="rId147"/>
    <p:sldId id="10271" r:id="rId148"/>
    <p:sldId id="10272" r:id="rId149"/>
    <p:sldId id="10780" r:id="rId150"/>
    <p:sldId id="10683" r:id="rId151"/>
    <p:sldId id="10256" r:id="rId152"/>
    <p:sldId id="10142" r:id="rId153"/>
    <p:sldId id="10501" r:id="rId154"/>
    <p:sldId id="10143" r:id="rId155"/>
    <p:sldId id="10733" r:id="rId156"/>
    <p:sldId id="10686" r:id="rId157"/>
    <p:sldId id="10734" r:id="rId158"/>
    <p:sldId id="10735" r:id="rId159"/>
    <p:sldId id="10736" r:id="rId160"/>
    <p:sldId id="10737" r:id="rId161"/>
    <p:sldId id="10738" r:id="rId162"/>
    <p:sldId id="10739" r:id="rId163"/>
    <p:sldId id="10740" r:id="rId164"/>
    <p:sldId id="10741" r:id="rId165"/>
    <p:sldId id="10742" r:id="rId166"/>
    <p:sldId id="10743" r:id="rId167"/>
    <p:sldId id="10744" r:id="rId168"/>
    <p:sldId id="10745" r:id="rId169"/>
    <p:sldId id="10746" r:id="rId170"/>
    <p:sldId id="10747" r:id="rId171"/>
    <p:sldId id="10748" r:id="rId172"/>
    <p:sldId id="10749" r:id="rId173"/>
    <p:sldId id="10750" r:id="rId174"/>
    <p:sldId id="10751" r:id="rId175"/>
    <p:sldId id="10752" r:id="rId176"/>
    <p:sldId id="10684" r:id="rId177"/>
    <p:sldId id="10779" r:id="rId178"/>
    <p:sldId id="10280" r:id="rId179"/>
    <p:sldId id="10107" r:id="rId180"/>
    <p:sldId id="10778" r:id="rId181"/>
    <p:sldId id="9864" r:id="rId182"/>
    <p:sldId id="10316" r:id="rId183"/>
    <p:sldId id="10317" r:id="rId184"/>
    <p:sldId id="10318" r:id="rId185"/>
    <p:sldId id="10319" r:id="rId186"/>
    <p:sldId id="10320" r:id="rId187"/>
    <p:sldId id="10321" r:id="rId188"/>
    <p:sldId id="10322" r:id="rId189"/>
    <p:sldId id="10323" r:id="rId190"/>
    <p:sldId id="10324" r:id="rId191"/>
    <p:sldId id="10325" r:id="rId192"/>
    <p:sldId id="10337" r:id="rId193"/>
    <p:sldId id="10326" r:id="rId194"/>
    <p:sldId id="10327" r:id="rId195"/>
    <p:sldId id="10328" r:id="rId196"/>
    <p:sldId id="10336" r:id="rId197"/>
    <p:sldId id="10329" r:id="rId198"/>
    <p:sldId id="10330" r:id="rId199"/>
    <p:sldId id="10331" r:id="rId200"/>
    <p:sldId id="10332" r:id="rId201"/>
    <p:sldId id="10333" r:id="rId202"/>
    <p:sldId id="10334" r:id="rId203"/>
    <p:sldId id="10335" r:id="rId204"/>
    <p:sldId id="10777" r:id="rId205"/>
    <p:sldId id="10651" r:id="rId206"/>
    <p:sldId id="10652" r:id="rId207"/>
    <p:sldId id="10653" r:id="rId208"/>
    <p:sldId id="10700" r:id="rId209"/>
    <p:sldId id="10753" r:id="rId210"/>
    <p:sldId id="10754" r:id="rId211"/>
    <p:sldId id="10755" r:id="rId212"/>
    <p:sldId id="10756" r:id="rId213"/>
    <p:sldId id="10776" r:id="rId214"/>
    <p:sldId id="10252" r:id="rId215"/>
    <p:sldId id="10770" r:id="rId216"/>
    <p:sldId id="10212" r:id="rId217"/>
    <p:sldId id="10213" r:id="rId218"/>
    <p:sldId id="10703" r:id="rId219"/>
    <p:sldId id="10702" r:id="rId220"/>
    <p:sldId id="10704" r:id="rId221"/>
    <p:sldId id="10757" r:id="rId222"/>
    <p:sldId id="10758" r:id="rId223"/>
    <p:sldId id="10759" r:id="rId224"/>
    <p:sldId id="10760" r:id="rId225"/>
    <p:sldId id="10761" r:id="rId226"/>
    <p:sldId id="10762" r:id="rId227"/>
    <p:sldId id="10763" r:id="rId228"/>
    <p:sldId id="10764" r:id="rId229"/>
    <p:sldId id="10765" r:id="rId230"/>
    <p:sldId id="10766" r:id="rId231"/>
    <p:sldId id="10775" r:id="rId232"/>
    <p:sldId id="10769" r:id="rId233"/>
    <p:sldId id="10253" r:id="rId234"/>
    <p:sldId id="10254" r:id="rId235"/>
    <p:sldId id="10767" r:id="rId236"/>
    <p:sldId id="10484" r:id="rId237"/>
    <p:sldId id="10604" r:id="rId238"/>
    <p:sldId id="10701" r:id="rId239"/>
    <p:sldId id="10768" r:id="rId240"/>
    <p:sldId id="10774" r:id="rId2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38" d="100"/>
          <a:sy n="138" d="100"/>
        </p:scale>
        <p:origin x="834"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3918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microsoft.com/office/2015/10/relationships/revisionInfo" Target="revisionInfo.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ableStyles" Target="tableStyles.xml"/><Relationship Id="rId106" Type="http://schemas.openxmlformats.org/officeDocument/2006/relationships/slide" Target="slides/slide105.xml"/><Relationship Id="rId127" Type="http://schemas.openxmlformats.org/officeDocument/2006/relationships/slide" Target="slides/slide1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6/28/2025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02-D487-A136-2990-358E92CB9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568F-E462-A017-3045-E3EDB91F9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D677-0E16-CDDE-B989-0769832D0F1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8D51D1-A758-BC3E-CDBD-EAA8E7934A04}"/>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3899703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DA56-BA17-DA67-A42F-52CFB89F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10C60-1A63-18CE-FFB1-8F5A87DC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5A98-0B82-0DA1-E98D-D773682E5EA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FCC77D-41DC-96EA-216E-72BFB0E1D42A}"/>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224684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7A3B1-7D46-F44E-4940-5FA5676A1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0D9E-D780-A33E-DD4E-FD0898866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948CE-D1A1-F696-A144-625B704FF2A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00A60B5-D60F-684E-398D-2E9711509BB4}"/>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2742678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04B97-B18B-CE7F-71A4-306C5C3C8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3C029-3AB8-B09A-A740-943AAC50A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8E1A2-33FD-7A71-0C0D-A0693C8CEB9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5C59DAC-8016-C74E-A7D1-1817C98FCB0E}"/>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4033068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8BB1-809F-C1E8-E9AA-3DAA7E6FB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93A1B-5F19-0212-BD8B-1A403F15F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C8198-3F84-7E7E-1CD3-6214F3A1C8A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26C7F48-B54D-3E7F-512F-51B4E89B500D}"/>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252906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1B1B-6482-0330-443C-B8CAD9EC0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4A8D6-5E16-0367-228D-887B9FDE2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8BD07-3C99-BAB1-B2FD-14E4805EAE6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E62A838-B848-39EE-3611-E7429C04EE65}"/>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3459025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6ACF6-7D44-63C2-4DCA-CBE3C3111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76AAD-FE56-EC74-74A9-06BAC442F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4247F-88B1-7196-CFC7-9908FDBA720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91EE32C-D782-CBC9-C54D-E847BE168999}"/>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73161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09DE-9107-6574-FDC8-6EE1EE9AF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2477D-E373-A85A-3927-EC38AB3C2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1640B2-0A0C-F216-2BAD-DBB80E4072D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C64B034-138F-FB40-882F-F61A676B0422}"/>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1225333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E741-07FA-2D09-5373-E852647EF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998B2-8393-B390-B43E-26B561AE0C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D8CFF-5638-6E7F-6EEC-139F6FDE53A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EE3A85D-E083-0387-DC46-F1B794E39BA3}"/>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984457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0D45-9856-9C22-90C5-CC40746C7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4CA52-07E3-7FBD-BC80-30856598C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E258E-3A2D-8249-4E6D-259DCD575AD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6E442F5-D7DE-A366-9A0B-0767B3BD6A66}"/>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88529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C4F0-5486-15FE-BBF3-DDA0E22D2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89D26-5FB1-3576-2A83-F669C89DC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9DFFD-6184-8260-1C95-CA6B9016414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B94E2D2-530C-997D-EB49-AE5AB86C1891}"/>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3197739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AB4F-DC3F-464C-F47C-995BF6040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5BAFA-09F7-5C67-90E1-CA1868440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A090D-E1B6-87C8-2FFA-99D08A93EFE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A4AACB-5DE3-33B3-A3F6-E9AC74C7DBBF}"/>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41815878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48DF-588F-4B3E-BF7A-959C362F3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2BBEF-999D-8172-E759-5E7155987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792B2-5F1A-61C1-5576-EF7381709B6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F8D12C8-FEBF-FCB7-D676-FD633B313F98}"/>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1597977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A54BC-AC83-25B6-9ED7-3B6E912BA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DF0D2-8BD5-442E-2229-F86AB7A8E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68954-5E71-CDE9-2A9F-C77B8A0D3F7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C0A4C9C-3755-D841-A1C8-D809CD57D067}"/>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27716491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0243C-6872-F1E0-FA82-8A74664AE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EBD76-621D-DC0A-9375-00C7A699D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B2DC50-7F7D-1699-7656-7B3A1B33C61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150C518-89AA-CDFA-9488-46433FF169F6}"/>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4214211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DF604-2B6E-353D-EEEB-CB88E87E2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B1F97-9ECD-A045-B2A5-6DD8AB81C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3E374-3936-7045-105E-61758121FC1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19DCBA6-F9CE-DBBE-516E-F58245F19DAE}"/>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31268025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72015-AF7F-D86F-1D3D-3939F33C9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40608-7B65-39E7-8A41-187A52A9D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A717F-3E6E-1947-5504-247BE1247CB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0770BE5-4800-27A9-367B-C40DB814B48B}"/>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393896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031C5-1273-AC5B-8F6E-2EA23EE2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FFAFB-79B7-34F7-3315-6466E334F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DE5CD-E4B3-4605-A783-54240F82765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33D50C1-D4C2-7F5D-23D0-F009E6ADEFA9}"/>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248209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1ED7E-F1F8-83E6-7E3A-4F47DEDE5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729A00-F61D-18E2-0188-10602AD81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1C282-7CF3-0665-B5C6-CD63338DF09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E2E3511-556C-9018-2FE5-711230816873}"/>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15837136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47BB2-46B1-D416-39F4-31996A999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B4400-DA89-233E-0462-DE2BFBE9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D3952-92FB-1F62-E8F4-931D9660F2D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E1EF0D2-ED65-F58E-0851-5B810DA26EE5}"/>
              </a:ext>
            </a:extLst>
          </p:cNvPr>
          <p:cNvSpPr>
            <a:spLocks noGrp="1"/>
          </p:cNvSpPr>
          <p:nvPr>
            <p:ph type="sldNum" sz="quarter" idx="5"/>
          </p:nvPr>
        </p:nvSpPr>
        <p:spPr/>
        <p:txBody>
          <a:bodyPr/>
          <a:lstStyle/>
          <a:p>
            <a:fld id="{648246CF-7178-41AD-B6F8-BACEEA28FBE0}" type="slidenum">
              <a:rPr lang="en-US" smtClean="0"/>
              <a:t>165</a:t>
            </a:fld>
            <a:endParaRPr lang="en-US"/>
          </a:p>
        </p:txBody>
      </p:sp>
    </p:spTree>
    <p:extLst>
      <p:ext uri="{BB962C8B-B14F-4D97-AF65-F5344CB8AC3E}">
        <p14:creationId xmlns:p14="http://schemas.microsoft.com/office/powerpoint/2010/main" val="25534166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1161-D477-D2EB-0A08-345FAD9A2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928C-CFDA-9CAE-6006-C285AB166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21C18-CAF2-69DE-2E79-951944BC7DE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773DC63-59C6-4E02-B827-D84833FC7FE0}"/>
              </a:ext>
            </a:extLst>
          </p:cNvPr>
          <p:cNvSpPr>
            <a:spLocks noGrp="1"/>
          </p:cNvSpPr>
          <p:nvPr>
            <p:ph type="sldNum" sz="quarter" idx="5"/>
          </p:nvPr>
        </p:nvSpPr>
        <p:spPr/>
        <p:txBody>
          <a:bodyPr/>
          <a:lstStyle/>
          <a:p>
            <a:fld id="{648246CF-7178-41AD-B6F8-BACEEA28FBE0}" type="slidenum">
              <a:rPr lang="en-US" smtClean="0"/>
              <a:t>166</a:t>
            </a:fld>
            <a:endParaRPr lang="en-US"/>
          </a:p>
        </p:txBody>
      </p:sp>
    </p:spTree>
    <p:extLst>
      <p:ext uri="{BB962C8B-B14F-4D97-AF65-F5344CB8AC3E}">
        <p14:creationId xmlns:p14="http://schemas.microsoft.com/office/powerpoint/2010/main" val="332470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1AC24-0379-054F-5B20-5DEECAF46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7B263-8523-3FCA-3CA1-3DB1D6111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8C33CF-C01E-8293-95DD-FBC13E6C88C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847DDA8-A4FB-BE08-C05F-4E45AECB615E}"/>
              </a:ext>
            </a:extLst>
          </p:cNvPr>
          <p:cNvSpPr>
            <a:spLocks noGrp="1"/>
          </p:cNvSpPr>
          <p:nvPr>
            <p:ph type="sldNum" sz="quarter" idx="5"/>
          </p:nvPr>
        </p:nvSpPr>
        <p:spPr/>
        <p:txBody>
          <a:bodyPr/>
          <a:lstStyle/>
          <a:p>
            <a:fld id="{648246CF-7178-41AD-B6F8-BACEEA28FBE0}" type="slidenum">
              <a:rPr lang="en-US" smtClean="0"/>
              <a:t>167</a:t>
            </a:fld>
            <a:endParaRPr lang="en-US"/>
          </a:p>
        </p:txBody>
      </p:sp>
    </p:spTree>
    <p:extLst>
      <p:ext uri="{BB962C8B-B14F-4D97-AF65-F5344CB8AC3E}">
        <p14:creationId xmlns:p14="http://schemas.microsoft.com/office/powerpoint/2010/main" val="24621177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CAEED-FB18-20C5-699A-79463FFEC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BF24F-C164-28EA-164F-20BDDDC90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B4BEE-757C-4C8B-A7A5-8D16BB31337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94D3838-615B-885E-1F46-FBB705EE1B57}"/>
              </a:ext>
            </a:extLst>
          </p:cNvPr>
          <p:cNvSpPr>
            <a:spLocks noGrp="1"/>
          </p:cNvSpPr>
          <p:nvPr>
            <p:ph type="sldNum" sz="quarter" idx="5"/>
          </p:nvPr>
        </p:nvSpPr>
        <p:spPr/>
        <p:txBody>
          <a:bodyPr/>
          <a:lstStyle/>
          <a:p>
            <a:fld id="{648246CF-7178-41AD-B6F8-BACEEA28FBE0}" type="slidenum">
              <a:rPr lang="en-US" smtClean="0"/>
              <a:t>168</a:t>
            </a:fld>
            <a:endParaRPr lang="en-US"/>
          </a:p>
        </p:txBody>
      </p:sp>
    </p:spTree>
    <p:extLst>
      <p:ext uri="{BB962C8B-B14F-4D97-AF65-F5344CB8AC3E}">
        <p14:creationId xmlns:p14="http://schemas.microsoft.com/office/powerpoint/2010/main" val="15062762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713E-65AD-14F1-44D4-0D7D6A25C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A241D-377F-2E4B-0EB2-69AC52884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FC573-1BFC-87D5-51E1-6ACED52C419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9EAA5AE-704F-A986-783B-B15D0D4FFA45}"/>
              </a:ext>
            </a:extLst>
          </p:cNvPr>
          <p:cNvSpPr>
            <a:spLocks noGrp="1"/>
          </p:cNvSpPr>
          <p:nvPr>
            <p:ph type="sldNum" sz="quarter" idx="5"/>
          </p:nvPr>
        </p:nvSpPr>
        <p:spPr/>
        <p:txBody>
          <a:bodyPr/>
          <a:lstStyle/>
          <a:p>
            <a:fld id="{648246CF-7178-41AD-B6F8-BACEEA28FBE0}" type="slidenum">
              <a:rPr lang="en-US" smtClean="0"/>
              <a:t>169</a:t>
            </a:fld>
            <a:endParaRPr lang="en-US"/>
          </a:p>
        </p:txBody>
      </p:sp>
    </p:spTree>
    <p:extLst>
      <p:ext uri="{BB962C8B-B14F-4D97-AF65-F5344CB8AC3E}">
        <p14:creationId xmlns:p14="http://schemas.microsoft.com/office/powerpoint/2010/main" val="14346736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C9568-E8AD-5F26-4F93-3408D3049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1FBD0-A01A-151F-340C-5722485F5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359A6-147A-31F3-BB1C-2EC9E2406F7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51AEEB1-C6D2-B876-CA2A-445C42D96F41}"/>
              </a:ext>
            </a:extLst>
          </p:cNvPr>
          <p:cNvSpPr>
            <a:spLocks noGrp="1"/>
          </p:cNvSpPr>
          <p:nvPr>
            <p:ph type="sldNum" sz="quarter" idx="5"/>
          </p:nvPr>
        </p:nvSpPr>
        <p:spPr/>
        <p:txBody>
          <a:bodyPr/>
          <a:lstStyle/>
          <a:p>
            <a:fld id="{648246CF-7178-41AD-B6F8-BACEEA28FBE0}" type="slidenum">
              <a:rPr lang="en-US" smtClean="0"/>
              <a:t>170</a:t>
            </a:fld>
            <a:endParaRPr lang="en-US"/>
          </a:p>
        </p:txBody>
      </p:sp>
    </p:spTree>
    <p:extLst>
      <p:ext uri="{BB962C8B-B14F-4D97-AF65-F5344CB8AC3E}">
        <p14:creationId xmlns:p14="http://schemas.microsoft.com/office/powerpoint/2010/main" val="15240545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07EF7-50D1-7E47-2731-DE4AF20F9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2E772-BF5B-E191-C6C8-ABF8ED56D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92726-5181-1618-59C4-1D21411A5EC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F287BE0-593A-5181-0A8D-617302AE31F4}"/>
              </a:ext>
            </a:extLst>
          </p:cNvPr>
          <p:cNvSpPr>
            <a:spLocks noGrp="1"/>
          </p:cNvSpPr>
          <p:nvPr>
            <p:ph type="sldNum" sz="quarter" idx="5"/>
          </p:nvPr>
        </p:nvSpPr>
        <p:spPr/>
        <p:txBody>
          <a:bodyPr/>
          <a:lstStyle/>
          <a:p>
            <a:fld id="{648246CF-7178-41AD-B6F8-BACEEA28FBE0}" type="slidenum">
              <a:rPr lang="en-US" smtClean="0"/>
              <a:t>171</a:t>
            </a:fld>
            <a:endParaRPr lang="en-US"/>
          </a:p>
        </p:txBody>
      </p:sp>
    </p:spTree>
    <p:extLst>
      <p:ext uri="{BB962C8B-B14F-4D97-AF65-F5344CB8AC3E}">
        <p14:creationId xmlns:p14="http://schemas.microsoft.com/office/powerpoint/2010/main" val="2554788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4C0F5-4304-BAAF-ADED-7952DD639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88E91-981A-6BEB-C09E-B0B919548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C99BB-1CFC-98DF-B0D5-DDA0279A75E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E0122B6-5B10-3AB9-A0DB-FBD27B3E571E}"/>
              </a:ext>
            </a:extLst>
          </p:cNvPr>
          <p:cNvSpPr>
            <a:spLocks noGrp="1"/>
          </p:cNvSpPr>
          <p:nvPr>
            <p:ph type="sldNum" sz="quarter" idx="5"/>
          </p:nvPr>
        </p:nvSpPr>
        <p:spPr/>
        <p:txBody>
          <a:bodyPr/>
          <a:lstStyle/>
          <a:p>
            <a:fld id="{648246CF-7178-41AD-B6F8-BACEEA28FBE0}" type="slidenum">
              <a:rPr lang="en-US" smtClean="0"/>
              <a:t>172</a:t>
            </a:fld>
            <a:endParaRPr lang="en-US"/>
          </a:p>
        </p:txBody>
      </p:sp>
    </p:spTree>
    <p:extLst>
      <p:ext uri="{BB962C8B-B14F-4D97-AF65-F5344CB8AC3E}">
        <p14:creationId xmlns:p14="http://schemas.microsoft.com/office/powerpoint/2010/main" val="36039915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83AF6-A9CF-BF7C-F6AE-7A48E137B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A651D-0D2E-EDE7-7102-2D4FE6E7C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BA29B-5841-E10F-C453-C7C07BAD8FE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8E33413-D12A-ADBB-6A39-5B389777B971}"/>
              </a:ext>
            </a:extLst>
          </p:cNvPr>
          <p:cNvSpPr>
            <a:spLocks noGrp="1"/>
          </p:cNvSpPr>
          <p:nvPr>
            <p:ph type="sldNum" sz="quarter" idx="5"/>
          </p:nvPr>
        </p:nvSpPr>
        <p:spPr/>
        <p:txBody>
          <a:bodyPr/>
          <a:lstStyle/>
          <a:p>
            <a:fld id="{648246CF-7178-41AD-B6F8-BACEEA28FBE0}" type="slidenum">
              <a:rPr lang="en-US" smtClean="0"/>
              <a:t>173</a:t>
            </a:fld>
            <a:endParaRPr lang="en-US"/>
          </a:p>
        </p:txBody>
      </p:sp>
    </p:spTree>
    <p:extLst>
      <p:ext uri="{BB962C8B-B14F-4D97-AF65-F5344CB8AC3E}">
        <p14:creationId xmlns:p14="http://schemas.microsoft.com/office/powerpoint/2010/main" val="4353058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123B4-3542-BD0F-D038-A729F11B0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A1A7B-07B8-D9DC-0C19-49FC7AC12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C46E3-C1AD-A2C7-CA40-3094363B8F5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3765AAC-0326-9F08-CBC7-BE5F4A5FE8EA}"/>
              </a:ext>
            </a:extLst>
          </p:cNvPr>
          <p:cNvSpPr>
            <a:spLocks noGrp="1"/>
          </p:cNvSpPr>
          <p:nvPr>
            <p:ph type="sldNum" sz="quarter" idx="5"/>
          </p:nvPr>
        </p:nvSpPr>
        <p:spPr/>
        <p:txBody>
          <a:bodyPr/>
          <a:lstStyle/>
          <a:p>
            <a:fld id="{648246CF-7178-41AD-B6F8-BACEEA28FBE0}" type="slidenum">
              <a:rPr lang="en-US" smtClean="0"/>
              <a:t>174</a:t>
            </a:fld>
            <a:endParaRPr lang="en-US"/>
          </a:p>
        </p:txBody>
      </p:sp>
    </p:spTree>
    <p:extLst>
      <p:ext uri="{BB962C8B-B14F-4D97-AF65-F5344CB8AC3E}">
        <p14:creationId xmlns:p14="http://schemas.microsoft.com/office/powerpoint/2010/main" val="37541211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F04B2-FF6E-890C-3530-5610E4F6A1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B135C-45A7-28D6-D225-D45B87F83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7E243-1A54-91D4-191C-85C55E038D3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6DAEBB2-B47A-1DF6-07E3-FCAE81FFBAD1}"/>
              </a:ext>
            </a:extLst>
          </p:cNvPr>
          <p:cNvSpPr>
            <a:spLocks noGrp="1"/>
          </p:cNvSpPr>
          <p:nvPr>
            <p:ph type="sldNum" sz="quarter" idx="5"/>
          </p:nvPr>
        </p:nvSpPr>
        <p:spPr/>
        <p:txBody>
          <a:bodyPr/>
          <a:lstStyle/>
          <a:p>
            <a:fld id="{648246CF-7178-41AD-B6F8-BACEEA28FBE0}" type="slidenum">
              <a:rPr lang="en-US" smtClean="0"/>
              <a:t>175</a:t>
            </a:fld>
            <a:endParaRPr lang="en-US"/>
          </a:p>
        </p:txBody>
      </p:sp>
    </p:spTree>
    <p:extLst>
      <p:ext uri="{BB962C8B-B14F-4D97-AF65-F5344CB8AC3E}">
        <p14:creationId xmlns:p14="http://schemas.microsoft.com/office/powerpoint/2010/main" val="5166842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EC7B-E200-4FB4-0792-CC519CEF1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1FBC2-C8E2-9757-7E80-50762682F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738E0-6190-77E0-14FA-00AAB4E19E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9B5BCBD-F0AB-4286-AD24-47FFD00D1516}"/>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3849906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B5DC-776D-8B0C-97C0-F5DBDC726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5640F-7D82-79C5-C051-319C65E57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861C6-A9EA-1EF4-4D87-9689EBAC8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F22CC51-7DA3-0396-49D7-C72DBB7A7D96}"/>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8608483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4024A-AD01-9AB6-9863-CD3E177BC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51A4D-5848-968C-C483-C4D5BA07F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E56FF-BD90-23A1-4FC4-2398B66AA33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08566C-A151-B90D-58A1-FD8900D4554D}"/>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37006410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5818-9DAE-FB4E-9944-6AE23FA79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7B781-1443-727E-CC1D-5FB4BDB21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9509D-1578-A2F3-A8CB-DAF60B190E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FB65CC9-A347-BCEF-3544-2FF7659DFA44}"/>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6714804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83D3-5A99-698A-5C4E-A468A759A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D152-E275-5E10-CF77-6AA16815A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21B84-782A-CB28-7F2A-EAE7575A7A8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D2C4D10-7AD5-A832-3643-661D0036B936}"/>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22523527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3CFC3-7102-344C-91FA-A45F500BA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766F5-2B4C-165F-5A88-025F7BFE9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50674-B113-090A-057C-D0997A23D20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068331C-04D9-3A63-4085-BBFF2A4BF02E}"/>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23350459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9CEE8-0340-8188-A5DB-7B5DABD35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8096B-7AA5-F115-BD46-717A40DCF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A55AF-3A9A-9EB6-2CD6-C2D0591BD40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0613936-BB5C-EA55-B8F7-EED931CD667B}"/>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8460585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D3BC-6B44-6363-D47A-C2B7EE5C7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8FD3-2337-8E46-90A9-C527A82FA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7EFCE-5673-60FA-35C0-75C073A097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3DC571D-FCB8-3E7E-829B-EF01AB1227DF}"/>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4811807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61E20-94F2-3898-559C-7CEAAA981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A26C0-6516-B439-C03C-34C1F636A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C260B-D0FB-C399-05DB-3696DF0FD0D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B5ADA28-8F0E-F7E1-F164-AAA200C27285}"/>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6915339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DB564-D652-6826-D51B-E67FF79D2B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0FE87-5DD8-442F-6248-67C917A97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B2927-10D8-308C-92CE-BA2E3E0695C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8093536-59FC-45E4-0E33-6151B3A308DC}"/>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7439138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BDB18-B798-C0FD-A3E0-6A249ED39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E3D81-EEB7-78C1-A44E-6EF3C2878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F6690-AAE9-498D-DF77-AC91D6B268B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9E4F791-A45F-BA96-9ADD-3F173BE3396D}"/>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8200805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A0B74-B0AB-FDD8-8000-59949550B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01BB3-3D88-0BC3-E6A9-8F06B64FE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26122-1F78-A7C1-0EE1-30CB9601699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63D1851-1321-61B0-6B31-BE59A2CBAF3F}"/>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27230486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92D42-24B1-FC77-6617-DF45B5B93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266B-96F4-DEED-9CF2-275B653C5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2B168-51E5-A23C-FFE7-36A0A23538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0BD8F75-6D93-D1D4-2CF7-3D8BBDAC628E}"/>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41023926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8D94-EDF7-2B67-81E3-CBE13B510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34B47-BF2E-325C-A5DB-9268F987E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B184F-5CD9-DE9B-D56E-BC2C559B2ED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45EEFD7-97EC-E368-8FA0-35AF1FDD91F7}"/>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29458513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290C-F6EA-D348-103F-651BB91FC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935FF-DFAC-0FCB-CD72-EDB8D86EC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C5319-9F1E-4CF5-5483-360A64768F8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3AC0463-1F49-B863-1ED6-5551239579FB}"/>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34623131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F741-349F-79E0-BDFC-0883C36F1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1312F-B4DA-9F27-6F7E-FF60A4823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68F1A-5C4D-8A9E-5384-BB323129951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8800B5-1857-4B00-A653-DB04272AA0CC}"/>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12006853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56C7D-7E6C-5583-9826-0ED164DE7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6D19B-9BF4-EFC5-07B5-18D7937CF0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DABDE-5280-597E-312F-5398A601CCB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D1F61C8-E6D6-2CDE-C0C7-616C5DB1538D}"/>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9509794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8ADEA-8B75-E528-12F7-A4D20A6F0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BF1BF-7649-5013-C9F6-A2B986B77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7EA57-BF44-7CB3-C9B8-A076A83155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082F45-D343-0D9D-3491-C7D8430DBCFE}"/>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18795483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EE4B3-2B91-4732-5E34-28F96DE5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2B6BF-3DCF-C423-FAD9-47CA98B99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AC16F-EE24-2C5F-96D9-921C0E69A0B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DF435B-3F94-7F39-18EA-4652B29DD4DB}"/>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402143384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0EA0-BF16-5E2F-00F9-2C6139035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DEC71-F816-2447-2B2B-EAB899C48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D126F-4C18-F74F-AF2A-434AD0943606}"/>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212BD0B-8D16-FE52-280C-90BBA1092218}"/>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38400965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2D19D-1E1A-9184-9DCA-296A7A5C4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217B7-20C6-1951-7665-A8000D0A8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23161-DC22-BA98-33EF-5E7F7DBE47A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DDAB0BA-39BC-2DBC-14AC-D3F001E7FE29}"/>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219318643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F8C3-26B6-E4BD-C34F-13358138A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BBB18-6F33-E768-E2C8-501ADE448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0C963-A03D-06AA-9FD8-F900EE7F710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7A73CB3-8E24-D062-0A99-BE1140FF60CF}"/>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2152706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5A1E3-DEF1-DD0F-6A2F-3FEB1F2F2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060E8-130D-F9B8-27D5-80B289977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8B270-242B-A26D-2DEA-F66EBB29D61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47965EA-CDFA-FC7F-EAC6-8312D3AD9608}"/>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65808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6/28/2025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6/28/2025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6/28/2025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6/28/2025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3847FA-8BE5-88EE-A21A-3B3A9244DFC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BCBFABA-1D96-1B35-25D0-75FD971B5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DCB6D44A-3EF7-D3D9-7B92-0B7B185FFF36}"/>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931F30DD-D35B-43D6-3E98-1BB98403B4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923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DE9F1-0B86-D63C-DE29-410C6E718F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0FB6A9-8112-F37D-C413-6F07B269EF32}"/>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84823F7C-504F-ABB0-872C-1F201751A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7830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647700" y="1022198"/>
            <a:ext cx="7848600" cy="3099104"/>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MỪNG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THÁNH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PHÊRÔ</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VÀ</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PHAOLÔ</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vi-VN"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Sơn Ca Linh</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Nào hợp hoan ta dâng tiến lên lời ca. Một vòng hoa cho hai thánh Tông Đồ xưa.</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Vui yêu thương quyết trí can trường, trong đau thương bền vững kiên cường để</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80A-0D34-AE52-6E63-7DB354D9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D5E65-A363-A3F1-48C1-9FAC8F3197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dựng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xây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Nhiệm</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Thể</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muôn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năm</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bền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vữnng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giờ</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đây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xin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hai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thánh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Tông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Đồ</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67367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7CD-C7EF-582B-CEFA-098A2CC4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13EEA-EFAA-5E1E-0CEC-4A3CC9D9371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thương, cầu bầu Chúa đoái ban xuống muôn hồng ân cho muôn dân nhận biết</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4791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8A0B-841D-FAED-27CE-06150308F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04821-9E31-B5C7-701D-C2D198A4081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Chúa nhân hiền, cho chúng con bền vững trên đường, đường tình yêu dâng hiến hy sinh.</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120751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8648C-22B5-9E1A-373A-848103C28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A4484-8138-31A8-C177-B3DEAE4F05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a:latin typeface="Times New Roman (Headings)"/>
                <a:cs typeface="Arial" panose="020B0604020202020204" pitchFamily="34" charset="0"/>
              </a:rPr>
              <a:t>1</a:t>
            </a:r>
            <a:r>
              <a:rPr lang="vi-VN" sz="7200" b="1" dirty="0">
                <a:effectLst/>
                <a:latin typeface="Times New Roman (Headings)"/>
                <a:cs typeface="Arial" panose="020B0604020202020204" pitchFamily="34" charset="0"/>
              </a:rPr>
              <a:t>. Ra đi gieo trong nước mắt, trong đau buồn và dành lấy muôn nỗi đau thương khổ phiền.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302728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F8A5-5FA6-25F4-B281-0779D0AF4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44A6A-DAC9-A73E-0056-307278C45FD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Nhưng hôm nay vui mừng tay mang bó lúa thơm lừng người về trong muôn nỗi hân hoan. </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5329824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BD8A-75FA-A3E2-D3CA-BD71C96FE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7E031-8D7A-BF16-0AB9-207C3C1B56A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Nào hợp hoan ta dâng tiến lên lời ca. Một vòng hoa cho hai thánh Tông Đồ xưa.</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314227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E6950-7507-3100-3EA6-38FF27F30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496A8-2410-DD72-E4C7-780E2A7DC60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Vui yêu thương quyết trí can trường, trong đau thương bền vững kiên cường để</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340962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C329-2CB0-7BF4-E423-DACB2C680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BFF92-5484-A725-D95E-60054E99838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dựng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xây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Nhiệm</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Thể</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muôn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năm</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bền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vữnng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giờ</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đây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xin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hai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thánh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Tông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Đồ</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07865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BC2CA-EB31-87DA-AEC4-CD14AA3F8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20198-E33B-E644-1822-E9FE63E3EF5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thương, cầu bầu Chúa đoái ban xuống muôn hồng ân cho muôn dân nhận biết</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5850660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41D23-006B-0AE6-EC50-B5C3A3506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B7647-A4AD-B5C5-4683-89589DC90A7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Chúa nhân hiền, cho chúng con bền vững trên đường, đường tình yêu dâng hiến hy sinh.</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207168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36C51-5EFB-5F10-6F74-AB572F7E01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08716-094E-5580-5D54-799F3A500F44}"/>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CB93827E-21A6-2294-1122-2C8AAB1F2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752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a:effectLst/>
                <a:latin typeface="Times New Roman (Headings)"/>
                <a:cs typeface="Arial" panose="020B0604020202020204" pitchFamily="34" charset="0"/>
              </a:rPr>
              <a:t>và bình an dưới thế cho người thiện tâm.</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9600" b="1">
                <a:effectLst/>
                <a:latin typeface="Times New Roman (Headings)"/>
                <a:cs typeface="Arial" panose="020B0604020202020204" pitchFamily="34" charset="0"/>
              </a:rPr>
              <a:t>Chúng con ca ngợi Chúa,</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chúc</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tụng</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thờ</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lạy</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tôn</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vinh</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chúng</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cảm</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tạ</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vì</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vinh</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quang</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cao</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cả</a:t>
            </a:r>
            <a:r>
              <a:rPr lang="en-US" sz="88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4128-CF8B-31F6-A03D-2CA74C4D12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A81452-5EDC-87AB-A15A-BFB75A2E219A}"/>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9CE93450-D690-4342-59B8-57377B2912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90299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A287D1D8-D62C-A7C3-2AC9-06908C6E34EE}"/>
              </a:ext>
            </a:extLst>
          </p:cNvPr>
          <p:cNvSpPr>
            <a:spLocks noGrp="1"/>
          </p:cNvSpPr>
          <p:nvPr>
            <p:ph idx="1"/>
          </p:nvPr>
        </p:nvSpPr>
        <p:spPr/>
        <p:txBody>
          <a:bodyPr/>
          <a:lstStyle/>
          <a:p>
            <a:endParaRPr lang="en-US"/>
          </a:p>
        </p:txBody>
      </p:sp>
      <p:pic>
        <p:nvPicPr>
          <p:cNvPr id="2050" name="Picture 2" descr="May be an image of 1 person and text that says 'BÀI ĐOC 1 Bài trích Bàitrichsách sách CÔNG VỤ TÔNG ĐỒ 家天森究 &quot;Bay giờ tôi biết thưc sự là Chúa da cũu tôi thoat khỏi vua Herode.&quot; (CV 12, 111)'">
            <a:extLst>
              <a:ext uri="{FF2B5EF4-FFF2-40B4-BE49-F238E27FC236}">
                <a16:creationId xmlns:a16="http://schemas.microsoft.com/office/drawing/2014/main" id="{59B31282-D4E3-165A-D705-4AF3DB27D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03250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647700" y="1308373"/>
            <a:ext cx="7848600" cy="2526753"/>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33</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1. Tôi chúc tụng Chúa ở mọi nơi trong mọi lúc.</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Miệng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mọi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ngày</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8114624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Trong Thiên Chúa </a:t>
            </a:r>
            <a:r>
              <a:rPr lang="en-US" sz="8800" b="1" dirty="0" err="1">
                <a:effectLst/>
                <a:latin typeface="Times New Roman (Headings)"/>
                <a:cs typeface="Arial" panose="020B0604020202020204" pitchFamily="34" charset="0"/>
              </a:rPr>
              <a:t>linh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diện</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116982357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Nào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bạn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nghèo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1210051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34DF-3B3B-6585-A38A-F71066C42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49EF9-EBFF-612B-9418-506EAA435FE0}"/>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Thiên thần Chúa hạ trại đồn binh, chung quanh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3479847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A6275-3255-005D-BEF9-238789B90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B0774-EC4B-3194-6416-3F2C63A77CE7}"/>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những người hằng luôn kính sợ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5485105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22CD-E97F-8805-ED2B-3CA7A511F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8E1F4-5A51-407D-484A-1AC62EF32D2F}"/>
              </a:ext>
            </a:extLst>
          </p:cNvPr>
          <p:cNvSpPr>
            <a:spLocks noGrp="1"/>
          </p:cNvSpPr>
          <p:nvPr>
            <p:ph type="ctrTitle"/>
          </p:nvPr>
        </p:nvSpPr>
        <p:spPr>
          <a:xfrm>
            <a:off x="0" y="-130630"/>
            <a:ext cx="9144000" cy="515982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2. Ta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câu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59875896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F63E-9EE8-CF44-8FA3-5FE81F12C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3A277-BD67-DE1E-4C9C-01F3B11A6DE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hoà</a:t>
            </a:r>
            <a:r>
              <a:rPr lang="en-US" sz="8800" b="1" dirty="0">
                <a:effectLst/>
                <a:latin typeface="Times New Roman (Headings)"/>
                <a:cs typeface="Arial" panose="020B0604020202020204" pitchFamily="34" charset="0"/>
              </a:rPr>
              <a:t> vang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ta </a:t>
            </a:r>
            <a:r>
              <a:rPr lang="en-US" sz="8800" b="1" dirty="0" err="1">
                <a:effectLst/>
                <a:latin typeface="Times New Roman (Headings)"/>
                <a:cs typeface="Arial" panose="020B0604020202020204" pitchFamily="34" charset="0"/>
              </a:rPr>
              <a:t>cảm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73748860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8307E-68EA-3F6F-92F0-4FCF11DEB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CB054-3BCB-B06F-074F-F5243C4F6BA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Trong Thiên Chúa </a:t>
            </a:r>
            <a:r>
              <a:rPr lang="en-US" sz="8800" b="1" dirty="0" err="1">
                <a:effectLst/>
                <a:latin typeface="Times New Roman (Headings)"/>
                <a:cs typeface="Arial" panose="020B0604020202020204" pitchFamily="34" charset="0"/>
              </a:rPr>
              <a:t>linh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diện</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69105069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0D50-6F92-DB0B-9A14-5CF6C1C78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F8F1E-FB44-EDE9-5FFE-4A2E03A9D89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Đây Chúa đã nhậm lời tôi khẩn nguyện, và Ngài đã đưa tôi vượt qua nỗi lo sợ.</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9742367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0FAC8-151A-3072-5A18-853ACDDFF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29323-223B-09F4-B544-73CD2A374A93}"/>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Thiên thần Chúa hạ trại đồn binh, chung quanh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5460047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DC30-8426-5218-12B9-5CDCB1FC9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570E3-459C-A823-743A-EE3D2A828A2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những người hằng luôn kính sợ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0074953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E7173-CD37-6CB3-E064-415E4823E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8EEE1-0277-1F8A-1E1B-F5A976B6B834}"/>
              </a:ext>
            </a:extLst>
          </p:cNvPr>
          <p:cNvSpPr>
            <a:spLocks noGrp="1"/>
          </p:cNvSpPr>
          <p:nvPr>
            <p:ph type="ctrTitle"/>
          </p:nvPr>
        </p:nvSpPr>
        <p:spPr>
          <a:xfrm>
            <a:off x="0" y="-130630"/>
            <a:ext cx="9144000" cy="515982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3.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ngắm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nhìn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ta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hãi</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28930552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E2F82-1AAE-F783-31B5-3A92440AD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A2E20-9179-68EA-6050-D1DCD34846F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ta hằng luôn </a:t>
            </a:r>
            <a:r>
              <a:rPr lang="vi-VN" sz="8800" b="1" dirty="0" err="1">
                <a:effectLst/>
                <a:latin typeface="Times New Roman (Headings)"/>
                <a:cs typeface="Arial" panose="020B0604020202020204" pitchFamily="34" charset="0"/>
              </a:rPr>
              <a:t>luôn</a:t>
            </a:r>
            <a:r>
              <a:rPr lang="vi-VN" sz="8800" b="1" dirty="0">
                <a:effectLst/>
                <a:latin typeface="Times New Roman (Headings)"/>
                <a:cs typeface="Arial" panose="020B0604020202020204" pitchFamily="34" charset="0"/>
              </a:rPr>
              <a:t> được vui mừng trong Ngài.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3240895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6EBF2-54A9-08C9-FDBC-7ED7A741A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453B8-0D2C-FB66-3CA9-18CEF5BFBE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đáp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khẩn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40438207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748F3-E31F-8578-3F5C-738D43D4E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D06DF-011C-81AE-CF49-91CC14F3421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cứu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thoát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khỏi</a:t>
            </a:r>
            <a:r>
              <a:rPr lang="en-US" sz="8000" b="1" dirty="0">
                <a:effectLst/>
                <a:latin typeface="Times New Roman (Headings)"/>
                <a:cs typeface="Arial" panose="020B0604020202020204" pitchFamily="34" charset="0"/>
              </a:rPr>
              <a:t> tai </a:t>
            </a:r>
            <a:r>
              <a:rPr lang="en-US" sz="8000" b="1" dirty="0" err="1">
                <a:effectLst/>
                <a:latin typeface="Times New Roman (Headings)"/>
                <a:cs typeface="Arial" panose="020B0604020202020204" pitchFamily="34" charset="0"/>
              </a:rPr>
              <a:t>hoạ</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8320127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3AB31-4C3C-1C29-6B09-8DEA655C4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5E115-6199-97A0-B515-E58904D2352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Thiên thần Chúa hạ trại đồn binh, chung quanh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6074557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BA0BE-4154-88B3-5B73-0BB0E48C7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8BBD7-998F-C472-D4D6-D2780567B97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những người hằng luôn kính sợ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3276692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4F8FE-4B12-B199-986D-8DF0E0A4A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9EC5C-C7F7-886D-1AED-3A473F76B02C}"/>
              </a:ext>
            </a:extLst>
          </p:cNvPr>
          <p:cNvSpPr>
            <a:spLocks noGrp="1"/>
          </p:cNvSpPr>
          <p:nvPr>
            <p:ph type="ctrTitle"/>
          </p:nvPr>
        </p:nvSpPr>
        <p:spPr>
          <a:xfrm>
            <a:off x="0" y="-130630"/>
            <a:ext cx="9144000" cy="51598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4. Hãy ngắm nhìn Chúa luôn đầy dư bao thiện hảo.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1832631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C66C-9C20-7F89-9ADF-CD9E9A916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FEACF-52FA-B108-0B23-B6350D010033}"/>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Hạnh phúc thật cho ai tìm nương tựa nơi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9298015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8490-B191-FA1B-EC3A-7EAB756ED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291F8-7061-4737-9E02-49844F90B8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Tay Chúa </a:t>
            </a:r>
            <a:r>
              <a:rPr lang="en-US" sz="8800" b="1" dirty="0" err="1">
                <a:effectLst/>
                <a:latin typeface="Times New Roman (Headings)"/>
                <a:cs typeface="Arial" panose="020B0604020202020204" pitchFamily="34" charset="0"/>
              </a:rPr>
              <a:t>cứu</a:t>
            </a:r>
            <a:r>
              <a:rPr lang="en-US" sz="8800" b="1" dirty="0">
                <a:effectLst/>
                <a:latin typeface="Times New Roman (Headings)"/>
                <a:cs typeface="Arial" panose="020B0604020202020204" pitchFamily="34" charset="0"/>
              </a:rPr>
              <a:t> ai </a:t>
            </a:r>
            <a:r>
              <a:rPr lang="en-US" sz="8800" b="1" dirty="0" err="1">
                <a:effectLst/>
                <a:latin typeface="Times New Roman (Headings)"/>
                <a:cs typeface="Arial" panose="020B0604020202020204" pitchFamily="34" charset="0"/>
              </a:rPr>
              <a:t>khổ</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đau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1842349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C9B85-AE80-4398-1277-F3D398FD3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B8235-EC56-1180-1B22-286D90822ED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hoà</a:t>
            </a:r>
            <a:r>
              <a:rPr lang="vi-VN" sz="8000" b="1" dirty="0">
                <a:effectLst/>
                <a:latin typeface="Times New Roman (Headings)"/>
                <a:cs typeface="Arial" panose="020B0604020202020204" pitchFamily="34" charset="0"/>
              </a:rPr>
              <a:t> ngàn lời ngợi ca, cùng nhau tán dương Ngài.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5292633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C000E-67A9-B94D-CCA1-5E961D08D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F29E2-D95D-61A5-9133-1A3064ECD29D}"/>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Thiên thần Chúa hạ trại đồn binh, chung quanh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951215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21F3-37A3-4E9C-129E-748E1246C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39B6C-BDDA-A0BC-0B6B-B7B2720C4E3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những người hằng luôn kính sợ Ngài.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190546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F5CE8DDD-44F1-46DF-BDCC-BE0F816F7919}"/>
              </a:ext>
            </a:extLst>
          </p:cNvPr>
          <p:cNvSpPr>
            <a:spLocks noGrp="1"/>
          </p:cNvSpPr>
          <p:nvPr>
            <p:ph idx="1"/>
          </p:nvPr>
        </p:nvSpPr>
        <p:spPr/>
        <p:txBody>
          <a:bodyPr/>
          <a:lstStyle/>
          <a:p>
            <a:endParaRPr lang="en-US"/>
          </a:p>
        </p:txBody>
      </p:sp>
      <p:pic>
        <p:nvPicPr>
          <p:cNvPr id="12290" name="Picture 2" descr="May be an image of 1 person and text that says 'BÀI ĐỌC 2 Bài Bàitrich trích thư thứ hai của thánh Phaolo tông đồ gửi ông Timothê &quot;Tôi chi côn đợi vòng hoa danh cho ngưỡi công chính.&quot; [2 [2Tm4,68.16b. b.17-18] Tm 4,'">
            <a:extLst>
              <a:ext uri="{FF2B5EF4-FFF2-40B4-BE49-F238E27FC236}">
                <a16:creationId xmlns:a16="http://schemas.microsoft.com/office/drawing/2014/main" id="{0926CA6B-2847-3280-91BF-DA81E97C26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61211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8173-5D19-0071-64FA-C0AEBB92EB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F0D053-0EFE-C842-2A8B-E2479D8E38AE}"/>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097169D7-87A8-D18E-F90B-68844D4EF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12653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727710"/>
            <a:ext cx="9144000" cy="4415790"/>
          </a:xfrm>
          <a:solidFill>
            <a:schemeClr val="bg1"/>
          </a:solidFill>
        </p:spPr>
        <p:txBody>
          <a:bodyPr lIns="91440" tIns="0" rIns="91440" bIns="0">
            <a:noAutofit/>
          </a:bodyPr>
          <a:lstStyle/>
          <a:p>
            <a:r>
              <a:rPr lang="en-US" sz="7200" b="1" dirty="0">
                <a:effectLst/>
                <a:latin typeface="Times New Roman (Headings)"/>
                <a:cs typeface="Arial" panose="020B0604020202020204" pitchFamily="34" charset="0"/>
              </a:rPr>
              <a:t>Alleluia. Alleluia. </a:t>
            </a:r>
            <a:br>
              <a:rPr lang="en-US" sz="7200" b="1" dirty="0">
                <a:effectLst/>
                <a:latin typeface="Times New Roman (Headings)"/>
                <a:cs typeface="Arial" panose="020B0604020202020204" pitchFamily="34" charset="0"/>
              </a:rPr>
            </a:br>
            <a:r>
              <a:rPr lang="en-US" sz="7200" b="1" dirty="0">
                <a:effectLst/>
                <a:latin typeface="Times New Roman (Headings)"/>
                <a:cs typeface="Arial" panose="020B0604020202020204" pitchFamily="34" charset="0"/>
              </a:rPr>
              <a:t>Con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Đá</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đá</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này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Thầy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xây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Hội</a:t>
            </a:r>
            <a:r>
              <a:rPr lang="en-US" sz="7200" b="1" dirty="0">
                <a:effectLst/>
                <a:latin typeface="Times New Roman (Headings)"/>
                <a:cs typeface="Arial" panose="020B0604020202020204" pitchFamily="34" charset="0"/>
              </a:rPr>
              <a:t> Thánh </a:t>
            </a:r>
            <a:r>
              <a:rPr lang="en-US" sz="7200" b="1" dirty="0" err="1">
                <a:effectLst/>
                <a:latin typeface="Times New Roman (Headings)"/>
                <a:cs typeface="Arial" panose="020B0604020202020204" pitchFamily="34" charset="0"/>
              </a:rPr>
              <a:t>của</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Thầy</a:t>
            </a:r>
            <a:r>
              <a:rPr lang="en-US" sz="7200" b="1" dirty="0">
                <a:effectLst/>
                <a:latin typeface="Times New Roman (Headings)"/>
                <a:cs typeface="Arial" panose="020B0604020202020204" pitchFamily="34" charset="0"/>
              </a:rPr>
              <a:t>,</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và cửa địa ngục không thắng được. </a:t>
            </a:r>
            <a:r>
              <a:rPr lang="vi-VN" sz="8800" b="1" dirty="0" err="1">
                <a:effectLst/>
                <a:latin typeface="Times New Roman (Headings)"/>
                <a:cs typeface="Arial" panose="020B0604020202020204" pitchFamily="34" charset="0"/>
              </a:rPr>
              <a:t>Alleluia</a:t>
            </a:r>
            <a:r>
              <a:rPr lang="vi-VN" sz="8800" b="1" dirty="0">
                <a:effectLst/>
                <a:latin typeface="Times New Roman (Headings)"/>
                <a:cs typeface="Arial" panose="020B0604020202020204" pitchFamily="34" charset="0"/>
              </a:rPr>
              <a:t>, </a:t>
            </a:r>
            <a:r>
              <a:rPr lang="vi-VN" sz="8800" b="1" dirty="0" err="1">
                <a:effectLst/>
                <a:latin typeface="Times New Roman (Headings)"/>
                <a:cs typeface="Arial" panose="020B0604020202020204" pitchFamily="34" charset="0"/>
              </a:rPr>
              <a:t>Alleluia</a:t>
            </a:r>
            <a:r>
              <a:rPr lang="vi-VN" sz="8800" b="1" dirty="0">
                <a:effectLst/>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1C2B-3E15-22A4-AD92-09EF94C8A2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3AB88-CD26-E1E0-0A39-96BB4C870CAE}"/>
              </a:ext>
            </a:extLst>
          </p:cNvPr>
          <p:cNvSpPr>
            <a:spLocks noGrp="1"/>
          </p:cNvSpPr>
          <p:nvPr>
            <p:ph idx="1"/>
          </p:nvPr>
        </p:nvSpPr>
        <p:spPr/>
        <p:txBody>
          <a:bodyPr/>
          <a:lstStyle/>
          <a:p>
            <a:endParaRPr lang="en-US"/>
          </a:p>
        </p:txBody>
      </p:sp>
      <p:pic>
        <p:nvPicPr>
          <p:cNvPr id="5122" name="Picture 2" descr="May be an image of 3 people and text that says 'TIN MỪNG CHÚA GIESU KITÔ Theo Thánh Matthêu &quot;Anh lã Phêro, Thầy sẽ trao cho anh chia khoa NƯỚc Trời.&quot; [Mt 16, 13 1319] 19]'">
            <a:extLst>
              <a:ext uri="{FF2B5EF4-FFF2-40B4-BE49-F238E27FC236}">
                <a16:creationId xmlns:a16="http://schemas.microsoft.com/office/drawing/2014/main" id="{C4D46C9B-2670-EBF2-6D15-4F90E1F71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64006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46AC4-EB6E-BB55-AF0C-169ACB0BCA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0FEC4B-1FD6-534B-B1C9-E756A8689900}"/>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CEA2A3D6-F861-C343-9BD4-79F9DA2E2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267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647700" y="1390650"/>
            <a:ext cx="7848600" cy="2362200"/>
          </a:xfrm>
        </p:spPr>
        <p:txBody>
          <a:bodyPr lIns="91440" tIns="0" rIns="91440" bIns="0" anchor="b">
            <a:normAutofit fontScale="90000"/>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TRỌN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ĐỜI</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CON</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Phanxico</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dâng lên dâng trọn cuộc đời với bao yêu thương đầy vơi.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1. Này là hương hoa đồng lúa quê nhà. Này là hương hoa vườn trái phương xa.</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27DF-C603-22AB-BD06-E0E30DDE2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1979E-1AB2-9A53-97E0-E954CEC9E74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Hiệp lòng dâng Cha cùng với câu ca và niềm mơ ước đời sống an hòa.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6236300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A1E0C-60D3-55D9-433B-D7DAF7FAF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07387-4825-1751-9F3F-509DA7D42F4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dâng lên dâng trọn cuộc đời với bao yêu thương đầy vơi.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0146859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109F-F9A8-7682-14CD-0FC012BFC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45130-9605-9E98-407C-48156F1774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2. Trời rọi tia nắng để trái </a:t>
            </a:r>
            <a:r>
              <a:rPr lang="vi-VN" sz="7200" b="1" dirty="0" err="1">
                <a:effectLst/>
                <a:latin typeface="Times New Roman (Headings)"/>
                <a:cs typeface="Arial" panose="020B0604020202020204" pitchFamily="34" charset="0"/>
              </a:rPr>
              <a:t>đươm</a:t>
            </a:r>
            <a:r>
              <a:rPr lang="vi-VN" sz="7200" b="1" dirty="0">
                <a:effectLst/>
                <a:latin typeface="Times New Roman (Headings)"/>
                <a:cs typeface="Arial" panose="020B0604020202020204" pitchFamily="34" charset="0"/>
              </a:rPr>
              <a:t> cành. Trời làm cơn mưa để lúa lên nhanh.</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1022703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2A6D-5C9D-A841-8A48-52F638B59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F3440-B8DF-9A1E-4B73-523B150C580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Trời dệt yêu thương để trái tim xanh. Nhờ Trời con có đời sống an lành.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2142042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4664-5A49-861D-E8F2-AB38E995A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769F1-C76D-339C-18E6-5CF3F054416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dâng lên dâng trọn cuộc đời với bao yêu thương đầy vơi.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4667840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2BF76-2DBA-5D81-96C1-148E513399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7663B6-14E2-C55D-7CFC-739CC7D03373}"/>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486B79C9-5994-F084-8546-62D168DAE4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23086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7200" b="1" dirty="0" err="1">
                <a:latin typeface="Times New Roman (Headings)"/>
                <a:cs typeface="Arial" panose="020B0604020202020204" pitchFamily="34" charset="0"/>
              </a:rPr>
              <a:t>Phêrô</a:t>
            </a:r>
            <a:r>
              <a:rPr lang="vi-VN" sz="7200" b="1" dirty="0">
                <a:latin typeface="Times New Roman (Headings)"/>
                <a:cs typeface="Arial" panose="020B0604020202020204" pitchFamily="34" charset="0"/>
              </a:rPr>
              <a:t> thưa cùng Chúa </a:t>
            </a:r>
            <a:r>
              <a:rPr lang="vi-VN" sz="7200" b="1" dirty="0" err="1">
                <a:latin typeface="Times New Roman (Headings)"/>
                <a:cs typeface="Arial" panose="020B0604020202020204" pitchFamily="34" charset="0"/>
              </a:rPr>
              <a:t>Giêsu</a:t>
            </a:r>
            <a:r>
              <a:rPr lang="vi-VN" sz="7200" b="1" dirty="0">
                <a:latin typeface="Times New Roman (Headings)"/>
                <a:cs typeface="Arial" panose="020B0604020202020204" pitchFamily="34" charset="0"/>
              </a:rPr>
              <a:t> rằng: Thầy là Đức </a:t>
            </a:r>
            <a:r>
              <a:rPr lang="vi-VN" sz="7200" b="1" dirty="0" err="1">
                <a:latin typeface="Times New Roman (Headings)"/>
                <a:cs typeface="Arial" panose="020B0604020202020204" pitchFamily="34" charset="0"/>
              </a:rPr>
              <a:t>Kitô</a:t>
            </a:r>
            <a:r>
              <a:rPr lang="vi-VN" sz="7200" b="1" dirty="0">
                <a:latin typeface="Times New Roman (Headings)"/>
                <a:cs typeface="Arial" panose="020B0604020202020204" pitchFamily="34" charset="0"/>
              </a:rPr>
              <a:t>, Con Thiên Chúa hằng sống</a:t>
            </a:r>
            <a:endParaRPr lang="en-US" sz="72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8000" b="1" dirty="0">
                <a:latin typeface="Times New Roman (Headings)"/>
                <a:cs typeface="Arial" panose="020B0604020202020204" pitchFamily="34" charset="0"/>
              </a:rPr>
              <a:t>Chúa </a:t>
            </a:r>
            <a:r>
              <a:rPr lang="vi-VN" sz="8000" b="1" dirty="0" err="1">
                <a:latin typeface="Times New Roman (Headings)"/>
                <a:cs typeface="Arial" panose="020B0604020202020204" pitchFamily="34" charset="0"/>
              </a:rPr>
              <a:t>Giêsu</a:t>
            </a:r>
            <a:r>
              <a:rPr lang="vi-VN" sz="8000" b="1" dirty="0">
                <a:latin typeface="Times New Roman (Headings)"/>
                <a:cs typeface="Arial" panose="020B0604020202020204" pitchFamily="34" charset="0"/>
              </a:rPr>
              <a:t> đáp: Con là Đá, trên Đá này Thầy sẽ xây Hội thánh của Thầy.</a:t>
            </a:r>
            <a:endParaRPr lang="en-US" sz="8000" b="1" dirty="0">
              <a:latin typeface="Times New Roman (Headings)"/>
              <a:cs typeface="Arial" panose="020B0604020202020204" pitchFamily="34" charset="0"/>
            </a:endParaRPr>
          </a:p>
        </p:txBody>
      </p:sp>
    </p:spTree>
    <p:extLst>
      <p:ext uri="{BB962C8B-B14F-4D97-AF65-F5344CB8AC3E}">
        <p14:creationId xmlns:p14="http://schemas.microsoft.com/office/powerpoint/2010/main" val="122283334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647700" y="1104900"/>
            <a:ext cx="7848600" cy="2933700"/>
          </a:xfrm>
        </p:spPr>
        <p:txBody>
          <a:bodyPr lIns="91440" tIns="0" rIns="91440" bIns="0" anchor="b">
            <a:normAutofit fontScale="90000"/>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TUYÊN XƯNG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ĐỨC </a:t>
            </a:r>
            <a:r>
              <a:rPr lang="vi-VN"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KITÔ</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Con tuyên xưng Ngài là Đức Ki-tô: Con Cha trên trời hằng sống thiên thu.</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F545B-9D42-FE2B-D0FB-8D94D3919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15FEC-9CF2-19DC-6039-D1C8E13AD9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tuyên xưng Ngài là Đức Ki-tô. Đấng cứu độ nhân loại khỏi kiếp hư vô.</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3100234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44C2-83C9-9D2F-FA72-89FEA458D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19C5F-A18D-12A0-B100-E8B024928B1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Từ trong tăm tối, Chúa đã cứu con, Chúa ơi! Ngài là Vị Cứu Tinh nhân loại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0704565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E9BB-6BE6-3022-0983-C46A768BE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7DFDA-A565-D242-56BE-22568189F6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đợi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trông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thức</a:t>
            </a:r>
            <a:r>
              <a:rPr lang="en-US" sz="7200" b="1" dirty="0">
                <a:effectLst/>
                <a:latin typeface="Times New Roman (Headings)"/>
                <a:cs typeface="Arial" panose="020B0604020202020204" pitchFamily="34" charset="0"/>
              </a:rPr>
              <a:t>.  Cho con </a:t>
            </a:r>
            <a:r>
              <a:rPr lang="en-US" sz="7200" b="1" dirty="0" err="1">
                <a:effectLst/>
                <a:latin typeface="Times New Roman (Headings)"/>
                <a:cs typeface="Arial" panose="020B0604020202020204" pitchFamily="34" charset="0"/>
              </a:rPr>
              <a:t>vững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lòng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tin </a:t>
            </a:r>
            <a:r>
              <a:rPr lang="en-US" sz="7200" b="1" dirty="0" err="1">
                <a:effectLst/>
                <a:latin typeface="Times New Roman (Headings)"/>
                <a:cs typeface="Arial" panose="020B0604020202020204" pitchFamily="34" charset="0"/>
              </a:rPr>
              <a:t>cậy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trông</a:t>
            </a:r>
            <a:r>
              <a:rPr lang="en-US" sz="7200" b="1" dirty="0">
                <a:effectLst/>
                <a:latin typeface="Times New Roman (Headings)"/>
                <a:cs typeface="Arial" panose="020B0604020202020204" pitchFamily="34" charset="0"/>
              </a:rPr>
              <a:t> ở Chúa </a:t>
            </a:r>
            <a:r>
              <a:rPr lang="en-US" sz="7200" b="1" dirty="0" err="1">
                <a:effectLst/>
                <a:latin typeface="Times New Roman (Headings)"/>
                <a:cs typeface="Arial" panose="020B0604020202020204" pitchFamily="34" charset="0"/>
              </a:rPr>
              <a:t>giữa</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đời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nổi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trôi</a:t>
            </a:r>
            <a:r>
              <a:rPr lang="en-US" sz="72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4900579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AE391-2272-6CE5-0051-469416D6C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27C36-7824-A8D0-48F0-2A01AEB21DD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Con tuyên xưng Ngài là Đức Ki-tô: Con Cha trên trời hằng sống thiên thu.</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9599331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DCA18-50BE-AA29-F684-3DA83BB38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CAF09-E8BD-7A6C-197C-653C35AB82F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tuyên xưng Ngài là Đức Ki-tô. Đấng cứu độ nhân loại khỏi kiếp hư vô.</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8349224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F0C9-C6C0-B2D6-B026-09877E12B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13730-14D0-C45F-AD6D-6EEB572D6D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2. Từ trong kiếp sống nô lệ đớn đau Chúa ơi! Ngài đã giải phóng cho con người tự do hạnh phúc.</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4219845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EE38E-2351-9C02-CFB9-B66C3DF17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45238-A8C2-4336-2498-A6449CDD45E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xin loan truyền Ngài khắp nơi. cuộc đời con sống Chúa là niềm vui.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5259847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443F2-EAF5-06B4-4040-EEFE3DF15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EA1DA-9B9B-8D5B-0A44-46137829CC5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Con tuyên xưng Ngài là Đức Ki-tô: Con Cha trên trời hằng sống thiên thu.</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9269830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5A8ED-E130-DB64-40DF-B21DAB77F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2841C-FB38-AFDF-57EC-0E7183F4066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tuyên xưng Ngài là Đức Ki-tô. Đấng cứu độ nhân loại khỏi kiếp hư vô.</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5704781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04C7A-6296-E312-27A9-AD0478409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E2949-CDC0-12B9-0151-52C6540AF09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3. Từ trong tội lỗi Chúa đã dẫn đưa bước con về nẻo đường chính ngay bao ngày sầu tan đã hết.</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4730789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B303-EBB3-DA97-2DC5-E2B1238FD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DACBB-F905-35A2-E2B5-1C1BDFA8765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a:effectLst/>
                <a:latin typeface="Times New Roman (Headings)"/>
                <a:cs typeface="Arial" panose="020B0604020202020204" pitchFamily="34" charset="0"/>
              </a:rPr>
              <a:t>Tim con vang </a:t>
            </a:r>
            <a:r>
              <a:rPr lang="en-US" sz="7200" b="1" dirty="0" err="1">
                <a:effectLst/>
                <a:latin typeface="Times New Roman (Headings)"/>
                <a:cs typeface="Arial" panose="020B0604020202020204" pitchFamily="34" charset="0"/>
              </a:rPr>
              <a:t>dậy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một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khúc</a:t>
            </a:r>
            <a:r>
              <a:rPr lang="en-US" sz="7200" b="1" dirty="0">
                <a:effectLst/>
                <a:latin typeface="Times New Roman (Headings)"/>
                <a:cs typeface="Arial" panose="020B0604020202020204" pitchFamily="34" charset="0"/>
              </a:rPr>
              <a:t> ca </a:t>
            </a:r>
            <a:r>
              <a:rPr lang="en-US" sz="7200" b="1" dirty="0" err="1">
                <a:effectLst/>
                <a:latin typeface="Times New Roman (Headings)"/>
                <a:cs typeface="Arial" panose="020B0604020202020204" pitchFamily="34" charset="0"/>
              </a:rPr>
              <a:t>ngợi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khen</a:t>
            </a:r>
            <a:r>
              <a:rPr lang="en-US" sz="7200" b="1" dirty="0">
                <a:effectLst/>
                <a:latin typeface="Times New Roman (Headings)"/>
                <a:cs typeface="Arial" panose="020B0604020202020204" pitchFamily="34" charset="0"/>
              </a:rPr>
              <a:t> Danh Chúa,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đầy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quyền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năng</a:t>
            </a:r>
            <a:r>
              <a:rPr lang="en-US" sz="72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171460114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EF4EC-2FF4-B2F7-EE6B-C892F4091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65E22-FFBE-3161-787C-4BD30D23361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Con tuyên xưng Ngài là Đức Ki-tô: Con Cha trên trời hằng sống thiên thu.</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2278693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3ACC0-7964-E330-690E-8331A5D70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30BC0-C3A5-55BA-D77D-A079884022F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tuyên xưng Ngài là Đức Ki-tô. Đấng cứu độ nhân loại khỏi kiếp hư vô.</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3454417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F8C1-9FCD-8992-5B2F-CDCB410674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4E894-761C-A242-88AD-FF9134AF4821}"/>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773977AB-E2E1-D108-1A8B-8F56DBD35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83250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647700" y="1117039"/>
            <a:ext cx="7848600" cy="2756461"/>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TRÁI TIM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RỰC CHÁY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Trái tim rực cháy qua đời là tình yêu Chúa. Tình Ngài lớn lao cao vời tựa như đất trời.</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Thương con nhiều Chúa thương con nhiều chết thân tiêu điều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788158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4209-BC3F-A014-6D18-21737106C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2C8CD-2114-4FB2-65A0-DCABAC2414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mà tình con đáp bao nhiêu.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9207180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25AF-E230-5E6E-265A-2B367CBFC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EA2C6-AA03-CC03-E4F7-1FC9559BDA2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qua bí tích lãnh nhận ơn Thánh Chúa ban chan </a:t>
            </a:r>
            <a:r>
              <a:rPr lang="vi-VN" sz="8000" b="1" dirty="0" err="1">
                <a:effectLst/>
                <a:latin typeface="Times New Roman (Headings)"/>
                <a:cs typeface="Arial" panose="020B0604020202020204" pitchFamily="34" charset="0"/>
              </a:rPr>
              <a:t>hoà</a:t>
            </a:r>
            <a:r>
              <a:rPr lang="vi-VN" sz="8000" b="1" dirty="0">
                <a:effectLst/>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5381442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FD59-F6BE-E0CB-AFA3-B8C14233F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2DA2C-9B95-FA04-346D-75C420F0C07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Thương con nhiều Chúa thương con nhiều trái tim của Ngài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4869006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DF64-A1B6-C3DF-6CEB-7E2A5B9CD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78639-D9ED-EC5C-C679-4D34A1290B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lưỡi đồng đâm thấu máu cứu độ tràn tuôn.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163219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7D0F3-714F-38D1-2A0A-E3568CEED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A83BC-587C-9C35-E147-E47637790F3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Trái tim rực cháy qua đời là tình yêu Chúa. Tình Ngài lớn lao cao vời tựa như đất trời.</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0685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6153E-E5A8-7E6B-821B-99648F8DE3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51CF6-28BC-4E54-55DD-BDFCEC214B7E}"/>
              </a:ext>
            </a:extLst>
          </p:cNvPr>
          <p:cNvSpPr>
            <a:spLocks noGrp="1"/>
          </p:cNvSpPr>
          <p:nvPr>
            <p:ph idx="1"/>
          </p:nvPr>
        </p:nvSpPr>
        <p:spPr/>
        <p:txBody>
          <a:bodyPr/>
          <a:lstStyle/>
          <a:p>
            <a:endParaRPr lang="en-US"/>
          </a:p>
        </p:txBody>
      </p:sp>
      <p:pic>
        <p:nvPicPr>
          <p:cNvPr id="1026" name="Picture 2" descr="Có thể là hình ảnh về văn bản cho biết 'DừngKính Kính hai Thánh Dừng PHÉRO Lễ Trọng Lế cầu cho giáo dân TÔNG ĐỖ 29/06 PHAOLÕ নভ্ই. &quot;Con là Đã, trên đã này Thầy sẽ xây Hội Thãnh của Thầy, và cửa địa ngục sẽ không thắng được&quot; (Mt 16, 13-19) ST.PETER ST.PAUL'">
            <a:extLst>
              <a:ext uri="{FF2B5EF4-FFF2-40B4-BE49-F238E27FC236}">
                <a16:creationId xmlns:a16="http://schemas.microsoft.com/office/drawing/2014/main" id="{9380F758-23BA-94C5-057D-58103D9DE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9525"/>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69930"/>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552</TotalTime>
  <Words>4193</Words>
  <Application>Microsoft Office PowerPoint</Application>
  <PresentationFormat>On-screen Show (16:9)</PresentationFormat>
  <Paragraphs>394</Paragraphs>
  <Slides>240</Slides>
  <Notes>79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240</vt:i4>
      </vt:variant>
    </vt:vector>
  </HeadingPairs>
  <TitlesOfParts>
    <vt:vector size="247"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MỪNG THÁNH PHÊRÔ VÀ PHAOLÔ (Sơn Ca Linh)</vt:lpstr>
      <vt:lpstr>ĐK. Nào hợp hoan ta dâng tiến lên lời ca. Một vòng hoa cho hai thánh Tông Đồ xưa.</vt:lpstr>
      <vt:lpstr>Vui yêu thương quyết trí can trường, trong đau thương bền vững kiên cường để</vt:lpstr>
      <vt:lpstr>dựng xây Nhiệm Thể muôn năm bền vữnng. Và giờ đây xin hai thánh Tông Đồ</vt:lpstr>
      <vt:lpstr>thương, cầu bầu Chúa đoái ban xuống muôn hồng ân cho muôn dân nhận biết</vt:lpstr>
      <vt:lpstr>Chúa nhân hiền, cho chúng con bền vững trên đường, đường tình yêu dâng hiến hy sinh.</vt:lpstr>
      <vt:lpstr>1. Ra đi gieo trong nước mắt, trong đau buồn và dành lấy muôn nỗi đau thương khổ phiền.</vt:lpstr>
      <vt:lpstr>Nhưng hôm nay vui mừng tay mang bó lúa thơm lừng người về trong muôn nỗi hân hoan. </vt:lpstr>
      <vt:lpstr>ĐK. Nào hợp hoan ta dâng tiến lên lời ca. Một vòng hoa cho hai thánh Tông Đồ xưa.</vt:lpstr>
      <vt:lpstr>Vui yêu thương quyết trí can trường, trong đau thương bền vững kiên cường để</vt:lpstr>
      <vt:lpstr>dựng xây Nhiệm Thể muôn năm bền vữnng. Và giờ đây xin hai thánh Tông Đồ</vt:lpstr>
      <vt:lpstr>thương, cầu bầu Chúa đoái ban xuống muôn hồng ân cho muôn dân nhận biết</vt:lpstr>
      <vt:lpstr>Chúa nhân hiền, cho chúng con bền vững trên đường, đường tình yêu dâng hiến hy sinh.</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33 (Lm. Thái Nguyên)</vt:lpstr>
      <vt:lpstr>1. Tôi chúc tụng Chúa ở mọi nơi trong mọi lúc.</vt:lpstr>
      <vt:lpstr>Miệng tôi hằng luôn luôn ngợi khen Ngài mọi ngày.</vt:lpstr>
      <vt:lpstr>Trong Thiên Chúa linh hồn tôi hãnh diện. </vt:lpstr>
      <vt:lpstr>Nào bạn nghèo hãy nghe và luôn hãy vui mừng.</vt:lpstr>
      <vt:lpstr>ĐK. Thiên thần Chúa hạ trại đồn binh, chung quanh</vt:lpstr>
      <vt:lpstr>những người hằng luôn kính sợ Ngài.</vt:lpstr>
      <vt:lpstr>2. Ta hãy cùng chung câu ngợi ca chúc tụng Chúa,</vt:lpstr>
      <vt:lpstr>hoà vang lời cung chúc, ta cảm tạ Chúa Trời.</vt:lpstr>
      <vt:lpstr>Trong Thiên Chúa linh hồn tôi hãnh diện. </vt:lpstr>
      <vt:lpstr>Đây Chúa đã nhậm lời tôi khẩn nguyện, và Ngài đã đưa tôi vượt qua nỗi lo sợ.</vt:lpstr>
      <vt:lpstr>ĐK. Thiên thần Chúa hạ trại đồn binh, chung quanh</vt:lpstr>
      <vt:lpstr>những người hằng luôn kính sợ Ngài.</vt:lpstr>
      <vt:lpstr>3. Hãy ngắm nhìn Chúa để đời ta không sợ hãi, </vt:lpstr>
      <vt:lpstr>để ta hằng luôn luôn được vui mừng trong Ngài. </vt:lpstr>
      <vt:lpstr>Đây Chúa đã đáp lời tôi khẩn cầu,</vt:lpstr>
      <vt:lpstr>và Ngài đã cứu thoát đời tôi khỏi tai hoạ.</vt:lpstr>
      <vt:lpstr>ĐK. Thiên thần Chúa hạ trại đồn binh, chung quanh</vt:lpstr>
      <vt:lpstr>những người hằng luôn kính sợ Ngài.</vt:lpstr>
      <vt:lpstr>4. Hãy ngắm nhìn Chúa luôn đầy dư bao thiện hảo.</vt:lpstr>
      <vt:lpstr>Hạnh phúc thật cho ai tìm nương tựa nơi Ngài.</vt:lpstr>
      <vt:lpstr>Tay Chúa cứu ai khổ đau trên đời,</vt:lpstr>
      <vt:lpstr>hoà ngàn lời ngợi ca, cùng nhau tán dương Ngài. </vt:lpstr>
      <vt:lpstr>ĐK. Thiên thần Chúa hạ trại đồn binh, chung quanh</vt:lpstr>
      <vt:lpstr>những người hằng luôn kính sợ Ngài.</vt:lpstr>
      <vt:lpstr>PowerPoint Presentation</vt:lpstr>
      <vt:lpstr>PowerPoint Presentation</vt:lpstr>
      <vt:lpstr>Alleluia. Alleluia.  Con là Đá, trên đá này Thầy xây Hội Thánh của Thầy,</vt:lpstr>
      <vt:lpstr>và cửa địa ngục không thắng được. Alleluia, Alleluia.</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TRỌN  ĐỜI CON (Phanxico)</vt:lpstr>
      <vt:lpstr>ĐK Xin dâng lên dâng trọn cuộc đời với bao yêu thương đầy vơi.</vt:lpstr>
      <vt:lpstr>1. Này là hương hoa đồng lúa quê nhà. Này là hương hoa vườn trái phương xa.</vt:lpstr>
      <vt:lpstr>Hiệp lòng dâng Cha cùng với câu ca và niềm mơ ước đời sống an hòa.</vt:lpstr>
      <vt:lpstr>ĐK Xin dâng lên dâng trọn cuộc đời với bao yêu thương đầy vơi.</vt:lpstr>
      <vt:lpstr>2. Trời rọi tia nắng để trái đươm cành. Trời làm cơn mưa để lúa lên nhanh.</vt:lpstr>
      <vt:lpstr>Trời dệt yêu thương để trái tim xanh. Nhờ Trời con có đời sống an lành.</vt:lpstr>
      <vt:lpstr>ĐK Xin dâng lên dâng trọn cuộc đời với bao yêu thương đầy vơi.</vt:lpstr>
      <vt:lpstr>PowerPoint Presentation</vt:lpstr>
      <vt:lpstr>CA HIỆP LỄ</vt:lpstr>
      <vt:lpstr>PowerPoint Presentation</vt:lpstr>
      <vt:lpstr>HIỆP LỄ TUYÊN XƯNG  ĐỨC KITÔ (Lm. Thái Nguyên)</vt:lpstr>
      <vt:lpstr>ĐK: Con tuyên xưng Ngài là Đức Ki-tô: Con Cha trên trời hằng sống thiên thu.</vt:lpstr>
      <vt:lpstr>Con tuyên xưng Ngài là Đức Ki-tô. Đấng cứu độ nhân loại khỏi kiếp hư vô.</vt:lpstr>
      <vt:lpstr>1. Từ trong tăm tối, Chúa đã cứu con, Chúa ơi! Ngài là Vị Cứu Tinh nhân loại</vt:lpstr>
      <vt:lpstr>đợi trông thao thức.  Cho con vững lòng thành kính tin cậy trông ở Chúa giữa đời nổi trôi. </vt:lpstr>
      <vt:lpstr>ĐK: Con tuyên xưng Ngài là Đức Ki-tô: Con Cha trên trời hằng sống thiên thu.</vt:lpstr>
      <vt:lpstr>Con tuyên xưng Ngài là Đức Ki-tô. Đấng cứu độ nhân loại khỏi kiếp hư vô.</vt:lpstr>
      <vt:lpstr>2. Từ trong kiếp sống nô lệ đớn đau Chúa ơi! Ngài đã giải phóng cho con người tự do hạnh phúc.</vt:lpstr>
      <vt:lpstr>Con xin loan truyền Ngài khắp nơi. cuộc đời con sống Chúa là niềm vui.</vt:lpstr>
      <vt:lpstr>ĐK: Con tuyên xưng Ngài là Đức Ki-tô: Con Cha trên trời hằng sống thiên thu.</vt:lpstr>
      <vt:lpstr>Con tuyên xưng Ngài là Đức Ki-tô. Đấng cứu độ nhân loại khỏi kiếp hư vô.</vt:lpstr>
      <vt:lpstr>3. Từ trong tội lỗi Chúa đã dẫn đưa bước con về nẻo đường chính ngay bao ngày sầu tan đã hết.</vt:lpstr>
      <vt:lpstr>Tim con vang dậy một khúc ca ngợi khen Danh Chúa, Đấng đầy quyền năng. </vt:lpstr>
      <vt:lpstr>ĐK: Con tuyên xưng Ngài là Đức Ki-tô: Con Cha trên trời hằng sống thiên thu.</vt:lpstr>
      <vt:lpstr>Con tuyên xưng Ngài là Đức Ki-tô. Đấng cứu độ nhân loại khỏi kiếp hư vô.</vt:lpstr>
      <vt:lpstr>PowerPoint Presentation</vt:lpstr>
      <vt:lpstr>KẾT LỄ TRÁI TIM  RỰC CHÁY  (Lm. Thái Nguyên)</vt:lpstr>
      <vt:lpstr>ĐK. Trái tim rực cháy qua đời là tình yêu Chúa. Tình Ngài lớn lao cao vời tựa như đất trời.</vt:lpstr>
      <vt:lpstr>1. Thương con nhiều Chúa thương con nhiều chết thân tiêu điều</vt:lpstr>
      <vt:lpstr>mà tình con đáp bao nhiêu.</vt:lpstr>
      <vt:lpstr>qua bí tích lãnh nhận ơn Thánh Chúa ban chan hoà.</vt:lpstr>
      <vt:lpstr>Thương con nhiều Chúa thương con nhiều trái tim của Ngài</vt:lpstr>
      <vt:lpstr>lưỡi đồng đâm thấu máu cứu độ tràn tuôn.</vt:lpstr>
      <vt:lpstr>ĐK. Trái tim rực cháy qua đời là tình yêu Chúa. Tình Ngài lớn lao cao vời tựa như đất trời.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526</cp:revision>
  <cp:lastPrinted>2025-03-29T15:09:16Z</cp:lastPrinted>
  <dcterms:created xsi:type="dcterms:W3CDTF">2023-01-29T22:00:16Z</dcterms:created>
  <dcterms:modified xsi:type="dcterms:W3CDTF">2025-06-28T09:40:45Z</dcterms:modified>
</cp:coreProperties>
</file>