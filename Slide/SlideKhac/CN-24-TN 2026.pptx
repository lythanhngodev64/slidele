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9" roundtripDataSignature="AMtx7miuiIiLY4q2RJ1kVweLKMH1dPpY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customschemas.google.com/relationships/presentationmetadata" Target="metadata"/><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b3359abd2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b3359abd2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b3359abd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b3359abd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b3359abd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b3359abd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3359abd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3359abd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3359abd2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3359abd2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3" name="Google Shape;71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9" name="Google Shape;71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5" name="Google Shape;72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1" name="Google Shape;73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7" name="Google Shape;73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9" name="Google Shape;74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fb3359abd2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fb3359abd2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b3359abd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b3359abd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b3359abd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b3359abd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b3359abd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b3359abd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b3359abd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b3359abd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b3359abd2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b3359abd2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fb3359abd2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fb3359abd2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b3359abd2_0_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b3359abd2_0_2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b3359abd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b3359abd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b3359abd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b3359abd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b3359abd2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b3359abd2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b3359abd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b3359abd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b3359abd2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b3359abd2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b3359abd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b3359abd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b3359abd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b3359abd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b3359abd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fb3359abd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fb3359abd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fb3359abd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b3359abd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b3359abd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b3359abd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b3359abd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b3359abd2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b3359abd2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b3359abd2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b3359abd2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b3359abd2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b3359abd2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b3359abd2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b3359abd2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b3359abd2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b3359abd2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b3359abd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b3359abd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b3359abd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b3359abd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b3359abd2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b3359abd2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b3359abd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b3359abd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b3359abd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b3359abd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b3359abd2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b3359abd2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3359abd2_0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3359abd2_0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fb3359abd2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fb3359abd2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fb3359abd2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fb3359abd2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b3359abd2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fb3359abd2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3.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3.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b3359abd2_0_24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VỀ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Viết Chung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Tiến về Nhà Chúa, lòng ngây ngất bao niềm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ta luôn sớm hôm trông đợi, nơi Cha ta vẫn đang kêu mời.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về Nhà Chúa là chốn tâm hồn được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Cùng tụ họp về đây, để chia sớt bao chuyện buồn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thử thách bao phủ trên kiếp người. Khiến ta chẳng lẻ loi.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b3359abd2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Tiến về Nhà Chúa, lòng ngây ngất bao niềm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b3359abd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ta luôn sớm hôm trông đợi, nơi Cha ta vẫn đang kêu mời.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3359abd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về Nhà Chúa là chốn tâm hồn được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g3fb3359abd2_0_25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9" name="Google Shape;70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0" name="Shape 720"/>
        <p:cNvGrpSpPr/>
        <p:nvPr/>
      </p:nvGrpSpPr>
      <p:grpSpPr>
        <a:xfrm>
          <a:off x="0" y="0"/>
          <a:ext cx="0" cy="0"/>
          <a:chOff x="0" y="0"/>
          <a:chExt cx="0" cy="0"/>
        </a:xfrm>
      </p:grpSpPr>
      <p:sp>
        <p:nvSpPr>
          <p:cNvPr id="721" name="Google Shape;72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g3fb3359abd2_0_25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6" name="Shape 796"/>
        <p:cNvGrpSpPr/>
        <p:nvPr/>
      </p:nvGrpSpPr>
      <p:grpSpPr>
        <a:xfrm>
          <a:off x="0" y="0"/>
          <a:ext cx="0" cy="0"/>
          <a:chOff x="0" y="0"/>
          <a:chExt cx="0" cy="0"/>
        </a:xfrm>
      </p:grpSpPr>
      <p:sp>
        <p:nvSpPr>
          <p:cNvPr id="797" name="Google Shape;79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8" name="Google Shape;79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102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1. </a:t>
            </a:r>
            <a:r>
              <a:rPr b="1" lang="en-US" sz="7100">
                <a:solidFill>
                  <a:schemeClr val="lt1"/>
                </a:solidFill>
                <a:latin typeface="Times New Roman"/>
                <a:ea typeface="Times New Roman"/>
                <a:cs typeface="Times New Roman"/>
                <a:sym typeface="Times New Roman"/>
              </a:rPr>
              <a:t>Linh hồn tôi ơi, hãy ngợi khen Thiên Chúa, toàn thân tôi hãy chúc tụng danh Ngài.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Linh hồn tôi ơi, hãy ngợi khen Thiên Chúa, đừng lãng quên bao ơn lành Ngài ban.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Chúa đã tha cho hết mọi điều sai lỗi. Ngài cho ngươi khỏi hết mọi tật nguyền.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chuộc mạng ngươi ra khỏi nơi vong thân, rộng nghĩa ân Chúa rất mực từ nhân.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b3359abd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3. </a:t>
            </a:r>
            <a:r>
              <a:rPr b="1" lang="en-US" sz="7100">
                <a:solidFill>
                  <a:schemeClr val="lt1"/>
                </a:solidFill>
                <a:latin typeface="Times New Roman"/>
                <a:ea typeface="Times New Roman"/>
                <a:cs typeface="Times New Roman"/>
                <a:sym typeface="Times New Roman"/>
              </a:rPr>
              <a:t>Chúa hằng thương xót luôn từ bi nhân ái, tình yêu thương Chúa cao vời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chẳng trả oán những điều ta sai lỗi, chẳng xử phân theo như tội của ta.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b3359abd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b3359abd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4</a:t>
            </a:r>
            <a:r>
              <a:rPr b="1" lang="en-US" sz="7100">
                <a:solidFill>
                  <a:srgbClr val="FFFF00"/>
                </a:solidFill>
                <a:latin typeface="Times New Roman"/>
                <a:ea typeface="Times New Roman"/>
                <a:cs typeface="Times New Roman"/>
                <a:sym typeface="Times New Roman"/>
              </a:rPr>
              <a:t>. </a:t>
            </a:r>
            <a:r>
              <a:rPr b="1" lang="en-US" sz="7100">
                <a:solidFill>
                  <a:schemeClr val="lt1"/>
                </a:solidFill>
                <a:latin typeface="Times New Roman"/>
                <a:ea typeface="Times New Roman"/>
                <a:cs typeface="Times New Roman"/>
                <a:sym typeface="Times New Roman"/>
              </a:rPr>
              <a:t>Như là người cha luôn hằng thương con cái, Ngài yêu thương những ai sợ kính Ngài.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b3359abd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Ví tựa trời đông xa trời tây bao nhiêu, Ngài ném xa bao tội tình của ta.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b3359abd2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7" name="Shape 867"/>
        <p:cNvGrpSpPr/>
        <p:nvPr/>
      </p:nvGrpSpPr>
      <p:grpSpPr>
        <a:xfrm>
          <a:off x="0" y="0"/>
          <a:ext cx="0" cy="0"/>
          <a:chOff x="0" y="0"/>
          <a:chExt cx="0" cy="0"/>
        </a:xfrm>
      </p:grpSpPr>
      <p:sp>
        <p:nvSpPr>
          <p:cNvPr id="868" name="Google Shape;86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9" name="Google Shape;86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Lạy Chúa, Lời của Chúa là thần trí và là sự sống; </a:t>
            </a:r>
            <a:endParaRPr b="1" i="1" sz="7200">
              <a:solidFill>
                <a:schemeClr val="lt1"/>
              </a:solidFill>
              <a:latin typeface="Times New Roman"/>
              <a:ea typeface="Times New Roman"/>
              <a:cs typeface="Times New Roman"/>
              <a:sym typeface="Times New Roman"/>
            </a:endParaRPr>
          </a:p>
        </p:txBody>
      </p:sp>
      <p:sp>
        <p:nvSpPr>
          <p:cNvPr id="876" name="Google Shape;87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Chúa có Lời ban sự sống ngàn thu.</a:t>
            </a:r>
            <a:r>
              <a:rPr b="1" lang="en-US" sz="6800">
                <a:solidFill>
                  <a:schemeClr val="lt1"/>
                </a:solidFill>
                <a:latin typeface="Times New Roman"/>
                <a:ea typeface="Times New Roman"/>
                <a:cs typeface="Times New Roman"/>
                <a:sym typeface="Times New Roman"/>
              </a:rPr>
              <a: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pic>
        <p:nvPicPr>
          <p:cNvPr id="886" name="Google Shape;88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fb3359abd2_0_26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7" name="Google Shape;89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g3fb3359abd2_0_26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CÙNG TIẾN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Cùng tiến dâng lên bánh rượu này. Dâng tình yêu phút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 xác con như lễ toàn thiêu. Dâng Chúa Trời, nguyện dâng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b3359abd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Cùng tiến dâng năm tháng miệt mài. Dâng ngày sau biết về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b3359abd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năm tháng bể dâu. Dâng kiếp người, buồn vui giữa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b3359abd2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b3359abd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Cùng tiến dâng mơ ước cuộc đời. Đem dấn qua cây nở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b3359abd2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câu hát lời ca. Mong tiếng cười, rộn vang cõi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b3359abd2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b3359abd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Cùng tiến dâng lên bánh rượu này. Dâng tình yêu phút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b3359abd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 xác con như lễ toàn thiêu. Dâng Chúa Trời, nguyện dâng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fb3359abd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Ôi Thiên Chúa, cao quý thay ân sủng của Ngài. </a:t>
            </a:r>
            <a:endParaRPr b="1" sz="8000">
              <a:solidFill>
                <a:schemeClr val="lt1"/>
              </a:solidFill>
              <a:latin typeface="Times New Roman"/>
              <a:ea typeface="Times New Roman"/>
              <a:cs typeface="Times New Roman"/>
              <a:sym typeface="Times New Roman"/>
            </a:endParaRPr>
          </a:p>
        </p:txBody>
      </p:sp>
      <p:sp>
        <p:nvSpPr>
          <p:cNvPr id="1113" name="Google Shape;111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Con người ta tìm nương tựa trong bóng cánh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pic>
        <p:nvPicPr>
          <p:cNvPr id="1123" name="Google Shape;112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DẠY CON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BIẾT YÊU</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Nguyễn Duy</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b3359abd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b3359abd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Vì Chúa là tình yêu, tình yêu cho con tôn thờ, tình yêu cho con nhung nhớ.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tình yêu đã một lần dâng hiến mình, để trọn vẹn yêu hết tình.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b3359abd2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b3359abd2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b3359abd2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b3359abd2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b3359abd2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Vì Chúa là tình yêu, Ngài yêu thương hết mọi người,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b3359abd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thương không biên giới.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b3359abd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Ngày nắng cùng ngày mưa Chúa mời gọi con sớm trưa,</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b3359abd2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mến Ngài đẹp quá bốn mùa.</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b3359abd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b3359abd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b3359abd2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pic>
        <p:nvPicPr>
          <p:cNvPr id="1223" name="Google Shape;1223;g3fb3359abd2_0_26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NHÂN LOẠI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(Nguyễn Đình Diễn)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Mari- a ngày xa xưa ấy. Đồi hoang liêu bóng mây nhạt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Đứng tiêu điều xót xa nhiều. Thánh giá chiều treo xác con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fb3359abd2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đứng nhìn nhân loại. Ôi bao người đang hấp hối giữa tội nhơ.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fb3359abd2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nhìn lên bàn tay thánh giá. Chung tâm hồn chung đau buồn.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fb3359abd2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con mình cứu rỗi cho cuộc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Mari- a ngày xa xưa ấy. Đồi hoang liêu bóng mây nhạt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Đứng tiêu điều xót xa nhiều. Thánh giá chiều treo xác con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pic>
        <p:nvPicPr>
          <p:cNvPr id="1268" name="Google Shape;126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