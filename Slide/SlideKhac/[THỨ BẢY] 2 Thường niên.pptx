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3" roundtripDataSignature="AMtx7mgXOQeAwVQKRjO1PI0JtW/n+N5x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3"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aa6357486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aa6357486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5c728cec8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5c728cec8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aa6357486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baa6357486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baa6357486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baa6357486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aa6357486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aa6357486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aa6357486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aa6357486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aa6357486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aa6357486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aa635748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aa635748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aa635748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aa635748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aa635748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aa635748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baa6357486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7" name="Google Shape;767;g3baa6357486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2" name="Google Shape;77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baa6357486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baa6357486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5c728cec8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b5c728cec8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5c728cec8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b5c728cec8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aa6357486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baa6357486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baa6357486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g3baa6357486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5c728cec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5c728cec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5c728cec8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5c728cec8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5c728cec8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5c728cec8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aa6357486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aa6357486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aa6357486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aa6357486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aa6357486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aa6357486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aa6357486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aa6357486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baa6357486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baa6357486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5.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aa6357486_0_122"/>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ĐI VỀ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Linh)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Đi về nhà Chúa bao năm cách xa Nhan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đầy vơi, đi về nhà Chúa dâng lên khúc ca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Hân hoan hân hoan vào thánh điện Ngài, dâng lên dâng lên một bài ca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Tôn vinh tôn vinh Thiên Chúa đất trời tạo tác muôn loài.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5c728cec8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Đấng mến thương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baa6357486_0_126"/>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baa6357486_0_130"/>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8" name="Google Shape;64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9" name="Google Shape;649;p133"/>
          <p:cNvSpPr/>
          <p:nvPr/>
        </p:nvSpPr>
        <p:spPr>
          <a:xfrm flipH="1" rot="10800000">
            <a:off x="-1733" y="0"/>
            <a:ext cx="6803134" cy="5143179"/>
          </a:xfrm>
          <a:prstGeom prst="rect">
            <a:avLst/>
          </a:prstGeom>
          <a:gradFill>
            <a:gsLst>
              <a:gs pos="0">
                <a:srgbClr val="000000">
                  <a:alpha val="49019"/>
                </a:srgbClr>
              </a:gs>
              <a:gs pos="8000">
                <a:srgbClr val="000000">
                  <a:alpha val="49019"/>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0" name="Google Shape;650;p133"/>
          <p:cNvSpPr/>
          <p:nvPr/>
        </p:nvSpPr>
        <p:spPr>
          <a:xfrm flipH="1" rot="-5400000">
            <a:off x="2737118" y="-1264380"/>
            <a:ext cx="3670923" cy="9145160"/>
          </a:xfrm>
          <a:prstGeom prst="rect">
            <a:avLst/>
          </a:prstGeom>
          <a:gradFill>
            <a:gsLst>
              <a:gs pos="0">
                <a:srgbClr val="9CC2E5">
                  <a:alpha val="0"/>
                </a:srgbClr>
              </a:gs>
              <a:gs pos="100000">
                <a:srgbClr val="000000">
                  <a:alpha val="43137"/>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1" name="Google Shape;651;p133"/>
          <p:cNvPicPr preferRelativeResize="0"/>
          <p:nvPr/>
        </p:nvPicPr>
        <p:blipFill rotWithShape="1">
          <a:blip r:embed="rId3">
            <a:alphaModFix/>
          </a:blip>
          <a:srcRect b="0" l="0" r="0" t="0"/>
          <a:stretch/>
        </p:blipFill>
        <p:spPr>
          <a:xfrm>
            <a:off x="-287" y="-162"/>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đã trông cậy ở Chúa, Ngài đã nghiêng mình về bên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Ngài đã nghe con khẩn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Ngài đặt trong miệng con một bài ca mới, một bài ca mừng Thiên Chúa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Hy lễ trên bàn thờ đây, lễ phẩm dâng Ngài cũng không ưng,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nhưng Ngài mở tai con hiểu rằng: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chẳng muốn của lễ hay là hy tế, thì này con nguyện đến Chúa 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aa6357486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Như sách đã thuật về con: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thực tình sung sướng để được sống theo Thánh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Lề luật Chúa được ghi trong tận lòng con, để đời con hằng dõi bước theo.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aa6357486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aa6357486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 </a:t>
            </a:r>
            <a:r>
              <a:rPr b="1" lang="en-US" sz="8000">
                <a:solidFill>
                  <a:schemeClr val="lt1"/>
                </a:solidFill>
                <a:latin typeface="Times New Roman"/>
                <a:ea typeface="Times New Roman"/>
                <a:cs typeface="Times New Roman"/>
                <a:sym typeface="Times New Roman"/>
              </a:rPr>
              <a:t>Con đã loan truyền về Chúa, về Chúa con thật là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aa6357486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đời biết uy linh của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aa635748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miệng con sẽ chẳng bao giờ im tiếng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baa6357486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ngợi ca mừng Danh Thánh Ngài.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aa635748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đây xin đến thực thi ý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47" name="Google Shape;747;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000">
                <a:solidFill>
                  <a:schemeClr val="lt1"/>
                </a:solidFill>
                <a:latin typeface="Times"/>
                <a:ea typeface="Times"/>
                <a:cs typeface="Times"/>
                <a:sym typeface="Times"/>
              </a:rPr>
              <a:t>Lạy Chúa xin hãy phán dạy vì tôi tớ Chúa đang lắng tai nghe;</a:t>
            </a:r>
            <a:endParaRPr b="1" i="1" sz="7000">
              <a:solidFill>
                <a:schemeClr val="lt1"/>
              </a:solidFill>
              <a:latin typeface="Times"/>
              <a:ea typeface="Times"/>
              <a:cs typeface="Times"/>
              <a:sym typeface="Times"/>
            </a:endParaRPr>
          </a:p>
        </p:txBody>
      </p:sp>
      <p:sp>
        <p:nvSpPr>
          <p:cNvPr id="754" name="Google Shape;75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500">
                <a:solidFill>
                  <a:schemeClr val="lt1"/>
                </a:solidFill>
                <a:latin typeface="Times"/>
                <a:ea typeface="Times"/>
                <a:cs typeface="Times"/>
                <a:sym typeface="Times"/>
              </a:rPr>
              <a:t>Chúa có lời </a:t>
            </a:r>
            <a:br>
              <a:rPr b="1" lang="en-US" sz="7500">
                <a:solidFill>
                  <a:schemeClr val="lt1"/>
                </a:solidFill>
                <a:latin typeface="Times"/>
                <a:ea typeface="Times"/>
                <a:cs typeface="Times"/>
                <a:sym typeface="Times"/>
              </a:rPr>
            </a:br>
            <a:r>
              <a:rPr b="1" lang="en-US" sz="7500">
                <a:solidFill>
                  <a:schemeClr val="lt1"/>
                </a:solidFill>
                <a:latin typeface="Times"/>
                <a:ea typeface="Times"/>
                <a:cs typeface="Times"/>
                <a:sym typeface="Times"/>
              </a:rPr>
              <a:t>ban sự sống đến muôn ngàn đời.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pic>
        <p:nvPicPr>
          <p:cNvPr id="764" name="Google Shape;764;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pic>
        <p:nvPicPr>
          <p:cNvPr id="769" name="Google Shape;769;g3baa6357486_0_134"/>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75" name="Google Shape;77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g3baa6357486_0_138"/>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LỜI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CẢM MẾN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Như dòng nến trôi trên bàn thờ, tâm hồn con lâng lâng niềm cảm mến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b5c728cec8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 hằng muốn sắt son một đời mến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Bao ngày tháng xuôi theo dòng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tâm hồn con lênh đênh tìm hạnh phúc mong chờ.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thương khi con đây trông mong đến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b5c728cec8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Núi đá che chở người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baa6357486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baa6357486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descr="A golden chalice and a cross next to a book&#10;&#10;AI-generated content may be incorrect." id="940" name="Google Shape;94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descr="A golden chalice and a cross next to a book&#10;&#10;AI-generated content may be incorrect." id="960" name="Google Shape;96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descr="A golden chalice and a cross next to a book&#10;&#10;AI-generated content may be incorrect." id="980" name="Google Shape;98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Chúng ta đã biết, và tin vào tình yêu của Thiên Chúa đối với chúng ta.</a:t>
            </a:r>
            <a:endParaRPr b="1" sz="7200">
              <a:solidFill>
                <a:schemeClr val="lt1"/>
              </a:solidFill>
              <a:latin typeface="Times"/>
              <a:ea typeface="Times"/>
              <a:cs typeface="Times"/>
              <a:sym typeface="Times"/>
            </a:endParaRPr>
          </a:p>
        </p:txBody>
      </p:sp>
      <p:sp>
        <p:nvSpPr>
          <p:cNvPr id="986" name="Google Shape;98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pic>
        <p:nvPicPr>
          <p:cNvPr descr="A gold chalice and two round objects on a plate&#10;&#10;AI-generated content may be incorrect." id="991" name="Google Shape;99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CHO CON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ĐẾN VỚI NGÀI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(Hồng Trần - Phạm Đình Đài)</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Vì con chưa yêu Ngài nên thập giá còn nặng vai.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mến Ngài nên đời con còn lắm chông gai.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tin Ngài nên con sợ hãi tương lai.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theo Ngài nên lòng còn sầu héo hôm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Xin cho con được lòng mến yêu nhiều. Xin theo Ngài dù đời lắm truân chuyên.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tin Ngài để vơi gánh lo âu. Xin chọn Ngài làm đỡ nâng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5c728cec8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Vì con chưa yêu Ngài nên tình con nhiều dở dang.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5c728cec8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mến Ngài tâm hồn như còn sống lang thang.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5c728cec8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tin Ngài nên lòng nhiều nỗi mênh mang.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aa6357486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con chưa theo Ngài nên đường đời gặp lắm trái ngang.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aa6357486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Xin cho con được lòng mến yêu nhiều. Xin theo Ngài dù đời lắm truân chuyên.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aa6357486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tin Ngài để vơi gánh lo âu. Xin chọn Ngài làm đỡ nâng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pic>
        <p:nvPicPr>
          <p:cNvPr id="1061" name="Google Shape;1061;g3baa6357486_0_25"/>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CHA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HÃY CHO</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(Bài ca hiệp nhất)</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FF"/>
                </a:solidFill>
                <a:latin typeface="Times New Roman"/>
                <a:ea typeface="Times New Roman"/>
                <a:cs typeface="Times New Roman"/>
                <a:sym typeface="Times New Roman"/>
              </a:rPr>
              <a:t>Lạy Cha xin hãy cho mọi người hiệp nhất nên một,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Cha ở trong con và như con ở trong Cha.</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Cha cho mọi người nên một trong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hầu cho thế gian tin rằng Cha đã sai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pic>
        <p:nvPicPr>
          <p:cNvPr id="1091" name="Google Shape;1091;g3baa6357486_0_142"/>
          <p:cNvPicPr preferRelativeResize="0"/>
          <p:nvPr/>
        </p:nvPicPr>
        <p:blipFill rotWithShape="1">
          <a:blip r:embed="rId3">
            <a:alphaModFix/>
          </a:blip>
          <a:srcRect b="0" l="0" r="0" t="0"/>
          <a:stretch/>
        </p:blipFill>
        <p:spPr>
          <a:xfrm>
            <a:off x="0" y="0"/>
            <a:ext cx="9214525" cy="518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