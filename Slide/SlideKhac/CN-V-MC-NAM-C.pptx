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60" r:id="rId2"/>
  </p:sldMasterIdLst>
  <p:notesMasterIdLst>
    <p:notesMasterId r:id="rId189"/>
  </p:notesMasterIdLst>
  <p:sldIdLst>
    <p:sldId id="9945" r:id="rId3"/>
    <p:sldId id="321" r:id="rId4"/>
    <p:sldId id="371" r:id="rId5"/>
    <p:sldId id="322" r:id="rId6"/>
    <p:sldId id="372" r:id="rId7"/>
    <p:sldId id="323" r:id="rId8"/>
    <p:sldId id="9865" r:id="rId9"/>
    <p:sldId id="324" r:id="rId10"/>
    <p:sldId id="9866" r:id="rId11"/>
    <p:sldId id="9867" r:id="rId12"/>
    <p:sldId id="992" r:id="rId13"/>
    <p:sldId id="9868" r:id="rId14"/>
    <p:sldId id="9869" r:id="rId15"/>
    <p:sldId id="9870" r:id="rId16"/>
    <p:sldId id="9871" r:id="rId17"/>
    <p:sldId id="9872" r:id="rId18"/>
    <p:sldId id="9873" r:id="rId19"/>
    <p:sldId id="9874" r:id="rId20"/>
    <p:sldId id="1000" r:id="rId21"/>
    <p:sldId id="1001" r:id="rId22"/>
    <p:sldId id="9876" r:id="rId23"/>
    <p:sldId id="9877" r:id="rId24"/>
    <p:sldId id="9878" r:id="rId25"/>
    <p:sldId id="304" r:id="rId26"/>
    <p:sldId id="9879" r:id="rId27"/>
    <p:sldId id="9880" r:id="rId28"/>
    <p:sldId id="9881" r:id="rId29"/>
    <p:sldId id="9882" r:id="rId30"/>
    <p:sldId id="9883" r:id="rId31"/>
    <p:sldId id="9884" r:id="rId32"/>
    <p:sldId id="9885" r:id="rId33"/>
    <p:sldId id="9886" r:id="rId34"/>
    <p:sldId id="9887" r:id="rId35"/>
    <p:sldId id="9889" r:id="rId36"/>
    <p:sldId id="9890" r:id="rId37"/>
    <p:sldId id="9891" r:id="rId38"/>
    <p:sldId id="9892" r:id="rId39"/>
    <p:sldId id="9893" r:id="rId40"/>
    <p:sldId id="9895" r:id="rId41"/>
    <p:sldId id="9897" r:id="rId42"/>
    <p:sldId id="9898" r:id="rId43"/>
    <p:sldId id="9899" r:id="rId44"/>
    <p:sldId id="9900" r:id="rId45"/>
    <p:sldId id="9901" r:id="rId46"/>
    <p:sldId id="9902" r:id="rId47"/>
    <p:sldId id="9904" r:id="rId48"/>
    <p:sldId id="9905" r:id="rId49"/>
    <p:sldId id="9906" r:id="rId50"/>
    <p:sldId id="9907" r:id="rId51"/>
    <p:sldId id="9908" r:id="rId52"/>
    <p:sldId id="9909" r:id="rId53"/>
    <p:sldId id="9910" r:id="rId54"/>
    <p:sldId id="9911" r:id="rId55"/>
    <p:sldId id="9912" r:id="rId56"/>
    <p:sldId id="9913" r:id="rId57"/>
    <p:sldId id="9914" r:id="rId58"/>
    <p:sldId id="9915" r:id="rId59"/>
    <p:sldId id="9916" r:id="rId60"/>
    <p:sldId id="9917" r:id="rId61"/>
    <p:sldId id="9918" r:id="rId62"/>
    <p:sldId id="9919" r:id="rId63"/>
    <p:sldId id="9920" r:id="rId64"/>
    <p:sldId id="9921" r:id="rId65"/>
    <p:sldId id="9922" r:id="rId66"/>
    <p:sldId id="9923" r:id="rId67"/>
    <p:sldId id="9924" r:id="rId68"/>
    <p:sldId id="9925" r:id="rId69"/>
    <p:sldId id="9926" r:id="rId70"/>
    <p:sldId id="9927" r:id="rId71"/>
    <p:sldId id="9928" r:id="rId72"/>
    <p:sldId id="9929" r:id="rId73"/>
    <p:sldId id="9930" r:id="rId74"/>
    <p:sldId id="9931" r:id="rId75"/>
    <p:sldId id="9932" r:id="rId76"/>
    <p:sldId id="9933" r:id="rId77"/>
    <p:sldId id="9934" r:id="rId78"/>
    <p:sldId id="9935" r:id="rId79"/>
    <p:sldId id="341" r:id="rId80"/>
    <p:sldId id="409" r:id="rId81"/>
    <p:sldId id="342" r:id="rId82"/>
    <p:sldId id="417" r:id="rId83"/>
    <p:sldId id="343" r:id="rId84"/>
    <p:sldId id="344" r:id="rId85"/>
    <p:sldId id="9936" r:id="rId86"/>
    <p:sldId id="345" r:id="rId87"/>
    <p:sldId id="418" r:id="rId88"/>
    <p:sldId id="346" r:id="rId89"/>
    <p:sldId id="347" r:id="rId90"/>
    <p:sldId id="412" r:id="rId91"/>
    <p:sldId id="348" r:id="rId92"/>
    <p:sldId id="349" r:id="rId93"/>
    <p:sldId id="350" r:id="rId94"/>
    <p:sldId id="419" r:id="rId95"/>
    <p:sldId id="351" r:id="rId96"/>
    <p:sldId id="413" r:id="rId97"/>
    <p:sldId id="352" r:id="rId98"/>
    <p:sldId id="353" r:id="rId99"/>
    <p:sldId id="415" r:id="rId100"/>
    <p:sldId id="354" r:id="rId101"/>
    <p:sldId id="355" r:id="rId102"/>
    <p:sldId id="401" r:id="rId103"/>
    <p:sldId id="356" r:id="rId104"/>
    <p:sldId id="402" r:id="rId105"/>
    <p:sldId id="357" r:id="rId106"/>
    <p:sldId id="403" r:id="rId107"/>
    <p:sldId id="358" r:id="rId108"/>
    <p:sldId id="359" r:id="rId109"/>
    <p:sldId id="405" r:id="rId110"/>
    <p:sldId id="9984" r:id="rId111"/>
    <p:sldId id="406" r:id="rId112"/>
    <p:sldId id="408" r:id="rId113"/>
    <p:sldId id="365" r:id="rId114"/>
    <p:sldId id="9985" r:id="rId115"/>
    <p:sldId id="366" r:id="rId116"/>
    <p:sldId id="9961" r:id="rId117"/>
    <p:sldId id="423" r:id="rId118"/>
    <p:sldId id="424" r:id="rId119"/>
    <p:sldId id="9793" r:id="rId120"/>
    <p:sldId id="9814" r:id="rId121"/>
    <p:sldId id="9979" r:id="rId122"/>
    <p:sldId id="9980" r:id="rId123"/>
    <p:sldId id="9981" r:id="rId124"/>
    <p:sldId id="9982" r:id="rId125"/>
    <p:sldId id="9983" r:id="rId126"/>
    <p:sldId id="9810" r:id="rId127"/>
    <p:sldId id="385" r:id="rId128"/>
    <p:sldId id="9941" r:id="rId129"/>
    <p:sldId id="9799" r:id="rId130"/>
    <p:sldId id="9848" r:id="rId131"/>
    <p:sldId id="9847" r:id="rId132"/>
    <p:sldId id="9849" r:id="rId133"/>
    <p:sldId id="9850" r:id="rId134"/>
    <p:sldId id="9952" r:id="rId135"/>
    <p:sldId id="9853" r:id="rId136"/>
    <p:sldId id="9953" r:id="rId137"/>
    <p:sldId id="9954" r:id="rId138"/>
    <p:sldId id="9857" r:id="rId139"/>
    <p:sldId id="9811" r:id="rId140"/>
    <p:sldId id="9800" r:id="rId141"/>
    <p:sldId id="9949" r:id="rId142"/>
    <p:sldId id="9947" r:id="rId143"/>
    <p:sldId id="9950" r:id="rId144"/>
    <p:sldId id="9951" r:id="rId145"/>
    <p:sldId id="257" r:id="rId146"/>
    <p:sldId id="258" r:id="rId147"/>
    <p:sldId id="259" r:id="rId148"/>
    <p:sldId id="260" r:id="rId149"/>
    <p:sldId id="261" r:id="rId150"/>
    <p:sldId id="263" r:id="rId151"/>
    <p:sldId id="265" r:id="rId152"/>
    <p:sldId id="266" r:id="rId153"/>
    <p:sldId id="9938" r:id="rId154"/>
    <p:sldId id="9942" r:id="rId155"/>
    <p:sldId id="9808" r:id="rId156"/>
    <p:sldId id="9939" r:id="rId157"/>
    <p:sldId id="9940" r:id="rId158"/>
    <p:sldId id="9955" r:id="rId159"/>
    <p:sldId id="9956" r:id="rId160"/>
    <p:sldId id="9957" r:id="rId161"/>
    <p:sldId id="9958" r:id="rId162"/>
    <p:sldId id="9959" r:id="rId163"/>
    <p:sldId id="9812" r:id="rId164"/>
    <p:sldId id="9864" r:id="rId165"/>
    <p:sldId id="9960" r:id="rId166"/>
    <p:sldId id="9943" r:id="rId167"/>
    <p:sldId id="9803" r:id="rId168"/>
    <p:sldId id="9962" r:id="rId169"/>
    <p:sldId id="9963" r:id="rId170"/>
    <p:sldId id="9964" r:id="rId171"/>
    <p:sldId id="9965" r:id="rId172"/>
    <p:sldId id="9966" r:id="rId173"/>
    <p:sldId id="9967" r:id="rId174"/>
    <p:sldId id="9968" r:id="rId175"/>
    <p:sldId id="9969" r:id="rId176"/>
    <p:sldId id="9970" r:id="rId177"/>
    <p:sldId id="9971" r:id="rId178"/>
    <p:sldId id="9972" r:id="rId179"/>
    <p:sldId id="9973" r:id="rId180"/>
    <p:sldId id="9974" r:id="rId181"/>
    <p:sldId id="9986" r:id="rId182"/>
    <p:sldId id="9944" r:id="rId183"/>
    <p:sldId id="9827" r:id="rId184"/>
    <p:sldId id="9975" r:id="rId185"/>
    <p:sldId id="9976" r:id="rId186"/>
    <p:sldId id="9977" r:id="rId187"/>
    <p:sldId id="9978" r:id="rId18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84364" autoAdjust="0"/>
  </p:normalViewPr>
  <p:slideViewPr>
    <p:cSldViewPr>
      <p:cViewPr>
        <p:scale>
          <a:sx n="100" d="100"/>
          <a:sy n="100" d="100"/>
        </p:scale>
        <p:origin x="1224" y="468"/>
      </p:cViewPr>
      <p:guideLst>
        <p:guide orient="horz" pos="1620"/>
        <p:guide pos="2880"/>
      </p:guideLst>
    </p:cSldViewPr>
  </p:slideViewPr>
  <p:outlineViewPr>
    <p:cViewPr>
      <p:scale>
        <a:sx n="33" d="100"/>
        <a:sy n="33" d="100"/>
      </p:scale>
      <p:origin x="0" y="5083"/>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viewProps" Target="viewProp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theme" Target="theme/theme1.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tableStyles" Target="tableStyles.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microsoft.com/office/2016/11/relationships/changesInfo" Target="changesInfos/changesInfo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0"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pChg chg="mod">
          <ac:chgData name="Lý Thanh Ngô" userId="d1fb4545a5d636d2" providerId="LiveId" clId="{E4D9CBFD-E110-4D84-9E16-A07CEF4E01B3}" dt="2025-04-05T15:07:10.129" v="3962" actId="21"/>
          <ac:spMkLst>
            <pc:docMk/>
            <pc:sldMk cId="0" sldId="407"/>
            <ac:spMk id="100354" creationId="{9924CBCE-BCC2-2D75-0656-190BF10204EB}"/>
          </ac:spMkLst>
        </pc:spChg>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pChg chg="mod">
          <ac:chgData name="Lý Thanh Ngô" userId="d1fb4545a5d636d2" providerId="LiveId" clId="{E4D9CBFD-E110-4D84-9E16-A07CEF4E01B3}" dt="2025-04-05T15:13:08.451" v="4084" actId="21"/>
          <ac:spMkLst>
            <pc:docMk/>
            <pc:sldMk cId="0" sldId="422"/>
            <ac:spMk id="118786" creationId="{0E9026CF-E3C1-80A5-DF3E-BD30D2809E7B}"/>
          </ac:spMkLst>
        </pc:spChg>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pChg chg="add">
          <ac:chgData name="Lý Thanh Ngô" userId="d1fb4545a5d636d2" providerId="LiveId" clId="{E4D9CBFD-E110-4D84-9E16-A07CEF4E01B3}" dt="2025-03-30T06:44:01.553" v="349" actId="26606"/>
          <ac:spMkLst>
            <pc:docMk/>
            <pc:sldMk cId="3681698675" sldId="9793"/>
            <ac:spMk id="4" creationId="{934F1179-B481-4F9E-BCA3-AFB972070F83}"/>
          </ac:spMkLst>
        </pc:spChg>
        <pc:spChg chg="add">
          <ac:chgData name="Lý Thanh Ngô" userId="d1fb4545a5d636d2" providerId="LiveId" clId="{E4D9CBFD-E110-4D84-9E16-A07CEF4E01B3}" dt="2025-03-30T06:44:01.553" v="349" actId="26606"/>
          <ac:spMkLst>
            <pc:docMk/>
            <pc:sldMk cId="3681698675" sldId="9793"/>
            <ac:spMk id="5" creationId="{827DC2C4-B485-428A-BF4A-472D2967F47F}"/>
          </ac:spMkLst>
        </pc:spChg>
        <pc:spChg chg="add">
          <ac:chgData name="Lý Thanh Ngô" userId="d1fb4545a5d636d2" providerId="LiveId" clId="{E4D9CBFD-E110-4D84-9E16-A07CEF4E01B3}" dt="2025-03-30T06:44:01.553" v="349" actId="26606"/>
          <ac:spMkLst>
            <pc:docMk/>
            <pc:sldMk cId="3681698675" sldId="9793"/>
            <ac:spMk id="6" creationId="{EE04B5EB-F158-4507-90DD-BD23620C7CC9}"/>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pChg chg="add mod">
          <ac:chgData name="Lý Thanh Ngô" userId="d1fb4545a5d636d2" providerId="LiveId" clId="{E4D9CBFD-E110-4D84-9E16-A07CEF4E01B3}" dt="2025-04-04T15:37:47.659" v="3668" actId="2711"/>
          <ac:spMkLst>
            <pc:docMk/>
            <pc:sldMk cId="1307668271" sldId="9800"/>
            <ac:spMk id="5" creationId="{4E1714F9-6291-F871-0E86-541C43039876}"/>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pChg chg="mod">
          <ac:chgData name="Lý Thanh Ngô" userId="d1fb4545a5d636d2" providerId="LiveId" clId="{E4D9CBFD-E110-4D84-9E16-A07CEF4E01B3}" dt="2025-04-04T14:38:55.562" v="2159" actId="255"/>
          <ac:spMkLst>
            <pc:docMk/>
            <pc:sldMk cId="3438506491" sldId="9847"/>
            <ac:spMk id="2" creationId="{45109534-BEB3-C67E-5908-D762E61D6AB7}"/>
          </ac:spMkLst>
        </pc:spChg>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pChg chg="mod">
          <ac:chgData name="Lý Thanh Ngô" userId="d1fb4545a5d636d2" providerId="LiveId" clId="{E4D9CBFD-E110-4D84-9E16-A07CEF4E01B3}" dt="2025-04-04T14:40:22.207" v="2186" actId="255"/>
          <ac:spMkLst>
            <pc:docMk/>
            <pc:sldMk cId="2696584302" sldId="9853"/>
            <ac:spMk id="2" creationId="{C1FE6B19-E2A8-42B0-287A-9672AFF734B6}"/>
          </ac:spMkLst>
        </pc:spChg>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pChg chg="mod">
          <ac:chgData name="Lý Thanh Ngô" userId="d1fb4545a5d636d2" providerId="LiveId" clId="{E4D9CBFD-E110-4D84-9E16-A07CEF4E01B3}" dt="2025-04-05T14:25:35.181" v="3724" actId="21"/>
          <ac:spMkLst>
            <pc:docMk/>
            <pc:sldMk cId="316058304" sldId="9894"/>
            <ac:spMk id="87042" creationId="{6AE3D2FD-7CD8-5777-694C-219E2C68FD14}"/>
          </ac:spMkLst>
        </pc:spChg>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pChg chg="mod">
          <ac:chgData name="Lý Thanh Ngô" userId="d1fb4545a5d636d2" providerId="LiveId" clId="{E4D9CBFD-E110-4D84-9E16-A07CEF4E01B3}" dt="2025-04-05T14:27:00.341" v="3786" actId="21"/>
          <ac:spMkLst>
            <pc:docMk/>
            <pc:sldMk cId="367318003" sldId="9896"/>
            <ac:spMk id="87042" creationId="{56DD4740-5735-8D0B-4278-7E94A346518A}"/>
          </ac:spMkLst>
        </pc:spChg>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spChg chg="add">
          <ac:chgData name="Lý Thanh Ngô" userId="d1fb4545a5d636d2" providerId="LiveId" clId="{E4D9CBFD-E110-4D84-9E16-A07CEF4E01B3}" dt="2025-04-03T23:05:04.910" v="1018" actId="26606"/>
          <ac:spMkLst>
            <pc:docMk/>
            <pc:sldMk cId="2454869540" sldId="9945"/>
            <ac:spMk id="23" creationId="{04812C46-200A-4DEB-A05E-3ED6C68C2387}"/>
          </ac:spMkLst>
        </pc:spChg>
        <pc:spChg chg="add">
          <ac:chgData name="Lý Thanh Ngô" userId="d1fb4545a5d636d2" providerId="LiveId" clId="{E4D9CBFD-E110-4D84-9E16-A07CEF4E01B3}" dt="2025-04-03T23:05:04.910" v="1018" actId="26606"/>
          <ac:spMkLst>
            <pc:docMk/>
            <pc:sldMk cId="2454869540" sldId="9945"/>
            <ac:spMk id="24" creationId="{D1EA859B-E555-4109-94F3-6700E046E008}"/>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cxnChg chg="add mod">
          <ac:chgData name="Lý Thanh Ngô" userId="d1fb4545a5d636d2" providerId="LiveId" clId="{E4D9CBFD-E110-4D84-9E16-A07CEF4E01B3}" dt="2025-04-04T13:39:16.602" v="1431" actId="1036"/>
          <ac:cxnSpMkLst>
            <pc:docMk/>
            <pc:sldMk cId="2454869540" sldId="9945"/>
            <ac:cxnSpMk id="3" creationId="{D37C00C0-4DDD-4DC7-E234-A9163E851512}"/>
          </ac:cxnSpMkLst>
        </pc:cxnChg>
        <pc:cxnChg chg="add mod">
          <ac:chgData name="Lý Thanh Ngô" userId="d1fb4545a5d636d2" providerId="LiveId" clId="{E4D9CBFD-E110-4D84-9E16-A07CEF4E01B3}" dt="2025-04-04T13:39:04.579" v="1384" actId="14100"/>
          <ac:cxnSpMkLst>
            <pc:docMk/>
            <pc:sldMk cId="2454869540" sldId="9945"/>
            <ac:cxnSpMk id="17" creationId="{4457AADB-C36E-F917-1823-371E6FCFCF42}"/>
          </ac:cxnSpMkLst>
        </pc:cxn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pChg chg="add mod">
          <ac:chgData name="Lý Thanh Ngô" userId="d1fb4545a5d636d2" providerId="LiveId" clId="{E4D9CBFD-E110-4D84-9E16-A07CEF4E01B3}" dt="2025-04-04T14:12:16.496" v="1791" actId="207"/>
          <ac:spMkLst>
            <pc:docMk/>
            <pc:sldMk cId="3944630175" sldId="9947"/>
            <ac:spMk id="2" creationId="{E47ACD8D-1043-E357-A84D-A02B04950AFE}"/>
          </ac:spMkLst>
        </pc:spChg>
        <pc:spChg chg="add del mod">
          <ac:chgData name="Lý Thanh Ngô" userId="d1fb4545a5d636d2" providerId="LiveId" clId="{E4D9CBFD-E110-4D84-9E16-A07CEF4E01B3}" dt="2025-04-04T14:13:30.953" v="1799" actId="20577"/>
          <ac:spMkLst>
            <pc:docMk/>
            <pc:sldMk cId="3944630175" sldId="9947"/>
            <ac:spMk id="3" creationId="{8FC7A255-B1E6-8BC2-B325-900F912D67D5}"/>
          </ac:spMkLst>
        </pc:spChg>
        <pc:spChg chg="add mod">
          <ac:chgData name="Lý Thanh Ngô" userId="d1fb4545a5d636d2" providerId="LiveId" clId="{E4D9CBFD-E110-4D84-9E16-A07CEF4E01B3}" dt="2025-04-04T14:15:30.565" v="1814" actId="207"/>
          <ac:spMkLst>
            <pc:docMk/>
            <pc:sldMk cId="3944630175" sldId="9947"/>
            <ac:spMk id="4" creationId="{9249AEC0-0DE9-44E1-38AF-1D9264A215AE}"/>
          </ac:spMkLst>
        </pc:spChg>
        <pc:spChg chg="add del">
          <ac:chgData name="Lý Thanh Ngô" userId="d1fb4545a5d636d2" providerId="LiveId" clId="{E4D9CBFD-E110-4D84-9E16-A07CEF4E01B3}" dt="2025-04-04T13:46:11.322" v="1583" actId="26606"/>
          <ac:spMkLst>
            <pc:docMk/>
            <pc:sldMk cId="3944630175" sldId="9947"/>
            <ac:spMk id="53" creationId="{657F69E0-C4B0-4BEC-A689-4F8D877F05D4}"/>
          </ac:spMkLst>
        </pc:spChg>
        <pc:spChg chg="add del">
          <ac:chgData name="Lý Thanh Ngô" userId="d1fb4545a5d636d2" providerId="LiveId" clId="{E4D9CBFD-E110-4D84-9E16-A07CEF4E01B3}" dt="2025-04-04T13:46:11.322" v="1583" actId="26606"/>
          <ac:spMkLst>
            <pc:docMk/>
            <pc:sldMk cId="3944630175" sldId="9947"/>
            <ac:spMk id="54" creationId="{9F6380B4-6A1C-481E-8408-B4E6C75B9B81}"/>
          </ac:spMkLst>
        </pc:spChg>
        <pc:spChg chg="add del">
          <ac:chgData name="Lý Thanh Ngô" userId="d1fb4545a5d636d2" providerId="LiveId" clId="{E4D9CBFD-E110-4D84-9E16-A07CEF4E01B3}" dt="2025-04-04T13:45:52.565" v="1580" actId="26606"/>
          <ac:spMkLst>
            <pc:docMk/>
            <pc:sldMk cId="3944630175" sldId="9947"/>
            <ac:spMk id="56" creationId="{9C6777B5-64F4-4200-B099-34168B69FE53}"/>
          </ac:spMkLst>
        </pc:spChg>
        <pc:spChg chg="add del">
          <ac:chgData name="Lý Thanh Ngô" userId="d1fb4545a5d636d2" providerId="LiveId" clId="{E4D9CBFD-E110-4D84-9E16-A07CEF4E01B3}" dt="2025-04-04T13:45:52.565" v="1580" actId="26606"/>
          <ac:spMkLst>
            <pc:docMk/>
            <pc:sldMk cId="3944630175" sldId="9947"/>
            <ac:spMk id="57" creationId="{9B37791B-B040-4694-BFDC-8DD132D86E8E}"/>
          </ac:spMkLst>
        </pc:spChg>
        <pc:spChg chg="add del">
          <ac:chgData name="Lý Thanh Ngô" userId="d1fb4545a5d636d2" providerId="LiveId" clId="{E4D9CBFD-E110-4D84-9E16-A07CEF4E01B3}" dt="2025-04-04T13:45:45.091" v="1578" actId="26606"/>
          <ac:spMkLst>
            <pc:docMk/>
            <pc:sldMk cId="3944630175" sldId="9947"/>
            <ac:spMk id="59" creationId="{E91DC736-0EF8-4F87-9146-EBF1D2EE4D3D}"/>
          </ac:spMkLst>
        </pc:spChg>
        <pc:spChg chg="add del">
          <ac:chgData name="Lý Thanh Ngô" userId="d1fb4545a5d636d2" providerId="LiveId" clId="{E4D9CBFD-E110-4D84-9E16-A07CEF4E01B3}" dt="2025-04-04T13:45:45.091" v="1578" actId="26606"/>
          <ac:spMkLst>
            <pc:docMk/>
            <pc:sldMk cId="3944630175" sldId="9947"/>
            <ac:spMk id="61" creationId="{097CD68E-23E3-4007-8847-CD0944C4F7BE}"/>
          </ac:spMkLst>
        </pc:spChg>
        <pc:spChg chg="add del">
          <ac:chgData name="Lý Thanh Ngô" userId="d1fb4545a5d636d2" providerId="LiveId" clId="{E4D9CBFD-E110-4D84-9E16-A07CEF4E01B3}" dt="2025-04-04T13:45:45.091" v="1578" actId="26606"/>
          <ac:spMkLst>
            <pc:docMk/>
            <pc:sldMk cId="3944630175" sldId="9947"/>
            <ac:spMk id="63" creationId="{AF2F604E-43BE-4DC3-B983-E071523364F8}"/>
          </ac:spMkLst>
        </pc:spChg>
        <pc:spChg chg="add del">
          <ac:chgData name="Lý Thanh Ngô" userId="d1fb4545a5d636d2" providerId="LiveId" clId="{E4D9CBFD-E110-4D84-9E16-A07CEF4E01B3}" dt="2025-04-04T13:45:45.091" v="1578" actId="26606"/>
          <ac:spMkLst>
            <pc:docMk/>
            <pc:sldMk cId="3944630175" sldId="9947"/>
            <ac:spMk id="65" creationId="{08C9B587-E65E-4B52-B37C-ABEBB6E87928}"/>
          </ac:spMkLst>
        </pc:spChg>
        <pc:spChg chg="add del">
          <ac:chgData name="Lý Thanh Ngô" userId="d1fb4545a5d636d2" providerId="LiveId" clId="{E4D9CBFD-E110-4D84-9E16-A07CEF4E01B3}" dt="2025-04-04T13:46:11.307" v="1582" actId="26606"/>
          <ac:spMkLst>
            <pc:docMk/>
            <pc:sldMk cId="3944630175" sldId="9947"/>
            <ac:spMk id="66" creationId="{8A95209C-5275-4E15-8EA7-7F42980ABF2D}"/>
          </ac:spMkLst>
        </pc:spChg>
        <pc:spChg chg="add del">
          <ac:chgData name="Lý Thanh Ngô" userId="d1fb4545a5d636d2" providerId="LiveId" clId="{E4D9CBFD-E110-4D84-9E16-A07CEF4E01B3}" dt="2025-04-04T13:46:11.307" v="1582" actId="26606"/>
          <ac:spMkLst>
            <pc:docMk/>
            <pc:sldMk cId="3944630175" sldId="9947"/>
            <ac:spMk id="67" creationId="{4F2ED431-E304-4FF0-9F4E-032783C9D612}"/>
          </ac:spMkLst>
        </pc:spChg>
        <pc:spChg chg="add del">
          <ac:chgData name="Lý Thanh Ngô" userId="d1fb4545a5d636d2" providerId="LiveId" clId="{E4D9CBFD-E110-4D84-9E16-A07CEF4E01B3}" dt="2025-04-04T13:46:11.307" v="1582" actId="26606"/>
          <ac:spMkLst>
            <pc:docMk/>
            <pc:sldMk cId="3944630175" sldId="9947"/>
            <ac:spMk id="68" creationId="{4E87FCFB-2CCE-460D-B3DD-557C8BD1B94A}"/>
          </ac:spMkLst>
        </pc:spChg>
        <pc:spChg chg="add">
          <ac:chgData name="Lý Thanh Ngô" userId="d1fb4545a5d636d2" providerId="LiveId" clId="{E4D9CBFD-E110-4D84-9E16-A07CEF4E01B3}" dt="2025-04-04T13:46:11.322" v="1583" actId="26606"/>
          <ac:spMkLst>
            <pc:docMk/>
            <pc:sldMk cId="3944630175" sldId="9947"/>
            <ac:spMk id="70" creationId="{C1DD1A8A-57D5-4A81-AD04-532B043C5611}"/>
          </ac:spMkLst>
        </pc:spChg>
        <pc:spChg chg="add">
          <ac:chgData name="Lý Thanh Ngô" userId="d1fb4545a5d636d2" providerId="LiveId" clId="{E4D9CBFD-E110-4D84-9E16-A07CEF4E01B3}" dt="2025-04-04T13:46:11.322" v="1583" actId="26606"/>
          <ac:spMkLst>
            <pc:docMk/>
            <pc:sldMk cId="3944630175" sldId="9947"/>
            <ac:spMk id="71" creationId="{007891EC-4501-44ED-A8C8-B11B6DB767AB}"/>
          </ac:spMkLst>
        </pc:spChg>
        <pc:grpChg chg="add del">
          <ac:chgData name="Lý Thanh Ngô" userId="d1fb4545a5d636d2" providerId="LiveId" clId="{E4D9CBFD-E110-4D84-9E16-A07CEF4E01B3}" dt="2025-04-04T13:45:52.565" v="1580" actId="26606"/>
          <ac:grpSpMkLst>
            <pc:docMk/>
            <pc:sldMk cId="3944630175" sldId="9947"/>
            <ac:grpSpMk id="58" creationId="{4252769E-B9F0-4068-A645-5BBEF16E9C28}"/>
          </ac:grpSpMkLst>
        </pc:grpChg>
        <pc:picChg chg="add del mod modCrop">
          <ac:chgData name="Lý Thanh Ngô" userId="d1fb4545a5d636d2" providerId="LiveId" clId="{E4D9CBFD-E110-4D84-9E16-A07CEF4E01B3}" dt="2025-04-04T14:13:11.273" v="1796" actId="14826"/>
          <ac:picMkLst>
            <pc:docMk/>
            <pc:sldMk cId="3944630175" sldId="9947"/>
            <ac:picMk id="12" creationId="{2BAC96FA-F395-0AE1-FA5C-BF72F30C5C95}"/>
          </ac:picMkLst>
        </pc:picChg>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pChg chg="add mod">
          <ac:chgData name="Lý Thanh Ngô" userId="d1fb4545a5d636d2" providerId="LiveId" clId="{E4D9CBFD-E110-4D84-9E16-A07CEF4E01B3}" dt="2025-04-04T14:19:58.435" v="1829"/>
          <ac:spMkLst>
            <pc:docMk/>
            <pc:sldMk cId="3262154031" sldId="9949"/>
            <ac:spMk id="2" creationId="{3D8E2B70-3DE3-87CE-66D7-A17B3C6CFF8E}"/>
          </ac:spMkLst>
        </pc:spChg>
        <pc:spChg chg="del mod">
          <ac:chgData name="Lý Thanh Ngô" userId="d1fb4545a5d636d2" providerId="LiveId" clId="{E4D9CBFD-E110-4D84-9E16-A07CEF4E01B3}" dt="2025-04-04T14:20:03.715" v="1832" actId="478"/>
          <ac:spMkLst>
            <pc:docMk/>
            <pc:sldMk cId="3262154031" sldId="9949"/>
            <ac:spMk id="13" creationId="{ADDFBF72-0AE1-BE1F-D7C0-4379DE9697DE}"/>
          </ac:spMkLst>
        </pc:spChg>
        <pc:spChg chg="mod">
          <ac:chgData name="Lý Thanh Ngô" userId="d1fb4545a5d636d2" providerId="LiveId" clId="{E4D9CBFD-E110-4D84-9E16-A07CEF4E01B3}" dt="2025-04-04T14:22:54.228" v="1844" actId="207"/>
          <ac:spMkLst>
            <pc:docMk/>
            <pc:sldMk cId="3262154031" sldId="9949"/>
            <ac:spMk id="14" creationId="{9DB13028-445C-E912-F894-09B260D1CA90}"/>
          </ac:spMkLst>
        </pc:spChg>
        <pc:spChg chg="mod">
          <ac:chgData name="Lý Thanh Ngô" userId="d1fb4545a5d636d2" providerId="LiveId" clId="{E4D9CBFD-E110-4D84-9E16-A07CEF4E01B3}" dt="2025-04-04T14:23:05.208" v="1852" actId="27636"/>
          <ac:spMkLst>
            <pc:docMk/>
            <pc:sldMk cId="3262154031" sldId="9949"/>
            <ac:spMk id="15" creationId="{DDA165A4-96A0-7333-02E8-DA00A359BBA4}"/>
          </ac:spMkLst>
        </pc:spChg>
        <pc:picChg chg="mod">
          <ac:chgData name="Lý Thanh Ngô" userId="d1fb4545a5d636d2" providerId="LiveId" clId="{E4D9CBFD-E110-4D84-9E16-A07CEF4E01B3}" dt="2025-04-04T13:41:54.492" v="1452" actId="14826"/>
          <ac:picMkLst>
            <pc:docMk/>
            <pc:sldMk cId="3262154031" sldId="9949"/>
            <ac:picMk id="12" creationId="{A7890BD7-C904-6C86-E7F3-DC9CCAC5874A}"/>
          </ac:picMkLst>
        </pc:picChg>
        <pc:cxnChg chg="del">
          <ac:chgData name="Lý Thanh Ngô" userId="d1fb4545a5d636d2" providerId="LiveId" clId="{E4D9CBFD-E110-4D84-9E16-A07CEF4E01B3}" dt="2025-04-04T14:20:06.695" v="1833" actId="478"/>
          <ac:cxnSpMkLst>
            <pc:docMk/>
            <pc:sldMk cId="3262154031" sldId="9949"/>
            <ac:cxnSpMk id="17" creationId="{8EF9E35A-FC6D-3560-3AB7-DA84FF5530DC}"/>
          </ac:cxnSpMkLst>
        </pc:cxnChg>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pChg chg="del mod ord">
          <ac:chgData name="Lý Thanh Ngô" userId="d1fb4545a5d636d2" providerId="LiveId" clId="{E4D9CBFD-E110-4D84-9E16-A07CEF4E01B3}" dt="2025-04-04T13:57:53.201" v="1662" actId="478"/>
          <ac:spMkLst>
            <pc:docMk/>
            <pc:sldMk cId="721610287" sldId="9950"/>
            <ac:spMk id="2" creationId="{D6C01D00-BE70-7398-C0D6-55F6562FE9F8}"/>
          </ac:spMkLst>
        </pc:spChg>
        <pc:spChg chg="del mod ord">
          <ac:chgData name="Lý Thanh Ngô" userId="d1fb4545a5d636d2" providerId="LiveId" clId="{E4D9CBFD-E110-4D84-9E16-A07CEF4E01B3}" dt="2025-04-04T13:57:56.201" v="1663" actId="478"/>
          <ac:spMkLst>
            <pc:docMk/>
            <pc:sldMk cId="721610287" sldId="9950"/>
            <ac:spMk id="3" creationId="{076740D3-CD64-12CB-5896-7C1215EEBBDA}"/>
          </ac:spMkLst>
        </pc:spChg>
        <pc:spChg chg="add del mod">
          <ac:chgData name="Lý Thanh Ngô" userId="d1fb4545a5d636d2" providerId="LiveId" clId="{E4D9CBFD-E110-4D84-9E16-A07CEF4E01B3}" dt="2025-04-04T13:58:01.842" v="1664" actId="478"/>
          <ac:spMkLst>
            <pc:docMk/>
            <pc:sldMk cId="721610287" sldId="9950"/>
            <ac:spMk id="8" creationId="{72ABE9A0-9CF5-2C9A-8DA1-9AE3503CC696}"/>
          </ac:spMkLst>
        </pc:spChg>
        <pc:spChg chg="add mod ord">
          <ac:chgData name="Lý Thanh Ngô" userId="d1fb4545a5d636d2" providerId="LiveId" clId="{E4D9CBFD-E110-4D84-9E16-A07CEF4E01B3}" dt="2025-04-04T15:39:25.551" v="3680" actId="27636"/>
          <ac:spMkLst>
            <pc:docMk/>
            <pc:sldMk cId="721610287" sldId="9950"/>
            <ac:spMk id="10" creationId="{EE903ABA-6837-8188-0AEC-4BE9F7D4C199}"/>
          </ac:spMkLst>
        </pc:spChg>
        <pc:spChg chg="add del">
          <ac:chgData name="Lý Thanh Ngô" userId="d1fb4545a5d636d2" providerId="LiveId" clId="{E4D9CBFD-E110-4D84-9E16-A07CEF4E01B3}" dt="2025-04-04T13:59:01.410" v="1674" actId="26606"/>
          <ac:spMkLst>
            <pc:docMk/>
            <pc:sldMk cId="721610287" sldId="9950"/>
            <ac:spMk id="11" creationId="{42A4FC2C-047E-45A5-965D-8E1E3BF09BC6}"/>
          </ac:spMkLst>
        </pc:spChg>
        <pc:spChg chg="add del">
          <ac:chgData name="Lý Thanh Ngô" userId="d1fb4545a5d636d2" providerId="LiveId" clId="{E4D9CBFD-E110-4D84-9E16-A07CEF4E01B3}" dt="2025-04-04T13:59:14.122" v="1676" actId="26606"/>
          <ac:spMkLst>
            <pc:docMk/>
            <pc:sldMk cId="721610287" sldId="9950"/>
            <ac:spMk id="13" creationId="{799448F2-0E5B-42DA-B2D1-11A14E947BD4}"/>
          </ac:spMkLst>
        </pc:spChg>
        <pc:spChg chg="add del">
          <ac:chgData name="Lý Thanh Ngô" userId="d1fb4545a5d636d2" providerId="LiveId" clId="{E4D9CBFD-E110-4D84-9E16-A07CEF4E01B3}" dt="2025-04-04T14:01:16.392" v="1697" actId="26606"/>
          <ac:spMkLst>
            <pc:docMk/>
            <pc:sldMk cId="721610287" sldId="9950"/>
            <ac:spMk id="15" creationId="{FABB624F-BF77-4AE1-B71D-2D681D4731B8}"/>
          </ac:spMkLst>
        </pc:spChg>
        <pc:spChg chg="add del">
          <ac:chgData name="Lý Thanh Ngô" userId="d1fb4545a5d636d2" providerId="LiveId" clId="{E4D9CBFD-E110-4D84-9E16-A07CEF4E01B3}" dt="2025-04-04T13:59:14.122" v="1676" actId="26606"/>
          <ac:spMkLst>
            <pc:docMk/>
            <pc:sldMk cId="721610287" sldId="9950"/>
            <ac:spMk id="16" creationId="{4E8A7552-20E1-4F34-ADAB-C1DB6634D47E}"/>
          </ac:spMkLst>
        </pc:spChg>
        <pc:spChg chg="add del">
          <ac:chgData name="Lý Thanh Ngô" userId="d1fb4545a5d636d2" providerId="LiveId" clId="{E4D9CBFD-E110-4D84-9E16-A07CEF4E01B3}" dt="2025-04-04T14:01:07.020" v="1695" actId="26606"/>
          <ac:spMkLst>
            <pc:docMk/>
            <pc:sldMk cId="721610287" sldId="9950"/>
            <ac:spMk id="20" creationId="{E6659C6F-A29D-4D83-86DA-5B0289733C09}"/>
          </ac:spMkLst>
        </pc:spChg>
        <pc:spChg chg="add del mod">
          <ac:chgData name="Lý Thanh Ngô" userId="d1fb4545a5d636d2" providerId="LiveId" clId="{E4D9CBFD-E110-4D84-9E16-A07CEF4E01B3}" dt="2025-04-04T14:04:56.657" v="1739" actId="478"/>
          <ac:spMkLst>
            <pc:docMk/>
            <pc:sldMk cId="721610287" sldId="9950"/>
            <ac:spMk id="21" creationId="{B62EF80E-90C9-7069-E8EE-972F0EC84C3E}"/>
          </ac:spMkLst>
        </pc:spChg>
        <pc:spChg chg="add del">
          <ac:chgData name="Lý Thanh Ngô" userId="d1fb4545a5d636d2" providerId="LiveId" clId="{E4D9CBFD-E110-4D84-9E16-A07CEF4E01B3}" dt="2025-04-04T14:01:07.020" v="1695" actId="26606"/>
          <ac:spMkLst>
            <pc:docMk/>
            <pc:sldMk cId="721610287" sldId="9950"/>
            <ac:spMk id="22" creationId="{890DEF05-784E-4B61-89E4-04C4ECF4E5A0}"/>
          </ac:spMkLst>
        </pc:spChg>
        <pc:spChg chg="del">
          <ac:chgData name="Lý Thanh Ngô" userId="d1fb4545a5d636d2" providerId="LiveId" clId="{E4D9CBFD-E110-4D84-9E16-A07CEF4E01B3}" dt="2025-04-04T13:48:04.280" v="1619"/>
          <ac:spMkLst>
            <pc:docMk/>
            <pc:sldMk cId="721610287" sldId="9950"/>
            <ac:spMk id="70" creationId="{AC49E795-D994-BE84-5D22-DBC3CD857B4C}"/>
          </ac:spMkLst>
        </pc:spChg>
        <pc:spChg chg="del">
          <ac:chgData name="Lý Thanh Ngô" userId="d1fb4545a5d636d2" providerId="LiveId" clId="{E4D9CBFD-E110-4D84-9E16-A07CEF4E01B3}" dt="2025-04-04T13:48:04.280" v="1619"/>
          <ac:spMkLst>
            <pc:docMk/>
            <pc:sldMk cId="721610287" sldId="9950"/>
            <ac:spMk id="71" creationId="{304CA35E-AC63-736F-A1FE-5A0FB675D7E1}"/>
          </ac:spMkLst>
        </pc:spChg>
        <pc:grpChg chg="add del">
          <ac:chgData name="Lý Thanh Ngô" userId="d1fb4545a5d636d2" providerId="LiveId" clId="{E4D9CBFD-E110-4D84-9E16-A07CEF4E01B3}" dt="2025-04-04T13:50:38.451" v="1630" actId="26606"/>
          <ac:grpSpMkLst>
            <pc:docMk/>
            <pc:sldMk cId="721610287" sldId="9950"/>
            <ac:grpSpMk id="14" creationId="{38555AC8-A31F-E4F7-01BB-AEFF5E8C160A}"/>
          </ac:grpSpMkLst>
        </pc:grpChg>
        <pc:grpChg chg="add del">
          <ac:chgData name="Lý Thanh Ngô" userId="d1fb4545a5d636d2" providerId="LiveId" clId="{E4D9CBFD-E110-4D84-9E16-A07CEF4E01B3}" dt="2025-04-04T13:50:32.217" v="1628" actId="26606"/>
          <ac:grpSpMkLst>
            <pc:docMk/>
            <pc:sldMk cId="721610287" sldId="9950"/>
            <ac:grpSpMk id="17" creationId="{4FAA5DCB-E796-5631-BEDF-C3538DF184E0}"/>
          </ac:grpSpMkLst>
        </pc:grpChg>
        <pc:picChg chg="add del mod ord">
          <ac:chgData name="Lý Thanh Ngô" userId="d1fb4545a5d636d2" providerId="LiveId" clId="{E4D9CBFD-E110-4D84-9E16-A07CEF4E01B3}" dt="2025-04-04T13:58:49.898" v="1671" actId="21"/>
          <ac:picMkLst>
            <pc:docMk/>
            <pc:sldMk cId="721610287" sldId="9950"/>
            <ac:picMk id="4" creationId="{1785E059-9FD1-8A60-8249-534F901FBF63}"/>
          </ac:picMkLst>
        </pc:picChg>
        <pc:picChg chg="add mod ord">
          <ac:chgData name="Lý Thanh Ngô" userId="d1fb4545a5d636d2" providerId="LiveId" clId="{E4D9CBFD-E110-4D84-9E16-A07CEF4E01B3}" dt="2025-04-04T14:01:16.392" v="1697" actId="26606"/>
          <ac:picMkLst>
            <pc:docMk/>
            <pc:sldMk cId="721610287" sldId="9950"/>
            <ac:picMk id="5" creationId="{DCFC960A-29C8-E212-5968-C8DD24C460F0}"/>
          </ac:picMkLst>
        </pc:picChg>
        <pc:picChg chg="add mod ord">
          <ac:chgData name="Lý Thanh Ngô" userId="d1fb4545a5d636d2" providerId="LiveId" clId="{E4D9CBFD-E110-4D84-9E16-A07CEF4E01B3}" dt="2025-04-04T14:01:16.392" v="1697" actId="26606"/>
          <ac:picMkLst>
            <pc:docMk/>
            <pc:sldMk cId="721610287" sldId="9950"/>
            <ac:picMk id="6" creationId="{C780F075-D72D-A4E6-C10C-D2CE43F94E10}"/>
          </ac:picMkLst>
        </pc:picChg>
        <pc:picChg chg="add mod ord">
          <ac:chgData name="Lý Thanh Ngô" userId="d1fb4545a5d636d2" providerId="LiveId" clId="{E4D9CBFD-E110-4D84-9E16-A07CEF4E01B3}" dt="2025-04-04T14:03:51.162" v="1716" actId="14826"/>
          <ac:picMkLst>
            <pc:docMk/>
            <pc:sldMk cId="721610287" sldId="9950"/>
            <ac:picMk id="9" creationId="{1785E059-9FD1-8A60-8249-534F901FBF63}"/>
          </ac:picMkLst>
        </pc:picChg>
        <pc:picChg chg="del mod ord">
          <ac:chgData name="Lý Thanh Ngô" userId="d1fb4545a5d636d2" providerId="LiveId" clId="{E4D9CBFD-E110-4D84-9E16-A07CEF4E01B3}" dt="2025-04-04T13:53:43.082" v="1637" actId="21"/>
          <ac:picMkLst>
            <pc:docMk/>
            <pc:sldMk cId="721610287" sldId="9950"/>
            <ac:picMk id="12" creationId="{DCFC960A-29C8-E212-5968-C8DD24C460F0}"/>
          </ac:picMkLst>
        </pc:picChg>
        <pc:cxnChg chg="add del">
          <ac:chgData name="Lý Thanh Ngô" userId="d1fb4545a5d636d2" providerId="LiveId" clId="{E4D9CBFD-E110-4D84-9E16-A07CEF4E01B3}" dt="2025-04-04T14:01:16.392" v="1697" actId="26606"/>
          <ac:cxnSpMkLst>
            <pc:docMk/>
            <pc:sldMk cId="721610287" sldId="9950"/>
            <ac:cxnSpMk id="18" creationId="{192712F8-36FA-35DF-0CE8-4098D93322A3}"/>
          </ac:cxnSpMkLst>
        </pc:cxnChg>
        <pc:cxnChg chg="add del">
          <ac:chgData name="Lý Thanh Ngô" userId="d1fb4545a5d636d2" providerId="LiveId" clId="{E4D9CBFD-E110-4D84-9E16-A07CEF4E01B3}" dt="2025-04-04T14:01:16.392" v="1697" actId="26606"/>
          <ac:cxnSpMkLst>
            <pc:docMk/>
            <pc:sldMk cId="721610287" sldId="9950"/>
            <ac:cxnSpMk id="19" creationId="{AF9469B9-6468-5B6A-E832-8D4590388432}"/>
          </ac:cxnSpMkLst>
        </pc:cxnChg>
        <pc:cxnChg chg="add del">
          <ac:chgData name="Lý Thanh Ngô" userId="d1fb4545a5d636d2" providerId="LiveId" clId="{E4D9CBFD-E110-4D84-9E16-A07CEF4E01B3}" dt="2025-04-04T14:01:07.020" v="1695" actId="26606"/>
          <ac:cxnSpMkLst>
            <pc:docMk/>
            <pc:sldMk cId="721610287" sldId="9950"/>
            <ac:cxnSpMk id="24" creationId="{C41BAEC7-F7B0-4224-8B18-8F74B7D87F0B}"/>
          </ac:cxnSpMkLst>
        </pc:cxnChg>
      </pc:sldChg>
      <pc:sldChg chg="modSp add mod ord modTransition modAnim">
        <pc:chgData name="Lý Thanh Ngô" userId="d1fb4545a5d636d2" providerId="LiveId" clId="{E4D9CBFD-E110-4D84-9E16-A07CEF4E01B3}" dt="2025-04-05T15:27:48.763" v="4124" actId="1036"/>
        <pc:sldMkLst>
          <pc:docMk/>
          <pc:sldMk cId="4124360639" sldId="9951"/>
        </pc:sldMkLst>
        <pc:spChg chg="mod">
          <ac:chgData name="Lý Thanh Ngô" userId="d1fb4545a5d636d2" providerId="LiveId" clId="{E4D9CBFD-E110-4D84-9E16-A07CEF4E01B3}" dt="2025-04-04T15:39:31.996" v="3681"/>
          <ac:spMkLst>
            <pc:docMk/>
            <pc:sldMk cId="4124360639" sldId="9951"/>
            <ac:spMk id="2" creationId="{566924B2-F978-1B2C-560B-6B829E66F570}"/>
          </ac:spMkLst>
        </pc:spChg>
        <pc:spChg chg="mod">
          <ac:chgData name="Lý Thanh Ngô" userId="d1fb4545a5d636d2" providerId="LiveId" clId="{E4D9CBFD-E110-4D84-9E16-A07CEF4E01B3}" dt="2025-04-05T15:27:48.763" v="4124" actId="1036"/>
          <ac:spMkLst>
            <pc:docMk/>
            <pc:sldMk cId="4124360639" sldId="9951"/>
            <ac:spMk id="3" creationId="{7E6F0CCB-FF00-6B98-BBF6-5886EEBF57FF}"/>
          </ac:spMkLst>
        </pc:spChg>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pChg chg="mod">
          <ac:chgData name="Lý Thanh Ngô" userId="d1fb4545a5d636d2" providerId="LiveId" clId="{E4D9CBFD-E110-4D84-9E16-A07CEF4E01B3}" dt="2025-04-04T14:40:59.660" v="2191" actId="255"/>
          <ac:spMkLst>
            <pc:docMk/>
            <pc:sldMk cId="185798073" sldId="9953"/>
            <ac:spMk id="2" creationId="{28986CFF-700D-F6E8-F276-EEC65ED57AF8}"/>
          </ac:spMkLst>
        </pc:spChg>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pChg chg="mod">
          <ac:chgData name="Lý Thanh Ngô" userId="d1fb4545a5d636d2" providerId="LiveId" clId="{E4D9CBFD-E110-4D84-9E16-A07CEF4E01B3}" dt="2025-04-04T14:58:14.286" v="2833"/>
          <ac:spMkLst>
            <pc:docMk/>
            <pc:sldMk cId="1431207373" sldId="9956"/>
            <ac:spMk id="2" creationId="{9B897711-40F9-7F0B-F4F6-BA13314F0B14}"/>
          </ac:spMkLst>
        </pc:spChg>
      </pc:sldChg>
      <pc:sldChg chg="modSp add mod ord replId">
        <pc:chgData name="Lý Thanh Ngô" userId="d1fb4545a5d636d2" providerId="LiveId" clId="{E4D9CBFD-E110-4D84-9E16-A07CEF4E01B3}" dt="2025-04-04T14:58:28.455" v="2837" actId="20577"/>
        <pc:sldMkLst>
          <pc:docMk/>
          <pc:sldMk cId="3987162015" sldId="9957"/>
        </pc:sldMkLst>
        <pc:spChg chg="mod">
          <ac:chgData name="Lý Thanh Ngô" userId="d1fb4545a5d636d2" providerId="LiveId" clId="{E4D9CBFD-E110-4D84-9E16-A07CEF4E01B3}" dt="2025-04-04T14:58:28.455" v="2837" actId="20577"/>
          <ac:spMkLst>
            <pc:docMk/>
            <pc:sldMk cId="3987162015" sldId="9957"/>
            <ac:spMk id="2" creationId="{00608785-4FFB-88CF-467D-E233DF21E639}"/>
          </ac:spMkLst>
        </pc:spChg>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pChg chg="mod">
          <ac:chgData name="Lý Thanh Ngô" userId="d1fb4545a5d636d2" providerId="LiveId" clId="{E4D9CBFD-E110-4D84-9E16-A07CEF4E01B3}" dt="2025-04-04T15:07:08.452" v="3149" actId="20577"/>
          <ac:spMkLst>
            <pc:docMk/>
            <pc:sldMk cId="3408874133" sldId="9960"/>
            <ac:spMk id="2" creationId="{B38E05A1-E5BE-C327-1035-672BCA22D691}"/>
          </ac:spMkLst>
        </pc:spChg>
        <pc:spChg chg="del">
          <ac:chgData name="Lý Thanh Ngô" userId="d1fb4545a5d636d2" providerId="LiveId" clId="{E4D9CBFD-E110-4D84-9E16-A07CEF4E01B3}" dt="2025-04-04T15:05:10.266" v="3121" actId="478"/>
          <ac:spMkLst>
            <pc:docMk/>
            <pc:sldMk cId="3408874133" sldId="9960"/>
            <ac:spMk id="4" creationId="{67557B95-4081-1E6E-328D-D1269F0F944B}"/>
          </ac:spMkLst>
        </pc:spChg>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pChg chg="mod">
          <ac:chgData name="Lý Thanh Ngô" userId="d1fb4545a5d636d2" providerId="LiveId" clId="{E4D9CBFD-E110-4D84-9E16-A07CEF4E01B3}" dt="2025-04-05T15:26:04.110" v="4110" actId="123"/>
          <ac:spMkLst>
            <pc:docMk/>
            <pc:sldMk cId="747948205" sldId="9967"/>
            <ac:spMk id="2" creationId="{0FFFBAF7-BE94-656B-618D-739D522D43E0}"/>
          </ac:spMkLst>
        </pc:spChg>
      </pc:sldChg>
      <pc:sldChg chg="modSp add mod ord replId">
        <pc:chgData name="Lý Thanh Ngô" userId="d1fb4545a5d636d2" providerId="LiveId" clId="{E4D9CBFD-E110-4D84-9E16-A07CEF4E01B3}" dt="2025-04-05T15:26:17.414" v="4111" actId="123"/>
        <pc:sldMkLst>
          <pc:docMk/>
          <pc:sldMk cId="631962786" sldId="9968"/>
        </pc:sldMkLst>
        <pc:spChg chg="mod">
          <ac:chgData name="Lý Thanh Ngô" userId="d1fb4545a5d636d2" providerId="LiveId" clId="{E4D9CBFD-E110-4D84-9E16-A07CEF4E01B3}" dt="2025-04-05T15:26:17.414" v="4111" actId="123"/>
          <ac:spMkLst>
            <pc:docMk/>
            <pc:sldMk cId="631962786" sldId="9968"/>
            <ac:spMk id="2" creationId="{8F3E2B8A-D7E4-6082-E94D-D850A7B6F4B5}"/>
          </ac:spMkLst>
        </pc:spChg>
      </pc:sldChg>
      <pc:sldChg chg="modSp add mod ord">
        <pc:chgData name="Lý Thanh Ngô" userId="d1fb4545a5d636d2" providerId="LiveId" clId="{E4D9CBFD-E110-4D84-9E16-A07CEF4E01B3}" dt="2025-04-05T15:26:21.383" v="4112" actId="123"/>
        <pc:sldMkLst>
          <pc:docMk/>
          <pc:sldMk cId="3954064163" sldId="9969"/>
        </pc:sldMkLst>
        <pc:spChg chg="mod">
          <ac:chgData name="Lý Thanh Ngô" userId="d1fb4545a5d636d2" providerId="LiveId" clId="{E4D9CBFD-E110-4D84-9E16-A07CEF4E01B3}" dt="2025-04-05T15:26:21.383" v="4112" actId="123"/>
          <ac:spMkLst>
            <pc:docMk/>
            <pc:sldMk cId="3954064163" sldId="9969"/>
            <ac:spMk id="2" creationId="{1A786EF6-2677-3E4A-7F6E-8CA1978A3AF8}"/>
          </ac:spMkLst>
        </pc:spChg>
      </pc:sldChg>
      <pc:sldChg chg="modSp add mod ord replId">
        <pc:chgData name="Lý Thanh Ngô" userId="d1fb4545a5d636d2" providerId="LiveId" clId="{E4D9CBFD-E110-4D84-9E16-A07CEF4E01B3}" dt="2025-04-05T15:26:26.164" v="4113" actId="123"/>
        <pc:sldMkLst>
          <pc:docMk/>
          <pc:sldMk cId="525939841" sldId="9970"/>
        </pc:sldMkLst>
        <pc:spChg chg="mod">
          <ac:chgData name="Lý Thanh Ngô" userId="d1fb4545a5d636d2" providerId="LiveId" clId="{E4D9CBFD-E110-4D84-9E16-A07CEF4E01B3}" dt="2025-04-05T15:26:26.164" v="4113" actId="123"/>
          <ac:spMkLst>
            <pc:docMk/>
            <pc:sldMk cId="525939841" sldId="9970"/>
            <ac:spMk id="2" creationId="{3FE8448E-03AE-97F9-4137-D324623F7361}"/>
          </ac:spMkLst>
        </pc:spChg>
      </pc:sldChg>
      <pc:sldChg chg="modSp add mod ord">
        <pc:chgData name="Lý Thanh Ngô" userId="d1fb4545a5d636d2" providerId="LiveId" clId="{E4D9CBFD-E110-4D84-9E16-A07CEF4E01B3}" dt="2025-04-05T15:26:29.768" v="4114" actId="123"/>
        <pc:sldMkLst>
          <pc:docMk/>
          <pc:sldMk cId="1664256530" sldId="9971"/>
        </pc:sldMkLst>
        <pc:spChg chg="mod">
          <ac:chgData name="Lý Thanh Ngô" userId="d1fb4545a5d636d2" providerId="LiveId" clId="{E4D9CBFD-E110-4D84-9E16-A07CEF4E01B3}" dt="2025-04-05T15:26:29.768" v="4114" actId="123"/>
          <ac:spMkLst>
            <pc:docMk/>
            <pc:sldMk cId="1664256530" sldId="9971"/>
            <ac:spMk id="2" creationId="{898BED24-0FDF-3899-B154-FEC3C6A0CD4B}"/>
          </ac:spMkLst>
        </pc:spChg>
      </pc:sldChg>
      <pc:sldChg chg="modSp add mod ord replId">
        <pc:chgData name="Lý Thanh Ngô" userId="d1fb4545a5d636d2" providerId="LiveId" clId="{E4D9CBFD-E110-4D84-9E16-A07CEF4E01B3}" dt="2025-04-05T15:26:34.860" v="4115" actId="123"/>
        <pc:sldMkLst>
          <pc:docMk/>
          <pc:sldMk cId="3471029095" sldId="9972"/>
        </pc:sldMkLst>
        <pc:spChg chg="mod">
          <ac:chgData name="Lý Thanh Ngô" userId="d1fb4545a5d636d2" providerId="LiveId" clId="{E4D9CBFD-E110-4D84-9E16-A07CEF4E01B3}" dt="2025-04-05T15:26:34.860" v="4115" actId="123"/>
          <ac:spMkLst>
            <pc:docMk/>
            <pc:sldMk cId="3471029095" sldId="9972"/>
            <ac:spMk id="2" creationId="{38E4909E-9F67-3E7B-55D0-6325334961DA}"/>
          </ac:spMkLst>
        </pc:spChg>
      </pc:sldChg>
      <pc:sldChg chg="modSp add mod ord">
        <pc:chgData name="Lý Thanh Ngô" userId="d1fb4545a5d636d2" providerId="LiveId" clId="{E4D9CBFD-E110-4D84-9E16-A07CEF4E01B3}" dt="2025-04-05T15:26:39.275" v="4116" actId="123"/>
        <pc:sldMkLst>
          <pc:docMk/>
          <pc:sldMk cId="3500693299" sldId="9973"/>
        </pc:sldMkLst>
        <pc:spChg chg="mod">
          <ac:chgData name="Lý Thanh Ngô" userId="d1fb4545a5d636d2" providerId="LiveId" clId="{E4D9CBFD-E110-4D84-9E16-A07CEF4E01B3}" dt="2025-04-05T15:26:39.275" v="4116" actId="123"/>
          <ac:spMkLst>
            <pc:docMk/>
            <pc:sldMk cId="3500693299" sldId="9973"/>
            <ac:spMk id="2" creationId="{F91ACE78-4E13-E0B8-9C0B-208529AED572}"/>
          </ac:spMkLst>
        </pc:spChg>
      </pc:sldChg>
      <pc:sldChg chg="modSp add mod ord replId">
        <pc:chgData name="Lý Thanh Ngô" userId="d1fb4545a5d636d2" providerId="LiveId" clId="{E4D9CBFD-E110-4D84-9E16-A07CEF4E01B3}" dt="2025-04-05T15:26:41.533" v="4117" actId="123"/>
        <pc:sldMkLst>
          <pc:docMk/>
          <pc:sldMk cId="3417300399" sldId="9974"/>
        </pc:sldMkLst>
        <pc:spChg chg="mod">
          <ac:chgData name="Lý Thanh Ngô" userId="d1fb4545a5d636d2" providerId="LiveId" clId="{E4D9CBFD-E110-4D84-9E16-A07CEF4E01B3}" dt="2025-04-05T15:26:41.533" v="4117" actId="123"/>
          <ac:spMkLst>
            <pc:docMk/>
            <pc:sldMk cId="3417300399" sldId="9974"/>
            <ac:spMk id="2" creationId="{B7963B8A-983E-777D-3030-DB7BBAF2F9EF}"/>
          </ac:spMkLst>
        </pc:spChg>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pChg chg="mod">
          <ac:chgData name="Lý Thanh Ngô" userId="d1fb4545a5d636d2" providerId="LiveId" clId="{E4D9CBFD-E110-4D84-9E16-A07CEF4E01B3}" dt="2025-04-04T15:31:17.511" v="3661"/>
          <ac:spMkLst>
            <pc:docMk/>
            <pc:sldMk cId="3935681365" sldId="9981"/>
            <ac:spMk id="2" creationId="{FDFD980B-0E1E-E279-A7A5-904CF2B33D60}"/>
          </ac:spMkLst>
        </pc:spChg>
      </pc:sldChg>
      <pc:sldChg chg="modSp add mod">
        <pc:chgData name="Lý Thanh Ngô" userId="d1fb4545a5d636d2" providerId="LiveId" clId="{E4D9CBFD-E110-4D84-9E16-A07CEF4E01B3}" dt="2025-04-04T15:31:31.867" v="3664"/>
        <pc:sldMkLst>
          <pc:docMk/>
          <pc:sldMk cId="3286551496" sldId="9982"/>
        </pc:sldMkLst>
        <pc:spChg chg="mod">
          <ac:chgData name="Lý Thanh Ngô" userId="d1fb4545a5d636d2" providerId="LiveId" clId="{E4D9CBFD-E110-4D84-9E16-A07CEF4E01B3}" dt="2025-04-04T15:31:31.867" v="3664"/>
          <ac:spMkLst>
            <pc:docMk/>
            <pc:sldMk cId="3286551496" sldId="9982"/>
            <ac:spMk id="2" creationId="{7288AB53-A5D9-90A3-270D-A8590B145BA0}"/>
          </ac:spMkLst>
        </pc:spChg>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pChg chg="mod">
          <ac:chgData name="Lý Thanh Ngô" userId="d1fb4545a5d636d2" providerId="LiveId" clId="{ABD4904B-081A-47C6-B87B-1F2506E329D6}" dt="2025-03-27T07:33:41.081" v="265" actId="20577"/>
          <ac:spMkLst>
            <pc:docMk/>
            <pc:sldMk cId="2696584302" sldId="9853"/>
            <ac:spMk id="2" creationId="{C1FE6B19-E2A8-42B0-287A-9672AFF734B6}"/>
          </ac:spMkLst>
        </pc:spChg>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4/6/25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1. Này tấm thân con sao Cha đành tâm xa cách. Này tấm thân con đắng cay muôn vàn tê tái. Cha ơi, sao nỡ quên con, Cha ơi, sao Cha ngoảnh mặt nhẫn tâm nhìn con khổ đau, để quân thù chê trách con. </a:t>
            </a:r>
            <a:r>
              <a:rPr lang="vi-VN" dirty="0" err="1"/>
              <a:t>ĐK</a:t>
            </a:r>
            <a:r>
              <a:rPr lang="vi-VN" dirty="0"/>
              <a:t>: Con xin phó thác nơi Cha thân con với linh hồn con. Xin Cha thêm sức cho con trọn vẹn theo ý Cha luôn. 2. Là kiếp sâu bọ con nay là người đâu phải. Vậy đó Cha ơi, thấy con muôn người khinh ghét. Nghe như nhức nhối tâm can, nghe như mắt ứa lệ tràn. Xót xa lòng con nát tan, có ai mà thương ủi an. Nguồn: </a:t>
            </a:r>
            <a:r>
              <a:rPr lang="vi-VN" dirty="0" err="1"/>
              <a:t>https</a:t>
            </a:r>
            <a:r>
              <a:rPr lang="vi-VN" dirty="0"/>
              <a:t>://</a:t>
            </a:r>
            <a:r>
              <a:rPr lang="vi-VN" dirty="0" err="1"/>
              <a:t>www.dieuca.net</a:t>
            </a:r>
            <a:r>
              <a:rPr lang="vi-VN" dirty="0"/>
              <a:t>/2018/02/</a:t>
            </a:r>
            <a:r>
              <a:rPr lang="vi-VN" dirty="0" err="1"/>
              <a:t>phothac-nd.html</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118</a:t>
            </a:fld>
            <a:endParaRPr lang="en-US"/>
          </a:p>
        </p:txBody>
      </p:sp>
    </p:spTree>
    <p:extLst>
      <p:ext uri="{BB962C8B-B14F-4D97-AF65-F5344CB8AC3E}">
        <p14:creationId xmlns:p14="http://schemas.microsoft.com/office/powerpoint/2010/main" val="3490905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1. Này tấm thân con sao Cha đành tâm xa cách. Này tấm thân con đắng cay muôn vàn tê tái. Cha ơi, sao nỡ quên con, Cha ơi, sao Cha ngoảnh mặt nhẫn tâm nhìn con khổ đau, để quân thù chê trách con. </a:t>
            </a:r>
            <a:r>
              <a:rPr lang="vi-VN" dirty="0" err="1"/>
              <a:t>ĐK</a:t>
            </a:r>
            <a:r>
              <a:rPr lang="vi-VN" dirty="0"/>
              <a:t>: Con xin phó thác nơi Cha thân con với linh hồn con. Xin Cha thêm sức cho con trọn vẹn theo ý Cha luôn. 2. Là kiếp sâu bọ con nay là người đâu phải. Vậy đó Cha ơi, thấy con muôn người khinh ghét. Nghe như nhức nhối tâm can, nghe như mắt ứa lệ tràn. Xót xa lòng con nát tan, có ai mà thương ủi an.</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119</a:t>
            </a:fld>
            <a:endParaRPr lang="en-US"/>
          </a:p>
        </p:txBody>
      </p:sp>
    </p:spTree>
    <p:extLst>
      <p:ext uri="{BB962C8B-B14F-4D97-AF65-F5344CB8AC3E}">
        <p14:creationId xmlns:p14="http://schemas.microsoft.com/office/powerpoint/2010/main" val="3842704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E0FC3-E19E-44A7-30FC-2A8529FBC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D2135-130C-196E-6F18-14DAB7ABD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FB4EAC-6938-DE50-8329-4C8D68B7D58D}"/>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vi-VN" dirty="0"/>
              <a:t>Này tấm thân con sao Cha đành tâm xa cách. Này tấm thân con đắng cay muôn vàn tê tái. Cha ơi, sao nỡ quên con, Cha ơi, sao Cha ngoảnh mặt nhẫn tâm nhìn con khổ đau, để quân thù chê trách con.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err="1"/>
              <a:t>ĐK</a:t>
            </a:r>
            <a:r>
              <a:rPr lang="vi-VN" dirty="0"/>
              <a:t>: Con xin phó thác nơi Cha thân con với linh hồn con. Xin Cha thêm sức cho con trọn vẹn theo ý Cha luôn.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2. Là kiếp sâu bọ con nay là người đâu phải. Vậy đó Cha ơi, thấy con muôn người khinh ghét. Nghe như nhức nhối tâm can, nghe như mắt ứa lệ tràn. Xót xa lòng con nát tan, có ai mà thương ủi an.</a:t>
            </a:r>
            <a:endParaRPr lang="en-US" dirty="0"/>
          </a:p>
        </p:txBody>
      </p:sp>
      <p:sp>
        <p:nvSpPr>
          <p:cNvPr id="4" name="Slide Number Placeholder 3">
            <a:extLst>
              <a:ext uri="{FF2B5EF4-FFF2-40B4-BE49-F238E27FC236}">
                <a16:creationId xmlns:a16="http://schemas.microsoft.com/office/drawing/2014/main" id="{E29BB7CF-FCC6-A667-FC64-47827837D08A}"/>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618975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F5FBF-D5D1-09C4-C6E7-F12404E20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CAD6C-688D-9293-AAA1-7928442F5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A6F89-AF85-C76C-67D2-156F47564423}"/>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vi-VN" dirty="0"/>
              <a:t>Này tấm thân con sao Cha đành tâm xa cách. Này tấm thân con đắng cay muôn vàn tê tái. Cha ơi, sao nỡ quên con, Cha ơi, sao Cha ngoảnh mặt nhẫn tâm nhìn con khổ đau, để quân thù chê trách con.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err="1"/>
              <a:t>ĐK</a:t>
            </a:r>
            <a:r>
              <a:rPr lang="vi-VN" dirty="0"/>
              <a:t>: Con xin phó thác nơi Cha thân con với linh hồn con. Xin Cha thêm sức cho con trọn vẹn theo ý Cha luôn.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2. Là kiếp sâu bọ con nay là người đâu phải. Vậy đó Cha ơi, thấy con muôn người khinh ghét. Nghe như nhức nhối tâm can, nghe như mắt ứa lệ tràn. Xót xa lòng con nát tan, có ai mà thương ủi an.</a:t>
            </a:r>
            <a:endParaRPr lang="en-US" dirty="0"/>
          </a:p>
        </p:txBody>
      </p:sp>
      <p:sp>
        <p:nvSpPr>
          <p:cNvPr id="4" name="Slide Number Placeholder 3">
            <a:extLst>
              <a:ext uri="{FF2B5EF4-FFF2-40B4-BE49-F238E27FC236}">
                <a16:creationId xmlns:a16="http://schemas.microsoft.com/office/drawing/2014/main" id="{1A0EF37D-834E-B4EC-4338-F6CF7DF56837}"/>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3590912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3E42F-018D-2D76-8582-935B9EB62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A89EF-DA0E-8448-E8A5-F4861C3417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06249B-A4BF-1FBC-B50E-09CEA10F1E0D}"/>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vi-VN" dirty="0"/>
              <a:t>Này tấm thân con sao Cha đành tâm xa cách. Này tấm thân con đắng cay muôn vàn tê tái. Cha ơi, sao nỡ quên con, Cha ơi, sao Cha ngoảnh mặt nhẫn tâm nhìn con khổ đau, để quân thù chê trách con.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err="1"/>
              <a:t>ĐK</a:t>
            </a:r>
            <a:r>
              <a:rPr lang="vi-VN" dirty="0"/>
              <a:t>: Con xin phó thác nơi Cha thân con với linh hồn con. Xin Cha thêm sức cho con trọn vẹn theo ý Cha luôn.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2. Là kiếp sâu bọ con nay là người đâu phải. Vậy đó Cha ơi, thấy con muôn người khinh ghét. Nghe như nhức nhối tâm can, nghe như mắt ứa lệ tràn. Xót xa lòng con nát tan, có ai mà thương ủi an.</a:t>
            </a:r>
            <a:endParaRPr lang="en-US" dirty="0"/>
          </a:p>
        </p:txBody>
      </p:sp>
      <p:sp>
        <p:nvSpPr>
          <p:cNvPr id="4" name="Slide Number Placeholder 3">
            <a:extLst>
              <a:ext uri="{FF2B5EF4-FFF2-40B4-BE49-F238E27FC236}">
                <a16:creationId xmlns:a16="http://schemas.microsoft.com/office/drawing/2014/main" id="{7F3E8C37-9DE6-A818-24E4-DE9F897AF052}"/>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1777417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24B9F-2B98-FED3-1775-BC87F0D47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725B0A-00A5-F3A3-B9B1-9D19A97E2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6752D2-2BFA-F07D-8EF6-4297AA2FE29E}"/>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vi-VN" dirty="0"/>
              <a:t>Này tấm thân con sao Cha đành tâm xa cách. Này tấm thân con đắng cay muôn vàn tê tái. Cha ơi, sao nỡ quên con, Cha ơi, sao Cha ngoảnh mặt nhẫn tâm nhìn con khổ đau, để quân thù chê trách con.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err="1"/>
              <a:t>ĐK</a:t>
            </a:r>
            <a:r>
              <a:rPr lang="vi-VN" dirty="0"/>
              <a:t>: Con xin phó thác nơi Cha thân con với linh hồn con. Xin Cha thêm sức cho con trọn vẹn theo ý Cha luôn.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2. Là kiếp sâu bọ con nay là người đâu phải. Vậy đó Cha ơi, thấy con muôn người khinh ghét. Nghe như nhức nhối tâm can, nghe như mắt ứa lệ tràn. Xót xa lòng con nát tan, có ai mà thương ủi an.</a:t>
            </a:r>
            <a:endParaRPr lang="en-US" dirty="0"/>
          </a:p>
        </p:txBody>
      </p:sp>
      <p:sp>
        <p:nvSpPr>
          <p:cNvPr id="4" name="Slide Number Placeholder 3">
            <a:extLst>
              <a:ext uri="{FF2B5EF4-FFF2-40B4-BE49-F238E27FC236}">
                <a16:creationId xmlns:a16="http://schemas.microsoft.com/office/drawing/2014/main" id="{8B467250-7B17-0ED2-AFCB-EFB3218CA8DC}"/>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1365613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760CE-E8BF-8184-44D3-A76FB889D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EF4AC-4DF8-DEA2-465F-9AD8DD3BCC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443F2-E735-F9B8-765C-C5D43ABBF0D9}"/>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vi-VN" dirty="0"/>
              <a:t>Này tấm thân con sao Cha đành tâm xa cách. Này tấm thân con đắng cay muôn vàn tê tái. Cha ơi, sao nỡ quên con, Cha ơi, sao Cha ngoảnh mặt nhẫn tâm nhìn con khổ đau, để quân thù chê trách con.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err="1"/>
              <a:t>ĐK</a:t>
            </a:r>
            <a:r>
              <a:rPr lang="vi-VN" dirty="0"/>
              <a:t>: Con xin phó thác nơi Cha thân con với linh hồn con. Xin Cha thêm sức cho con trọn vẹn theo ý Cha luôn.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2. Là kiếp sâu bọ con nay là người đâu phải. Vậy đó Cha ơi, thấy con muôn người khinh ghét. Nghe như nhức nhối tâm can, nghe như mắt ứa lệ tràn. Xót xa lòng con nát tan, có ai mà thương ủi an.</a:t>
            </a:r>
            <a:endParaRPr lang="en-US" dirty="0"/>
          </a:p>
        </p:txBody>
      </p:sp>
      <p:sp>
        <p:nvSpPr>
          <p:cNvPr id="4" name="Slide Number Placeholder 3">
            <a:extLst>
              <a:ext uri="{FF2B5EF4-FFF2-40B4-BE49-F238E27FC236}">
                <a16:creationId xmlns:a16="http://schemas.microsoft.com/office/drawing/2014/main" id="{E0C3BD3C-A4B1-45A8-FDA2-39821C141F2F}"/>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3112893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3719829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96F-9D20-976A-2BB9-5875C7038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B5F31-B4F9-E904-3767-705DCCCEC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5A67A-3611-8C1C-EFD2-7CCEE90F0DBC}"/>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A17AB875-3BCC-3C2C-FFB3-44396AD97B65}"/>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2442081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7793535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86C2D-5173-F25A-457D-D3CA53F51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6F590-AEEE-0FFE-BAC0-5309E2D3D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D1C7B-45C0-6172-0363-23FF543596C8}"/>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D55C42CD-4A32-884D-37BD-444F2E08776D}"/>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3497034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86C29-B489-5DB8-7644-954368F69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30EECB-39DC-0AFB-BDDE-F201ECD61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F3752-3044-1823-26C0-7AA8553D8BEC}"/>
              </a:ext>
            </a:extLst>
          </p:cNvPr>
          <p:cNvSpPr>
            <a:spLocks noGrp="1"/>
          </p:cNvSpPr>
          <p:nvPr>
            <p:ph type="body" idx="1"/>
          </p:nvPr>
        </p:nvSpPr>
        <p:spPr/>
        <p:txBody>
          <a:bodyPr/>
          <a:lstStyle/>
          <a:p>
            <a:r>
              <a:rPr lang="en-US" b="0" i="0" dirty="0">
                <a:solidFill>
                  <a:srgbClr val="FF0000"/>
                </a:solidFill>
                <a:effectLst/>
                <a:latin typeface="Arial" panose="020B0604020202020204" pitchFamily="34" charset="0"/>
              </a:rPr>
              <a:t>1.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chúc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tụng</a:t>
            </a:r>
            <a:r>
              <a:rPr lang="en-US" b="0" i="0" dirty="0">
                <a:solidFill>
                  <a:srgbClr val="FF0000"/>
                </a:solidFill>
                <a:effectLst/>
                <a:latin typeface="Arial" panose="020B0604020202020204" pitchFamily="34" charset="0"/>
              </a:rPr>
              <a:t> Chúa </a:t>
            </a:r>
            <a:r>
              <a:rPr lang="en-US" b="0" i="0" dirty="0" err="1">
                <a:solidFill>
                  <a:srgbClr val="FF0000"/>
                </a:solidFill>
                <a:effectLst/>
                <a:latin typeface="Arial" panose="020B0604020202020204" pitchFamily="34" charset="0"/>
              </a:rPr>
              <a:t>trong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mọi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lúc</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miệng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luôn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ngợi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khen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Ngài</a:t>
            </a:r>
            <a:r>
              <a:rPr lang="en-US" b="0" i="0" dirty="0">
                <a:solidFill>
                  <a:srgbClr val="FF0000"/>
                </a:solidFill>
                <a:effectLst/>
                <a:latin typeface="Arial" panose="020B0604020202020204" pitchFamily="34" charset="0"/>
              </a:rPr>
              <a:t>.  Trong Chúa </a:t>
            </a:r>
            <a:r>
              <a:rPr lang="en-US" b="0" i="0" dirty="0" err="1">
                <a:solidFill>
                  <a:srgbClr val="FF0000"/>
                </a:solidFill>
                <a:effectLst/>
                <a:latin typeface="Arial" panose="020B0604020202020204" pitchFamily="34" charset="0"/>
              </a:rPr>
              <a:t>hồn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tôi</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hãnh</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diện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bạn</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nghèo</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nghe</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và</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hãy</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mừng</a:t>
            </a:r>
            <a:r>
              <a:rPr lang="en-US" b="0" i="0" dirty="0">
                <a:solidFill>
                  <a:srgbClr val="FF0000"/>
                </a:solidFill>
                <a:effectLst/>
                <a:latin typeface="Arial" panose="020B0604020202020204" pitchFamily="34" charset="0"/>
              </a:rPr>
              <a:t> </a:t>
            </a:r>
            <a:r>
              <a:rPr lang="en-US" b="0" i="0" dirty="0" err="1">
                <a:solidFill>
                  <a:srgbClr val="FF0000"/>
                </a:solidFill>
                <a:effectLst/>
                <a:latin typeface="Arial" panose="020B0604020202020204" pitchFamily="34" charset="0"/>
              </a:rPr>
              <a:t>vui</a:t>
            </a:r>
            <a:r>
              <a:rPr lang="en-US" b="0" i="0" dirty="0">
                <a:solidFill>
                  <a:srgbClr val="FF0000"/>
                </a:solidFill>
                <a:effectLst/>
                <a:latin typeface="Arial" panose="020B0604020202020204" pitchFamily="34" charset="0"/>
              </a:rPr>
              <a:t>.</a:t>
            </a:r>
            <a:endParaRPr lang="en-US" dirty="0"/>
          </a:p>
        </p:txBody>
      </p:sp>
      <p:sp>
        <p:nvSpPr>
          <p:cNvPr id="4" name="Slide Number Placeholder 3">
            <a:extLst>
              <a:ext uri="{FF2B5EF4-FFF2-40B4-BE49-F238E27FC236}">
                <a16:creationId xmlns:a16="http://schemas.microsoft.com/office/drawing/2014/main" id="{7EC05903-DFAC-EB05-B395-F69C4F5728BD}"/>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2536879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F9E94-C3F9-E39C-AF50-991BE94EF2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FFE8A-9CE9-02DC-7899-3320F2DAA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3CC11-347A-70DE-D9C6-F4542E0B8F6A}"/>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9782B317-BAE6-2851-AC55-6CCB4EAE5599}"/>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287808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91AB-0837-357B-0ACE-072A0359D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71EE0-CAF4-072F-EF70-69548357F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CCC36-B72A-6277-6201-88CD3252BCA0}"/>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2ACF97B8-4745-EF6C-D6CC-DF9835B9FC39}"/>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1432581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2AAEA-B0E5-A327-03ED-24D42A3AF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DEDB7-B48F-A0B5-AAC7-17ACE7B1F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215EA7-281C-4045-300B-7F09F22EAA38}"/>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C225D445-62CC-C127-DDCD-E124AA5E044F}"/>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3193525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B6D20-C2D7-BB19-C1F1-E55247684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94FF5-5EE0-5621-560A-87CB99F8F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2665E-8030-C7E2-9BEF-D92079697F2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FAEAFFB3-CA71-17E9-0689-128CED31249E}"/>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1549760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2119652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Thượng tiến dâng  lên Chúa chí nhân, rượu nho bánh miến tình thân í bao tình.  Xin vì những lễ vật dâng, rủ thương con cái thế trần Ngài ơi.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Chúng con xin Ngài thứ tha tội đời, và để con luôn thành tâm tha thứ cho nhau.  Chúng con van nài tình thương xót Chúa, để muôn người vui sống trong nguồn tình yêu.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Thành tiến dâng lên Chúa chí nhân, cuộc đời bao nỗi trầm luân í khổ sầu.  Xin vì Máu Chúa đổ ra, rửa cho tinh trắng thế trần </a:t>
            </a:r>
            <a:r>
              <a:rPr lang="vi-VN" b="0" i="0" dirty="0" err="1">
                <a:solidFill>
                  <a:srgbClr val="FF0000"/>
                </a:solidFill>
                <a:effectLst/>
                <a:latin typeface="Arial" panose="020B0604020202020204" pitchFamily="34" charset="0"/>
              </a:rPr>
              <a:t>luỵ</a:t>
            </a:r>
            <a:r>
              <a:rPr lang="vi-VN" b="0" i="0" dirty="0">
                <a:solidFill>
                  <a:srgbClr val="FF0000"/>
                </a:solidFill>
                <a:effectLst/>
                <a:latin typeface="Arial" panose="020B0604020202020204" pitchFamily="34" charset="0"/>
              </a:rPr>
              <a:t> sa</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40751609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Thượng tiến dâng  lên Chúa chí nhân, rượu nho bánh miến tình thân í bao tình.  Xin vì những lễ vật dâng, rủ thương con cái thế trần Ngài ơi.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Chúng con xin Ngài thứ tha tội đời, và để con luôn thành tâm tha thứ cho nhau.  Chúng con van nài tình thương xót Chúa, để muôn người vui sống trong nguồn tình yêu.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Thành tiến dâng lên Chúa chí nhân, cuộc đời bao nỗi trầm luân í khổ sầu.  Xin vì Máu Chúa đổ ra, rửa cho tinh trắng thế trần </a:t>
            </a:r>
            <a:r>
              <a:rPr lang="vi-VN" b="0" i="0" dirty="0" err="1">
                <a:solidFill>
                  <a:srgbClr val="FF0000"/>
                </a:solidFill>
                <a:effectLst/>
                <a:latin typeface="Arial" panose="020B0604020202020204" pitchFamily="34" charset="0"/>
              </a:rPr>
              <a:t>luỵ</a:t>
            </a:r>
            <a:r>
              <a:rPr lang="vi-VN" b="0" i="0" dirty="0">
                <a:solidFill>
                  <a:srgbClr val="FF0000"/>
                </a:solidFill>
                <a:effectLst/>
                <a:latin typeface="Arial" panose="020B0604020202020204" pitchFamily="34" charset="0"/>
              </a:rPr>
              <a:t> sa</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24650245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Thượng tiến dâng  lên Chúa chí nhân, rượu nho bánh miến tình thân í bao tình.  Xin vì những lễ vật dâng, rủ thương con cái thế trần Ngài ơi.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Chúng con xin Ngài thứ tha tội đời, và để con luôn thành tâm tha thứ cho nhau.  Chúng con van nài tình thương xót Chúa, để muôn người vui sống trong nguồn tình yêu.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Thành tiến dâng lên Chúa chí nhân, cuộc đời bao nỗi trầm luân í khổ sầu.  Xin vì Máu Chúa đổ ra, rửa cho tinh trắng thế trần </a:t>
            </a:r>
            <a:r>
              <a:rPr lang="vi-VN" b="0" i="0" dirty="0" err="1">
                <a:solidFill>
                  <a:srgbClr val="FF0000"/>
                </a:solidFill>
                <a:effectLst/>
                <a:latin typeface="Arial" panose="020B0604020202020204" pitchFamily="34" charset="0"/>
              </a:rPr>
              <a:t>luỵ</a:t>
            </a:r>
            <a:r>
              <a:rPr lang="vi-VN" b="0" i="0" dirty="0">
                <a:solidFill>
                  <a:srgbClr val="FF0000"/>
                </a:solidFill>
                <a:effectLst/>
                <a:latin typeface="Arial" panose="020B0604020202020204" pitchFamily="34" charset="0"/>
              </a:rPr>
              <a:t> sa</a:t>
            </a:r>
            <a:endParaRPr lang="en-US" dirty="0"/>
          </a:p>
          <a:p>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2775244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1FE3E-C272-D231-B5D3-AD209B1BD1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90FA9-F26F-236C-0C3C-13D1A7AC3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7A859-AA19-1807-8B32-F28FA8B99D53}"/>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Thượng tiến dâng  lên Chúa chí nhân, rượu nho bánh miến tình thân í bao tình.  Xin vì những lễ vật dâng, rủ thương con cái thế trần Ngài ơi.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Chúng con xin Ngài thứ tha tội đời, và để con luôn thành tâm tha thứ cho nhau.  Chúng con van nài tình thương xót Chúa, để muôn người vui sống trong nguồn tình yêu.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Thành tiến dâng lên Chúa chí nhân, cuộc đời bao nỗi trầm luân í khổ sầu.  Xin vì Máu Chúa đổ ra, rửa cho tinh trắng thế trần </a:t>
            </a:r>
            <a:r>
              <a:rPr lang="vi-VN" b="0" i="0" dirty="0" err="1">
                <a:solidFill>
                  <a:srgbClr val="FF0000"/>
                </a:solidFill>
                <a:effectLst/>
                <a:latin typeface="Arial" panose="020B0604020202020204" pitchFamily="34" charset="0"/>
              </a:rPr>
              <a:t>luỵ</a:t>
            </a:r>
            <a:r>
              <a:rPr lang="vi-VN" b="0" i="0" dirty="0">
                <a:solidFill>
                  <a:srgbClr val="FF0000"/>
                </a:solidFill>
                <a:effectLst/>
                <a:latin typeface="Arial" panose="020B0604020202020204" pitchFamily="34" charset="0"/>
              </a:rPr>
              <a:t> sa</a:t>
            </a:r>
            <a:endParaRPr lang="en-US" dirty="0"/>
          </a:p>
          <a:p>
            <a:endParaRPr lang="en-US" dirty="0"/>
          </a:p>
        </p:txBody>
      </p:sp>
      <p:sp>
        <p:nvSpPr>
          <p:cNvPr id="4" name="Slide Number Placeholder 3">
            <a:extLst>
              <a:ext uri="{FF2B5EF4-FFF2-40B4-BE49-F238E27FC236}">
                <a16:creationId xmlns:a16="http://schemas.microsoft.com/office/drawing/2014/main" id="{D2898DA6-E719-82DD-B94B-F480D4A6B707}"/>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10883863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4B38A-1E03-7968-0E5B-0DAA5F021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F837D-4B2B-DB5E-BE14-1AD303839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CA47A-7A42-58DB-97AE-4D6EEC2F3EA4}"/>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Thượng tiến dâng  lên Chúa chí nhân, rượu nho bánh miến tình thân í bao tình.  Xin vì những lễ vật dâng, rủ thương con cái thế trần Ngài ơi.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Chúng con xin Ngài thứ tha tội đời, và để con luôn thành tâm tha thứ cho nhau.  Chúng con van nài tình thương xót Chúa, để muôn người vui sống trong nguồn tình yêu.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Thành tiến dâng lên Chúa chí nhân, cuộc đời bao nỗi trầm luân í khổ sầu.  Xin vì Máu Chúa đổ ra, rửa cho tinh trắng thế trần </a:t>
            </a:r>
            <a:r>
              <a:rPr lang="vi-VN" b="0" i="0" dirty="0" err="1">
                <a:solidFill>
                  <a:srgbClr val="FF0000"/>
                </a:solidFill>
                <a:effectLst/>
                <a:latin typeface="Arial" panose="020B0604020202020204" pitchFamily="34" charset="0"/>
              </a:rPr>
              <a:t>luỵ</a:t>
            </a:r>
            <a:r>
              <a:rPr lang="vi-VN" b="0" i="0" dirty="0">
                <a:solidFill>
                  <a:srgbClr val="FF0000"/>
                </a:solidFill>
                <a:effectLst/>
                <a:latin typeface="Arial" panose="020B0604020202020204" pitchFamily="34" charset="0"/>
              </a:rPr>
              <a:t> sa</a:t>
            </a:r>
            <a:endParaRPr lang="en-US" dirty="0"/>
          </a:p>
        </p:txBody>
      </p:sp>
      <p:sp>
        <p:nvSpPr>
          <p:cNvPr id="4" name="Slide Number Placeholder 3">
            <a:extLst>
              <a:ext uri="{FF2B5EF4-FFF2-40B4-BE49-F238E27FC236}">
                <a16:creationId xmlns:a16="http://schemas.microsoft.com/office/drawing/2014/main" id="{B88AA46D-83FD-08B3-9091-91CEA27D4E4C}"/>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33193172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4D482-3EEB-4EB3-A626-E02BEB93D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99A90-5D97-B15D-A810-0B10ED986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7C65D-2403-2924-5751-43F6D17091A4}"/>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Thượng tiến dâng  lên Chúa chí nhân, rượu nho bánh miến tình thân í bao tình.  Xin vì những lễ vật dâng, rủ thương con cái thế trần Ngài ơi.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Chúng con xin Ngài thứ tha tội đời, và để con luôn thành tâm tha thứ cho nhau.  Chúng con van nài tình thương xót Chúa, để muôn người vui sống trong nguồn tình yêu.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Thành tiến dâng lên Chúa chí nhân, cuộc đời bao nỗi trầm luân í khổ sầu.  Xin vì Máu Chúa đổ ra, rửa cho tinh trắng thế trần </a:t>
            </a:r>
            <a:r>
              <a:rPr lang="vi-VN" b="0" i="0" dirty="0" err="1">
                <a:solidFill>
                  <a:srgbClr val="FF0000"/>
                </a:solidFill>
                <a:effectLst/>
                <a:latin typeface="Arial" panose="020B0604020202020204" pitchFamily="34" charset="0"/>
              </a:rPr>
              <a:t>luỵ</a:t>
            </a:r>
            <a:r>
              <a:rPr lang="vi-VN" b="0" i="0" dirty="0">
                <a:solidFill>
                  <a:srgbClr val="FF0000"/>
                </a:solidFill>
                <a:effectLst/>
                <a:latin typeface="Arial" panose="020B0604020202020204" pitchFamily="34" charset="0"/>
              </a:rPr>
              <a:t> sa</a:t>
            </a:r>
            <a:endParaRPr lang="en-US" dirty="0"/>
          </a:p>
        </p:txBody>
      </p:sp>
      <p:sp>
        <p:nvSpPr>
          <p:cNvPr id="4" name="Slide Number Placeholder 3">
            <a:extLst>
              <a:ext uri="{FF2B5EF4-FFF2-40B4-BE49-F238E27FC236}">
                <a16:creationId xmlns:a16="http://schemas.microsoft.com/office/drawing/2014/main" id="{D110DCCC-6AAA-8D6F-95A8-BF0B578160D8}"/>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13672417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7AA45-8325-AEF9-63E3-86CECAEEF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E395E-C7EF-DFA5-D0A0-27BED7ACC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8FA00-B629-33AF-0B32-BAB089F84C92}"/>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Thượng tiến dâng  lên Chúa chí nhân, rượu nho bánh miến tình thân í bao tình.  Xin vì những lễ vật dâng, rủ thương con cái thế trần Ngài ơi.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Chúng con xin Ngài thứ tha tội đời, và để con luôn thành tâm tha thứ cho nhau.  Chúng con van nài tình thương xót Chúa, để muôn người vui sống trong nguồn tình yêu.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Thành tiến dâng lên Chúa chí nhân, cuộc đời bao nỗi trầm luân í khổ sầu.  Xin vì Máu Chúa đổ ra, rửa cho tinh trắng thế trần </a:t>
            </a:r>
            <a:r>
              <a:rPr lang="vi-VN" b="0" i="0" dirty="0" err="1">
                <a:solidFill>
                  <a:srgbClr val="FF0000"/>
                </a:solidFill>
                <a:effectLst/>
                <a:latin typeface="Arial" panose="020B0604020202020204" pitchFamily="34" charset="0"/>
              </a:rPr>
              <a:t>luỵ</a:t>
            </a:r>
            <a:r>
              <a:rPr lang="vi-VN" b="0" i="0" dirty="0">
                <a:solidFill>
                  <a:srgbClr val="FF0000"/>
                </a:solidFill>
                <a:effectLst/>
                <a:latin typeface="Arial" panose="020B0604020202020204" pitchFamily="34" charset="0"/>
              </a:rPr>
              <a:t> sa</a:t>
            </a:r>
            <a:endParaRPr lang="en-US" dirty="0"/>
          </a:p>
          <a:p>
            <a:endParaRPr lang="en-US" dirty="0"/>
          </a:p>
        </p:txBody>
      </p:sp>
      <p:sp>
        <p:nvSpPr>
          <p:cNvPr id="4" name="Slide Number Placeholder 3">
            <a:extLst>
              <a:ext uri="{FF2B5EF4-FFF2-40B4-BE49-F238E27FC236}">
                <a16:creationId xmlns:a16="http://schemas.microsoft.com/office/drawing/2014/main" id="{910BC182-8607-1CA5-89E4-2D90B2F33907}"/>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820071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88A68-B718-8F88-E49B-219E3AEB7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F59B7-C536-7433-0E3C-4749238EB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21219-7BCD-E47A-B081-1FF59025B149}"/>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Thượng tiến dâng  lên Chúa chí nhân, rượu nho bánh miến tình thân í bao tình.  Xin vì những lễ vật dâng, rủ thương con cái thế trần Ngài ơi.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Chúng con xin Ngài thứ tha tội đời, và để con luôn thành tâm tha thứ cho nhau.  Chúng con van nài tình thương xót Chúa, để muôn người vui sống trong nguồn tình yêu.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Thành tiến dâng lên Chúa chí nhân, cuộc đời bao nỗi trầm luân í khổ sầu.  Xin vì Máu Chúa đổ ra, rửa cho tinh trắng thế trần </a:t>
            </a:r>
            <a:r>
              <a:rPr lang="vi-VN" b="0" i="0" dirty="0" err="1">
                <a:solidFill>
                  <a:srgbClr val="FF0000"/>
                </a:solidFill>
                <a:effectLst/>
                <a:latin typeface="Arial" panose="020B0604020202020204" pitchFamily="34" charset="0"/>
              </a:rPr>
              <a:t>luỵ</a:t>
            </a:r>
            <a:r>
              <a:rPr lang="vi-VN" b="0" i="0" dirty="0">
                <a:solidFill>
                  <a:srgbClr val="FF0000"/>
                </a:solidFill>
                <a:effectLst/>
                <a:latin typeface="Arial" panose="020B0604020202020204" pitchFamily="34" charset="0"/>
              </a:rPr>
              <a:t> sa</a:t>
            </a:r>
            <a:endParaRPr lang="en-US" dirty="0"/>
          </a:p>
          <a:p>
            <a:endParaRPr lang="en-US" dirty="0"/>
          </a:p>
        </p:txBody>
      </p:sp>
      <p:sp>
        <p:nvSpPr>
          <p:cNvPr id="4" name="Slide Number Placeholder 3">
            <a:extLst>
              <a:ext uri="{FF2B5EF4-FFF2-40B4-BE49-F238E27FC236}">
                <a16:creationId xmlns:a16="http://schemas.microsoft.com/office/drawing/2014/main" id="{83C6BCE9-5A37-5E1B-F39D-54CD8CCB2ABD}"/>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12040426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p:cNvSpPr>
            <a:spLocks noGrp="1"/>
          </p:cNvSpPr>
          <p:nvPr>
            <p:ph type="sldNum" sz="quarter" idx="5"/>
          </p:nvPr>
        </p:nvSpPr>
        <p:spPr/>
        <p:txBody>
          <a:bodyPr/>
          <a:lstStyle/>
          <a:p>
            <a:fld id="{648246CF-7178-41AD-B6F8-BACEEA28FBE0}" type="slidenum">
              <a:rPr lang="en-US" smtClean="0"/>
              <a:t>166</a:t>
            </a:fld>
            <a:endParaRPr lang="en-US"/>
          </a:p>
        </p:txBody>
      </p:sp>
    </p:spTree>
    <p:extLst>
      <p:ext uri="{BB962C8B-B14F-4D97-AF65-F5344CB8AC3E}">
        <p14:creationId xmlns:p14="http://schemas.microsoft.com/office/powerpoint/2010/main" val="30436227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194DE-9CF3-A55D-3CE7-BA11BC2D3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5913E-4365-FBFB-73AB-F76584267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4D7201-A3CB-89DA-DA9F-028C9CF6DF97}"/>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B67A8350-AE9E-0BD6-3680-DE710EC3E126}"/>
              </a:ext>
            </a:extLst>
          </p:cNvPr>
          <p:cNvSpPr>
            <a:spLocks noGrp="1"/>
          </p:cNvSpPr>
          <p:nvPr>
            <p:ph type="sldNum" sz="quarter" idx="5"/>
          </p:nvPr>
        </p:nvSpPr>
        <p:spPr/>
        <p:txBody>
          <a:bodyPr/>
          <a:lstStyle/>
          <a:p>
            <a:fld id="{648246CF-7178-41AD-B6F8-BACEEA28FBE0}" type="slidenum">
              <a:rPr lang="en-US" smtClean="0"/>
              <a:t>167</a:t>
            </a:fld>
            <a:endParaRPr lang="en-US"/>
          </a:p>
        </p:txBody>
      </p:sp>
    </p:spTree>
    <p:extLst>
      <p:ext uri="{BB962C8B-B14F-4D97-AF65-F5344CB8AC3E}">
        <p14:creationId xmlns:p14="http://schemas.microsoft.com/office/powerpoint/2010/main" val="41269355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BABA9-8599-7C2F-41B3-F9918F13C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97246-E21E-C95A-74BB-3C61F24472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7416B-F3AD-07EA-6857-2B4C72A6ED81}"/>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28674C50-9462-5DA1-870A-882B6FB18B3F}"/>
              </a:ext>
            </a:extLst>
          </p:cNvPr>
          <p:cNvSpPr>
            <a:spLocks noGrp="1"/>
          </p:cNvSpPr>
          <p:nvPr>
            <p:ph type="sldNum" sz="quarter" idx="5"/>
          </p:nvPr>
        </p:nvSpPr>
        <p:spPr/>
        <p:txBody>
          <a:bodyPr/>
          <a:lstStyle/>
          <a:p>
            <a:fld id="{648246CF-7178-41AD-B6F8-BACEEA28FBE0}" type="slidenum">
              <a:rPr lang="en-US" smtClean="0"/>
              <a:t>168</a:t>
            </a:fld>
            <a:endParaRPr lang="en-US"/>
          </a:p>
        </p:txBody>
      </p:sp>
    </p:spTree>
    <p:extLst>
      <p:ext uri="{BB962C8B-B14F-4D97-AF65-F5344CB8AC3E}">
        <p14:creationId xmlns:p14="http://schemas.microsoft.com/office/powerpoint/2010/main" val="15934891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0D4E2-FFD3-5B8F-361B-269E4FFBC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D9137-1C07-EC03-54C6-56F57952C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6E717C-9D48-C3A1-7CA0-FA129DCCB29C}"/>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37E758BF-635F-6BDC-6C74-42A85D7BBAB4}"/>
              </a:ext>
            </a:extLst>
          </p:cNvPr>
          <p:cNvSpPr>
            <a:spLocks noGrp="1"/>
          </p:cNvSpPr>
          <p:nvPr>
            <p:ph type="sldNum" sz="quarter" idx="5"/>
          </p:nvPr>
        </p:nvSpPr>
        <p:spPr/>
        <p:txBody>
          <a:bodyPr/>
          <a:lstStyle/>
          <a:p>
            <a:fld id="{648246CF-7178-41AD-B6F8-BACEEA28FBE0}" type="slidenum">
              <a:rPr lang="en-US" smtClean="0"/>
              <a:t>169</a:t>
            </a:fld>
            <a:endParaRPr lang="en-US"/>
          </a:p>
        </p:txBody>
      </p:sp>
    </p:spTree>
    <p:extLst>
      <p:ext uri="{BB962C8B-B14F-4D97-AF65-F5344CB8AC3E}">
        <p14:creationId xmlns:p14="http://schemas.microsoft.com/office/powerpoint/2010/main" val="4247284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BF965-1218-2202-59A0-B3DF144D1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C60CF-6EFE-5869-E56F-A1E32AF93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D7BFF3-3F8F-64B1-E598-461B622483C3}"/>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5BEB1C72-5E6E-873F-0DEE-4004380558AD}"/>
              </a:ext>
            </a:extLst>
          </p:cNvPr>
          <p:cNvSpPr>
            <a:spLocks noGrp="1"/>
          </p:cNvSpPr>
          <p:nvPr>
            <p:ph type="sldNum" sz="quarter" idx="5"/>
          </p:nvPr>
        </p:nvSpPr>
        <p:spPr/>
        <p:txBody>
          <a:bodyPr/>
          <a:lstStyle/>
          <a:p>
            <a:fld id="{648246CF-7178-41AD-B6F8-BACEEA28FBE0}" type="slidenum">
              <a:rPr lang="en-US" smtClean="0"/>
              <a:t>170</a:t>
            </a:fld>
            <a:endParaRPr lang="en-US"/>
          </a:p>
        </p:txBody>
      </p:sp>
    </p:spTree>
    <p:extLst>
      <p:ext uri="{BB962C8B-B14F-4D97-AF65-F5344CB8AC3E}">
        <p14:creationId xmlns:p14="http://schemas.microsoft.com/office/powerpoint/2010/main" val="38165569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8D24-6352-0F90-4104-EB6C90AFD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7D5EA-65CF-599F-C033-9F02D6BEF2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5EA87-86E3-E113-7D7B-863F9BE1312A}"/>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6CAB8B92-6151-3060-9312-F96EDEF40838}"/>
              </a:ext>
            </a:extLst>
          </p:cNvPr>
          <p:cNvSpPr>
            <a:spLocks noGrp="1"/>
          </p:cNvSpPr>
          <p:nvPr>
            <p:ph type="sldNum" sz="quarter" idx="5"/>
          </p:nvPr>
        </p:nvSpPr>
        <p:spPr/>
        <p:txBody>
          <a:bodyPr/>
          <a:lstStyle/>
          <a:p>
            <a:fld id="{648246CF-7178-41AD-B6F8-BACEEA28FBE0}" type="slidenum">
              <a:rPr lang="en-US" smtClean="0"/>
              <a:t>171</a:t>
            </a:fld>
            <a:endParaRPr lang="en-US"/>
          </a:p>
        </p:txBody>
      </p:sp>
    </p:spTree>
    <p:extLst>
      <p:ext uri="{BB962C8B-B14F-4D97-AF65-F5344CB8AC3E}">
        <p14:creationId xmlns:p14="http://schemas.microsoft.com/office/powerpoint/2010/main" val="26364374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B01C1-60D6-C56B-71C1-5141FC40F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0F330-D259-2027-2896-007359B069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B3C3F-898C-F14C-212F-6D803B92DF1C}"/>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5D3855B7-DEE4-16E1-A445-DC285A4A2FC1}"/>
              </a:ext>
            </a:extLst>
          </p:cNvPr>
          <p:cNvSpPr>
            <a:spLocks noGrp="1"/>
          </p:cNvSpPr>
          <p:nvPr>
            <p:ph type="sldNum" sz="quarter" idx="5"/>
          </p:nvPr>
        </p:nvSpPr>
        <p:spPr/>
        <p:txBody>
          <a:bodyPr/>
          <a:lstStyle/>
          <a:p>
            <a:fld id="{648246CF-7178-41AD-B6F8-BACEEA28FBE0}" type="slidenum">
              <a:rPr lang="en-US" smtClean="0"/>
              <a:t>172</a:t>
            </a:fld>
            <a:endParaRPr lang="en-US"/>
          </a:p>
        </p:txBody>
      </p:sp>
    </p:spTree>
    <p:extLst>
      <p:ext uri="{BB962C8B-B14F-4D97-AF65-F5344CB8AC3E}">
        <p14:creationId xmlns:p14="http://schemas.microsoft.com/office/powerpoint/2010/main" val="30725265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4B7DE-5033-9F69-DD64-1637E1B29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78947-4E7E-4EFB-5494-BA9F9BB1D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00ED1-A3A2-5DA5-F2EF-54921B8E512F}"/>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9BD002C7-C3E8-BD94-613E-BAADB28CBBEE}"/>
              </a:ext>
            </a:extLst>
          </p:cNvPr>
          <p:cNvSpPr>
            <a:spLocks noGrp="1"/>
          </p:cNvSpPr>
          <p:nvPr>
            <p:ph type="sldNum" sz="quarter" idx="5"/>
          </p:nvPr>
        </p:nvSpPr>
        <p:spPr/>
        <p:txBody>
          <a:bodyPr/>
          <a:lstStyle/>
          <a:p>
            <a:fld id="{648246CF-7178-41AD-B6F8-BACEEA28FBE0}" type="slidenum">
              <a:rPr lang="en-US" smtClean="0"/>
              <a:t>173</a:t>
            </a:fld>
            <a:endParaRPr lang="en-US"/>
          </a:p>
        </p:txBody>
      </p:sp>
    </p:spTree>
    <p:extLst>
      <p:ext uri="{BB962C8B-B14F-4D97-AF65-F5344CB8AC3E}">
        <p14:creationId xmlns:p14="http://schemas.microsoft.com/office/powerpoint/2010/main" val="16259242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99A5A-2AB7-933B-8439-F7B5C92693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8F719-553F-6A18-8A05-000640FAE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984AB5-4E24-470C-8DF4-967E1FA232EC}"/>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E9432FE8-D34B-A75D-AE75-9182AB5E938C}"/>
              </a:ext>
            </a:extLst>
          </p:cNvPr>
          <p:cNvSpPr>
            <a:spLocks noGrp="1"/>
          </p:cNvSpPr>
          <p:nvPr>
            <p:ph type="sldNum" sz="quarter" idx="5"/>
          </p:nvPr>
        </p:nvSpPr>
        <p:spPr/>
        <p:txBody>
          <a:bodyPr/>
          <a:lstStyle/>
          <a:p>
            <a:fld id="{648246CF-7178-41AD-B6F8-BACEEA28FBE0}" type="slidenum">
              <a:rPr lang="en-US" smtClean="0"/>
              <a:t>174</a:t>
            </a:fld>
            <a:endParaRPr lang="en-US"/>
          </a:p>
        </p:txBody>
      </p:sp>
    </p:spTree>
    <p:extLst>
      <p:ext uri="{BB962C8B-B14F-4D97-AF65-F5344CB8AC3E}">
        <p14:creationId xmlns:p14="http://schemas.microsoft.com/office/powerpoint/2010/main" val="30947444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5806F-3C94-43B6-E0DC-B6FB2AB4D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A8CA7-7823-4C4A-A882-5F5CF1C29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CE14E1-EBBB-B1F0-62D7-D350C2013045}"/>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7F70FB55-6705-B6B5-BA29-9481A89D26FA}"/>
              </a:ext>
            </a:extLst>
          </p:cNvPr>
          <p:cNvSpPr>
            <a:spLocks noGrp="1"/>
          </p:cNvSpPr>
          <p:nvPr>
            <p:ph type="sldNum" sz="quarter" idx="5"/>
          </p:nvPr>
        </p:nvSpPr>
        <p:spPr/>
        <p:txBody>
          <a:bodyPr/>
          <a:lstStyle/>
          <a:p>
            <a:fld id="{648246CF-7178-41AD-B6F8-BACEEA28FBE0}" type="slidenum">
              <a:rPr lang="en-US" smtClean="0"/>
              <a:t>175</a:t>
            </a:fld>
            <a:endParaRPr lang="en-US"/>
          </a:p>
        </p:txBody>
      </p:sp>
    </p:spTree>
    <p:extLst>
      <p:ext uri="{BB962C8B-B14F-4D97-AF65-F5344CB8AC3E}">
        <p14:creationId xmlns:p14="http://schemas.microsoft.com/office/powerpoint/2010/main" val="33464939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31C5-0BFF-8AD3-9D5B-925E2BCBC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D7E17-057E-17B7-8E30-A28527EC2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63568-600A-4CA3-AD00-2F27AF72037E}"/>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4827E98C-6214-C7D2-AFEB-25EFAEB7F29B}"/>
              </a:ext>
            </a:extLst>
          </p:cNvPr>
          <p:cNvSpPr>
            <a:spLocks noGrp="1"/>
          </p:cNvSpPr>
          <p:nvPr>
            <p:ph type="sldNum" sz="quarter" idx="5"/>
          </p:nvPr>
        </p:nvSpPr>
        <p:spPr/>
        <p:txBody>
          <a:bodyPr/>
          <a:lstStyle/>
          <a:p>
            <a:fld id="{648246CF-7178-41AD-B6F8-BACEEA28FBE0}" type="slidenum">
              <a:rPr lang="en-US" smtClean="0"/>
              <a:t>176</a:t>
            </a:fld>
            <a:endParaRPr lang="en-US"/>
          </a:p>
        </p:txBody>
      </p:sp>
    </p:spTree>
    <p:extLst>
      <p:ext uri="{BB962C8B-B14F-4D97-AF65-F5344CB8AC3E}">
        <p14:creationId xmlns:p14="http://schemas.microsoft.com/office/powerpoint/2010/main" val="41444355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CAB82-131C-BBAE-78FB-9E3491D5E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1AC28-D896-8031-2EC3-D7AEA2922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1C11E5-909F-3C7C-FE60-4ECA8E61C43C}"/>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33C67D74-4135-8069-AA68-959E4FD00EAA}"/>
              </a:ext>
            </a:extLst>
          </p:cNvPr>
          <p:cNvSpPr>
            <a:spLocks noGrp="1"/>
          </p:cNvSpPr>
          <p:nvPr>
            <p:ph type="sldNum" sz="quarter" idx="5"/>
          </p:nvPr>
        </p:nvSpPr>
        <p:spPr/>
        <p:txBody>
          <a:bodyPr/>
          <a:lstStyle/>
          <a:p>
            <a:fld id="{648246CF-7178-41AD-B6F8-BACEEA28FBE0}" type="slidenum">
              <a:rPr lang="en-US" smtClean="0"/>
              <a:t>177</a:t>
            </a:fld>
            <a:endParaRPr lang="en-US"/>
          </a:p>
        </p:txBody>
      </p:sp>
    </p:spTree>
    <p:extLst>
      <p:ext uri="{BB962C8B-B14F-4D97-AF65-F5344CB8AC3E}">
        <p14:creationId xmlns:p14="http://schemas.microsoft.com/office/powerpoint/2010/main" val="6787110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6D163-1C6D-B467-DB86-8F59DE812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9803E3-8774-8EC6-E455-30D48FBF4D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CD3FF-C920-9F52-1A83-556BB2C63DE2}"/>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DE5BB3E0-E7C9-65D7-BB17-371A1A424C2B}"/>
              </a:ext>
            </a:extLst>
          </p:cNvPr>
          <p:cNvSpPr>
            <a:spLocks noGrp="1"/>
          </p:cNvSpPr>
          <p:nvPr>
            <p:ph type="sldNum" sz="quarter" idx="5"/>
          </p:nvPr>
        </p:nvSpPr>
        <p:spPr/>
        <p:txBody>
          <a:bodyPr/>
          <a:lstStyle/>
          <a:p>
            <a:fld id="{648246CF-7178-41AD-B6F8-BACEEA28FBE0}" type="slidenum">
              <a:rPr lang="en-US" smtClean="0"/>
              <a:t>178</a:t>
            </a:fld>
            <a:endParaRPr lang="en-US"/>
          </a:p>
        </p:txBody>
      </p:sp>
    </p:spTree>
    <p:extLst>
      <p:ext uri="{BB962C8B-B14F-4D97-AF65-F5344CB8AC3E}">
        <p14:creationId xmlns:p14="http://schemas.microsoft.com/office/powerpoint/2010/main" val="42123108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F1530-45EA-BF72-C63E-058E1C5D3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72EB0-5283-B5A0-B287-55FDE05EE7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74986-6A79-1F79-2223-98912D786ECF}"/>
              </a:ext>
            </a:extLst>
          </p:cNvPr>
          <p:cNvSpPr>
            <a:spLocks noGrp="1"/>
          </p:cNvSpPr>
          <p:nvPr>
            <p:ph type="body" idx="1"/>
          </p:nvPr>
        </p:nvSpPr>
        <p:spPr/>
        <p:txBody>
          <a:bodyPr/>
          <a:lstStyle/>
          <a:p>
            <a:pPr algn="l" fontAlgn="base">
              <a:buNone/>
            </a:pPr>
            <a:r>
              <a:rPr lang="vi-VN" b="0" i="0" dirty="0" err="1">
                <a:solidFill>
                  <a:srgbClr val="373737"/>
                </a:solidFill>
                <a:effectLst/>
                <a:latin typeface="Oswald" panose="020F0502020204030204" pitchFamily="2" charset="0"/>
              </a:rPr>
              <a:t>ĐK</a:t>
            </a:r>
            <a:r>
              <a:rPr lang="vi-VN" b="0" i="0" dirty="0">
                <a:solidFill>
                  <a:srgbClr val="373737"/>
                </a:solidFill>
                <a:effectLst/>
                <a:latin typeface="Oswald" panose="020F0502020204030204" pitchFamily="2" charset="0"/>
              </a:rPr>
              <a:t>. Chúa luôn tha thứ cho con, không hề kết án tội con bao giờ. Mong con quay gót trở về, trong tình yêu Chúa chẳng hề nhạt phai.</a:t>
            </a:r>
          </a:p>
          <a:p>
            <a:pPr algn="l" fontAlgn="base">
              <a:buNone/>
            </a:pPr>
            <a:r>
              <a:rPr lang="vi-VN" b="0" i="0" dirty="0">
                <a:solidFill>
                  <a:srgbClr val="373737"/>
                </a:solidFill>
                <a:effectLst/>
                <a:latin typeface="Oswald" panose="020F0502020204030204" pitchFamily="2" charset="0"/>
              </a:rPr>
              <a:t>1) Ôi tình yêu Chúa, Ngài thương con khi đời con đã mất hết hy vọng giữa cõi đời. Khi Chúa đến với con đây, con vẫn ngỡ là mơ.</a:t>
            </a:r>
          </a:p>
          <a:p>
            <a:pPr algn="l" fontAlgn="base">
              <a:buNone/>
            </a:pPr>
            <a:r>
              <a:rPr lang="vi-VN" b="0" i="0" dirty="0">
                <a:solidFill>
                  <a:srgbClr val="373737"/>
                </a:solidFill>
                <a:effectLst/>
                <a:latin typeface="Oswald" panose="020F0502020204030204" pitchFamily="2" charset="0"/>
              </a:rPr>
              <a:t>2) Bao người lên án cười chê con khi đời con lỡ bước. Muốn tiêu diệt tấm thân này, trong khi gặp lúc cơ cùng, Chúa đã cứu đời con.</a:t>
            </a:r>
          </a:p>
          <a:p>
            <a:pPr algn="l" fontAlgn="base"/>
            <a:r>
              <a:rPr lang="vi-VN" b="0" i="0" dirty="0">
                <a:solidFill>
                  <a:srgbClr val="373737"/>
                </a:solidFill>
                <a:effectLst/>
                <a:latin typeface="Oswald" panose="020F0502020204030204" pitchFamily="2" charset="0"/>
              </a:rPr>
              <a:t>3) Khi kề bên Chúa, Ngài nhìn con, ôi tình yêu chan chứa. Nói sao vừa, nói sao vừa, hoen mi lệ ứa dâng trào, ôi ngọt ngào tình Chúa.</a:t>
            </a:r>
          </a:p>
        </p:txBody>
      </p:sp>
      <p:sp>
        <p:nvSpPr>
          <p:cNvPr id="4" name="Slide Number Placeholder 3">
            <a:extLst>
              <a:ext uri="{FF2B5EF4-FFF2-40B4-BE49-F238E27FC236}">
                <a16:creationId xmlns:a16="http://schemas.microsoft.com/office/drawing/2014/main" id="{0EBAE329-7F44-FB49-8774-01D6646AAB5A}"/>
              </a:ext>
            </a:extLst>
          </p:cNvPr>
          <p:cNvSpPr>
            <a:spLocks noGrp="1"/>
          </p:cNvSpPr>
          <p:nvPr>
            <p:ph type="sldNum" sz="quarter" idx="5"/>
          </p:nvPr>
        </p:nvSpPr>
        <p:spPr/>
        <p:txBody>
          <a:bodyPr/>
          <a:lstStyle/>
          <a:p>
            <a:fld id="{648246CF-7178-41AD-B6F8-BACEEA28FBE0}" type="slidenum">
              <a:rPr lang="en-US" smtClean="0"/>
              <a:t>179</a:t>
            </a:fld>
            <a:endParaRPr lang="en-US"/>
          </a:p>
        </p:txBody>
      </p:sp>
    </p:spTree>
    <p:extLst>
      <p:ext uri="{BB962C8B-B14F-4D97-AF65-F5344CB8AC3E}">
        <p14:creationId xmlns:p14="http://schemas.microsoft.com/office/powerpoint/2010/main" val="36647625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182</a:t>
            </a:fld>
            <a:endParaRPr lang="en-US"/>
          </a:p>
        </p:txBody>
      </p:sp>
    </p:spTree>
    <p:extLst>
      <p:ext uri="{BB962C8B-B14F-4D97-AF65-F5344CB8AC3E}">
        <p14:creationId xmlns:p14="http://schemas.microsoft.com/office/powerpoint/2010/main" val="6306662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29F54-13CF-E8E6-D32F-C636C83043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15B53-43E2-2A28-EBED-3A8B703D4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C3DED-1BEA-2373-E4E9-43F0CB1F5586}"/>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C64D1BCD-840C-D352-9310-8BA5DF5EBCED}"/>
              </a:ext>
            </a:extLst>
          </p:cNvPr>
          <p:cNvSpPr>
            <a:spLocks noGrp="1"/>
          </p:cNvSpPr>
          <p:nvPr>
            <p:ph type="sldNum" sz="quarter" idx="5"/>
          </p:nvPr>
        </p:nvSpPr>
        <p:spPr/>
        <p:txBody>
          <a:bodyPr/>
          <a:lstStyle/>
          <a:p>
            <a:fld id="{648246CF-7178-41AD-B6F8-BACEEA28FBE0}" type="slidenum">
              <a:rPr lang="en-US" smtClean="0"/>
              <a:t>183</a:t>
            </a:fld>
            <a:endParaRPr lang="en-US"/>
          </a:p>
        </p:txBody>
      </p:sp>
    </p:spTree>
    <p:extLst>
      <p:ext uri="{BB962C8B-B14F-4D97-AF65-F5344CB8AC3E}">
        <p14:creationId xmlns:p14="http://schemas.microsoft.com/office/powerpoint/2010/main" val="25268609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E1952-78F3-9858-A76D-54F816ACD5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59724-13E1-B356-03DE-08961CB75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2E4C85-C15F-B993-E7EC-B5A7D2B296BB}"/>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1F31B52F-570D-CF8A-370D-33B357D320F4}"/>
              </a:ext>
            </a:extLst>
          </p:cNvPr>
          <p:cNvSpPr>
            <a:spLocks noGrp="1"/>
          </p:cNvSpPr>
          <p:nvPr>
            <p:ph type="sldNum" sz="quarter" idx="5"/>
          </p:nvPr>
        </p:nvSpPr>
        <p:spPr/>
        <p:txBody>
          <a:bodyPr/>
          <a:lstStyle/>
          <a:p>
            <a:fld id="{648246CF-7178-41AD-B6F8-BACEEA28FBE0}" type="slidenum">
              <a:rPr lang="en-US" smtClean="0"/>
              <a:t>184</a:t>
            </a:fld>
            <a:endParaRPr lang="en-US"/>
          </a:p>
        </p:txBody>
      </p:sp>
    </p:spTree>
    <p:extLst>
      <p:ext uri="{BB962C8B-B14F-4D97-AF65-F5344CB8AC3E}">
        <p14:creationId xmlns:p14="http://schemas.microsoft.com/office/powerpoint/2010/main" val="7739340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D2D8E-2719-1788-DACD-E35ED1E90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C1433-7A24-A3A2-C356-798BDF676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06318-69A7-D1F8-5137-5546F898B59A}"/>
              </a:ext>
            </a:extLst>
          </p:cNvPr>
          <p:cNvSpPr>
            <a:spLocks noGrp="1"/>
          </p:cNvSpPr>
          <p:nvPr>
            <p:ph type="body" idx="1"/>
          </p:nvPr>
        </p:nvSpPr>
        <p:spPr/>
        <p:txBody>
          <a:bodyPr/>
          <a:lstStyle/>
          <a:p>
            <a:r>
              <a:rPr lang="vi-VN" b="0" i="0" dirty="0">
                <a:solidFill>
                  <a:srgbClr val="FF0000"/>
                </a:solidFill>
                <a:effectLst/>
                <a:latin typeface="Arial" panose="020B0604020202020204" pitchFamily="34" charset="0"/>
              </a:rPr>
              <a:t>2. Lạy Chúa, mũi đòng nào đâm thấu con tim, đinh nhọn nào còn loang máu đào, sỉ nhục nào còn vương trên mắt. Lạy Chúa, những bước nào gục ngã đau thương, bao roi đòn hằn vết thê lương, đường tình đó Ngài dành cho con.</a:t>
            </a:r>
            <a:endParaRPr lang="en-US" b="0" i="0" dirty="0">
              <a:solidFill>
                <a:srgbClr val="FF0000"/>
              </a:solidFill>
              <a:effectLst/>
              <a:latin typeface="Arial" panose="020B0604020202020204" pitchFamily="34" charset="0"/>
            </a:endParaRPr>
          </a:p>
          <a:p>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Lạy Chúa, xin cho con bước đi theo Ngài, xin cho con cùng vác với Ngài, thập giá trên đường đời con đi (đường đời con đi). Lạy Chúa, xin cho con đóng đinh với Ngài, xin cho con cùng chết với Ngài, để được sống với Ngài vinh quang.</a:t>
            </a:r>
            <a:endParaRPr lang="en-US" dirty="0"/>
          </a:p>
        </p:txBody>
      </p:sp>
      <p:sp>
        <p:nvSpPr>
          <p:cNvPr id="4" name="Slide Number Placeholder 3">
            <a:extLst>
              <a:ext uri="{FF2B5EF4-FFF2-40B4-BE49-F238E27FC236}">
                <a16:creationId xmlns:a16="http://schemas.microsoft.com/office/drawing/2014/main" id="{BDB18346-8D2B-8D77-D8AA-446595B8AAD5}"/>
              </a:ext>
            </a:extLst>
          </p:cNvPr>
          <p:cNvSpPr>
            <a:spLocks noGrp="1"/>
          </p:cNvSpPr>
          <p:nvPr>
            <p:ph type="sldNum" sz="quarter" idx="5"/>
          </p:nvPr>
        </p:nvSpPr>
        <p:spPr/>
        <p:txBody>
          <a:bodyPr/>
          <a:lstStyle/>
          <a:p>
            <a:fld id="{648246CF-7178-41AD-B6F8-BACEEA28FBE0}" type="slidenum">
              <a:rPr lang="en-US" smtClean="0"/>
              <a:t>185</a:t>
            </a:fld>
            <a:endParaRPr lang="en-US"/>
          </a:p>
        </p:txBody>
      </p:sp>
    </p:spTree>
    <p:extLst>
      <p:ext uri="{BB962C8B-B14F-4D97-AF65-F5344CB8AC3E}">
        <p14:creationId xmlns:p14="http://schemas.microsoft.com/office/powerpoint/2010/main" val="3095654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4/6/25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4/6/25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4/6/25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4/6/25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4/6/25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4/6/25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4/6/25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4/6/25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4/6/25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4/6/25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4/6/25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6655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33104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17906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16868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29007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521904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801880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857438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787285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42550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72326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4/6/25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6000" r="-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C99C4AFC-49E7-4410-AD5D-CE20BB0DBB8C}" type="datetimeFigureOut">
              <a:rPr lang="en-US" smtClean="0">
                <a:solidFill>
                  <a:prstClr val="black">
                    <a:tint val="75000"/>
                  </a:prstClr>
                </a:solidFill>
              </a:rPr>
              <a:pPr/>
              <a:t>4/6/25</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93F5A96-A150-4AD5-B901-1C622FB5CF2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62057267"/>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2.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18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0CC02C-D777-4DB0-073C-8862AA0AC76D}"/>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person and person in a robe&#10;&#10;AI-generated content may be incorrect.">
            <a:extLst>
              <a:ext uri="{FF2B5EF4-FFF2-40B4-BE49-F238E27FC236}">
                <a16:creationId xmlns:a16="http://schemas.microsoft.com/office/drawing/2014/main" id="{DC7CB448-D008-3FF2-DF07-3502D8D92D3B}"/>
              </a:ext>
            </a:extLst>
          </p:cNvPr>
          <p:cNvPicPr>
            <a:picLocks noChangeAspect="1"/>
          </p:cNvPicPr>
          <p:nvPr/>
        </p:nvPicPr>
        <p:blipFill>
          <a:blip r:embed="rId2">
            <a:extLst>
              <a:ext uri="{28A0092B-C50C-407E-A947-70E740481C1C}">
                <a14:useLocalDpi xmlns:a14="http://schemas.microsoft.com/office/drawing/2010/main" val="0"/>
              </a:ext>
            </a:extLst>
          </a:blip>
          <a:srcRect r="11876"/>
          <a:stretch/>
        </p:blipFill>
        <p:spPr>
          <a:xfrm>
            <a:off x="20" y="10"/>
            <a:ext cx="7252212" cy="5143490"/>
          </a:xfrm>
          <a:prstGeom prst="rect">
            <a:avLst/>
          </a:prstGeom>
        </p:spPr>
      </p:pic>
      <p:sp>
        <p:nvSpPr>
          <p:cNvPr id="24" name="Rectangle 2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51435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71869B43-3F2C-19D6-D0DA-39ABE8B36ADE}"/>
              </a:ext>
            </a:extLst>
          </p:cNvPr>
          <p:cNvSpPr txBox="1"/>
          <p:nvPr/>
        </p:nvSpPr>
        <p:spPr>
          <a:xfrm>
            <a:off x="3276600" y="133350"/>
            <a:ext cx="5867399" cy="1428750"/>
          </a:xfrm>
          <a:prstGeom prst="rect">
            <a:avLst/>
          </a:prstGeom>
        </p:spPr>
        <p:txBody>
          <a:bodyPr vert="horz" lIns="91440" tIns="45720" rIns="91440" bIns="45720" rtlCol="0" anchor="ctr">
            <a:normAutofit/>
          </a:bodyPr>
          <a:lstStyle/>
          <a:p>
            <a:pPr algn="r">
              <a:lnSpc>
                <a:spcPct val="90000"/>
              </a:lnSpc>
              <a:spcBef>
                <a:spcPct val="0"/>
              </a:spcBef>
              <a:spcAft>
                <a:spcPts val="600"/>
              </a:spcAft>
            </a:pPr>
            <a:r>
              <a:rPr lang="en-US" sz="4400" b="1" dirty="0">
                <a:ln w="12700" cmpd="sng">
                  <a:solidFill>
                    <a:srgbClr val="FF0000"/>
                  </a:solidFill>
                  <a:prstDash val="solid"/>
                </a:ln>
                <a:solidFill>
                  <a:srgbClr val="FF0000"/>
                </a:solidFill>
                <a:latin typeface="Times New Roman (Headings)"/>
                <a:ea typeface="+mj-ea"/>
                <a:cs typeface="Arial" panose="020B0604020202020204" pitchFamily="34" charset="0"/>
              </a:rPr>
              <a:t>CHÚA NHẬT V </a:t>
            </a:r>
            <a:br>
              <a:rPr lang="en-US" sz="4400" b="1" dirty="0">
                <a:ln w="12700" cmpd="sng">
                  <a:solidFill>
                    <a:srgbClr val="FF0000"/>
                  </a:solidFill>
                  <a:prstDash val="solid"/>
                </a:ln>
                <a:solidFill>
                  <a:srgbClr val="FF0000"/>
                </a:solidFill>
                <a:latin typeface="Times New Roman (Headings)"/>
                <a:ea typeface="+mj-ea"/>
                <a:cs typeface="Arial" panose="020B0604020202020204" pitchFamily="34" charset="0"/>
              </a:rPr>
            </a:br>
            <a:r>
              <a:rPr lang="en-US" sz="4400" b="1" dirty="0" err="1">
                <a:ln w="12700" cmpd="sng">
                  <a:solidFill>
                    <a:srgbClr val="FF0000"/>
                  </a:solidFill>
                  <a:prstDash val="solid"/>
                </a:ln>
                <a:solidFill>
                  <a:srgbClr val="FF0000"/>
                </a:solidFill>
                <a:latin typeface="Times New Roman (Headings)"/>
                <a:ea typeface="+mj-ea"/>
                <a:cs typeface="Arial" panose="020B0604020202020204" pitchFamily="34" charset="0"/>
              </a:rPr>
              <a:t>MÙA</a:t>
            </a:r>
            <a:r>
              <a:rPr lang="en-US" sz="4400" b="1" dirty="0">
                <a:ln w="12700" cmpd="sng">
                  <a:solidFill>
                    <a:srgbClr val="FF0000"/>
                  </a:solidFill>
                  <a:prstDash val="solid"/>
                </a:ln>
                <a:solidFill>
                  <a:srgbClr val="FF0000"/>
                </a:solidFill>
                <a:latin typeface="Times New Roman (Headings)"/>
                <a:ea typeface="+mj-ea"/>
                <a:cs typeface="Arial" panose="020B0604020202020204" pitchFamily="34" charset="0"/>
              </a:rPr>
              <a:t> CHAY </a:t>
            </a:r>
            <a:r>
              <a:rPr lang="en-US" sz="4400" b="1" dirty="0" err="1">
                <a:ln w="12700" cmpd="sng">
                  <a:solidFill>
                    <a:srgbClr val="FF0000"/>
                  </a:solidFill>
                  <a:prstDash val="solid"/>
                </a:ln>
                <a:solidFill>
                  <a:srgbClr val="FF0000"/>
                </a:solidFill>
                <a:latin typeface="Times New Roman (Headings)"/>
                <a:ea typeface="+mj-ea"/>
                <a:cs typeface="Arial" panose="020B0604020202020204" pitchFamily="34" charset="0"/>
              </a:rPr>
              <a:t>NĂM</a:t>
            </a:r>
            <a:r>
              <a:rPr lang="en-US" sz="4400" b="1" dirty="0">
                <a:ln w="12700" cmpd="sng">
                  <a:solidFill>
                    <a:srgbClr val="FF0000"/>
                  </a:solidFill>
                  <a:prstDash val="solid"/>
                </a:ln>
                <a:solidFill>
                  <a:srgbClr val="FF0000"/>
                </a:solidFill>
                <a:latin typeface="Times New Roman (Headings)"/>
                <a:ea typeface="+mj-ea"/>
                <a:cs typeface="Arial" panose="020B0604020202020204" pitchFamily="34" charset="0"/>
              </a:rPr>
              <a:t> C</a:t>
            </a:r>
          </a:p>
        </p:txBody>
      </p:sp>
      <p:sp>
        <p:nvSpPr>
          <p:cNvPr id="14" name="TextBox 13">
            <a:extLst>
              <a:ext uri="{FF2B5EF4-FFF2-40B4-BE49-F238E27FC236}">
                <a16:creationId xmlns:a16="http://schemas.microsoft.com/office/drawing/2014/main" id="{508DD08E-8C99-DFA9-6A8B-8A4ACC50DF72}"/>
              </a:ext>
            </a:extLst>
          </p:cNvPr>
          <p:cNvSpPr txBox="1"/>
          <p:nvPr/>
        </p:nvSpPr>
        <p:spPr>
          <a:xfrm>
            <a:off x="4955287" y="1657350"/>
            <a:ext cx="4188713" cy="2819400"/>
          </a:xfrm>
          <a:prstGeom prst="rect">
            <a:avLst/>
          </a:prstGeom>
          <a:noFill/>
          <a:ln>
            <a:noFill/>
          </a:ln>
        </p:spPr>
        <p:txBody>
          <a:bodyPr vert="horz" lIns="91440" tIns="45720" rIns="91440" bIns="45720" rtlCol="0">
            <a:normAutofit/>
          </a:bodyPr>
          <a:lstStyle/>
          <a:p>
            <a:pPr algn="just">
              <a:lnSpc>
                <a:spcPct val="90000"/>
              </a:lnSpc>
              <a:spcAft>
                <a:spcPts val="600"/>
              </a:spcAft>
            </a:pPr>
            <a:r>
              <a:rPr lang="en-US" sz="4800" b="1" i="1" dirty="0">
                <a:solidFill>
                  <a:schemeClr val="accent4"/>
                </a:solidFill>
                <a:latin typeface="Times New Roman" panose="02020603050405020304" pitchFamily="18" charset="0"/>
                <a:cs typeface="Times New Roman" panose="02020603050405020304" pitchFamily="18" charset="0"/>
              </a:rPr>
              <a:t>“Ai </a:t>
            </a:r>
            <a:r>
              <a:rPr lang="en-US" sz="4800" b="1" i="1" dirty="0" err="1">
                <a:solidFill>
                  <a:schemeClr val="accent4"/>
                </a:solidFill>
                <a:latin typeface="Times New Roman" panose="02020603050405020304" pitchFamily="18" charset="0"/>
                <a:cs typeface="Times New Roman" panose="02020603050405020304" pitchFamily="18" charset="0"/>
              </a:rPr>
              <a:t>trong</a:t>
            </a:r>
            <a:r>
              <a:rPr lang="en-US" sz="4800" b="1" i="1" dirty="0">
                <a:solidFill>
                  <a:schemeClr val="accent4"/>
                </a:solidFill>
                <a:latin typeface="Times New Roman" panose="02020603050405020304" pitchFamily="18" charset="0"/>
                <a:cs typeface="Times New Roman" panose="02020603050405020304" pitchFamily="18" charset="0"/>
              </a:rPr>
              <a:t> các </a:t>
            </a:r>
            <a:r>
              <a:rPr lang="en-US" sz="4800" b="1" i="1" dirty="0" err="1">
                <a:solidFill>
                  <a:schemeClr val="accent4"/>
                </a:solidFill>
                <a:latin typeface="Times New Roman" panose="02020603050405020304" pitchFamily="18" charset="0"/>
                <a:cs typeface="Times New Roman" panose="02020603050405020304" pitchFamily="18" charset="0"/>
              </a:rPr>
              <a:t>ngươi</a:t>
            </a:r>
            <a:r>
              <a:rPr lang="en-US" sz="4800" b="1" i="1" dirty="0">
                <a:solidFill>
                  <a:schemeClr val="accent4"/>
                </a:solidFill>
                <a:latin typeface="Times New Roman" panose="02020603050405020304" pitchFamily="18" charset="0"/>
                <a:cs typeface="Times New Roman" panose="02020603050405020304" pitchFamily="18" charset="0"/>
              </a:rPr>
              <a:t> </a:t>
            </a:r>
            <a:r>
              <a:rPr lang="en-US" sz="4800" b="1" i="1" dirty="0" err="1">
                <a:solidFill>
                  <a:schemeClr val="accent4"/>
                </a:solidFill>
                <a:latin typeface="Times New Roman" panose="02020603050405020304" pitchFamily="18" charset="0"/>
                <a:cs typeface="Times New Roman" panose="02020603050405020304" pitchFamily="18" charset="0"/>
              </a:rPr>
              <a:t>sạch</a:t>
            </a:r>
            <a:r>
              <a:rPr lang="en-US" sz="4800" b="1" i="1" dirty="0">
                <a:solidFill>
                  <a:schemeClr val="accent4"/>
                </a:solidFill>
                <a:latin typeface="Times New Roman" panose="02020603050405020304" pitchFamily="18" charset="0"/>
                <a:cs typeface="Times New Roman" panose="02020603050405020304" pitchFamily="18" charset="0"/>
              </a:rPr>
              <a:t> </a:t>
            </a:r>
            <a:r>
              <a:rPr lang="en-US" sz="4800" b="1" i="1" dirty="0" err="1">
                <a:solidFill>
                  <a:schemeClr val="accent4"/>
                </a:solidFill>
                <a:latin typeface="Times New Roman" panose="02020603050405020304" pitchFamily="18" charset="0"/>
                <a:cs typeface="Times New Roman" panose="02020603050405020304" pitchFamily="18" charset="0"/>
              </a:rPr>
              <a:t>tội</a:t>
            </a:r>
            <a:r>
              <a:rPr lang="en-US" sz="4800" b="1" i="1" dirty="0">
                <a:solidFill>
                  <a:schemeClr val="accent4"/>
                </a:solidFill>
                <a:latin typeface="Times New Roman" panose="02020603050405020304" pitchFamily="18" charset="0"/>
                <a:cs typeface="Times New Roman" panose="02020603050405020304" pitchFamily="18" charset="0"/>
              </a:rPr>
              <a:t>, </a:t>
            </a:r>
            <a:br>
              <a:rPr lang="en-US" sz="4800" b="1" i="1" dirty="0">
                <a:solidFill>
                  <a:schemeClr val="accent4"/>
                </a:solidFill>
                <a:latin typeface="Times New Roman" panose="02020603050405020304" pitchFamily="18" charset="0"/>
                <a:cs typeface="Times New Roman" panose="02020603050405020304" pitchFamily="18" charset="0"/>
              </a:rPr>
            </a:br>
            <a:r>
              <a:rPr lang="en-US" sz="4800" b="1" i="1" dirty="0" err="1">
                <a:solidFill>
                  <a:schemeClr val="accent4"/>
                </a:solidFill>
                <a:latin typeface="Times New Roman" panose="02020603050405020304" pitchFamily="18" charset="0"/>
                <a:cs typeface="Times New Roman" panose="02020603050405020304" pitchFamily="18" charset="0"/>
              </a:rPr>
              <a:t>hãy</a:t>
            </a:r>
            <a:r>
              <a:rPr lang="en-US" sz="4800" b="1" i="1" dirty="0">
                <a:solidFill>
                  <a:schemeClr val="accent4"/>
                </a:solidFill>
                <a:latin typeface="Times New Roman" panose="02020603050405020304" pitchFamily="18" charset="0"/>
                <a:cs typeface="Times New Roman" panose="02020603050405020304" pitchFamily="18" charset="0"/>
              </a:rPr>
              <a:t> </a:t>
            </a:r>
            <a:r>
              <a:rPr lang="en-US" sz="4800" b="1" i="1" dirty="0" err="1">
                <a:solidFill>
                  <a:schemeClr val="accent4"/>
                </a:solidFill>
                <a:latin typeface="Times New Roman" panose="02020603050405020304" pitchFamily="18" charset="0"/>
                <a:cs typeface="Times New Roman" panose="02020603050405020304" pitchFamily="18" charset="0"/>
              </a:rPr>
              <a:t>ném</a:t>
            </a:r>
            <a:r>
              <a:rPr lang="en-US" sz="4800" b="1" i="1" dirty="0">
                <a:solidFill>
                  <a:schemeClr val="accent4"/>
                </a:solidFill>
                <a:latin typeface="Times New Roman" panose="02020603050405020304" pitchFamily="18" charset="0"/>
                <a:cs typeface="Times New Roman" panose="02020603050405020304" pitchFamily="18" charset="0"/>
              </a:rPr>
              <a:t> </a:t>
            </a:r>
            <a:r>
              <a:rPr lang="en-US" sz="4800" b="1" i="1" dirty="0" err="1">
                <a:solidFill>
                  <a:schemeClr val="accent4"/>
                </a:solidFill>
                <a:latin typeface="Times New Roman" panose="02020603050405020304" pitchFamily="18" charset="0"/>
                <a:cs typeface="Times New Roman" panose="02020603050405020304" pitchFamily="18" charset="0"/>
              </a:rPr>
              <a:t>đá</a:t>
            </a:r>
            <a:r>
              <a:rPr lang="en-US" sz="4800" b="1" i="1" dirty="0">
                <a:solidFill>
                  <a:schemeClr val="accent4"/>
                </a:solidFill>
                <a:latin typeface="Times New Roman" panose="02020603050405020304" pitchFamily="18" charset="0"/>
                <a:cs typeface="Times New Roman" panose="02020603050405020304" pitchFamily="18" charset="0"/>
              </a:rPr>
              <a:t> </a:t>
            </a:r>
            <a:r>
              <a:rPr lang="en-US" sz="4800" b="1" i="1" dirty="0" err="1">
                <a:solidFill>
                  <a:schemeClr val="accent4"/>
                </a:solidFill>
                <a:latin typeface="Times New Roman" panose="02020603050405020304" pitchFamily="18" charset="0"/>
                <a:cs typeface="Times New Roman" panose="02020603050405020304" pitchFamily="18" charset="0"/>
              </a:rPr>
              <a:t>chị</a:t>
            </a:r>
            <a:r>
              <a:rPr lang="en-US" sz="4800" b="1" i="1" dirty="0">
                <a:solidFill>
                  <a:schemeClr val="accent4"/>
                </a:solidFill>
                <a:latin typeface="Times New Roman" panose="02020603050405020304" pitchFamily="18" charset="0"/>
                <a:cs typeface="Times New Roman" panose="02020603050405020304" pitchFamily="18" charset="0"/>
              </a:rPr>
              <a:t> </a:t>
            </a:r>
            <a:r>
              <a:rPr lang="en-US" sz="4800" b="1" i="1" dirty="0" err="1">
                <a:solidFill>
                  <a:schemeClr val="accent4"/>
                </a:solidFill>
                <a:latin typeface="Times New Roman" panose="02020603050405020304" pitchFamily="18" charset="0"/>
                <a:cs typeface="Times New Roman" panose="02020603050405020304" pitchFamily="18" charset="0"/>
              </a:rPr>
              <a:t>này</a:t>
            </a:r>
            <a:r>
              <a:rPr lang="en-US" sz="4800" b="1" i="1" dirty="0">
                <a:solidFill>
                  <a:schemeClr val="accent4"/>
                </a:solidFill>
                <a:latin typeface="Times New Roman" panose="02020603050405020304" pitchFamily="18" charset="0"/>
                <a:cs typeface="Times New Roman" panose="02020603050405020304" pitchFamily="18" charset="0"/>
              </a:rPr>
              <a:t> </a:t>
            </a:r>
            <a:r>
              <a:rPr lang="en-US" sz="4800" b="1" i="1" dirty="0" err="1">
                <a:solidFill>
                  <a:schemeClr val="accent4"/>
                </a:solidFill>
                <a:latin typeface="Times New Roman" panose="02020603050405020304" pitchFamily="18" charset="0"/>
                <a:cs typeface="Times New Roman" panose="02020603050405020304" pitchFamily="18" charset="0"/>
              </a:rPr>
              <a:t>trước</a:t>
            </a:r>
            <a:r>
              <a:rPr lang="en-US" sz="4800" b="1" i="1" dirty="0">
                <a:solidFill>
                  <a:schemeClr val="accent4"/>
                </a:solidFill>
                <a:latin typeface="Times New Roman" panose="02020603050405020304" pitchFamily="18" charset="0"/>
                <a:cs typeface="Times New Roman" panose="02020603050405020304" pitchFamily="18" charset="0"/>
              </a:rPr>
              <a:t> </a:t>
            </a:r>
            <a:r>
              <a:rPr lang="en-US" sz="4800" b="1" i="1" dirty="0" err="1">
                <a:solidFill>
                  <a:schemeClr val="accent4"/>
                </a:solidFill>
                <a:latin typeface="Times New Roman" panose="02020603050405020304" pitchFamily="18" charset="0"/>
                <a:cs typeface="Times New Roman" panose="02020603050405020304" pitchFamily="18" charset="0"/>
              </a:rPr>
              <a:t>đi</a:t>
            </a:r>
            <a:r>
              <a:rPr lang="en-US" sz="4800" b="1" i="1" dirty="0">
                <a:solidFill>
                  <a:schemeClr val="accent4"/>
                </a:solidFill>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C6A41391-A817-7ACA-7186-E5CB90A28449}"/>
              </a:ext>
            </a:extLst>
          </p:cNvPr>
          <p:cNvSpPr txBox="1"/>
          <p:nvPr/>
        </p:nvSpPr>
        <p:spPr>
          <a:xfrm>
            <a:off x="6553200" y="4629150"/>
            <a:ext cx="2572738" cy="685800"/>
          </a:xfrm>
          <a:prstGeom prst="rect">
            <a:avLst/>
          </a:prstGeom>
        </p:spPr>
        <p:txBody>
          <a:bodyPr vert="horz" lIns="91440" tIns="45720" rIns="91440" bIns="45720" rtlCol="0">
            <a:normAutofit/>
          </a:bodyPr>
          <a:lstStyle/>
          <a:p>
            <a:pPr algn="r">
              <a:lnSpc>
                <a:spcPct val="90000"/>
              </a:lnSpc>
              <a:spcAft>
                <a:spcPts val="600"/>
              </a:spcAft>
            </a:pPr>
            <a:r>
              <a:rPr lang="en-US" sz="3200" b="1" dirty="0">
                <a:solidFill>
                  <a:schemeClr val="accent4"/>
                </a:solidFill>
                <a:latin typeface="Arial" panose="020B0604020202020204" pitchFamily="34" charset="0"/>
                <a:cs typeface="Arial" panose="020B0604020202020204" pitchFamily="34" charset="0"/>
              </a:rPr>
              <a:t>(</a:t>
            </a:r>
            <a:r>
              <a:rPr lang="en-US" sz="3200" b="1" i="0" dirty="0">
                <a:solidFill>
                  <a:schemeClr val="accent4"/>
                </a:solidFill>
                <a:effectLst/>
                <a:latin typeface="Arial" panose="020B0604020202020204" pitchFamily="34" charset="0"/>
                <a:cs typeface="Arial" panose="020B0604020202020204" pitchFamily="34" charset="0"/>
              </a:rPr>
              <a:t>Ga 8,1-11</a:t>
            </a:r>
            <a:r>
              <a:rPr lang="en-US" sz="3200" b="1" dirty="0">
                <a:solidFill>
                  <a:schemeClr val="accent4"/>
                </a:solidFill>
                <a:latin typeface="Arial" panose="020B0604020202020204" pitchFamily="34" charset="0"/>
                <a:cs typeface="Arial" panose="020B0604020202020204" pitchFamily="34" charset="0"/>
              </a:rPr>
              <a:t>)</a:t>
            </a:r>
          </a:p>
        </p:txBody>
      </p:sp>
      <p:cxnSp>
        <p:nvCxnSpPr>
          <p:cNvPr id="17" name="Straight Connector 16">
            <a:extLst>
              <a:ext uri="{FF2B5EF4-FFF2-40B4-BE49-F238E27FC236}">
                <a16:creationId xmlns:a16="http://schemas.microsoft.com/office/drawing/2014/main" id="{4457AADB-C36E-F917-1823-371E6FCFCF42}"/>
              </a:ext>
            </a:extLst>
          </p:cNvPr>
          <p:cNvCxnSpPr>
            <a:cxnSpLocks/>
          </p:cNvCxnSpPr>
          <p:nvPr/>
        </p:nvCxnSpPr>
        <p:spPr>
          <a:xfrm flipH="1">
            <a:off x="4955287" y="1581150"/>
            <a:ext cx="4112513" cy="0"/>
          </a:xfrm>
          <a:prstGeom prst="line">
            <a:avLst/>
          </a:prstGeom>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style>
          <a:lnRef idx="3">
            <a:schemeClr val="accent2"/>
          </a:lnRef>
          <a:fillRef idx="0">
            <a:schemeClr val="accent2"/>
          </a:fillRef>
          <a:effectRef idx="2">
            <a:schemeClr val="accent2"/>
          </a:effectRef>
          <a:fontRef idx="minor">
            <a:schemeClr val="tx1"/>
          </a:fontRef>
        </p:style>
      </p:cxnSp>
      <p:cxnSp>
        <p:nvCxnSpPr>
          <p:cNvPr id="3" name="Straight Connector 2">
            <a:extLst>
              <a:ext uri="{FF2B5EF4-FFF2-40B4-BE49-F238E27FC236}">
                <a16:creationId xmlns:a16="http://schemas.microsoft.com/office/drawing/2014/main" id="{D37C00C0-4DDD-4DC7-E234-A9163E851512}"/>
              </a:ext>
            </a:extLst>
          </p:cNvPr>
          <p:cNvCxnSpPr>
            <a:cxnSpLocks/>
          </p:cNvCxnSpPr>
          <p:nvPr/>
        </p:nvCxnSpPr>
        <p:spPr>
          <a:xfrm flipH="1">
            <a:off x="4955287" y="4476750"/>
            <a:ext cx="4112513" cy="0"/>
          </a:xfrm>
          <a:prstGeom prst="line">
            <a:avLst/>
          </a:prstGeom>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454869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59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16401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6735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159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746019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6057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31203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74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4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biến đổi từ bên trong nhân loại và</a:t>
            </a:r>
            <a:r>
              <a:rPr lang="vi-VN" altLang="en-US" sz="65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toàn</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thể</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vũ</a:t>
            </a:r>
            <a:r>
              <a:rPr lang="vi-VN" altLang="en-US" sz="70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trụ</a:t>
            </a:r>
            <a:r>
              <a:rPr lang="vi-VN" altLang="en-US" sz="73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này,</a:t>
            </a:r>
            <a:endParaRPr lang="en-US" altLang="en-US" sz="74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01E881-29E7-D5FB-FFA7-39B6C6E2E3AE}"/>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Triangle 4">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2501900"/>
            <a:ext cx="2468880" cy="24003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467456"/>
            <a:ext cx="8178790" cy="420591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4182AB-1A1E-C15F-0016-71E6D272116A}"/>
              </a:ext>
            </a:extLst>
          </p:cNvPr>
          <p:cNvSpPr>
            <a:spLocks noGrp="1"/>
          </p:cNvSpPr>
          <p:nvPr>
            <p:ph type="ctrTitle"/>
          </p:nvPr>
        </p:nvSpPr>
        <p:spPr>
          <a:xfrm>
            <a:off x="609600" y="756744"/>
            <a:ext cx="7848600" cy="3110406"/>
          </a:xfrm>
        </p:spPr>
        <p:txBody>
          <a:bodyPr lIns="91440" tIns="0" rIns="91440" bIns="0" anchor="b">
            <a:normAutofit/>
          </a:bodyPr>
          <a:lstStyle/>
          <a:p>
            <a:pPr>
              <a:lnSpc>
                <a:spcPct val="90000"/>
              </a:lnSpc>
            </a:pPr>
            <a:r>
              <a:rPr lang="en-US" sz="4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CA </a:t>
            </a:r>
            <a:r>
              <a:rPr lang="en-US" sz="4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PHÓ</a:t>
            </a:r>
            <a: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THÁC</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Nguyễn Duy</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68169867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EFCE80-4D4A-D635-BE88-F16092CA4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DBA0B-0F80-9FB8-2416-207E64980B4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6800" b="1" dirty="0">
                <a:effectLst/>
                <a:latin typeface="Times New Roman (Headings)"/>
              </a:rPr>
              <a:t>1. </a:t>
            </a:r>
            <a:r>
              <a:rPr lang="en-US" sz="6800" b="1" dirty="0" err="1">
                <a:effectLst/>
                <a:latin typeface="Times New Roman (Headings)"/>
              </a:rPr>
              <a:t>Này</a:t>
            </a:r>
            <a:r>
              <a:rPr lang="en-US" sz="6800" b="1" dirty="0">
                <a:effectLst/>
                <a:latin typeface="Times New Roman (Headings)"/>
              </a:rPr>
              <a:t> </a:t>
            </a:r>
            <a:r>
              <a:rPr lang="en-US" sz="6800" b="1" dirty="0" err="1">
                <a:effectLst/>
                <a:latin typeface="Times New Roman (Headings)"/>
              </a:rPr>
              <a:t>tấm</a:t>
            </a:r>
            <a:r>
              <a:rPr lang="en-US" sz="6800" b="1" dirty="0">
                <a:effectLst/>
                <a:latin typeface="Times New Roman (Headings)"/>
              </a:rPr>
              <a:t> </a:t>
            </a:r>
            <a:r>
              <a:rPr lang="en-US" sz="6800" b="1" dirty="0" err="1">
                <a:effectLst/>
                <a:latin typeface="Times New Roman (Headings)"/>
              </a:rPr>
              <a:t>thân</a:t>
            </a:r>
            <a:r>
              <a:rPr lang="en-US" sz="6800" b="1" dirty="0">
                <a:effectLst/>
                <a:latin typeface="Times New Roman (Headings)"/>
              </a:rPr>
              <a:t> con </a:t>
            </a:r>
            <a:r>
              <a:rPr lang="en-US" sz="6800" b="1" dirty="0" err="1">
                <a:effectLst/>
                <a:latin typeface="Times New Roman (Headings)"/>
              </a:rPr>
              <a:t>sao</a:t>
            </a:r>
            <a:r>
              <a:rPr lang="en-US" sz="6800" b="1" dirty="0">
                <a:effectLst/>
                <a:latin typeface="Times New Roman (Headings)"/>
              </a:rPr>
              <a:t> Cha </a:t>
            </a:r>
            <a:r>
              <a:rPr lang="en-US" sz="6800" b="1" dirty="0" err="1">
                <a:effectLst/>
                <a:latin typeface="Times New Roman (Headings)"/>
              </a:rPr>
              <a:t>đành</a:t>
            </a:r>
            <a:r>
              <a:rPr lang="en-US" sz="6800" b="1" dirty="0">
                <a:effectLst/>
                <a:latin typeface="Times New Roman (Headings)"/>
              </a:rPr>
              <a:t> </a:t>
            </a:r>
            <a:r>
              <a:rPr lang="en-US" sz="6800" b="1" dirty="0" err="1">
                <a:effectLst/>
                <a:latin typeface="Times New Roman (Headings)"/>
              </a:rPr>
              <a:t>tâm</a:t>
            </a:r>
            <a:r>
              <a:rPr lang="en-US" sz="6800" b="1" dirty="0">
                <a:effectLst/>
                <a:latin typeface="Times New Roman (Headings)"/>
              </a:rPr>
              <a:t> xa </a:t>
            </a:r>
            <a:r>
              <a:rPr lang="en-US" sz="6800" b="1" dirty="0" err="1">
                <a:effectLst/>
                <a:latin typeface="Times New Roman (Headings)"/>
              </a:rPr>
              <a:t>cách</a:t>
            </a:r>
            <a:r>
              <a:rPr lang="en-US" sz="6800" b="1" dirty="0">
                <a:effectLst/>
                <a:latin typeface="Times New Roman (Headings)"/>
              </a:rPr>
              <a:t>. </a:t>
            </a:r>
            <a:r>
              <a:rPr lang="en-US" sz="6800" b="1" dirty="0" err="1">
                <a:effectLst/>
                <a:latin typeface="Times New Roman (Headings)"/>
              </a:rPr>
              <a:t>Này</a:t>
            </a:r>
            <a:r>
              <a:rPr lang="en-US" sz="6800" b="1" dirty="0">
                <a:effectLst/>
                <a:latin typeface="Times New Roman (Headings)"/>
              </a:rPr>
              <a:t> </a:t>
            </a:r>
            <a:r>
              <a:rPr lang="en-US" sz="6800" b="1" dirty="0" err="1">
                <a:effectLst/>
                <a:latin typeface="Times New Roman (Headings)"/>
              </a:rPr>
              <a:t>tấm</a:t>
            </a:r>
            <a:r>
              <a:rPr lang="en-US" sz="6800" b="1" dirty="0">
                <a:effectLst/>
                <a:latin typeface="Times New Roman (Headings)"/>
              </a:rPr>
              <a:t> </a:t>
            </a:r>
            <a:r>
              <a:rPr lang="en-US" sz="6800" b="1" dirty="0" err="1">
                <a:effectLst/>
                <a:latin typeface="Times New Roman (Headings)"/>
              </a:rPr>
              <a:t>thân</a:t>
            </a:r>
            <a:r>
              <a:rPr lang="en-US" sz="6800" b="1" dirty="0">
                <a:effectLst/>
                <a:latin typeface="Times New Roman (Headings)"/>
              </a:rPr>
              <a:t> con </a:t>
            </a:r>
            <a:r>
              <a:rPr lang="en-US" sz="6800" b="1" dirty="0" err="1">
                <a:effectLst/>
                <a:latin typeface="Times New Roman (Headings)"/>
              </a:rPr>
              <a:t>đắng</a:t>
            </a:r>
            <a:r>
              <a:rPr lang="en-US" sz="6800" b="1" dirty="0">
                <a:effectLst/>
                <a:latin typeface="Times New Roman (Headings)"/>
              </a:rPr>
              <a:t> cay </a:t>
            </a:r>
            <a:r>
              <a:rPr lang="en-US" sz="6800" b="1" dirty="0" err="1">
                <a:effectLst/>
                <a:latin typeface="Times New Roman (Headings)"/>
              </a:rPr>
              <a:t>muôn</a:t>
            </a:r>
            <a:r>
              <a:rPr lang="en-US" sz="6800" b="1" dirty="0">
                <a:effectLst/>
                <a:latin typeface="Times New Roman (Headings)"/>
              </a:rPr>
              <a:t> </a:t>
            </a:r>
            <a:r>
              <a:rPr lang="en-US" sz="6800" b="1" dirty="0" err="1">
                <a:effectLst/>
                <a:latin typeface="Times New Roman (Headings)"/>
              </a:rPr>
              <a:t>vàn</a:t>
            </a:r>
            <a:r>
              <a:rPr lang="en-US" sz="6800" b="1" dirty="0">
                <a:effectLst/>
                <a:latin typeface="Times New Roman (Headings)"/>
              </a:rPr>
              <a:t> </a:t>
            </a:r>
            <a:r>
              <a:rPr lang="en-US" sz="6800" b="1" dirty="0" err="1">
                <a:effectLst/>
                <a:latin typeface="Times New Roman (Headings)"/>
              </a:rPr>
              <a:t>tê</a:t>
            </a:r>
            <a:r>
              <a:rPr lang="en-US" sz="6800" b="1" dirty="0">
                <a:effectLst/>
                <a:latin typeface="Times New Roman (Headings)"/>
              </a:rPr>
              <a:t> </a:t>
            </a:r>
            <a:r>
              <a:rPr lang="en-US" sz="6800" b="1" dirty="0" err="1">
                <a:effectLst/>
                <a:latin typeface="Times New Roman (Headings)"/>
              </a:rPr>
              <a:t>tái</a:t>
            </a:r>
            <a:r>
              <a:rPr lang="en-US" sz="6800" b="1" dirty="0">
                <a:effectLst/>
                <a:latin typeface="Times New Roman (Headings)"/>
              </a:rPr>
              <a:t>. </a:t>
            </a:r>
          </a:p>
        </p:txBody>
      </p:sp>
    </p:spTree>
    <p:extLst>
      <p:ext uri="{BB962C8B-B14F-4D97-AF65-F5344CB8AC3E}">
        <p14:creationId xmlns:p14="http://schemas.microsoft.com/office/powerpoint/2010/main" val="62714196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AA1273-70F8-F849-F5EC-C43555B7E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5030A-77B7-AF6C-4507-19108EDCD44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dirty="0">
                <a:effectLst/>
                <a:latin typeface="Times New Roman (Headings)"/>
              </a:rPr>
              <a:t>Cha ơi, sao nỡ quên con, Cha ơi, sao Cha ngoảnh mặt nhẫn tâm nhìn con khổ đau, để quân thù chê trách con.</a:t>
            </a:r>
            <a:endParaRPr lang="en-US" sz="6800" b="1" dirty="0">
              <a:effectLst/>
              <a:latin typeface="Times New Roman (Headings)"/>
            </a:endParaRPr>
          </a:p>
        </p:txBody>
      </p:sp>
    </p:spTree>
    <p:extLst>
      <p:ext uri="{BB962C8B-B14F-4D97-AF65-F5344CB8AC3E}">
        <p14:creationId xmlns:p14="http://schemas.microsoft.com/office/powerpoint/2010/main" val="147490479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B091DD-3816-4C61-0C10-99684A385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20A8F-4979-A34A-7B28-174A4193BDA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dirty="0" err="1">
                <a:effectLst/>
                <a:latin typeface="Times New Roman (Headings)"/>
              </a:rPr>
              <a:t>ĐK</a:t>
            </a:r>
            <a:r>
              <a:rPr lang="vi-VN" sz="6800" b="1" dirty="0">
                <a:effectLst/>
                <a:latin typeface="Times New Roman (Headings)"/>
              </a:rPr>
              <a:t>: Con xin phó thác nơi Cha thân con với linh hồn con. Xin Cha thêm sức cho con trọn vẹn theo ý Cha luôn.</a:t>
            </a:r>
            <a:endParaRPr lang="en-US" sz="6800" b="1" dirty="0">
              <a:effectLst/>
              <a:latin typeface="Times New Roman (Headings)"/>
            </a:endParaRPr>
          </a:p>
        </p:txBody>
      </p:sp>
    </p:spTree>
    <p:extLst>
      <p:ext uri="{BB962C8B-B14F-4D97-AF65-F5344CB8AC3E}">
        <p14:creationId xmlns:p14="http://schemas.microsoft.com/office/powerpoint/2010/main" val="35951724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D35162-CF1A-CFCD-8170-43F25A9BA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D980B-0E1E-E279-A7A5-904CF2B33D6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dirty="0">
                <a:effectLst/>
                <a:latin typeface="Times New Roman (Headings)"/>
              </a:rPr>
              <a:t>2. Là kiếp sâu bọ con nay là người đâu phải. Vậy đó Cha ơi, thấy con muôn người khinh ghét. </a:t>
            </a:r>
            <a:endParaRPr lang="en-US" sz="6800" b="1" dirty="0">
              <a:effectLst/>
              <a:latin typeface="Times New Roman (Headings)"/>
            </a:endParaRPr>
          </a:p>
        </p:txBody>
      </p:sp>
    </p:spTree>
    <p:extLst>
      <p:ext uri="{BB962C8B-B14F-4D97-AF65-F5344CB8AC3E}">
        <p14:creationId xmlns:p14="http://schemas.microsoft.com/office/powerpoint/2010/main" val="393568136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21646E-E38C-F581-78A3-813081AA3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8AB53-A5D9-90A3-270D-A8590B145BA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dirty="0">
                <a:effectLst/>
                <a:latin typeface="Times New Roman (Headings)"/>
              </a:rPr>
              <a:t>Nghe như nhức nhối tâm can, nghe như mắt ứa lệ tràn. Xót xa lòng con nát tan, có ai mà thương ủi an.</a:t>
            </a:r>
            <a:endParaRPr lang="en-US" sz="6800" b="1" dirty="0">
              <a:effectLst/>
              <a:latin typeface="Times New Roman (Headings)"/>
            </a:endParaRPr>
          </a:p>
        </p:txBody>
      </p:sp>
    </p:spTree>
    <p:extLst>
      <p:ext uri="{BB962C8B-B14F-4D97-AF65-F5344CB8AC3E}">
        <p14:creationId xmlns:p14="http://schemas.microsoft.com/office/powerpoint/2010/main" val="328655149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2743DB-B984-B80D-4D96-FF53F2611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21346-9570-97B2-76EC-959979450A1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dirty="0" err="1">
                <a:effectLst/>
                <a:latin typeface="Times New Roman (Headings)"/>
              </a:rPr>
              <a:t>ĐK</a:t>
            </a:r>
            <a:r>
              <a:rPr lang="vi-VN" sz="6800" b="1" dirty="0">
                <a:effectLst/>
                <a:latin typeface="Times New Roman (Headings)"/>
              </a:rPr>
              <a:t>: Con xin phó thác nơi Cha thân con với linh hồn con. Xin Cha thêm sức cho con trọn vẹn theo ý Cha luôn.</a:t>
            </a:r>
            <a:endParaRPr lang="en-US" sz="6800" b="1" dirty="0">
              <a:effectLst/>
              <a:latin typeface="Times New Roman (Headings)"/>
            </a:endParaRPr>
          </a:p>
        </p:txBody>
      </p:sp>
    </p:spTree>
    <p:extLst>
      <p:ext uri="{BB962C8B-B14F-4D97-AF65-F5344CB8AC3E}">
        <p14:creationId xmlns:p14="http://schemas.microsoft.com/office/powerpoint/2010/main" val="181630634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F96AD63-65D3-BCE1-38EE-AD91BB5FD2E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D3AAAFC-7E8E-D1FC-575A-B0272A66007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7553896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1:</a:t>
            </a:r>
            <a:r>
              <a:rPr lang="en-US" sz="3800" b="1" dirty="0">
                <a:solidFill>
                  <a:srgbClr val="FF0000"/>
                </a:solidFill>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Is 43, 16-21</a:t>
            </a:r>
          </a:p>
        </p:txBody>
      </p:sp>
      <p:sp>
        <p:nvSpPr>
          <p:cNvPr id="5" name="TextBox 4">
            <a:extLst>
              <a:ext uri="{FF2B5EF4-FFF2-40B4-BE49-F238E27FC236}">
                <a16:creationId xmlns:a16="http://schemas.microsoft.com/office/drawing/2014/main" id="{EC9E90A0-57EF-B562-11BD-EFA379BF3A1F}"/>
              </a:ext>
            </a:extLst>
          </p:cNvPr>
          <p:cNvSpPr txBox="1"/>
          <p:nvPr/>
        </p:nvSpPr>
        <p:spPr>
          <a:xfrm>
            <a:off x="0" y="1081028"/>
            <a:ext cx="9144000" cy="2862322"/>
          </a:xfrm>
          <a:prstGeom prst="rect">
            <a:avLst/>
          </a:prstGeom>
          <a:noFill/>
        </p:spPr>
        <p:txBody>
          <a:bodyPr wrap="square">
            <a:spAutoFit/>
          </a:bodyPr>
          <a:lstStyle/>
          <a:p>
            <a:pPr algn="ctr"/>
            <a:r>
              <a:rPr lang="en-US" sz="6000" b="1" i="1" dirty="0">
                <a:solidFill>
                  <a:srgbClr val="7030A0"/>
                </a:solidFill>
                <a:latin typeface="Arial" panose="020B0604020202020204" pitchFamily="34" charset="0"/>
                <a:cs typeface="Arial" panose="020B0604020202020204" pitchFamily="34" charset="0"/>
              </a:rPr>
              <a:t>“</a:t>
            </a:r>
            <a:r>
              <a:rPr lang="en-US" sz="6000" b="1" i="1" dirty="0" err="1">
                <a:solidFill>
                  <a:srgbClr val="7030A0"/>
                </a:solidFill>
                <a:latin typeface="Arial" panose="020B0604020202020204" pitchFamily="34" charset="0"/>
                <a:cs typeface="Arial" panose="020B0604020202020204" pitchFamily="34" charset="0"/>
              </a:rPr>
              <a:t>Đây</a:t>
            </a:r>
            <a:r>
              <a:rPr lang="en-US" sz="6000" b="1" i="1" dirty="0">
                <a:solidFill>
                  <a:srgbClr val="7030A0"/>
                </a:solidFill>
                <a:latin typeface="Arial" panose="020B0604020202020204" pitchFamily="34" charset="0"/>
                <a:cs typeface="Arial" panose="020B0604020202020204" pitchFamily="34" charset="0"/>
              </a:rPr>
              <a:t> Ta </a:t>
            </a:r>
            <a:r>
              <a:rPr lang="en-US" sz="6000" b="1" i="1" dirty="0" err="1">
                <a:solidFill>
                  <a:srgbClr val="7030A0"/>
                </a:solidFill>
                <a:latin typeface="Arial" panose="020B0604020202020204" pitchFamily="34" charset="0"/>
                <a:cs typeface="Arial" panose="020B0604020202020204" pitchFamily="34" charset="0"/>
              </a:rPr>
              <a:t>sẽ</a:t>
            </a:r>
            <a:r>
              <a:rPr lang="en-US" sz="6000" b="1" i="1" dirty="0">
                <a:solidFill>
                  <a:srgbClr val="7030A0"/>
                </a:solidFill>
                <a:latin typeface="Arial" panose="020B0604020202020204" pitchFamily="34" charset="0"/>
                <a:cs typeface="Arial" panose="020B0604020202020204" pitchFamily="34" charset="0"/>
              </a:rPr>
              <a:t> </a:t>
            </a:r>
            <a:r>
              <a:rPr lang="en-US" sz="6000" b="1" i="1" dirty="0" err="1">
                <a:solidFill>
                  <a:srgbClr val="7030A0"/>
                </a:solidFill>
                <a:latin typeface="Arial" panose="020B0604020202020204" pitchFamily="34" charset="0"/>
                <a:cs typeface="Arial" panose="020B0604020202020204" pitchFamily="34" charset="0"/>
              </a:rPr>
              <a:t>làm</a:t>
            </a:r>
            <a:r>
              <a:rPr lang="en-US" sz="6000" b="1" i="1" dirty="0">
                <a:solidFill>
                  <a:srgbClr val="7030A0"/>
                </a:solidFill>
                <a:latin typeface="Arial" panose="020B0604020202020204" pitchFamily="34" charset="0"/>
                <a:cs typeface="Arial" panose="020B0604020202020204" pitchFamily="34" charset="0"/>
              </a:rPr>
              <a:t> </a:t>
            </a:r>
            <a:r>
              <a:rPr lang="en-US" sz="6000" b="1" i="1" dirty="0" err="1">
                <a:solidFill>
                  <a:srgbClr val="7030A0"/>
                </a:solidFill>
                <a:latin typeface="Arial" panose="020B0604020202020204" pitchFamily="34" charset="0"/>
                <a:cs typeface="Arial" panose="020B0604020202020204" pitchFamily="34" charset="0"/>
              </a:rPr>
              <a:t>lại</a:t>
            </a:r>
            <a:r>
              <a:rPr lang="en-US" sz="6000" b="1" i="1" dirty="0">
                <a:solidFill>
                  <a:srgbClr val="7030A0"/>
                </a:solidFill>
                <a:latin typeface="Arial" panose="020B0604020202020204" pitchFamily="34" charset="0"/>
                <a:cs typeface="Arial" panose="020B0604020202020204" pitchFamily="34" charset="0"/>
              </a:rPr>
              <a:t> </a:t>
            </a:r>
            <a:r>
              <a:rPr lang="en-US" sz="6000" b="1" i="1" dirty="0" err="1">
                <a:solidFill>
                  <a:srgbClr val="7030A0"/>
                </a:solidFill>
                <a:latin typeface="Arial" panose="020B0604020202020204" pitchFamily="34" charset="0"/>
                <a:cs typeface="Arial" panose="020B0604020202020204" pitchFamily="34" charset="0"/>
              </a:rPr>
              <a:t>những</a:t>
            </a:r>
            <a:r>
              <a:rPr lang="en-US" sz="6000" b="1" i="1" dirty="0">
                <a:solidFill>
                  <a:srgbClr val="7030A0"/>
                </a:solidFill>
                <a:latin typeface="Arial" panose="020B0604020202020204" pitchFamily="34" charset="0"/>
                <a:cs typeface="Arial" panose="020B0604020202020204" pitchFamily="34" charset="0"/>
              </a:rPr>
              <a:t> </a:t>
            </a:r>
            <a:r>
              <a:rPr lang="en-US" sz="6000" b="1" i="1" dirty="0" err="1">
                <a:solidFill>
                  <a:srgbClr val="7030A0"/>
                </a:solidFill>
                <a:latin typeface="Arial" panose="020B0604020202020204" pitchFamily="34" charset="0"/>
                <a:cs typeface="Arial" panose="020B0604020202020204" pitchFamily="34" charset="0"/>
              </a:rPr>
              <a:t>cái</a:t>
            </a:r>
            <a:r>
              <a:rPr lang="en-US" sz="6000" b="1" i="1" dirty="0">
                <a:solidFill>
                  <a:srgbClr val="7030A0"/>
                </a:solidFill>
                <a:latin typeface="Arial" panose="020B0604020202020204" pitchFamily="34" charset="0"/>
                <a:cs typeface="Arial" panose="020B0604020202020204" pitchFamily="34" charset="0"/>
              </a:rPr>
              <a:t> </a:t>
            </a:r>
            <a:r>
              <a:rPr lang="en-US" sz="6000" b="1" i="1" dirty="0" err="1">
                <a:solidFill>
                  <a:srgbClr val="7030A0"/>
                </a:solidFill>
                <a:latin typeface="Arial" panose="020B0604020202020204" pitchFamily="34" charset="0"/>
                <a:cs typeface="Arial" panose="020B0604020202020204" pitchFamily="34" charset="0"/>
              </a:rPr>
              <a:t>mới</a:t>
            </a:r>
            <a:r>
              <a:rPr lang="en-US" sz="6000" b="1" i="1" dirty="0">
                <a:solidFill>
                  <a:srgbClr val="7030A0"/>
                </a:solidFill>
                <a:latin typeface="Arial" panose="020B0604020202020204" pitchFamily="34" charset="0"/>
                <a:cs typeface="Arial" panose="020B0604020202020204" pitchFamily="34" charset="0"/>
              </a:rPr>
              <a:t> </a:t>
            </a:r>
            <a:r>
              <a:rPr lang="en-US" sz="6000" b="1" i="1" dirty="0" err="1">
                <a:solidFill>
                  <a:srgbClr val="7030A0"/>
                </a:solidFill>
                <a:latin typeface="Arial" panose="020B0604020202020204" pitchFamily="34" charset="0"/>
                <a:cs typeface="Arial" panose="020B0604020202020204" pitchFamily="34" charset="0"/>
              </a:rPr>
              <a:t>và</a:t>
            </a:r>
            <a:r>
              <a:rPr lang="en-US" sz="6000" b="1" i="1" dirty="0">
                <a:solidFill>
                  <a:srgbClr val="7030A0"/>
                </a:solidFill>
                <a:latin typeface="Arial" panose="020B0604020202020204" pitchFamily="34" charset="0"/>
                <a:cs typeface="Arial" panose="020B0604020202020204" pitchFamily="34" charset="0"/>
              </a:rPr>
              <a:t> </a:t>
            </a:r>
            <a:r>
              <a:rPr lang="en-US" sz="6000" b="1" i="1" dirty="0" err="1">
                <a:solidFill>
                  <a:srgbClr val="7030A0"/>
                </a:solidFill>
                <a:latin typeface="Arial" panose="020B0604020202020204" pitchFamily="34" charset="0"/>
                <a:cs typeface="Arial" panose="020B0604020202020204" pitchFamily="34" charset="0"/>
              </a:rPr>
              <a:t>sẽ</a:t>
            </a:r>
            <a:r>
              <a:rPr lang="en-US" sz="6000" b="1" i="1" dirty="0">
                <a:solidFill>
                  <a:srgbClr val="7030A0"/>
                </a:solidFill>
                <a:latin typeface="Arial" panose="020B0604020202020204" pitchFamily="34" charset="0"/>
                <a:cs typeface="Arial" panose="020B0604020202020204" pitchFamily="34" charset="0"/>
              </a:rPr>
              <a:t> </a:t>
            </a:r>
            <a:r>
              <a:rPr lang="en-US" sz="6000" b="1" i="1" dirty="0" err="1">
                <a:solidFill>
                  <a:srgbClr val="7030A0"/>
                </a:solidFill>
                <a:latin typeface="Arial" panose="020B0604020202020204" pitchFamily="34" charset="0"/>
                <a:cs typeface="Arial" panose="020B0604020202020204" pitchFamily="34" charset="0"/>
              </a:rPr>
              <a:t>cho</a:t>
            </a:r>
            <a:r>
              <a:rPr lang="en-US" sz="6000" b="1" i="1" dirty="0">
                <a:solidFill>
                  <a:srgbClr val="7030A0"/>
                </a:solidFill>
                <a:latin typeface="Arial" panose="020B0604020202020204" pitchFamily="34" charset="0"/>
                <a:cs typeface="Arial" panose="020B0604020202020204" pitchFamily="34" charset="0"/>
              </a:rPr>
              <a:t> </a:t>
            </a:r>
            <a:r>
              <a:rPr lang="en-US" sz="6000" b="1" i="1" dirty="0" err="1">
                <a:solidFill>
                  <a:srgbClr val="7030A0"/>
                </a:solidFill>
                <a:latin typeface="Arial" panose="020B0604020202020204" pitchFamily="34" charset="0"/>
                <a:cs typeface="Arial" panose="020B0604020202020204" pitchFamily="34" charset="0"/>
              </a:rPr>
              <a:t>dân</a:t>
            </a:r>
            <a:r>
              <a:rPr lang="en-US" sz="6000" b="1" i="1" dirty="0">
                <a:solidFill>
                  <a:srgbClr val="7030A0"/>
                </a:solidFill>
                <a:latin typeface="Arial" panose="020B0604020202020204" pitchFamily="34" charset="0"/>
                <a:cs typeface="Arial" panose="020B0604020202020204" pitchFamily="34" charset="0"/>
              </a:rPr>
              <a:t> Ta </a:t>
            </a:r>
            <a:r>
              <a:rPr lang="en-US" sz="6000" b="1" i="1" dirty="0" err="1">
                <a:solidFill>
                  <a:srgbClr val="7030A0"/>
                </a:solidFill>
                <a:latin typeface="Arial" panose="020B0604020202020204" pitchFamily="34" charset="0"/>
                <a:cs typeface="Arial" panose="020B0604020202020204" pitchFamily="34" charset="0"/>
              </a:rPr>
              <a:t>nước</a:t>
            </a:r>
            <a:r>
              <a:rPr lang="en-US" sz="6000" b="1" i="1" dirty="0">
                <a:solidFill>
                  <a:srgbClr val="7030A0"/>
                </a:solidFill>
                <a:latin typeface="Arial" panose="020B0604020202020204" pitchFamily="34" charset="0"/>
                <a:cs typeface="Arial" panose="020B0604020202020204" pitchFamily="34" charset="0"/>
              </a:rPr>
              <a:t> </a:t>
            </a:r>
            <a:r>
              <a:rPr lang="en-US" sz="6000" b="1" i="1" dirty="0" err="1">
                <a:solidFill>
                  <a:srgbClr val="7030A0"/>
                </a:solidFill>
                <a:latin typeface="Arial" panose="020B0604020202020204" pitchFamily="34" charset="0"/>
                <a:cs typeface="Arial" panose="020B0604020202020204" pitchFamily="34" charset="0"/>
              </a:rPr>
              <a:t>uống</a:t>
            </a:r>
            <a:r>
              <a:rPr lang="en-US" sz="6000" b="1" i="1" dirty="0">
                <a:solidFill>
                  <a:srgbClr val="7030A0"/>
                </a:solidFill>
                <a:latin typeface="Arial" panose="020B0604020202020204" pitchFamily="34" charset="0"/>
                <a:cs typeface="Arial" panose="020B0604020202020204" pitchFamily="34" charset="0"/>
              </a:rPr>
              <a:t>”</a:t>
            </a:r>
            <a:endParaRPr lang="vi-VN" sz="6000" b="1" i="1" dirty="0">
              <a:solidFill>
                <a:srgbClr val="7030A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A7210C8-01DF-51DB-3853-C95430401C95}"/>
              </a:ext>
            </a:extLst>
          </p:cNvPr>
          <p:cNvSpPr txBox="1"/>
          <p:nvPr/>
        </p:nvSpPr>
        <p:spPr>
          <a:xfrm>
            <a:off x="228600" y="4196775"/>
            <a:ext cx="9144000" cy="584775"/>
          </a:xfrm>
          <a:prstGeom prst="rect">
            <a:avLst/>
          </a:prstGeom>
          <a:noFill/>
        </p:spPr>
        <p:txBody>
          <a:bodyPr wrap="square">
            <a:spAutoFit/>
          </a:bodyPr>
          <a:lstStyle/>
          <a:p>
            <a:r>
              <a:rPr lang="vi-VN" sz="3200" dirty="0">
                <a:latin typeface="Arial" panose="020B0604020202020204" pitchFamily="34" charset="0"/>
                <a:cs typeface="Arial" panose="020B0604020202020204" pitchFamily="34" charset="0"/>
              </a:rPr>
              <a:t>Bài trích sách </a:t>
            </a:r>
            <a:r>
              <a:rPr lang="en-US" sz="3200" dirty="0">
                <a:latin typeface="Arial" panose="020B0604020202020204" pitchFamily="34" charset="0"/>
                <a:cs typeface="Arial" panose="020B0604020202020204" pitchFamily="34" charset="0"/>
              </a:rPr>
              <a:t>Isaia</a:t>
            </a:r>
            <a:r>
              <a:rPr lang="vi-VN" sz="3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47250202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50DC77-3AE4-873D-6F97-3F1FAB7B77C7}"/>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14B9B5A-E203-0E8E-ED51-12CD1546B9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Triangle 4">
            <a:extLst>
              <a:ext uri="{FF2B5EF4-FFF2-40B4-BE49-F238E27FC236}">
                <a16:creationId xmlns:a16="http://schemas.microsoft.com/office/drawing/2014/main" id="{79AF946E-A08A-6158-9087-47A7B4CD55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2501900"/>
            <a:ext cx="2468880" cy="24003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67F80A5-FE09-5CF9-BDEE-3F14D024D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467456"/>
            <a:ext cx="8178790" cy="420591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C3BBC3-CF78-1F09-8F73-5276A745A17C}"/>
              </a:ext>
            </a:extLst>
          </p:cNvPr>
          <p:cNvSpPr>
            <a:spLocks noGrp="1"/>
          </p:cNvSpPr>
          <p:nvPr>
            <p:ph type="ctrTitle"/>
          </p:nvPr>
        </p:nvSpPr>
        <p:spPr>
          <a:xfrm>
            <a:off x="609600" y="756744"/>
            <a:ext cx="7848600" cy="2881806"/>
          </a:xfrm>
        </p:spPr>
        <p:txBody>
          <a:bodyPr lIns="91440" tIns="0" rIns="91440" bIns="0" anchor="b">
            <a:normAutofit/>
          </a:bodyPr>
          <a:lstStyle/>
          <a:p>
            <a:pPr>
              <a:lnSpc>
                <a:spcPct val="90000"/>
              </a:lnSpc>
            </a:pPr>
            <a:r>
              <a:rPr lang="en-US" sz="4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 125</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99093699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582A-3A90-D2A9-125D-B40D30E63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9F752-64A9-AEFA-6988-B977A51087C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1. </a:t>
            </a:r>
            <a:r>
              <a:rPr lang="vi-VN" sz="7500" b="1" dirty="0">
                <a:effectLst/>
                <a:latin typeface="Times New Roman (Headings)"/>
                <a:cs typeface="Arial" panose="020B0604020202020204" pitchFamily="34" charset="0"/>
              </a:rPr>
              <a:t>Khi Chúa đem những người Si-</a:t>
            </a:r>
            <a:r>
              <a:rPr lang="vi-VN" sz="7500" b="1" dirty="0" err="1">
                <a:effectLst/>
                <a:latin typeface="Times New Roman (Headings)"/>
                <a:cs typeface="Arial" panose="020B0604020202020204" pitchFamily="34" charset="0"/>
              </a:rPr>
              <a:t>on</a:t>
            </a:r>
            <a:r>
              <a:rPr lang="vi-VN" sz="7500" b="1" dirty="0">
                <a:effectLst/>
                <a:latin typeface="Times New Roman (Headings)"/>
                <a:cs typeface="Arial" panose="020B0604020202020204" pitchFamily="34" charset="0"/>
              </a:rPr>
              <a:t> bị bắt trở về, chúng tôi như người đang mơ, </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851411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64090-3547-4C5C-7BD5-4AC019725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0A5E2-77DC-7B9F-1C02-600C97B0A74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bấy giờ miệng chúng tôi vui cười, lưỡi chúng tôi thốt lên bao lời hân hoan.</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158749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43AEB-8611-ECF4-628C-A2EF553DE1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09534-BEB3-C67E-5908-D762E61D6AB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ĐK</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đã</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đối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xử</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từ</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với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chúng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nên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chúng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mừng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vui</a:t>
            </a:r>
            <a:r>
              <a:rPr lang="en-US" sz="7200" b="1" dirty="0">
                <a:effectLst/>
                <a:latin typeface="Times New Roman (Headings)"/>
                <a:cs typeface="Arial" panose="020B0604020202020204" pitchFamily="34" charset="0"/>
              </a:rPr>
              <a:t> bao </a:t>
            </a:r>
            <a:r>
              <a:rPr lang="en-US" sz="7200" b="1" dirty="0" err="1">
                <a:effectLst/>
                <a:latin typeface="Times New Roman (Headings)"/>
                <a:cs typeface="Arial" panose="020B0604020202020204" pitchFamily="34" charset="0"/>
              </a:rPr>
              <a:t>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hoan</a:t>
            </a:r>
            <a:r>
              <a:rPr lang="en-US" sz="72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343850649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49E01-C686-7FE0-D82B-1A47E5AF6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313AE-8DE9-EF7A-A539-00E8E541870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2. </a:t>
            </a:r>
            <a:r>
              <a:rPr lang="vi-VN" sz="7500" b="1" dirty="0">
                <a:effectLst/>
                <a:latin typeface="Times New Roman (Headings)"/>
                <a:cs typeface="Arial" panose="020B0604020202020204" pitchFamily="34" charset="0"/>
              </a:rPr>
              <a:t>Và bấy giờ thiên hạ nhỏ to nói với nhau rằng: Chúa thương đối xử khoan dung.</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146435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FA1C5-5C07-908A-6A35-2A1DEEB7D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41746-D780-1DA4-8C37-16E02E72EE0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Chúa đã xử rất ư nhân từ, nên chúng tôi xiết bao vui mừng hân hoan.</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3821123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28331-5808-C03E-A287-036CE10CC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472F1-B213-E88D-929A-CA5F0BEAFD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ĐK</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đã</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đối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xử</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từ</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với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chúng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nên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chúng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mừng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vui</a:t>
            </a:r>
            <a:r>
              <a:rPr lang="en-US" sz="7200" b="1" dirty="0">
                <a:effectLst/>
                <a:latin typeface="Times New Roman (Headings)"/>
                <a:cs typeface="Arial" panose="020B0604020202020204" pitchFamily="34" charset="0"/>
              </a:rPr>
              <a:t> bao </a:t>
            </a:r>
            <a:r>
              <a:rPr lang="en-US" sz="7200" b="1" dirty="0" err="1">
                <a:effectLst/>
                <a:latin typeface="Times New Roman (Headings)"/>
                <a:cs typeface="Arial" panose="020B0604020202020204" pitchFamily="34" charset="0"/>
              </a:rPr>
              <a:t>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hoan</a:t>
            </a:r>
            <a:r>
              <a:rPr lang="en-US" sz="72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62418095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4CE61-8F57-E6F5-BC30-CB2F6D6B0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E6B19-E2A8-42B0-287A-9672AFF734B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6800" b="1" dirty="0">
                <a:effectLst/>
                <a:latin typeface="Times New Roman (Headings)"/>
                <a:cs typeface="Arial" panose="020B0604020202020204" pitchFamily="34" charset="0"/>
              </a:rPr>
              <a:t>3. </a:t>
            </a:r>
            <a:r>
              <a:rPr lang="vi-VN" sz="6800" b="1" dirty="0">
                <a:effectLst/>
                <a:latin typeface="Times New Roman (Headings)"/>
                <a:cs typeface="Arial" panose="020B0604020202020204" pitchFamily="34" charset="0"/>
              </a:rPr>
              <a:t>Lạy Chúa thương biến đổi phận con như suối phương Nam. Ai gieo trong lệ đau thương,</a:t>
            </a:r>
            <a:endParaRPr lang="en-US" sz="6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965843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6C634-F327-1AAD-BEAB-D89DFD1C9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86CFF-700D-F6E8-F276-EEC65ED57AF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sẽ được gặt hái trong vui mừng, những khúc ca biến tan trong niềm hân hoan.</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579807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8F373-8AD5-24F2-F26C-F5D356C8D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A725B-25E9-C7A0-238E-8458025BC0E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ĐK</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đã</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đối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xử</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từ</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với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chúng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nên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chúng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mừng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vui</a:t>
            </a:r>
            <a:r>
              <a:rPr lang="en-US" sz="7200" b="1" dirty="0">
                <a:effectLst/>
                <a:latin typeface="Times New Roman (Headings)"/>
                <a:cs typeface="Arial" panose="020B0604020202020204" pitchFamily="34" charset="0"/>
              </a:rPr>
              <a:t> bao </a:t>
            </a:r>
            <a:r>
              <a:rPr lang="en-US" sz="7200" b="1" dirty="0" err="1">
                <a:effectLst/>
                <a:latin typeface="Times New Roman (Headings)"/>
                <a:cs typeface="Arial" panose="020B0604020202020204" pitchFamily="34" charset="0"/>
              </a:rPr>
              <a:t>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hoan</a:t>
            </a:r>
            <a:r>
              <a:rPr lang="en-US" sz="72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105466895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56118D-83B8-9F26-C9BD-D967D3050CB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3C1662-DE3B-485E-D039-6DAF01222417}"/>
              </a:ext>
            </a:extLst>
          </p:cNvPr>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2:</a:t>
            </a:r>
            <a:r>
              <a:rPr lang="en-US" sz="3800" b="1" dirty="0">
                <a:solidFill>
                  <a:srgbClr val="FF0000"/>
                </a:solidFill>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PI 3, 8-14</a:t>
            </a:r>
          </a:p>
        </p:txBody>
      </p:sp>
      <p:sp>
        <p:nvSpPr>
          <p:cNvPr id="5" name="TextBox 4">
            <a:extLst>
              <a:ext uri="{FF2B5EF4-FFF2-40B4-BE49-F238E27FC236}">
                <a16:creationId xmlns:a16="http://schemas.microsoft.com/office/drawing/2014/main" id="{885A7151-12D0-D5E7-4150-116F20C67271}"/>
              </a:ext>
            </a:extLst>
          </p:cNvPr>
          <p:cNvSpPr txBox="1"/>
          <p:nvPr/>
        </p:nvSpPr>
        <p:spPr>
          <a:xfrm>
            <a:off x="0" y="711398"/>
            <a:ext cx="9144000" cy="3785652"/>
          </a:xfrm>
          <a:prstGeom prst="rect">
            <a:avLst/>
          </a:prstGeom>
          <a:noFill/>
        </p:spPr>
        <p:txBody>
          <a:bodyPr wrap="square">
            <a:spAutoFit/>
          </a:bodyPr>
          <a:lstStyle/>
          <a:p>
            <a:pPr algn="ctr"/>
            <a:r>
              <a:rPr lang="en-US" sz="5800" b="1" i="1" dirty="0">
                <a:solidFill>
                  <a:srgbClr val="7030A0"/>
                </a:solidFill>
                <a:latin typeface="Arial" panose="020B0604020202020204" pitchFamily="34" charset="0"/>
                <a:cs typeface="Arial" panose="020B0604020202020204" pitchFamily="34" charset="0"/>
              </a:rPr>
              <a:t>“</a:t>
            </a:r>
            <a:r>
              <a:rPr lang="en-US" sz="5800" b="1" i="1" dirty="0" err="1">
                <a:solidFill>
                  <a:srgbClr val="7030A0"/>
                </a:solidFill>
                <a:latin typeface="Arial" panose="020B0604020202020204" pitchFamily="34" charset="0"/>
                <a:cs typeface="Arial" panose="020B0604020202020204" pitchFamily="34" charset="0"/>
              </a:rPr>
              <a:t>Vì</a:t>
            </a:r>
            <a:r>
              <a:rPr lang="en-US" sz="5800" b="1" i="1" dirty="0">
                <a:solidFill>
                  <a:srgbClr val="7030A0"/>
                </a:solidFill>
                <a:latin typeface="Arial" panose="020B0604020202020204" pitchFamily="34" charset="0"/>
                <a:cs typeface="Arial" panose="020B0604020202020204" pitchFamily="34" charset="0"/>
              </a:rPr>
              <a:t> Đức </a:t>
            </a:r>
            <a:r>
              <a:rPr lang="en-US" sz="5800" b="1" i="1" dirty="0" err="1">
                <a:solidFill>
                  <a:srgbClr val="7030A0"/>
                </a:solidFill>
                <a:latin typeface="Arial" panose="020B0604020202020204" pitchFamily="34" charset="0"/>
                <a:cs typeface="Arial" panose="020B0604020202020204" pitchFamily="34" charset="0"/>
              </a:rPr>
              <a:t>Kitô</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tôi</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đành</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chịu</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thua</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thiệt</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trong</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mọi</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sự</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và</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tôi</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trở</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nên</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giống</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người</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trong</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sự</a:t>
            </a:r>
            <a:r>
              <a:rPr lang="en-US" sz="5800" b="1" i="1" dirty="0">
                <a:solidFill>
                  <a:srgbClr val="7030A0"/>
                </a:solidFill>
                <a:latin typeface="Arial" panose="020B0604020202020204" pitchFamily="34" charset="0"/>
                <a:cs typeface="Arial" panose="020B0604020202020204" pitchFamily="34" charset="0"/>
              </a:rPr>
              <a:t> </a:t>
            </a:r>
            <a:r>
              <a:rPr lang="en-US" sz="5800" b="1" i="1" dirty="0" err="1">
                <a:solidFill>
                  <a:srgbClr val="7030A0"/>
                </a:solidFill>
                <a:latin typeface="Arial" panose="020B0604020202020204" pitchFamily="34" charset="0"/>
                <a:cs typeface="Arial" panose="020B0604020202020204" pitchFamily="34" charset="0"/>
              </a:rPr>
              <a:t>chết</a:t>
            </a:r>
            <a:r>
              <a:rPr lang="en-US" sz="5800" b="1" i="1" dirty="0">
                <a:solidFill>
                  <a:srgbClr val="7030A0"/>
                </a:solidFill>
                <a:latin typeface="Arial" panose="020B0604020202020204" pitchFamily="34" charset="0"/>
                <a:cs typeface="Arial" panose="020B0604020202020204" pitchFamily="34" charset="0"/>
              </a:rPr>
              <a:t>”</a:t>
            </a:r>
            <a:endParaRPr lang="vi-VN" sz="5800" b="1" i="1" dirty="0">
              <a:solidFill>
                <a:srgbClr val="7030A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7682D36-7139-D43C-8AC6-2259120A3B6A}"/>
              </a:ext>
            </a:extLst>
          </p:cNvPr>
          <p:cNvSpPr txBox="1"/>
          <p:nvPr/>
        </p:nvSpPr>
        <p:spPr>
          <a:xfrm>
            <a:off x="0" y="4531340"/>
            <a:ext cx="9144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Thánh </a:t>
            </a:r>
            <a:r>
              <a:rPr lang="en-US" sz="2400" b="1" dirty="0" err="1">
                <a:latin typeface="Arial" panose="020B0604020202020204" pitchFamily="34" charset="0"/>
                <a:cs typeface="Arial" panose="020B0604020202020204" pitchFamily="34" charset="0"/>
              </a:rPr>
              <a:t>thư</a:t>
            </a:r>
            <a:r>
              <a:rPr lang="en-US" sz="2400" b="1" dirty="0">
                <a:latin typeface="Arial" panose="020B0604020202020204" pitchFamily="34" charset="0"/>
                <a:cs typeface="Arial" panose="020B0604020202020204" pitchFamily="34" charset="0"/>
              </a:rPr>
              <a:t> Thánh </a:t>
            </a:r>
            <a:r>
              <a:rPr lang="en-US" sz="2400" b="1" dirty="0" err="1">
                <a:latin typeface="Arial" panose="020B0604020202020204" pitchFamily="34" charset="0"/>
                <a:cs typeface="Arial" panose="020B0604020202020204" pitchFamily="34" charset="0"/>
              </a:rPr>
              <a:t>Phaolô</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Tông</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đồ</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gửi</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tín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hữu</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Philipphê</a:t>
            </a:r>
            <a:endParaRPr lang="vi-V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053810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05B0546-7602-498C-6B61-51A956468F8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40D477A-9058-4682-46F8-A235C064D88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3421433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br>
              <a:rPr lang="en-US" sz="4000" b="1" dirty="0">
                <a:effectLst/>
                <a:latin typeface="Times New Roman (Headings)"/>
                <a:cs typeface="Arial" panose="020B0604020202020204" pitchFamily="34" charset="0"/>
              </a:rPr>
            </a:br>
            <a:br>
              <a:rPr lang="en-US" sz="6100" b="1" dirty="0">
                <a:effectLst/>
                <a:latin typeface="Times New Roman (Headings)"/>
                <a:cs typeface="Arial" panose="020B0604020202020204" pitchFamily="34" charset="0"/>
              </a:rPr>
            </a:br>
            <a:r>
              <a:rPr lang="en-US" sz="6100" b="1" dirty="0">
                <a:effectLst/>
                <a:latin typeface="Times New Roman (Headings)"/>
                <a:cs typeface="Arial" panose="020B0604020202020204" pitchFamily="34" charset="0"/>
              </a:rPr>
              <a:t>“Ta </a:t>
            </a:r>
            <a:r>
              <a:rPr lang="en-US" sz="6100" b="1" dirty="0" err="1">
                <a:effectLst/>
                <a:latin typeface="Times New Roman (Headings)"/>
                <a:cs typeface="Arial" panose="020B0604020202020204" pitchFamily="34" charset="0"/>
              </a:rPr>
              <a:t>là</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sự</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sống</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lại</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và</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là</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sự</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sống</a:t>
            </a:r>
            <a:r>
              <a:rPr lang="en-US" sz="6100" b="1" dirty="0">
                <a:effectLst/>
                <a:latin typeface="Times New Roman (Headings)"/>
                <a:cs typeface="Arial" panose="020B0604020202020204" pitchFamily="34" charset="0"/>
              </a:rPr>
              <a:t>. Ai tin </a:t>
            </a:r>
            <a:r>
              <a:rPr lang="en-US" sz="6100" b="1" dirty="0" err="1">
                <a:effectLst/>
                <a:latin typeface="Times New Roman (Headings)"/>
                <a:cs typeface="Arial" panose="020B0604020202020204" pitchFamily="34" charset="0"/>
              </a:rPr>
              <a:t>tưởng</a:t>
            </a:r>
            <a:r>
              <a:rPr lang="en-US" sz="6100" b="1" dirty="0">
                <a:effectLst/>
                <a:latin typeface="Times New Roman (Headings)"/>
                <a:cs typeface="Arial" panose="020B0604020202020204" pitchFamily="34" charset="0"/>
              </a:rPr>
              <a:t> ta </a:t>
            </a:r>
            <a:r>
              <a:rPr lang="en-US" sz="6100" b="1" dirty="0" err="1">
                <a:effectLst/>
                <a:latin typeface="Times New Roman (Headings)"/>
                <a:cs typeface="Arial" panose="020B0604020202020204" pitchFamily="34" charset="0"/>
              </a:rPr>
              <a:t>sẽ</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không</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phải</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chết</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ngàn</a:t>
            </a:r>
            <a:r>
              <a:rPr lang="en-US" sz="6100" b="1" dirty="0">
                <a:effectLst/>
                <a:latin typeface="Times New Roman (Headings)"/>
                <a:cs typeface="Arial" panose="020B0604020202020204" pitchFamily="34" charset="0"/>
              </a:rPr>
              <a:t> </a:t>
            </a:r>
            <a:r>
              <a:rPr lang="en-US" sz="6100" b="1" dirty="0" err="1">
                <a:effectLst/>
                <a:latin typeface="Times New Roman (Headings)"/>
                <a:cs typeface="Arial" panose="020B0604020202020204" pitchFamily="34" charset="0"/>
              </a:rPr>
              <a:t>thu</a:t>
            </a:r>
            <a:r>
              <a:rPr lang="en-US" sz="6100" b="1" dirty="0">
                <a:effectLst/>
                <a:latin typeface="Times New Roman (Headings)"/>
                <a:cs typeface="Arial" panose="020B0604020202020204" pitchFamily="34" charset="0"/>
              </a:rPr>
              <a:t>.”</a:t>
            </a: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u="sng" dirty="0" err="1">
                <a:solidFill>
                  <a:srgbClr val="FF0000"/>
                </a:solidFill>
                <a:latin typeface="Arial" panose="020B0604020202020204" pitchFamily="34" charset="0"/>
                <a:cs typeface="Arial" panose="020B0604020202020204" pitchFamily="34" charset="0"/>
              </a:rPr>
              <a:t>CÂU</a:t>
            </a:r>
            <a:r>
              <a:rPr lang="en-US" sz="3200" b="1" u="sng" dirty="0">
                <a:solidFill>
                  <a:srgbClr val="FF0000"/>
                </a:solidFill>
                <a:latin typeface="Arial" panose="020B0604020202020204" pitchFamily="34" charset="0"/>
                <a:cs typeface="Arial" panose="020B0604020202020204" pitchFamily="34" charset="0"/>
              </a:rPr>
              <a:t> </a:t>
            </a:r>
            <a:r>
              <a:rPr lang="en-US" sz="3200" b="1" u="sng" dirty="0" err="1">
                <a:solidFill>
                  <a:srgbClr val="FF0000"/>
                </a:solidFill>
                <a:latin typeface="Arial" panose="020B0604020202020204" pitchFamily="34" charset="0"/>
                <a:cs typeface="Arial" panose="020B0604020202020204" pitchFamily="34" charset="0"/>
              </a:rPr>
              <a:t>XƯỚNG</a:t>
            </a:r>
            <a:r>
              <a:rPr lang="en-US" sz="3200" b="1" u="sng" dirty="0">
                <a:solidFill>
                  <a:srgbClr val="FF0000"/>
                </a:solidFill>
                <a:latin typeface="Arial" panose="020B0604020202020204" pitchFamily="34" charset="0"/>
                <a:cs typeface="Arial" panose="020B0604020202020204" pitchFamily="34" charset="0"/>
              </a:rPr>
              <a:t> </a:t>
            </a:r>
            <a:r>
              <a:rPr lang="en-US" sz="3200" b="1" u="sng" dirty="0" err="1">
                <a:solidFill>
                  <a:srgbClr val="FF0000"/>
                </a:solidFill>
                <a:latin typeface="Arial" panose="020B0604020202020204" pitchFamily="34" charset="0"/>
                <a:cs typeface="Arial" panose="020B0604020202020204" pitchFamily="34" charset="0"/>
              </a:rPr>
              <a:t>TRƯỚC</a:t>
            </a:r>
            <a:r>
              <a:rPr lang="en-US" sz="3200" b="1" u="sng" dirty="0">
                <a:solidFill>
                  <a:srgbClr val="FF0000"/>
                </a:solidFill>
                <a:latin typeface="Arial" panose="020B0604020202020204" pitchFamily="34" charset="0"/>
                <a:cs typeface="Arial" panose="020B0604020202020204" pitchFamily="34" charset="0"/>
              </a:rPr>
              <a:t> PHÚC </a:t>
            </a:r>
            <a:r>
              <a:rPr lang="en-US" sz="3200" b="1" u="sng" dirty="0" err="1">
                <a:solidFill>
                  <a:srgbClr val="FF0000"/>
                </a:solidFill>
                <a:latin typeface="Arial" panose="020B0604020202020204" pitchFamily="34" charset="0"/>
                <a:cs typeface="Arial" panose="020B0604020202020204" pitchFamily="34" charset="0"/>
              </a:rPr>
              <a:t>ÂM</a:t>
            </a:r>
            <a:endParaRPr lang="vi-VN" sz="3200" b="1" dirty="0">
              <a:solidFill>
                <a:srgbClr val="00B05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E1714F9-6291-F871-0E86-541C43039876}"/>
              </a:ext>
            </a:extLst>
          </p:cNvPr>
          <p:cNvSpPr txBox="1"/>
          <p:nvPr/>
        </p:nvSpPr>
        <p:spPr>
          <a:xfrm>
            <a:off x="0" y="590550"/>
            <a:ext cx="5057774" cy="1046440"/>
          </a:xfrm>
          <a:prstGeom prst="rect">
            <a:avLst/>
          </a:prstGeom>
          <a:noFill/>
        </p:spPr>
        <p:txBody>
          <a:bodyPr wrap="square">
            <a:spAutoFit/>
          </a:bodyPr>
          <a:lstStyle/>
          <a:p>
            <a:r>
              <a:rPr lang="en-US" sz="6100" b="1" dirty="0">
                <a:effectLst/>
                <a:latin typeface="Times New Roman (Headings)"/>
                <a:cs typeface="Arial" panose="020B0604020202020204" pitchFamily="34" charset="0"/>
              </a:rPr>
              <a:t>Chúa </a:t>
            </a:r>
            <a:r>
              <a:rPr lang="en-US" sz="6100" b="1" dirty="0" err="1">
                <a:effectLst/>
                <a:latin typeface="Times New Roman (Headings)"/>
                <a:cs typeface="Arial" panose="020B0604020202020204" pitchFamily="34" charset="0"/>
              </a:rPr>
              <a:t>phán</a:t>
            </a:r>
            <a:r>
              <a:rPr lang="en-US" sz="6100" b="1" dirty="0">
                <a:effectLst/>
                <a:latin typeface="Times New Roman (Headings)"/>
                <a:cs typeface="Arial" panose="020B0604020202020204" pitchFamily="34" charset="0"/>
              </a:rPr>
              <a:t>: </a:t>
            </a:r>
            <a:endParaRPr lang="en-US" sz="6100" dirty="0">
              <a:latin typeface="Times New Roman (Headings)"/>
            </a:endParaRPr>
          </a:p>
        </p:txBody>
      </p:sp>
    </p:spTree>
    <p:extLst>
      <p:ext uri="{BB962C8B-B14F-4D97-AF65-F5344CB8AC3E}">
        <p14:creationId xmlns:p14="http://schemas.microsoft.com/office/powerpoint/2010/main" val="130766827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5B420D-9C5D-ADE1-8B28-07998CD23275}"/>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096BB85-4344-FC55-F44D-104FE5687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7890BD7-C904-6C86-E7F3-DC9CCAC5874A}"/>
              </a:ext>
            </a:extLst>
          </p:cNvPr>
          <p:cNvPicPr>
            <a:picLocks noChangeAspect="1"/>
          </p:cNvPicPr>
          <p:nvPr/>
        </p:nvPicPr>
        <p:blipFill>
          <a:blip r:embed="rId2">
            <a:extLst>
              <a:ext uri="{28A0092B-C50C-407E-A947-70E740481C1C}">
                <a14:useLocalDpi xmlns:a14="http://schemas.microsoft.com/office/drawing/2010/main" val="0"/>
              </a:ext>
            </a:extLst>
          </a:blip>
          <a:srcRect l="9931" r="9931"/>
          <a:stretch/>
        </p:blipFill>
        <p:spPr>
          <a:xfrm>
            <a:off x="20" y="10"/>
            <a:ext cx="7252212" cy="5143490"/>
          </a:xfrm>
          <a:prstGeom prst="rect">
            <a:avLst/>
          </a:prstGeom>
        </p:spPr>
      </p:pic>
      <p:sp>
        <p:nvSpPr>
          <p:cNvPr id="24" name="Rectangle 23">
            <a:extLst>
              <a:ext uri="{FF2B5EF4-FFF2-40B4-BE49-F238E27FC236}">
                <a16:creationId xmlns:a16="http://schemas.microsoft.com/office/drawing/2014/main" id="{FD2090E2-AD9A-A5C2-FA60-90F0E8546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51435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9DB13028-445C-E912-F894-09B260D1CA90}"/>
              </a:ext>
            </a:extLst>
          </p:cNvPr>
          <p:cNvSpPr txBox="1"/>
          <p:nvPr/>
        </p:nvSpPr>
        <p:spPr>
          <a:xfrm>
            <a:off x="4955287" y="1657350"/>
            <a:ext cx="4188713" cy="2819400"/>
          </a:xfrm>
          <a:prstGeom prst="rect">
            <a:avLst/>
          </a:prstGeom>
          <a:noFill/>
          <a:ln>
            <a:noFill/>
          </a:ln>
        </p:spPr>
        <p:txBody>
          <a:bodyPr vert="horz" lIns="91440" tIns="45720" rIns="91440" bIns="45720" rtlCol="0">
            <a:normAutofit/>
          </a:bodyPr>
          <a:lstStyle/>
          <a:p>
            <a:pPr algn="just">
              <a:lnSpc>
                <a:spcPct val="90000"/>
              </a:lnSpc>
              <a:spcAft>
                <a:spcPts val="600"/>
              </a:spcAft>
            </a:pPr>
            <a:r>
              <a:rPr lang="en-US" sz="4800" b="1" i="1" dirty="0">
                <a:solidFill>
                  <a:srgbClr val="7030A0"/>
                </a:solidFill>
                <a:latin typeface="Times New Roman" panose="02020603050405020304" pitchFamily="18" charset="0"/>
                <a:cs typeface="Times New Roman" panose="02020603050405020304" pitchFamily="18" charset="0"/>
              </a:rPr>
              <a:t>“Ai </a:t>
            </a:r>
            <a:r>
              <a:rPr lang="en-US" sz="4800" b="1" i="1" dirty="0" err="1">
                <a:solidFill>
                  <a:srgbClr val="7030A0"/>
                </a:solidFill>
                <a:latin typeface="Times New Roman" panose="02020603050405020304" pitchFamily="18" charset="0"/>
                <a:cs typeface="Times New Roman" panose="02020603050405020304" pitchFamily="18" charset="0"/>
              </a:rPr>
              <a:t>trong</a:t>
            </a:r>
            <a:r>
              <a:rPr lang="en-US" sz="4800" b="1" i="1" dirty="0">
                <a:solidFill>
                  <a:srgbClr val="7030A0"/>
                </a:solidFill>
                <a:latin typeface="Times New Roman" panose="02020603050405020304" pitchFamily="18" charset="0"/>
                <a:cs typeface="Times New Roman" panose="02020603050405020304" pitchFamily="18" charset="0"/>
              </a:rPr>
              <a:t> các </a:t>
            </a:r>
            <a:r>
              <a:rPr lang="en-US" sz="4800" b="1" i="1" dirty="0" err="1">
                <a:solidFill>
                  <a:srgbClr val="7030A0"/>
                </a:solidFill>
                <a:latin typeface="Times New Roman" panose="02020603050405020304" pitchFamily="18" charset="0"/>
                <a:cs typeface="Times New Roman" panose="02020603050405020304" pitchFamily="18" charset="0"/>
              </a:rPr>
              <a:t>ngươi</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sạch</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tội</a:t>
            </a:r>
            <a:r>
              <a:rPr lang="en-US" sz="4800" b="1" i="1" dirty="0">
                <a:solidFill>
                  <a:srgbClr val="7030A0"/>
                </a:solidFill>
                <a:latin typeface="Times New Roman" panose="02020603050405020304" pitchFamily="18" charset="0"/>
                <a:cs typeface="Times New Roman" panose="02020603050405020304" pitchFamily="18" charset="0"/>
              </a:rPr>
              <a:t>, </a:t>
            </a:r>
            <a:br>
              <a:rPr lang="en-US" sz="4800" b="1" i="1" dirty="0">
                <a:solidFill>
                  <a:srgbClr val="7030A0"/>
                </a:solidFill>
                <a:latin typeface="Times New Roman" panose="02020603050405020304" pitchFamily="18" charset="0"/>
                <a:cs typeface="Times New Roman" panose="02020603050405020304" pitchFamily="18" charset="0"/>
              </a:rPr>
            </a:br>
            <a:r>
              <a:rPr lang="en-US" sz="4800" b="1" i="1" dirty="0" err="1">
                <a:solidFill>
                  <a:srgbClr val="7030A0"/>
                </a:solidFill>
                <a:latin typeface="Times New Roman" panose="02020603050405020304" pitchFamily="18" charset="0"/>
                <a:cs typeface="Times New Roman" panose="02020603050405020304" pitchFamily="18" charset="0"/>
              </a:rPr>
              <a:t>hãy</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ném</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đá</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chị</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này</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trước</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đi</a:t>
            </a:r>
            <a:r>
              <a:rPr lang="en-US" sz="4800" b="1" i="1" dirty="0">
                <a:solidFill>
                  <a:srgbClr val="7030A0"/>
                </a:solidFill>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DDA165A4-96A0-7333-02E8-DA00A359BBA4}"/>
              </a:ext>
            </a:extLst>
          </p:cNvPr>
          <p:cNvSpPr txBox="1"/>
          <p:nvPr/>
        </p:nvSpPr>
        <p:spPr>
          <a:xfrm>
            <a:off x="6172200" y="4629150"/>
            <a:ext cx="2953738" cy="685800"/>
          </a:xfrm>
          <a:prstGeom prst="rect">
            <a:avLst/>
          </a:prstGeom>
        </p:spPr>
        <p:txBody>
          <a:bodyPr vert="horz" lIns="91440" tIns="45720" rIns="91440" bIns="45720" rtlCol="0">
            <a:normAutofit/>
          </a:bodyPr>
          <a:lstStyle/>
          <a:p>
            <a:pPr algn="r">
              <a:lnSpc>
                <a:spcPct val="90000"/>
              </a:lnSpc>
              <a:spcAft>
                <a:spcPts val="600"/>
              </a:spcAft>
            </a:pPr>
            <a:r>
              <a:rPr lang="en-US" sz="3200" b="1" dirty="0">
                <a:solidFill>
                  <a:schemeClr val="accent4"/>
                </a:solidFill>
                <a:latin typeface="Arial" panose="020B0604020202020204" pitchFamily="34" charset="0"/>
                <a:cs typeface="Arial" panose="020B0604020202020204" pitchFamily="34" charset="0"/>
              </a:rPr>
              <a:t>(</a:t>
            </a:r>
            <a:r>
              <a:rPr lang="en-US" sz="3200" b="1" i="0" dirty="0">
                <a:solidFill>
                  <a:schemeClr val="accent4"/>
                </a:solidFill>
                <a:effectLst/>
                <a:latin typeface="Arial" panose="020B0604020202020204" pitchFamily="34" charset="0"/>
                <a:cs typeface="Arial" panose="020B0604020202020204" pitchFamily="34" charset="0"/>
              </a:rPr>
              <a:t>Ga 8,1-11</a:t>
            </a:r>
            <a:r>
              <a:rPr lang="en-US" sz="3200" b="1" dirty="0">
                <a:solidFill>
                  <a:schemeClr val="accent4"/>
                </a:solidFill>
                <a:latin typeface="Arial" panose="020B0604020202020204" pitchFamily="34" charset="0"/>
                <a:cs typeface="Arial" panose="020B0604020202020204" pitchFamily="34" charset="0"/>
              </a:rPr>
              <a:t>)</a:t>
            </a:r>
          </a:p>
        </p:txBody>
      </p:sp>
      <p:cxnSp>
        <p:nvCxnSpPr>
          <p:cNvPr id="3" name="Straight Connector 2">
            <a:extLst>
              <a:ext uri="{FF2B5EF4-FFF2-40B4-BE49-F238E27FC236}">
                <a16:creationId xmlns:a16="http://schemas.microsoft.com/office/drawing/2014/main" id="{2DFAB7CD-BEEB-3EA4-323B-76CD1C67EE91}"/>
              </a:ext>
            </a:extLst>
          </p:cNvPr>
          <p:cNvCxnSpPr>
            <a:cxnSpLocks/>
          </p:cNvCxnSpPr>
          <p:nvPr/>
        </p:nvCxnSpPr>
        <p:spPr>
          <a:xfrm flipH="1">
            <a:off x="4955287" y="4476750"/>
            <a:ext cx="4112513" cy="0"/>
          </a:xfrm>
          <a:prstGeom prst="line">
            <a:avLst/>
          </a:prstGeom>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3D8E2B70-3DE3-87CE-66D7-A17B3C6CFF8E}"/>
              </a:ext>
            </a:extLst>
          </p:cNvPr>
          <p:cNvSpPr txBox="1"/>
          <p:nvPr/>
        </p:nvSpPr>
        <p:spPr>
          <a:xfrm>
            <a:off x="2286" y="0"/>
            <a:ext cx="9158095" cy="685800"/>
          </a:xfrm>
          <a:prstGeom prst="rect">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p:spPr>
        <p:txBody>
          <a:bodyPr vert="horz" lIns="91440" tIns="45720" rIns="91440" bIns="45720" rtlCol="0" anchor="ctr">
            <a:normAutofit/>
          </a:bodyPr>
          <a:lstStyle/>
          <a:p>
            <a:pPr algn="ctr">
              <a:lnSpc>
                <a:spcPct val="90000"/>
              </a:lnSpc>
              <a:spcBef>
                <a:spcPct val="0"/>
              </a:spcBef>
              <a:spcAft>
                <a:spcPts val="600"/>
              </a:spcAft>
            </a:pP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CHÚA NHẬT V  </a:t>
            </a:r>
            <a:r>
              <a:rPr lang="en-US" sz="3200" b="1" dirty="0" err="1">
                <a:ln w="12700" cmpd="sng">
                  <a:solidFill>
                    <a:srgbClr val="FF0000"/>
                  </a:solidFill>
                  <a:prstDash val="solid"/>
                </a:ln>
                <a:solidFill>
                  <a:srgbClr val="FF0000"/>
                </a:solidFill>
                <a:latin typeface="Times New Roman (Headings)"/>
                <a:ea typeface="+mj-ea"/>
                <a:cs typeface="Arial" panose="020B0604020202020204" pitchFamily="34" charset="0"/>
              </a:rPr>
              <a:t>MÙA</a:t>
            </a: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 CHAY </a:t>
            </a:r>
            <a:r>
              <a:rPr lang="en-US" sz="3200" b="1" dirty="0" err="1">
                <a:ln w="12700" cmpd="sng">
                  <a:solidFill>
                    <a:srgbClr val="FF0000"/>
                  </a:solidFill>
                  <a:prstDash val="solid"/>
                </a:ln>
                <a:solidFill>
                  <a:srgbClr val="FF0000"/>
                </a:solidFill>
                <a:latin typeface="Times New Roman (Headings)"/>
                <a:ea typeface="+mj-ea"/>
                <a:cs typeface="Arial" panose="020B0604020202020204" pitchFamily="34" charset="0"/>
              </a:rPr>
              <a:t>NĂM</a:t>
            </a: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 C</a:t>
            </a:r>
          </a:p>
        </p:txBody>
      </p:sp>
    </p:spTree>
    <p:extLst>
      <p:ext uri="{BB962C8B-B14F-4D97-AF65-F5344CB8AC3E}">
        <p14:creationId xmlns:p14="http://schemas.microsoft.com/office/powerpoint/2010/main" val="3262154031"/>
      </p:ext>
    </p:extLst>
  </p:cSld>
  <p:clrMapOvr>
    <a:masterClrMapping/>
  </p:clrMapOvr>
  <mc:AlternateContent xmlns:mc="http://schemas.openxmlformats.org/markup-compatibility/2006" xmlns:p14="http://schemas.microsoft.com/office/powerpoint/2010/main">
    <mc:Choice Requires="p14">
      <p:transition spd="med" p14:dur="700" advTm="60000">
        <p:fade/>
      </p:transition>
    </mc:Choice>
    <mc:Fallback xmlns="">
      <p:transition spd="med" advTm="60000">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5DDC60-60E8-9837-1A59-58BF268BE7FA}"/>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BAC96FA-F395-0AE1-FA5C-BF72F30C5C95}"/>
              </a:ext>
            </a:extLst>
          </p:cNvPr>
          <p:cNvPicPr>
            <a:picLocks noChangeAspect="1"/>
          </p:cNvPicPr>
          <p:nvPr/>
        </p:nvPicPr>
        <p:blipFill>
          <a:blip r:embed="rId2">
            <a:extLst>
              <a:ext uri="{28A0092B-C50C-407E-A947-70E740481C1C}">
                <a14:useLocalDpi xmlns:a14="http://schemas.microsoft.com/office/drawing/2010/main" val="0"/>
              </a:ext>
            </a:extLst>
          </a:blip>
          <a:srcRect t="7647" b="7647"/>
          <a:stretch/>
        </p:blipFill>
        <p:spPr>
          <a:xfrm>
            <a:off x="-2285" y="10"/>
            <a:ext cx="9143999" cy="5143490"/>
          </a:xfrm>
          <a:prstGeom prst="rect">
            <a:avLst/>
          </a:prstGeom>
          <a:noFill/>
        </p:spPr>
      </p:pic>
      <p:sp>
        <p:nvSpPr>
          <p:cNvPr id="71" name="Rectangle 7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55701"/>
            <a:ext cx="9143999" cy="2371610"/>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title 2">
            <a:extLst>
              <a:ext uri="{FF2B5EF4-FFF2-40B4-BE49-F238E27FC236}">
                <a16:creationId xmlns:a16="http://schemas.microsoft.com/office/drawing/2014/main" id="{E47ACD8D-1043-E357-A84D-A02B04950AFE}"/>
              </a:ext>
            </a:extLst>
          </p:cNvPr>
          <p:cNvSpPr>
            <a:spLocks noGrp="1"/>
          </p:cNvSpPr>
          <p:nvPr>
            <p:ph type="subTitle" idx="1"/>
          </p:nvPr>
        </p:nvSpPr>
        <p:spPr>
          <a:xfrm>
            <a:off x="-4569" y="4181470"/>
            <a:ext cx="9146282" cy="962030"/>
          </a:xfr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a:outerShdw blurRad="50800" dist="38100" dir="2700000" algn="tl" rotWithShape="0">
              <a:prstClr val="black">
                <a:alpha val="40000"/>
              </a:prstClr>
            </a:outerShdw>
          </a:effectLst>
        </p:spPr>
        <p:txBody>
          <a:bodyPr>
            <a:normAutofit/>
          </a:bodyPr>
          <a:lstStyle/>
          <a:p>
            <a:pPr>
              <a:lnSpc>
                <a:spcPct val="90000"/>
              </a:lnSpc>
              <a:spcBef>
                <a:spcPts val="0"/>
              </a:spcBef>
              <a:spcAft>
                <a:spcPts val="600"/>
              </a:spcAft>
            </a:pPr>
            <a:r>
              <a:rPr lang="en-US" sz="3000" b="1" i="1" dirty="0">
                <a:solidFill>
                  <a:srgbClr val="FFFFFF"/>
                </a:solidFill>
                <a:effectLst/>
                <a:latin typeface="Times New Roman" panose="02020603050405020304" pitchFamily="18" charset="0"/>
                <a:cs typeface="Times New Roman" panose="02020603050405020304" pitchFamily="18" charset="0"/>
              </a:rPr>
              <a:t>“</a:t>
            </a:r>
            <a:r>
              <a:rPr lang="en-US" sz="3000" b="1" i="1" dirty="0" err="1">
                <a:solidFill>
                  <a:srgbClr val="FFFFFF"/>
                </a:solidFill>
                <a:effectLst/>
                <a:latin typeface="Times New Roman" panose="02020603050405020304" pitchFamily="18" charset="0"/>
                <a:cs typeface="Times New Roman" panose="02020603050405020304" pitchFamily="18" charset="0"/>
              </a:rPr>
              <a:t>Tôi</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cũng</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vậy</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tôi</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không</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lên</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án</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chị</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đâu</a:t>
            </a:r>
            <a:r>
              <a:rPr lang="en-US" sz="3000" b="1" i="1" dirty="0">
                <a:solidFill>
                  <a:srgbClr val="FFFFFF"/>
                </a:solidFill>
                <a:effectLst/>
                <a:latin typeface="Times New Roman" panose="02020603050405020304" pitchFamily="18" charset="0"/>
                <a:cs typeface="Times New Roman" panose="02020603050405020304" pitchFamily="18" charset="0"/>
              </a:rPr>
              <a:t>! </a:t>
            </a:r>
            <a:br>
              <a:rPr lang="en-US" sz="3000" b="1" i="1" dirty="0">
                <a:solidFill>
                  <a:srgbClr val="FFFFFF"/>
                </a:solidFill>
                <a:effectLst/>
                <a:latin typeface="Times New Roman" panose="02020603050405020304" pitchFamily="18" charset="0"/>
                <a:cs typeface="Times New Roman" panose="02020603050405020304" pitchFamily="18" charset="0"/>
              </a:rPr>
            </a:br>
            <a:r>
              <a:rPr lang="en-US" sz="3000" b="1" i="1" dirty="0" err="1">
                <a:solidFill>
                  <a:srgbClr val="FFFFFF"/>
                </a:solidFill>
                <a:effectLst/>
                <a:latin typeface="Times New Roman" panose="02020603050405020304" pitchFamily="18" charset="0"/>
                <a:cs typeface="Times New Roman" panose="02020603050405020304" pitchFamily="18" charset="0"/>
              </a:rPr>
              <a:t>Thôi</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chị</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cứ</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về</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đi</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và</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từ</a:t>
            </a:r>
            <a:r>
              <a:rPr lang="en-US" sz="3000" b="1" i="1" dirty="0">
                <a:solidFill>
                  <a:srgbClr val="FFFFFF"/>
                </a:solidFill>
                <a:effectLst/>
                <a:latin typeface="Times New Roman" panose="02020603050405020304" pitchFamily="18" charset="0"/>
                <a:cs typeface="Times New Roman" panose="02020603050405020304" pitchFamily="18" charset="0"/>
              </a:rPr>
              <a:t> nay </a:t>
            </a:r>
            <a:r>
              <a:rPr lang="en-US" sz="3000" b="1" i="1" dirty="0" err="1">
                <a:solidFill>
                  <a:srgbClr val="FFFFFF"/>
                </a:solidFill>
                <a:effectLst/>
                <a:latin typeface="Times New Roman" panose="02020603050405020304" pitchFamily="18" charset="0"/>
                <a:cs typeface="Times New Roman" panose="02020603050405020304" pitchFamily="18" charset="0"/>
              </a:rPr>
              <a:t>đừng</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phạm</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tội</a:t>
            </a:r>
            <a:r>
              <a:rPr lang="en-US" sz="3000" b="1" i="1" dirty="0">
                <a:solidFill>
                  <a:srgbClr val="FFFFFF"/>
                </a:solidFill>
                <a:effectLst/>
                <a:latin typeface="Times New Roman" panose="02020603050405020304" pitchFamily="18" charset="0"/>
                <a:cs typeface="Times New Roman" panose="02020603050405020304" pitchFamily="18" charset="0"/>
              </a:rPr>
              <a:t> </a:t>
            </a:r>
            <a:r>
              <a:rPr lang="en-US" sz="3000" b="1" i="1" dirty="0" err="1">
                <a:solidFill>
                  <a:srgbClr val="FFFFFF"/>
                </a:solidFill>
                <a:effectLst/>
                <a:latin typeface="Times New Roman" panose="02020603050405020304" pitchFamily="18" charset="0"/>
                <a:cs typeface="Times New Roman" panose="02020603050405020304" pitchFamily="18" charset="0"/>
              </a:rPr>
              <a:t>nữa</a:t>
            </a:r>
            <a:r>
              <a:rPr lang="en-US" sz="3000" b="1" i="1" dirty="0">
                <a:solidFill>
                  <a:srgbClr val="FFFFFF"/>
                </a:solidFill>
                <a:effectLst/>
                <a:latin typeface="Times New Roman" panose="02020603050405020304" pitchFamily="18" charset="0"/>
                <a:cs typeface="Times New Roman" panose="02020603050405020304" pitchFamily="18" charset="0"/>
              </a:rPr>
              <a:t>!”</a:t>
            </a:r>
            <a:endParaRPr lang="vi-VN" sz="3000" b="1" i="1" spc="-150" dirty="0">
              <a:solidFill>
                <a:srgbClr val="FFFFFF"/>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FC7A255-B1E6-8BC2-B325-900F912D67D5}"/>
              </a:ext>
            </a:extLst>
          </p:cNvPr>
          <p:cNvSpPr txBox="1"/>
          <p:nvPr/>
        </p:nvSpPr>
        <p:spPr>
          <a:xfrm>
            <a:off x="7288913" y="4190995"/>
            <a:ext cx="1864612" cy="520049"/>
          </a:xfrm>
          <a:prstGeom prst="rect">
            <a:avLst/>
          </a:prstGeom>
        </p:spPr>
        <p:txBody>
          <a:bodyPr vert="horz" lIns="91440" tIns="45720" rIns="91440" bIns="45720" rtlCol="0">
            <a:normAutofit/>
          </a:bodyPr>
          <a:lstStyle/>
          <a:p>
            <a:pPr algn="r">
              <a:lnSpc>
                <a:spcPct val="90000"/>
              </a:lnSpc>
              <a:spcAft>
                <a:spcPts val="600"/>
              </a:spcAft>
            </a:pPr>
            <a:r>
              <a:rPr lang="en-US" sz="1400" b="1" i="0" dirty="0">
                <a:solidFill>
                  <a:schemeClr val="accent4">
                    <a:lumMod val="20000"/>
                    <a:lumOff val="80000"/>
                  </a:schemeClr>
                </a:solidFill>
                <a:effectLst/>
                <a:latin typeface="Arial" panose="020B0604020202020204" pitchFamily="34" charset="0"/>
                <a:cs typeface="Arial" panose="020B0604020202020204" pitchFamily="34" charset="0"/>
              </a:rPr>
              <a:t>(Ga 8,1-11)</a:t>
            </a:r>
            <a:endParaRPr lang="en-US" sz="1400" b="1" dirty="0">
              <a:solidFill>
                <a:schemeClr val="accent4">
                  <a:lumMod val="20000"/>
                  <a:lumOff val="80000"/>
                </a:schemeClr>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9249AEC0-0DE9-44E1-38AF-1D9264A215AE}"/>
              </a:ext>
            </a:extLst>
          </p:cNvPr>
          <p:cNvSpPr txBox="1"/>
          <p:nvPr/>
        </p:nvSpPr>
        <p:spPr>
          <a:xfrm>
            <a:off x="2286" y="0"/>
            <a:ext cx="9158095" cy="685800"/>
          </a:xfrm>
          <a:prstGeom prst="rect">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p:spPr>
        <p:txBody>
          <a:bodyPr vert="horz" lIns="91440" tIns="45720" rIns="91440" bIns="45720" rtlCol="0" anchor="ctr">
            <a:normAutofit/>
          </a:bodyPr>
          <a:lstStyle/>
          <a:p>
            <a:pPr algn="ctr">
              <a:lnSpc>
                <a:spcPct val="90000"/>
              </a:lnSpc>
              <a:spcBef>
                <a:spcPct val="0"/>
              </a:spcBef>
              <a:spcAft>
                <a:spcPts val="600"/>
              </a:spcAft>
            </a:pP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CHÚA NHẬT V  </a:t>
            </a:r>
            <a:r>
              <a:rPr lang="en-US" sz="3200" b="1" dirty="0" err="1">
                <a:ln w="12700" cmpd="sng">
                  <a:solidFill>
                    <a:srgbClr val="FF0000"/>
                  </a:solidFill>
                  <a:prstDash val="solid"/>
                </a:ln>
                <a:solidFill>
                  <a:srgbClr val="FF0000"/>
                </a:solidFill>
                <a:latin typeface="Times New Roman (Headings)"/>
                <a:ea typeface="+mj-ea"/>
                <a:cs typeface="Arial" panose="020B0604020202020204" pitchFamily="34" charset="0"/>
              </a:rPr>
              <a:t>MÙA</a:t>
            </a: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 CHAY </a:t>
            </a:r>
            <a:r>
              <a:rPr lang="en-US" sz="3200" b="1" dirty="0" err="1">
                <a:ln w="12700" cmpd="sng">
                  <a:solidFill>
                    <a:srgbClr val="FF0000"/>
                  </a:solidFill>
                  <a:prstDash val="solid"/>
                </a:ln>
                <a:solidFill>
                  <a:srgbClr val="FF0000"/>
                </a:solidFill>
                <a:latin typeface="Times New Roman (Headings)"/>
                <a:ea typeface="+mj-ea"/>
                <a:cs typeface="Arial" panose="020B0604020202020204" pitchFamily="34" charset="0"/>
              </a:rPr>
              <a:t>NĂM</a:t>
            </a: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 C</a:t>
            </a:r>
          </a:p>
        </p:txBody>
      </p:sp>
    </p:spTree>
    <p:extLst>
      <p:ext uri="{BB962C8B-B14F-4D97-AF65-F5344CB8AC3E}">
        <p14:creationId xmlns:p14="http://schemas.microsoft.com/office/powerpoint/2010/main" val="3944630175"/>
      </p:ext>
    </p:extLst>
  </p:cSld>
  <p:clrMapOvr>
    <a:masterClrMapping/>
  </p:clrMapOvr>
  <mc:AlternateContent xmlns:mc="http://schemas.openxmlformats.org/markup-compatibility/2006" xmlns:p14="http://schemas.microsoft.com/office/powerpoint/2010/main">
    <mc:Choice Requires="p14">
      <p:transition spd="med" p14:dur="700" advTm="120000">
        <p:fade/>
      </p:transition>
    </mc:Choice>
    <mc:Fallback xmlns="">
      <p:transition spd="med" advTm="12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 calcmode="lin" valueType="num">
                                      <p:cBhvr additive="base">
                                        <p:cTn id="7" dur="500" fill="hold"/>
                                        <p:tgtEl>
                                          <p:spTgt spid="2">
                                            <p:bg/>
                                          </p:spTgt>
                                        </p:tgtEl>
                                        <p:attrNameLst>
                                          <p:attrName>ppt_x</p:attrName>
                                        </p:attrNameLst>
                                      </p:cBhvr>
                                      <p:tavLst>
                                        <p:tav tm="0">
                                          <p:val>
                                            <p:strVal val="#ppt_x"/>
                                          </p:val>
                                        </p:tav>
                                        <p:tav tm="100000">
                                          <p:val>
                                            <p:strVal val="#ppt_x"/>
                                          </p:val>
                                        </p:tav>
                                      </p:tavLst>
                                    </p:anim>
                                    <p:anim calcmode="lin" valueType="num">
                                      <p:cBhvr additive="base">
                                        <p:cTn id="8" dur="500" fill="hold"/>
                                        <p:tgtEl>
                                          <p:spTgt spid="2">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345EB9-3990-B853-9142-922592104ADD}"/>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ABB624F-BF77-4AE1-B71D-2D681D473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descr="ChatGPT Image 07_53_34 4 thg 4, 2025">
            <a:extLst>
              <a:ext uri="{FF2B5EF4-FFF2-40B4-BE49-F238E27FC236}">
                <a16:creationId xmlns:a16="http://schemas.microsoft.com/office/drawing/2014/main" id="{C780F075-D72D-A4E6-C10C-D2CE43F94E10}"/>
              </a:ext>
            </a:extLst>
          </p:cNvPr>
          <p:cNvPicPr>
            <a:picLocks noGrp="1" noChangeAspect="1"/>
          </p:cNvPicPr>
          <p:nvPr isPhoto="1"/>
        </p:nvPicPr>
        <p:blipFill>
          <a:blip r:embed="rId2"/>
          <a:srcRect r="28266"/>
          <a:stretch/>
        </p:blipFill>
        <p:spPr>
          <a:xfrm>
            <a:off x="20" y="10"/>
            <a:ext cx="5527522" cy="5143490"/>
          </a:xfrm>
          <a:prstGeom prst="rect">
            <a:avLst/>
          </a:prstGeom>
        </p:spPr>
      </p:pic>
      <p:pic>
        <p:nvPicPr>
          <p:cNvPr id="5" name="Picture 4">
            <a:extLst>
              <a:ext uri="{FF2B5EF4-FFF2-40B4-BE49-F238E27FC236}">
                <a16:creationId xmlns:a16="http://schemas.microsoft.com/office/drawing/2014/main" id="{DCFC960A-29C8-E212-5968-C8DD24C460F0}"/>
              </a:ext>
            </a:extLst>
          </p:cNvPr>
          <p:cNvPicPr>
            <a:picLocks noChangeAspect="1"/>
          </p:cNvPicPr>
          <p:nvPr/>
        </p:nvPicPr>
        <p:blipFill>
          <a:blip r:embed="rId3">
            <a:extLst>
              <a:ext uri="{28A0092B-C50C-407E-A947-70E740481C1C}">
                <a14:useLocalDpi xmlns:a14="http://schemas.microsoft.com/office/drawing/2010/main" val="0"/>
              </a:ext>
            </a:extLst>
          </a:blip>
          <a:srcRect l="3794" r="3794"/>
          <a:stretch/>
        </p:blipFill>
        <p:spPr>
          <a:xfrm>
            <a:off x="5650992" y="10"/>
            <a:ext cx="3493008" cy="2510018"/>
          </a:xfrm>
          <a:prstGeom prst="rect">
            <a:avLst/>
          </a:prstGeom>
          <a:noFill/>
        </p:spPr>
      </p:pic>
      <p:pic>
        <p:nvPicPr>
          <p:cNvPr id="9" name="Picture 8">
            <a:extLst>
              <a:ext uri="{FF2B5EF4-FFF2-40B4-BE49-F238E27FC236}">
                <a16:creationId xmlns:a16="http://schemas.microsoft.com/office/drawing/2014/main" id="{1785E059-9FD1-8A60-8249-534F901FBF63}"/>
              </a:ext>
            </a:extLst>
          </p:cNvPr>
          <p:cNvPicPr>
            <a:picLocks noChangeAspect="1"/>
          </p:cNvPicPr>
          <p:nvPr/>
        </p:nvPicPr>
        <p:blipFill>
          <a:blip r:embed="rId4">
            <a:extLst>
              <a:ext uri="{28A0092B-C50C-407E-A947-70E740481C1C}">
                <a14:useLocalDpi xmlns:a14="http://schemas.microsoft.com/office/drawing/2010/main" val="0"/>
              </a:ext>
            </a:extLst>
          </a:blip>
          <a:srcRect l="3794" r="3794"/>
          <a:stretch/>
        </p:blipFill>
        <p:spPr>
          <a:xfrm>
            <a:off x="5650990" y="2633472"/>
            <a:ext cx="3493010" cy="2510028"/>
          </a:xfrm>
          <a:prstGeom prst="rect">
            <a:avLst/>
          </a:prstGeom>
          <a:noFill/>
        </p:spPr>
      </p:pic>
      <p:sp>
        <p:nvSpPr>
          <p:cNvPr id="10" name="Subtitle 2">
            <a:extLst>
              <a:ext uri="{FF2B5EF4-FFF2-40B4-BE49-F238E27FC236}">
                <a16:creationId xmlns:a16="http://schemas.microsoft.com/office/drawing/2014/main" id="{EE903ABA-6837-8188-0AEC-4BE9F7D4C199}"/>
              </a:ext>
            </a:extLst>
          </p:cNvPr>
          <p:cNvSpPr>
            <a:spLocks noGrp="1" noRot="1" noMove="1" noResize="1" noEditPoints="1" noAdjustHandles="1" noChangeArrowheads="1" noChangeShapeType="1"/>
          </p:cNvSpPr>
          <p:nvPr>
            <p:ph type="subTitle" idx="1"/>
          </p:nvPr>
        </p:nvSpPr>
        <p:spPr>
          <a:xfrm>
            <a:off x="-4569" y="4095750"/>
            <a:ext cx="5527522" cy="1047750"/>
          </a:xfr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a:outerShdw blurRad="50800" dist="38100" dir="2700000" algn="tl" rotWithShape="0">
              <a:prstClr val="black">
                <a:alpha val="40000"/>
              </a:prstClr>
            </a:outerShdw>
          </a:effectLst>
        </p:spPr>
        <p:txBody>
          <a:bodyPr>
            <a:normAutofit fontScale="92500"/>
          </a:bodyPr>
          <a:lstStyle/>
          <a:p>
            <a:pPr algn="l">
              <a:lnSpc>
                <a:spcPct val="90000"/>
              </a:lnSpc>
              <a:spcBef>
                <a:spcPts val="0"/>
              </a:spcBef>
              <a:spcAft>
                <a:spcPts val="600"/>
              </a:spcAft>
            </a:pPr>
            <a:r>
              <a:rPr lang="vi-VN" sz="2800" b="1" i="1" dirty="0">
                <a:solidFill>
                  <a:srgbClr val="FFFFFF"/>
                </a:solidFill>
                <a:latin typeface="Times New Roman" panose="02020603050405020304" pitchFamily="18" charset="0"/>
                <a:cs typeface="Times New Roman" panose="02020603050405020304" pitchFamily="18" charset="0"/>
              </a:rPr>
              <a:t>“Ai trong các ngươi sạch tội, </a:t>
            </a:r>
            <a:br>
              <a:rPr lang="vi-VN" sz="2800" b="1" i="1" dirty="0">
                <a:solidFill>
                  <a:srgbClr val="FFFFFF"/>
                </a:solidFill>
                <a:latin typeface="Times New Roman" panose="02020603050405020304" pitchFamily="18" charset="0"/>
                <a:cs typeface="Times New Roman" panose="02020603050405020304" pitchFamily="18" charset="0"/>
              </a:rPr>
            </a:br>
            <a:r>
              <a:rPr lang="vi-VN" sz="2800" b="1" i="1" dirty="0">
                <a:solidFill>
                  <a:srgbClr val="FFFFFF"/>
                </a:solidFill>
                <a:latin typeface="Times New Roman" panose="02020603050405020304" pitchFamily="18" charset="0"/>
                <a:cs typeface="Times New Roman" panose="02020603050405020304" pitchFamily="18" charset="0"/>
              </a:rPr>
              <a:t>hãy ném đá chị này trước đi”</a:t>
            </a:r>
            <a:r>
              <a:rPr lang="en-US" sz="2800" b="1" i="0" dirty="0">
                <a:solidFill>
                  <a:schemeClr val="accent4">
                    <a:lumMod val="20000"/>
                    <a:lumOff val="80000"/>
                  </a:schemeClr>
                </a:solidFill>
                <a:effectLst/>
                <a:latin typeface="Arial" panose="020B0604020202020204" pitchFamily="34" charset="0"/>
                <a:cs typeface="Arial" panose="020B0604020202020204" pitchFamily="34" charset="0"/>
              </a:rPr>
              <a:t> </a:t>
            </a:r>
            <a:r>
              <a:rPr lang="en-US" sz="1900" b="1" i="0" dirty="0">
                <a:solidFill>
                  <a:schemeClr val="accent4">
                    <a:lumMod val="20000"/>
                    <a:lumOff val="80000"/>
                  </a:schemeClr>
                </a:solidFill>
                <a:effectLst/>
                <a:latin typeface="Arial" panose="020B0604020202020204" pitchFamily="34" charset="0"/>
                <a:cs typeface="Arial" panose="020B0604020202020204" pitchFamily="34" charset="0"/>
              </a:rPr>
              <a:t>(Ga 8,1-11)</a:t>
            </a:r>
            <a:endParaRPr lang="en-US" sz="1900" b="1" dirty="0">
              <a:solidFill>
                <a:schemeClr val="accent4">
                  <a:lumMod val="20000"/>
                  <a:lumOff val="80000"/>
                </a:schemeClr>
              </a:solidFill>
              <a:latin typeface="Arial" panose="020B0604020202020204" pitchFamily="34" charset="0"/>
              <a:cs typeface="Arial" panose="020B0604020202020204" pitchFamily="34" charset="0"/>
            </a:endParaRPr>
          </a:p>
          <a:p>
            <a:pPr algn="l">
              <a:lnSpc>
                <a:spcPct val="90000"/>
              </a:lnSpc>
              <a:spcBef>
                <a:spcPts val="0"/>
              </a:spcBef>
              <a:spcAft>
                <a:spcPts val="600"/>
              </a:spcAft>
            </a:pPr>
            <a:endParaRPr lang="vi-VN" sz="2800" b="1" i="1" spc="-15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610287"/>
      </p:ext>
    </p:extLst>
  </p:cSld>
  <p:clrMapOvr>
    <a:masterClrMapping/>
  </p:clrMapOvr>
  <mc:AlternateContent xmlns:mc="http://schemas.openxmlformats.org/markup-compatibility/2006" xmlns:p14="http://schemas.microsoft.com/office/powerpoint/2010/main">
    <mc:Choice Requires="p14">
      <p:transition spd="med" p14:dur="700" advTm="180000">
        <p:fade/>
      </p:transition>
    </mc:Choice>
    <mc:Fallback xmlns="">
      <p:transition spd="med" advTm="18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Effect transition="in" filter="fade">
                                      <p:cBhvr>
                                        <p:cTn id="9" dur="1000"/>
                                        <p:tgtEl>
                                          <p:spTgt spid="6"/>
                                        </p:tgtEl>
                                      </p:cBhvr>
                                    </p:animEffect>
                                  </p:childTnLst>
                                </p:cTn>
                              </p:par>
                              <p:par>
                                <p:cTn id="10" presetID="2" presetClass="entr" presetSubtype="3"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1000" fill="hold"/>
                                        <p:tgtEl>
                                          <p:spTgt spid="5"/>
                                        </p:tgtEl>
                                        <p:attrNameLst>
                                          <p:attrName>ppt_x</p:attrName>
                                        </p:attrNameLst>
                                      </p:cBhvr>
                                      <p:tavLst>
                                        <p:tav tm="0">
                                          <p:val>
                                            <p:strVal val="1+#ppt_w/2"/>
                                          </p:val>
                                        </p:tav>
                                        <p:tav tm="100000">
                                          <p:val>
                                            <p:strVal val="#ppt_x"/>
                                          </p:val>
                                        </p:tav>
                                      </p:tavLst>
                                    </p:anim>
                                    <p:anim calcmode="lin" valueType="num">
                                      <p:cBhvr additive="base">
                                        <p:cTn id="13" dur="1000" fill="hold"/>
                                        <p:tgtEl>
                                          <p:spTgt spid="5"/>
                                        </p:tgtEl>
                                        <p:attrNameLst>
                                          <p:attrName>ppt_y</p:attrName>
                                        </p:attrNameLst>
                                      </p:cBhvr>
                                      <p:tavLst>
                                        <p:tav tm="0">
                                          <p:val>
                                            <p:strVal val="0-#ppt_h/2"/>
                                          </p:val>
                                        </p:tav>
                                        <p:tav tm="100000">
                                          <p:val>
                                            <p:strVal val="#ppt_y"/>
                                          </p:val>
                                        </p:tav>
                                      </p:tavLst>
                                    </p:anim>
                                  </p:childTnLst>
                                </p:cTn>
                              </p:par>
                              <p:par>
                                <p:cTn id="14" presetID="2" presetClass="entr" presetSubtype="6"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1000" fill="hold"/>
                                        <p:tgtEl>
                                          <p:spTgt spid="9"/>
                                        </p:tgtEl>
                                        <p:attrNameLst>
                                          <p:attrName>ppt_x</p:attrName>
                                        </p:attrNameLst>
                                      </p:cBhvr>
                                      <p:tavLst>
                                        <p:tav tm="0">
                                          <p:val>
                                            <p:strVal val="1+#ppt_w/2"/>
                                          </p:val>
                                        </p:tav>
                                        <p:tav tm="100000">
                                          <p:val>
                                            <p:strVal val="#ppt_x"/>
                                          </p:val>
                                        </p:tav>
                                      </p:tavLst>
                                    </p:anim>
                                    <p:anim calcmode="lin" valueType="num">
                                      <p:cBhvr additive="base">
                                        <p:cTn id="17" dur="1000" fill="hold"/>
                                        <p:tgtEl>
                                          <p:spTgt spid="9"/>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1000"/>
                                  </p:stCondLst>
                                  <p:childTnLst>
                                    <p:set>
                                      <p:cBhvr>
                                        <p:cTn id="19" dur="1" fill="hold">
                                          <p:stCondLst>
                                            <p:cond delay="0"/>
                                          </p:stCondLst>
                                        </p:cTn>
                                        <p:tgtEl>
                                          <p:spTgt spid="10">
                                            <p:bg/>
                                          </p:spTgt>
                                        </p:tgtEl>
                                        <p:attrNameLst>
                                          <p:attrName>style.visibility</p:attrName>
                                        </p:attrNameLst>
                                      </p:cBhvr>
                                      <p:to>
                                        <p:strVal val="visible"/>
                                      </p:to>
                                    </p:set>
                                    <p:anim calcmode="lin" valueType="num">
                                      <p:cBhvr additive="base">
                                        <p:cTn id="20" dur="1000" fill="hold"/>
                                        <p:tgtEl>
                                          <p:spTgt spid="10">
                                            <p:bg/>
                                          </p:spTgt>
                                        </p:tgtEl>
                                        <p:attrNameLst>
                                          <p:attrName>ppt_x</p:attrName>
                                        </p:attrNameLst>
                                      </p:cBhvr>
                                      <p:tavLst>
                                        <p:tav tm="0">
                                          <p:val>
                                            <p:strVal val="#ppt_x"/>
                                          </p:val>
                                        </p:tav>
                                        <p:tav tm="100000">
                                          <p:val>
                                            <p:strVal val="#ppt_x"/>
                                          </p:val>
                                        </p:tav>
                                      </p:tavLst>
                                    </p:anim>
                                    <p:anim calcmode="lin" valueType="num">
                                      <p:cBhvr additive="base">
                                        <p:cTn id="21" dur="1000" fill="hold"/>
                                        <p:tgtEl>
                                          <p:spTgt spid="10">
                                            <p:bg/>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1000"/>
                                  </p:stCondLst>
                                  <p:childTnLst>
                                    <p:set>
                                      <p:cBhvr>
                                        <p:cTn id="23" dur="1" fill="hold">
                                          <p:stCondLst>
                                            <p:cond delay="0"/>
                                          </p:stCondLst>
                                        </p:cTn>
                                        <p:tgtEl>
                                          <p:spTgt spid="10">
                                            <p:txEl>
                                              <p:pRg st="0" end="0"/>
                                            </p:txEl>
                                          </p:spTgt>
                                        </p:tgtEl>
                                        <p:attrNameLst>
                                          <p:attrName>style.visibility</p:attrName>
                                        </p:attrNameLst>
                                      </p:cBhvr>
                                      <p:to>
                                        <p:strVal val="visible"/>
                                      </p:to>
                                    </p:set>
                                    <p:anim calcmode="lin" valueType="num">
                                      <p:cBhvr additive="base">
                                        <p:cTn id="24"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5" dur="10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nimBg="1"/>
    </p:bldLst>
  </p:timing>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F31514-9C40-B292-5C5E-141F6342059A}"/>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4A4075D4-6080-7710-1F54-F134298AD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D20F054-8E96-EE7D-C8AC-8D4C58181BDA}"/>
              </a:ext>
            </a:extLst>
          </p:cNvPr>
          <p:cNvPicPr>
            <a:picLocks noChangeAspect="1"/>
          </p:cNvPicPr>
          <p:nvPr/>
        </p:nvPicPr>
        <p:blipFill>
          <a:blip r:embed="rId2">
            <a:extLst>
              <a:ext uri="{28A0092B-C50C-407E-A947-70E740481C1C}">
                <a14:useLocalDpi xmlns:a14="http://schemas.microsoft.com/office/drawing/2010/main" val="0"/>
              </a:ext>
            </a:extLst>
          </a:blip>
          <a:srcRect t="7647" b="7647"/>
          <a:stretch/>
        </p:blipFill>
        <p:spPr>
          <a:xfrm>
            <a:off x="-2285" y="10"/>
            <a:ext cx="9143999" cy="5143490"/>
          </a:xfrm>
          <a:prstGeom prst="rect">
            <a:avLst/>
          </a:prstGeom>
          <a:noFill/>
        </p:spPr>
      </p:pic>
      <p:sp>
        <p:nvSpPr>
          <p:cNvPr id="71" name="Rectangle 70">
            <a:extLst>
              <a:ext uri="{FF2B5EF4-FFF2-40B4-BE49-F238E27FC236}">
                <a16:creationId xmlns:a16="http://schemas.microsoft.com/office/drawing/2014/main" id="{FC534BF0-2A44-A4FF-4028-1088F1A0F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55701"/>
            <a:ext cx="9143999" cy="2371610"/>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title 2">
            <a:extLst>
              <a:ext uri="{FF2B5EF4-FFF2-40B4-BE49-F238E27FC236}">
                <a16:creationId xmlns:a16="http://schemas.microsoft.com/office/drawing/2014/main" id="{566924B2-F978-1B2C-560B-6B829E66F570}"/>
              </a:ext>
            </a:extLst>
          </p:cNvPr>
          <p:cNvSpPr>
            <a:spLocks noGrp="1"/>
          </p:cNvSpPr>
          <p:nvPr>
            <p:ph type="subTitle" idx="1"/>
          </p:nvPr>
        </p:nvSpPr>
        <p:spPr>
          <a:xfrm>
            <a:off x="-4569" y="4181470"/>
            <a:ext cx="9146282" cy="962030"/>
          </a:xfr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a:outerShdw blurRad="50800" dist="38100" dir="2700000" algn="tl" rotWithShape="0">
              <a:prstClr val="black">
                <a:alpha val="40000"/>
              </a:prstClr>
            </a:outerShdw>
          </a:effectLst>
        </p:spPr>
        <p:txBody>
          <a:bodyPr>
            <a:normAutofit/>
          </a:bodyPr>
          <a:lstStyle/>
          <a:p>
            <a:pPr>
              <a:lnSpc>
                <a:spcPct val="90000"/>
              </a:lnSpc>
              <a:spcBef>
                <a:spcPts val="0"/>
              </a:spcBef>
              <a:spcAft>
                <a:spcPts val="600"/>
              </a:spcAft>
            </a:pPr>
            <a:r>
              <a:rPr lang="vi-VN" sz="3000" b="1" i="1" dirty="0">
                <a:solidFill>
                  <a:srgbClr val="FFFFFF"/>
                </a:solidFill>
                <a:latin typeface="Times New Roman" panose="02020603050405020304" pitchFamily="18" charset="0"/>
                <a:cs typeface="Times New Roman" panose="02020603050405020304" pitchFamily="18" charset="0"/>
              </a:rPr>
              <a:t>“Tôi cũng vậy, tôi không lên án chị đâu! </a:t>
            </a:r>
            <a:br>
              <a:rPr lang="vi-VN" sz="3000" b="1" i="1" dirty="0">
                <a:solidFill>
                  <a:srgbClr val="FFFFFF"/>
                </a:solidFill>
                <a:latin typeface="Times New Roman" panose="02020603050405020304" pitchFamily="18" charset="0"/>
                <a:cs typeface="Times New Roman" panose="02020603050405020304" pitchFamily="18" charset="0"/>
              </a:rPr>
            </a:br>
            <a:r>
              <a:rPr lang="vi-VN" sz="3000" b="1" i="1" dirty="0">
                <a:solidFill>
                  <a:srgbClr val="FFFFFF"/>
                </a:solidFill>
                <a:latin typeface="Times New Roman" panose="02020603050405020304" pitchFamily="18" charset="0"/>
                <a:cs typeface="Times New Roman" panose="02020603050405020304" pitchFamily="18" charset="0"/>
              </a:rPr>
              <a:t>Thôi chị cứ về đi, và từ nay đừng phạm tội nữa!”</a:t>
            </a:r>
          </a:p>
        </p:txBody>
      </p:sp>
      <p:sp>
        <p:nvSpPr>
          <p:cNvPr id="3" name="TextBox 2">
            <a:extLst>
              <a:ext uri="{FF2B5EF4-FFF2-40B4-BE49-F238E27FC236}">
                <a16:creationId xmlns:a16="http://schemas.microsoft.com/office/drawing/2014/main" id="{7E6F0CCB-FF00-6B98-BBF6-5886EEBF57FF}"/>
              </a:ext>
            </a:extLst>
          </p:cNvPr>
          <p:cNvSpPr txBox="1"/>
          <p:nvPr/>
        </p:nvSpPr>
        <p:spPr>
          <a:xfrm>
            <a:off x="7355588" y="4871101"/>
            <a:ext cx="1864612" cy="520049"/>
          </a:xfrm>
          <a:prstGeom prst="rect">
            <a:avLst/>
          </a:prstGeom>
        </p:spPr>
        <p:txBody>
          <a:bodyPr vert="horz" lIns="91440" tIns="45720" rIns="91440" bIns="45720" rtlCol="0">
            <a:normAutofit/>
          </a:bodyPr>
          <a:lstStyle/>
          <a:p>
            <a:pPr algn="r">
              <a:lnSpc>
                <a:spcPct val="90000"/>
              </a:lnSpc>
              <a:spcAft>
                <a:spcPts val="600"/>
              </a:spcAft>
            </a:pPr>
            <a:r>
              <a:rPr lang="en-US" sz="1400" b="1" i="0" dirty="0">
                <a:solidFill>
                  <a:schemeClr val="accent4">
                    <a:lumMod val="20000"/>
                    <a:lumOff val="80000"/>
                  </a:schemeClr>
                </a:solidFill>
                <a:effectLst/>
                <a:latin typeface="Arial" panose="020B0604020202020204" pitchFamily="34" charset="0"/>
                <a:cs typeface="Arial" panose="020B0604020202020204" pitchFamily="34" charset="0"/>
              </a:rPr>
              <a:t>(Ga 8,1-11)</a:t>
            </a:r>
            <a:endParaRPr lang="en-US" sz="1400" b="1" dirty="0">
              <a:solidFill>
                <a:schemeClr val="accent4">
                  <a:lumMod val="20000"/>
                  <a:lumOff val="80000"/>
                </a:schemeClr>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B5FF42B-D3BA-E329-4F6C-28E11A3DE37A}"/>
              </a:ext>
            </a:extLst>
          </p:cNvPr>
          <p:cNvSpPr txBox="1"/>
          <p:nvPr/>
        </p:nvSpPr>
        <p:spPr>
          <a:xfrm>
            <a:off x="2286" y="0"/>
            <a:ext cx="9158095" cy="685800"/>
          </a:xfrm>
          <a:prstGeom prst="rect">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p:spPr>
        <p:txBody>
          <a:bodyPr vert="horz" lIns="91440" tIns="45720" rIns="91440" bIns="45720" rtlCol="0" anchor="ctr">
            <a:normAutofit/>
          </a:bodyPr>
          <a:lstStyle/>
          <a:p>
            <a:pPr algn="ctr">
              <a:lnSpc>
                <a:spcPct val="90000"/>
              </a:lnSpc>
              <a:spcBef>
                <a:spcPct val="0"/>
              </a:spcBef>
              <a:spcAft>
                <a:spcPts val="600"/>
              </a:spcAft>
            </a:pP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CHÚA NHẬT V  </a:t>
            </a:r>
            <a:r>
              <a:rPr lang="en-US" sz="3200" b="1" dirty="0" err="1">
                <a:ln w="12700" cmpd="sng">
                  <a:solidFill>
                    <a:srgbClr val="FF0000"/>
                  </a:solidFill>
                  <a:prstDash val="solid"/>
                </a:ln>
                <a:solidFill>
                  <a:srgbClr val="FF0000"/>
                </a:solidFill>
                <a:latin typeface="Times New Roman (Headings)"/>
                <a:ea typeface="+mj-ea"/>
                <a:cs typeface="Arial" panose="020B0604020202020204" pitchFamily="34" charset="0"/>
              </a:rPr>
              <a:t>MÙA</a:t>
            </a: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 CHAY </a:t>
            </a:r>
            <a:r>
              <a:rPr lang="en-US" sz="3200" b="1" dirty="0" err="1">
                <a:ln w="12700" cmpd="sng">
                  <a:solidFill>
                    <a:srgbClr val="FF0000"/>
                  </a:solidFill>
                  <a:prstDash val="solid"/>
                </a:ln>
                <a:solidFill>
                  <a:srgbClr val="FF0000"/>
                </a:solidFill>
                <a:latin typeface="Times New Roman (Headings)"/>
                <a:ea typeface="+mj-ea"/>
                <a:cs typeface="Arial" panose="020B0604020202020204" pitchFamily="34" charset="0"/>
              </a:rPr>
              <a:t>NĂM</a:t>
            </a: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 C</a:t>
            </a:r>
          </a:p>
        </p:txBody>
      </p:sp>
    </p:spTree>
    <p:extLst>
      <p:ext uri="{BB962C8B-B14F-4D97-AF65-F5344CB8AC3E}">
        <p14:creationId xmlns:p14="http://schemas.microsoft.com/office/powerpoint/2010/main" val="4124360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 calcmode="lin" valueType="num">
                                      <p:cBhvr additive="base">
                                        <p:cTn id="7" dur="500" fill="hold"/>
                                        <p:tgtEl>
                                          <p:spTgt spid="2">
                                            <p:bg/>
                                          </p:spTgt>
                                        </p:tgtEl>
                                        <p:attrNameLst>
                                          <p:attrName>ppt_x</p:attrName>
                                        </p:attrNameLst>
                                      </p:cBhvr>
                                      <p:tavLst>
                                        <p:tav tm="0">
                                          <p:val>
                                            <p:strVal val="#ppt_x"/>
                                          </p:val>
                                        </p:tav>
                                        <p:tav tm="100000">
                                          <p:val>
                                            <p:strVal val="#ppt_x"/>
                                          </p:val>
                                        </p:tav>
                                      </p:tavLst>
                                    </p:anim>
                                    <p:anim calcmode="lin" valueType="num">
                                      <p:cBhvr additive="base">
                                        <p:cTn id="8" dur="500" fill="hold"/>
                                        <p:tgtEl>
                                          <p:spTgt spid="2">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5143500"/>
          </a:xfrm>
        </p:spPr>
        <p:txBody>
          <a:bodyPr anchor="ctr">
            <a:noAutofit/>
          </a:bodyPr>
          <a:lstStyle/>
          <a:p>
            <a:pPr algn="just">
              <a:spcBef>
                <a:spcPts val="0"/>
              </a:spcBef>
            </a:pPr>
            <a:endParaRPr lang="en-US" sz="2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vi-VN" sz="7200" b="1" dirty="0">
                <a:solidFill>
                  <a:schemeClr val="tx1"/>
                </a:solidFill>
                <a:latin typeface="Times New Roman" panose="02020603050405020304" pitchFamily="18" charset="0"/>
                <a:cs typeface="Times New Roman" panose="02020603050405020304" pitchFamily="18" charset="0"/>
              </a:rPr>
              <a:t>Tôi tin kính Đức Chúa Trời là Cha phép tắc vô cùng </a:t>
            </a:r>
            <a:r>
              <a:rPr lang="vi-VN" sz="7200" b="1" spc="-150" dirty="0">
                <a:solidFill>
                  <a:schemeClr val="tx1"/>
                </a:solidFill>
                <a:latin typeface="Times New Roman" panose="02020603050405020304" pitchFamily="18" charset="0"/>
                <a:cs typeface="Times New Roman" panose="02020603050405020304" pitchFamily="18" charset="0"/>
              </a:rPr>
              <a:t>dựng nên trời đất</a:t>
            </a:r>
            <a:r>
              <a:rPr lang="en-US" sz="7200" b="1" spc="-150" dirty="0">
                <a:solidFill>
                  <a:schemeClr val="tx1"/>
                </a:solidFill>
                <a:latin typeface="Times New Roman" panose="02020603050405020304" pitchFamily="18" charset="0"/>
                <a:cs typeface="Times New Roman" panose="02020603050405020304" pitchFamily="18" charset="0"/>
              </a:rPr>
              <a:t>.</a:t>
            </a:r>
            <a:endParaRPr lang="vi-VN" sz="7200" b="1" spc="-150" dirty="0">
              <a:solidFill>
                <a:schemeClr val="tx1"/>
              </a:solidFill>
              <a:latin typeface="Times New Roman" panose="02020603050405020304" pitchFamily="18" charset="0"/>
              <a:cs typeface="Times New Roman" panose="02020603050405020304" pitchFamily="18" charset="0"/>
            </a:endParaRPr>
          </a:p>
        </p:txBody>
      </p:sp>
      <p:sp>
        <p:nvSpPr>
          <p:cNvPr id="2" name="Tiêu đề 1">
            <a:extLst>
              <a:ext uri="{FF2B5EF4-FFF2-40B4-BE49-F238E27FC236}">
                <a16:creationId xmlns:a16="http://schemas.microsoft.com/office/drawing/2014/main" id="{6D3FAADD-3FA7-BD7E-FE2F-54B5B64F1AD9}"/>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800" b="1" dirty="0">
                <a:solidFill>
                  <a:srgbClr val="FF0000"/>
                </a:solidFill>
                <a:latin typeface="Times New Roman" panose="02020603050405020304" pitchFamily="18" charset="0"/>
                <a:cs typeface="Times New Roman" panose="02020603050405020304" pitchFamily="18" charset="0"/>
              </a:rPr>
              <a:t>KINH TIN </a:t>
            </a:r>
            <a:r>
              <a:rPr lang="en-US" sz="4800" b="1" dirty="0" err="1">
                <a:solidFill>
                  <a:srgbClr val="FF0000"/>
                </a:solidFill>
                <a:latin typeface="Times New Roman" panose="02020603050405020304" pitchFamily="18" charset="0"/>
                <a:cs typeface="Times New Roman" panose="02020603050405020304" pitchFamily="18" charset="0"/>
              </a:rPr>
              <a:t>KÍNH</a:t>
            </a:r>
            <a:endParaRPr lang="vi-VN" sz="48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1027290"/>
      </p:ext>
    </p:extLst>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0"/>
            <a:ext cx="9144000" cy="5143518"/>
          </a:xfrm>
          <a:solidFill>
            <a:schemeClr val="bg1"/>
          </a:solidFill>
        </p:spPr>
        <p:txBody>
          <a:bodyPr/>
          <a:lstStyle/>
          <a:p>
            <a:pPr marL="0" indent="0" algn="just" eaLnBrk="1" hangingPunct="1">
              <a:spcBef>
                <a:spcPts val="0"/>
              </a:spcBef>
              <a:buFontTx/>
              <a:buNone/>
            </a:pPr>
            <a:r>
              <a:rPr lang="vi-VN" sz="8000" b="1" dirty="0">
                <a:latin typeface="Times New Roman" panose="02020603050405020304" pitchFamily="18" charset="0"/>
                <a:cs typeface="Times New Roman" panose="02020603050405020304" pitchFamily="18" charset="0"/>
              </a:rPr>
              <a:t>Tôi tin kính</a:t>
            </a:r>
            <a:r>
              <a:rPr lang="en-US" sz="8000" b="1" dirty="0">
                <a:latin typeface="Times New Roman" panose="02020603050405020304" pitchFamily="18" charset="0"/>
                <a:cs typeface="Times New Roman" panose="02020603050405020304" pitchFamily="18" charset="0"/>
              </a:rPr>
              <a:t> </a:t>
            </a:r>
            <a:r>
              <a:rPr lang="vi-VN" sz="8000" b="1" dirty="0">
                <a:latin typeface="Times New Roman" panose="02020603050405020304" pitchFamily="18" charset="0"/>
                <a:cs typeface="Times New Roman" panose="02020603050405020304" pitchFamily="18" charset="0"/>
              </a:rPr>
              <a:t>Đức Chúa </a:t>
            </a:r>
            <a:r>
              <a:rPr lang="vi-VN" sz="8000" b="1" dirty="0" err="1">
                <a:latin typeface="Times New Roman" panose="02020603050405020304" pitchFamily="18" charset="0"/>
                <a:cs typeface="Times New Roman" panose="02020603050405020304" pitchFamily="18" charset="0"/>
              </a:rPr>
              <a:t>Giê</a:t>
            </a:r>
            <a:r>
              <a:rPr lang="en-US" sz="8000" b="1" dirty="0">
                <a:latin typeface="Times New Roman" panose="02020603050405020304" pitchFamily="18" charset="0"/>
                <a:cs typeface="Times New Roman" panose="02020603050405020304" pitchFamily="18" charset="0"/>
              </a:rPr>
              <a:t>-</a:t>
            </a:r>
            <a:r>
              <a:rPr lang="vi-VN" sz="8000" b="1" dirty="0">
                <a:latin typeface="Times New Roman" panose="02020603050405020304" pitchFamily="18" charset="0"/>
                <a:cs typeface="Times New Roman" panose="02020603050405020304" pitchFamily="18" charset="0"/>
              </a:rPr>
              <a:t>Su</a:t>
            </a:r>
            <a:r>
              <a:rPr lang="en-US" sz="8000" b="1" dirty="0">
                <a:latin typeface="Times New Roman" panose="02020603050405020304" pitchFamily="18" charset="0"/>
                <a:cs typeface="Times New Roman" panose="02020603050405020304" pitchFamily="18" charset="0"/>
              </a:rPr>
              <a:t> </a:t>
            </a:r>
            <a:r>
              <a:rPr lang="vi-VN" sz="8000" b="1" dirty="0">
                <a:latin typeface="Times New Roman" panose="02020603050405020304" pitchFamily="18" charset="0"/>
                <a:cs typeface="Times New Roman" panose="02020603050405020304" pitchFamily="18" charset="0"/>
              </a:rPr>
              <a:t>Ki</a:t>
            </a:r>
            <a:r>
              <a:rPr lang="en-US" sz="8000" b="1" dirty="0">
                <a:latin typeface="Times New Roman" panose="02020603050405020304" pitchFamily="18" charset="0"/>
                <a:cs typeface="Times New Roman" panose="02020603050405020304" pitchFamily="18" charset="0"/>
              </a:rPr>
              <a:t>-</a:t>
            </a:r>
            <a:r>
              <a:rPr lang="vi-VN" sz="8000" b="1" dirty="0">
                <a:latin typeface="Times New Roman" panose="02020603050405020304" pitchFamily="18" charset="0"/>
                <a:cs typeface="Times New Roman" panose="02020603050405020304" pitchFamily="18" charset="0"/>
              </a:rPr>
              <a:t>tô là </a:t>
            </a:r>
            <a:r>
              <a:rPr lang="en-US" sz="8000" b="1" dirty="0">
                <a:latin typeface="Times New Roman" panose="02020603050405020304" pitchFamily="18" charset="0"/>
                <a:cs typeface="Times New Roman" panose="02020603050405020304" pitchFamily="18" charset="0"/>
              </a:rPr>
              <a:t>C</a:t>
            </a:r>
            <a:r>
              <a:rPr lang="vi-VN" sz="8000" b="1" dirty="0" err="1">
                <a:latin typeface="Times New Roman" panose="02020603050405020304" pitchFamily="18" charset="0"/>
                <a:cs typeface="Times New Roman" panose="02020603050405020304" pitchFamily="18" charset="0"/>
              </a:rPr>
              <a:t>on</a:t>
            </a:r>
            <a:r>
              <a:rPr lang="vi-VN" sz="8000" b="1" dirty="0">
                <a:latin typeface="Times New Roman" panose="02020603050405020304" pitchFamily="18" charset="0"/>
                <a:cs typeface="Times New Roman" panose="02020603050405020304" pitchFamily="18" charset="0"/>
              </a:rPr>
              <a:t> </a:t>
            </a:r>
            <a:r>
              <a:rPr lang="en-US" sz="8000" b="1" dirty="0">
                <a:latin typeface="Times New Roman" panose="02020603050405020304" pitchFamily="18" charset="0"/>
                <a:cs typeface="Times New Roman" panose="02020603050405020304" pitchFamily="18" charset="0"/>
              </a:rPr>
              <a:t>M</a:t>
            </a:r>
            <a:r>
              <a:rPr lang="vi-VN" sz="8000" b="1" dirty="0" err="1">
                <a:latin typeface="Times New Roman" panose="02020603050405020304" pitchFamily="18" charset="0"/>
                <a:cs typeface="Times New Roman" panose="02020603050405020304" pitchFamily="18" charset="0"/>
              </a:rPr>
              <a:t>ột</a:t>
            </a:r>
            <a:r>
              <a:rPr lang="vi-VN" sz="8000" b="1" dirty="0">
                <a:latin typeface="Times New Roman" panose="02020603050405020304" pitchFamily="18" charset="0"/>
                <a:cs typeface="Times New Roman" panose="02020603050405020304" pitchFamily="18" charset="0"/>
              </a:rPr>
              <a:t> Đức Chúa Cha</a:t>
            </a:r>
            <a:r>
              <a:rPr lang="en-US" sz="8000" b="1" dirty="0">
                <a:latin typeface="Times New Roman" panose="02020603050405020304" pitchFamily="18" charset="0"/>
                <a:cs typeface="Times New Roman" panose="02020603050405020304" pitchFamily="18" charset="0"/>
              </a:rPr>
              <a:t> </a:t>
            </a:r>
            <a:r>
              <a:rPr lang="en-US" sz="8000" b="1" dirty="0" err="1">
                <a:latin typeface="Times New Roman" panose="02020603050405020304" pitchFamily="18" charset="0"/>
                <a:cs typeface="Times New Roman" panose="02020603050405020304" pitchFamily="18" charset="0"/>
              </a:rPr>
              <a:t>cùng</a:t>
            </a:r>
            <a:r>
              <a:rPr lang="en-US" sz="8000" b="1" dirty="0">
                <a:latin typeface="Times New Roman" panose="02020603050405020304" pitchFamily="18" charset="0"/>
                <a:cs typeface="Times New Roman" panose="02020603050405020304" pitchFamily="18" charset="0"/>
              </a:rPr>
              <a:t> </a:t>
            </a:r>
            <a:r>
              <a:rPr lang="en-US" sz="8000" b="1" dirty="0" err="1">
                <a:latin typeface="Times New Roman" panose="02020603050405020304" pitchFamily="18" charset="0"/>
                <a:cs typeface="Times New Roman" panose="02020603050405020304" pitchFamily="18" charset="0"/>
              </a:rPr>
              <a:t>là</a:t>
            </a:r>
            <a:endParaRPr lang="vi-VN" sz="8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119766"/>
      </p:ext>
    </p:extLst>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5143500"/>
          </a:xfrm>
          <a:solidFill>
            <a:schemeClr val="bg1"/>
          </a:solidFill>
        </p:spPr>
        <p:txBody>
          <a:bodyPr anchor="ctr">
            <a:noAutofit/>
          </a:bodyPr>
          <a:lstStyle/>
          <a:p>
            <a:pPr algn="just">
              <a:spcBef>
                <a:spcPts val="0"/>
              </a:spcBef>
            </a:pPr>
            <a:r>
              <a:rPr lang="vi-VN" sz="6800" b="1" dirty="0">
                <a:solidFill>
                  <a:schemeClr val="tx1"/>
                </a:solidFill>
                <a:latin typeface="Times New Roman" panose="02020603050405020304" pitchFamily="18" charset="0"/>
                <a:cs typeface="Times New Roman" panose="02020603050405020304" pitchFamily="18" charset="0"/>
              </a:rPr>
              <a:t>Chúa</a:t>
            </a:r>
            <a:r>
              <a:rPr lang="en-US" sz="6800" b="1" dirty="0">
                <a:solidFill>
                  <a:schemeClr val="tx1"/>
                </a:solidFill>
                <a:latin typeface="Times New Roman" panose="02020603050405020304" pitchFamily="18" charset="0"/>
                <a:cs typeface="Times New Roman" panose="02020603050405020304" pitchFamily="18" charset="0"/>
              </a:rPr>
              <a:t> </a:t>
            </a:r>
            <a:r>
              <a:rPr lang="vi-VN" sz="6800" b="1" dirty="0">
                <a:solidFill>
                  <a:schemeClr val="tx1"/>
                </a:solidFill>
                <a:latin typeface="Times New Roman" panose="02020603050405020304" pitchFamily="18" charset="0"/>
                <a:cs typeface="Times New Roman" panose="02020603050405020304" pitchFamily="18" charset="0"/>
              </a:rPr>
              <a:t>chúng tôi</a:t>
            </a:r>
            <a:r>
              <a:rPr lang="en-US" sz="6800" b="1" dirty="0">
                <a:solidFill>
                  <a:schemeClr val="tx1"/>
                </a:solidFill>
                <a:latin typeface="Times New Roman" panose="02020603050405020304" pitchFamily="18" charset="0"/>
                <a:cs typeface="Times New Roman" panose="02020603050405020304" pitchFamily="18" charset="0"/>
              </a:rPr>
              <a:t>; b</a:t>
            </a:r>
            <a:r>
              <a:rPr lang="vi-VN" sz="6800" b="1" dirty="0" err="1">
                <a:solidFill>
                  <a:schemeClr val="tx1"/>
                </a:solidFill>
                <a:latin typeface="Times New Roman" panose="02020603050405020304" pitchFamily="18" charset="0"/>
                <a:cs typeface="Times New Roman" panose="02020603050405020304" pitchFamily="18" charset="0"/>
              </a:rPr>
              <a:t>ởi</a:t>
            </a:r>
            <a:r>
              <a:rPr lang="vi-VN" sz="6800" b="1" dirty="0">
                <a:solidFill>
                  <a:schemeClr val="tx1"/>
                </a:solidFill>
                <a:latin typeface="Times New Roman" panose="02020603050405020304" pitchFamily="18" charset="0"/>
                <a:cs typeface="Times New Roman" panose="02020603050405020304" pitchFamily="18" charset="0"/>
              </a:rPr>
              <a:t> phép Đức Chúa Thánh Thần</a:t>
            </a:r>
            <a:r>
              <a:rPr lang="en-US" sz="6800" b="1" dirty="0">
                <a:solidFill>
                  <a:schemeClr val="tx1"/>
                </a:solidFill>
                <a:latin typeface="Times New Roman" panose="02020603050405020304" pitchFamily="18" charset="0"/>
                <a:cs typeface="Times New Roman" panose="02020603050405020304" pitchFamily="18" charset="0"/>
              </a:rPr>
              <a:t> </a:t>
            </a:r>
            <a:r>
              <a:rPr lang="vi-VN" sz="6800" b="1" dirty="0">
                <a:solidFill>
                  <a:schemeClr val="tx1"/>
                </a:solidFill>
                <a:latin typeface="Times New Roman" panose="02020603050405020304" pitchFamily="18" charset="0"/>
                <a:cs typeface="Times New Roman" panose="02020603050405020304" pitchFamily="18" charset="0"/>
              </a:rPr>
              <a:t>mà người</a:t>
            </a:r>
            <a:r>
              <a:rPr lang="en-US" sz="6800" b="1" dirty="0">
                <a:solidFill>
                  <a:schemeClr val="tx1"/>
                </a:solidFill>
                <a:latin typeface="Times New Roman" panose="02020603050405020304" pitchFamily="18" charset="0"/>
                <a:cs typeface="Times New Roman" panose="02020603050405020304" pitchFamily="18" charset="0"/>
              </a:rPr>
              <a:t> </a:t>
            </a:r>
            <a:r>
              <a:rPr lang="vi-VN" sz="6800" b="1" dirty="0">
                <a:solidFill>
                  <a:schemeClr val="tx1"/>
                </a:solidFill>
                <a:latin typeface="Times New Roman" panose="02020603050405020304" pitchFamily="18" charset="0"/>
                <a:cs typeface="Times New Roman" panose="02020603050405020304" pitchFamily="18" charset="0"/>
              </a:rPr>
              <a:t>xuống thai</a:t>
            </a:r>
            <a:r>
              <a:rPr lang="en-US" sz="6800" b="1" dirty="0">
                <a:solidFill>
                  <a:schemeClr val="tx1"/>
                </a:solidFill>
                <a:latin typeface="Times New Roman" panose="02020603050405020304" pitchFamily="18" charset="0"/>
                <a:cs typeface="Times New Roman" panose="02020603050405020304" pitchFamily="18" charset="0"/>
              </a:rPr>
              <a:t> </a:t>
            </a:r>
            <a:r>
              <a:rPr lang="vi-VN" sz="6800" b="1" dirty="0">
                <a:solidFill>
                  <a:schemeClr val="tx1"/>
                </a:solidFill>
                <a:latin typeface="Times New Roman" panose="02020603050405020304" pitchFamily="18" charset="0"/>
                <a:cs typeface="Times New Roman" panose="02020603050405020304" pitchFamily="18" charset="0"/>
              </a:rPr>
              <a:t>sinh bởi Bà </a:t>
            </a:r>
            <a:r>
              <a:rPr lang="vi-VN" sz="6800" b="1" dirty="0" err="1">
                <a:solidFill>
                  <a:schemeClr val="tx1"/>
                </a:solidFill>
                <a:latin typeface="Times New Roman" panose="02020603050405020304" pitchFamily="18" charset="0"/>
                <a:cs typeface="Times New Roman" panose="02020603050405020304" pitchFamily="18" charset="0"/>
              </a:rPr>
              <a:t>Maria</a:t>
            </a:r>
            <a:r>
              <a:rPr lang="vi-VN" sz="6800" b="1" dirty="0">
                <a:solidFill>
                  <a:schemeClr val="tx1"/>
                </a:solidFill>
                <a:latin typeface="Times New Roman" panose="02020603050405020304" pitchFamily="18" charset="0"/>
                <a:cs typeface="Times New Roman" panose="02020603050405020304" pitchFamily="18" charset="0"/>
              </a:rPr>
              <a:t> đồng trinh</a:t>
            </a:r>
            <a:r>
              <a:rPr lang="en-US" sz="6800" b="1" dirty="0">
                <a:solidFill>
                  <a:schemeClr val="tx1"/>
                </a:solidFill>
                <a:latin typeface="Times New Roman" panose="02020603050405020304" pitchFamily="18" charset="0"/>
                <a:cs typeface="Times New Roman" panose="02020603050405020304" pitchFamily="18" charset="0"/>
              </a:rPr>
              <a:t>:</a:t>
            </a:r>
            <a:endParaRPr lang="vi-VN"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7438887"/>
      </p:ext>
    </p:extLst>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0"/>
            <a:ext cx="9144000" cy="5143500"/>
          </a:xfrm>
          <a:solidFill>
            <a:schemeClr val="bg1"/>
          </a:solidFill>
        </p:spPr>
        <p:txBody>
          <a:bodyPr anchor="ctr">
            <a:normAutofit lnSpcReduction="10000"/>
          </a:bodyPr>
          <a:lstStyle/>
          <a:p>
            <a:pPr marL="0" indent="0" algn="just">
              <a:spcBef>
                <a:spcPts val="0"/>
              </a:spcBef>
              <a:buNone/>
            </a:pPr>
            <a:r>
              <a:rPr lang="vi-VN" sz="7200" b="1" dirty="0">
                <a:latin typeface="Times New Roman" panose="02020603050405020304" pitchFamily="18" charset="0"/>
                <a:cs typeface="Times New Roman" panose="02020603050405020304" pitchFamily="18" charset="0"/>
              </a:rPr>
              <a:t>chịu nạn đời</a:t>
            </a:r>
            <a:r>
              <a:rPr lang="en-US" sz="7200" b="1" dirty="0">
                <a:latin typeface="Times New Roman" panose="02020603050405020304" pitchFamily="18" charset="0"/>
                <a:cs typeface="Times New Roman" panose="02020603050405020304" pitchFamily="18" charset="0"/>
              </a:rPr>
              <a:t> </a:t>
            </a:r>
            <a:r>
              <a:rPr lang="vi-VN" sz="7200" b="1" dirty="0">
                <a:latin typeface="Times New Roman" panose="02020603050405020304" pitchFamily="18" charset="0"/>
                <a:cs typeface="Times New Roman" panose="02020603050405020304" pitchFamily="18" charset="0"/>
              </a:rPr>
              <a:t>quan</a:t>
            </a:r>
            <a:r>
              <a:rPr lang="en-US" sz="7200" b="1" dirty="0">
                <a:latin typeface="Times New Roman" panose="02020603050405020304" pitchFamily="18" charset="0"/>
                <a:cs typeface="Times New Roman" panose="02020603050405020304" pitchFamily="18" charset="0"/>
              </a:rPr>
              <a:t> </a:t>
            </a:r>
            <a:r>
              <a:rPr lang="vi-VN" sz="7200" b="1" dirty="0">
                <a:latin typeface="Times New Roman" panose="02020603050405020304" pitchFamily="18" charset="0"/>
                <a:cs typeface="Times New Roman" panose="02020603050405020304" pitchFamily="18" charset="0"/>
              </a:rPr>
              <a:t>Phong</a:t>
            </a:r>
            <a:r>
              <a:rPr lang="en-US" sz="7200" b="1" dirty="0">
                <a:latin typeface="Times New Roman" panose="02020603050405020304" pitchFamily="18" charset="0"/>
                <a:cs typeface="Times New Roman" panose="02020603050405020304" pitchFamily="18" charset="0"/>
              </a:rPr>
              <a:t>-</a:t>
            </a:r>
            <a:r>
              <a:rPr lang="vi-VN" sz="7200" b="1" dirty="0">
                <a:latin typeface="Times New Roman" panose="02020603050405020304" pitchFamily="18" charset="0"/>
                <a:cs typeface="Times New Roman" panose="02020603050405020304" pitchFamily="18" charset="0"/>
              </a:rPr>
              <a:t>xi</a:t>
            </a:r>
            <a:r>
              <a:rPr lang="en-US" sz="7200" b="1" dirty="0">
                <a:latin typeface="Times New Roman" panose="02020603050405020304" pitchFamily="18" charset="0"/>
                <a:cs typeface="Times New Roman" panose="02020603050405020304" pitchFamily="18" charset="0"/>
              </a:rPr>
              <a:t>-</a:t>
            </a:r>
            <a:r>
              <a:rPr lang="vi-VN" sz="7200" b="1" dirty="0">
                <a:latin typeface="Times New Roman" panose="02020603050405020304" pitchFamily="18" charset="0"/>
                <a:cs typeface="Times New Roman" panose="02020603050405020304" pitchFamily="18" charset="0"/>
              </a:rPr>
              <a:t>ô</a:t>
            </a:r>
            <a:r>
              <a:rPr lang="en-US" sz="7200" b="1" dirty="0">
                <a:latin typeface="Times New Roman" panose="02020603050405020304" pitchFamily="18" charset="0"/>
                <a:cs typeface="Times New Roman" panose="02020603050405020304" pitchFamily="18" charset="0"/>
              </a:rPr>
              <a:t>-</a:t>
            </a:r>
            <a:r>
              <a:rPr lang="vi-VN" sz="7200" b="1" dirty="0">
                <a:latin typeface="Times New Roman" panose="02020603050405020304" pitchFamily="18" charset="0"/>
                <a:cs typeface="Times New Roman" panose="02020603050405020304" pitchFamily="18" charset="0"/>
              </a:rPr>
              <a:t>Phi</a:t>
            </a:r>
            <a:r>
              <a:rPr lang="en-US" sz="7200" b="1" dirty="0">
                <a:latin typeface="Times New Roman" panose="02020603050405020304" pitchFamily="18" charset="0"/>
                <a:cs typeface="Times New Roman" panose="02020603050405020304" pitchFamily="18" charset="0"/>
              </a:rPr>
              <a:t>-</a:t>
            </a:r>
            <a:r>
              <a:rPr lang="vi-VN" sz="7200" b="1" dirty="0">
                <a:latin typeface="Times New Roman" panose="02020603050405020304" pitchFamily="18" charset="0"/>
                <a:cs typeface="Times New Roman" panose="02020603050405020304" pitchFamily="18" charset="0"/>
              </a:rPr>
              <a:t>la</a:t>
            </a:r>
            <a:r>
              <a:rPr lang="en-US" sz="7200" b="1" dirty="0">
                <a:latin typeface="Times New Roman" panose="02020603050405020304" pitchFamily="18" charset="0"/>
                <a:cs typeface="Times New Roman" panose="02020603050405020304" pitchFamily="18" charset="0"/>
              </a:rPr>
              <a:t>-</a:t>
            </a:r>
            <a:r>
              <a:rPr lang="vi-VN" sz="7200" b="1" dirty="0">
                <a:latin typeface="Times New Roman" panose="02020603050405020304" pitchFamily="18" charset="0"/>
                <a:cs typeface="Times New Roman" panose="02020603050405020304" pitchFamily="18" charset="0"/>
              </a:rPr>
              <a:t>tô</a:t>
            </a:r>
            <a:r>
              <a:rPr lang="en-US" sz="7200" b="1" dirty="0">
                <a:latin typeface="Times New Roman" panose="02020603050405020304" pitchFamily="18" charset="0"/>
                <a:cs typeface="Times New Roman" panose="02020603050405020304" pitchFamily="18" charset="0"/>
              </a:rPr>
              <a:t> </a:t>
            </a:r>
            <a:r>
              <a:rPr lang="vi-VN" sz="8000" b="1" dirty="0">
                <a:latin typeface="Times New Roman" panose="02020603050405020304" pitchFamily="18" charset="0"/>
                <a:cs typeface="Times New Roman" panose="02020603050405020304" pitchFamily="18" charset="0"/>
              </a:rPr>
              <a:t>chịu đóng đ</a:t>
            </a:r>
            <a:r>
              <a:rPr lang="en-US" sz="8000" b="1" dirty="0" err="1">
                <a:latin typeface="Times New Roman" panose="02020603050405020304" pitchFamily="18" charset="0"/>
                <a:cs typeface="Times New Roman" panose="02020603050405020304" pitchFamily="18" charset="0"/>
              </a:rPr>
              <a:t>i</a:t>
            </a:r>
            <a:r>
              <a:rPr lang="vi-VN" sz="8000" b="1" dirty="0" err="1">
                <a:latin typeface="Times New Roman" panose="02020603050405020304" pitchFamily="18" charset="0"/>
                <a:cs typeface="Times New Roman" panose="02020603050405020304" pitchFamily="18" charset="0"/>
              </a:rPr>
              <a:t>nh</a:t>
            </a:r>
            <a:r>
              <a:rPr lang="vi-VN" sz="8000" b="1" dirty="0">
                <a:latin typeface="Times New Roman" panose="02020603050405020304" pitchFamily="18" charset="0"/>
                <a:cs typeface="Times New Roman" panose="02020603050405020304" pitchFamily="18" charset="0"/>
              </a:rPr>
              <a:t> </a:t>
            </a:r>
            <a:r>
              <a:rPr lang="vi-VN" sz="7200" b="1" spc="-150" dirty="0">
                <a:latin typeface="Times New Roman" panose="02020603050405020304" pitchFamily="18" charset="0"/>
                <a:cs typeface="Times New Roman" panose="02020603050405020304" pitchFamily="18" charset="0"/>
              </a:rPr>
              <a:t>trên cây Thánh Giá</a:t>
            </a:r>
            <a:r>
              <a:rPr lang="en-US" sz="7200" b="1" spc="-150" dirty="0">
                <a:latin typeface="Times New Roman" panose="02020603050405020304" pitchFamily="18" charset="0"/>
                <a:cs typeface="Times New Roman" panose="02020603050405020304" pitchFamily="18" charset="0"/>
              </a:rPr>
              <a:t> </a:t>
            </a:r>
            <a:r>
              <a:rPr lang="vi-VN" sz="7200" b="1" dirty="0">
                <a:latin typeface="Times New Roman" panose="02020603050405020304" pitchFamily="18" charset="0"/>
                <a:cs typeface="Times New Roman" panose="02020603050405020304" pitchFamily="18" charset="0"/>
              </a:rPr>
              <a:t>chết và táng xác</a:t>
            </a:r>
            <a:r>
              <a:rPr lang="en-US" sz="7200" b="1" dirty="0">
                <a:latin typeface="Times New Roman" panose="02020603050405020304" pitchFamily="18" charset="0"/>
                <a:cs typeface="Times New Roman" panose="02020603050405020304" pitchFamily="18" charset="0"/>
              </a:rPr>
              <a:t>;</a:t>
            </a:r>
            <a:endParaRPr lang="vi-VN" sz="7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766581"/>
      </p:ext>
    </p:extLst>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0"/>
            <a:ext cx="9144000" cy="5143500"/>
          </a:xfrm>
          <a:solidFill>
            <a:schemeClr val="bg1"/>
          </a:solidFill>
        </p:spPr>
        <p:txBody>
          <a:bodyPr anchor="ctr">
            <a:normAutofit/>
          </a:bodyPr>
          <a:lstStyle/>
          <a:p>
            <a:pPr marL="0" indent="0" algn="just" eaLnBrk="1" hangingPunct="1">
              <a:spcBef>
                <a:spcPts val="0"/>
              </a:spcBef>
              <a:buFontTx/>
              <a:buNone/>
            </a:pPr>
            <a:r>
              <a:rPr lang="vi-VN" sz="8000" b="1" spc="-300" dirty="0">
                <a:latin typeface="Times New Roman" panose="02020603050405020304" pitchFamily="18" charset="0"/>
                <a:cs typeface="Times New Roman" panose="02020603050405020304" pitchFamily="18" charset="0"/>
              </a:rPr>
              <a:t>xuống ngục tổ tông</a:t>
            </a:r>
            <a:r>
              <a:rPr lang="en-US" sz="8000" b="1" spc="-300" dirty="0">
                <a:latin typeface="Times New Roman" panose="02020603050405020304" pitchFamily="18" charset="0"/>
                <a:cs typeface="Times New Roman" panose="02020603050405020304" pitchFamily="18" charset="0"/>
              </a:rPr>
              <a:t>,</a:t>
            </a:r>
            <a:r>
              <a:rPr lang="vi-VN" sz="8000" b="1" spc="-300" dirty="0">
                <a:latin typeface="Times New Roman" panose="02020603050405020304" pitchFamily="18" charset="0"/>
                <a:cs typeface="Times New Roman" panose="02020603050405020304" pitchFamily="18" charset="0"/>
              </a:rPr>
              <a:t> </a:t>
            </a:r>
            <a:r>
              <a:rPr lang="vi-VN" sz="8000" b="1" dirty="0">
                <a:latin typeface="Times New Roman" panose="02020603050405020304" pitchFamily="18" charset="0"/>
                <a:cs typeface="Times New Roman" panose="02020603050405020304" pitchFamily="18" charset="0"/>
              </a:rPr>
              <a:t>ngày thứ ba</a:t>
            </a:r>
            <a:r>
              <a:rPr lang="en-US" sz="8000" b="1" dirty="0">
                <a:latin typeface="Times New Roman" panose="02020603050405020304" pitchFamily="18" charset="0"/>
                <a:cs typeface="Times New Roman" panose="02020603050405020304" pitchFamily="18" charset="0"/>
              </a:rPr>
              <a:t> </a:t>
            </a:r>
            <a:r>
              <a:rPr lang="vi-VN" sz="8000" b="1" dirty="0">
                <a:latin typeface="Times New Roman" panose="02020603050405020304" pitchFamily="18" charset="0"/>
                <a:cs typeface="Times New Roman" panose="02020603050405020304" pitchFamily="18" charset="0"/>
              </a:rPr>
              <a:t>bởi trong kẻ chết </a:t>
            </a:r>
            <a:r>
              <a:rPr lang="en-US" sz="8000" b="1" dirty="0" err="1">
                <a:latin typeface="Times New Roman" panose="02020603050405020304" pitchFamily="18" charset="0"/>
                <a:cs typeface="Times New Roman" panose="02020603050405020304" pitchFamily="18" charset="0"/>
              </a:rPr>
              <a:t>mà</a:t>
            </a:r>
            <a:r>
              <a:rPr lang="en-US" sz="8000" b="1" dirty="0">
                <a:latin typeface="Times New Roman" panose="02020603050405020304" pitchFamily="18" charset="0"/>
                <a:cs typeface="Times New Roman" panose="02020603050405020304" pitchFamily="18" charset="0"/>
              </a:rPr>
              <a:t> </a:t>
            </a:r>
            <a:r>
              <a:rPr lang="vi-VN" sz="8000" b="1" dirty="0">
                <a:latin typeface="Times New Roman" panose="02020603050405020304" pitchFamily="18" charset="0"/>
                <a:cs typeface="Times New Roman" panose="02020603050405020304" pitchFamily="18" charset="0"/>
              </a:rPr>
              <a:t>sống lại</a:t>
            </a:r>
            <a:r>
              <a:rPr lang="en-US" sz="8000" b="1" dirty="0">
                <a:latin typeface="Times New Roman" panose="02020603050405020304" pitchFamily="18" charset="0"/>
                <a:cs typeface="Times New Roman" panose="02020603050405020304" pitchFamily="18" charset="0"/>
              </a:rPr>
              <a:t>;</a:t>
            </a:r>
            <a:endParaRPr lang="vi-VN" sz="8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7358291"/>
      </p:ext>
    </p:extLst>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1"/>
            <a:ext cx="9144000" cy="5143518"/>
          </a:xfrm>
        </p:spPr>
        <p:txBody>
          <a:bodyPr anchor="ctr">
            <a:normAutofit/>
          </a:bodyPr>
          <a:lstStyle/>
          <a:p>
            <a:pPr marL="0" indent="0" algn="just">
              <a:spcBef>
                <a:spcPts val="0"/>
              </a:spcBef>
              <a:buNone/>
            </a:pPr>
            <a:r>
              <a:rPr lang="vi-VN" sz="6600" b="1" dirty="0">
                <a:latin typeface="Times New Roman" panose="02020603050405020304" pitchFamily="18" charset="0"/>
                <a:cs typeface="Times New Roman" panose="02020603050405020304" pitchFamily="18" charset="0"/>
              </a:rPr>
              <a:t>lên trời</a:t>
            </a:r>
            <a:r>
              <a:rPr lang="en-US" sz="6600" b="1" dirty="0">
                <a:latin typeface="Times New Roman" panose="02020603050405020304" pitchFamily="18" charset="0"/>
                <a:cs typeface="Times New Roman" panose="02020603050405020304" pitchFamily="18" charset="0"/>
              </a:rPr>
              <a:t> </a:t>
            </a:r>
            <a:r>
              <a:rPr lang="vi-VN" sz="6600" b="1" dirty="0">
                <a:latin typeface="Times New Roman" panose="02020603050405020304" pitchFamily="18" charset="0"/>
                <a:cs typeface="Times New Roman" panose="02020603050405020304" pitchFamily="18" charset="0"/>
              </a:rPr>
              <a:t>ngự bên </a:t>
            </a:r>
            <a:r>
              <a:rPr lang="vi-VN" sz="6600" b="1" spc="-300" dirty="0">
                <a:latin typeface="Times New Roman" panose="02020603050405020304" pitchFamily="18" charset="0"/>
                <a:cs typeface="Times New Roman" panose="02020603050405020304" pitchFamily="18" charset="0"/>
              </a:rPr>
              <a:t>hữu Đức Chúa Cha </a:t>
            </a:r>
            <a:r>
              <a:rPr lang="vi-VN" sz="6600" b="1" dirty="0">
                <a:latin typeface="Times New Roman" panose="02020603050405020304" pitchFamily="18" charset="0"/>
                <a:cs typeface="Times New Roman" panose="02020603050405020304" pitchFamily="18" charset="0"/>
              </a:rPr>
              <a:t>phép tắc vô cùng</a:t>
            </a:r>
            <a:r>
              <a:rPr lang="en-US" sz="6600" b="1" dirty="0">
                <a:latin typeface="Times New Roman" panose="02020603050405020304" pitchFamily="18" charset="0"/>
                <a:cs typeface="Times New Roman" panose="02020603050405020304" pitchFamily="18" charset="0"/>
              </a:rPr>
              <a:t>;</a:t>
            </a:r>
            <a:r>
              <a:rPr lang="vi-VN" sz="6600" b="1" dirty="0">
                <a:latin typeface="Times New Roman" panose="02020603050405020304" pitchFamily="18" charset="0"/>
                <a:cs typeface="Times New Roman" panose="02020603050405020304" pitchFamily="18" charset="0"/>
              </a:rPr>
              <a:t> ngày sau bởi</a:t>
            </a:r>
            <a:r>
              <a:rPr lang="en-US" sz="6600" b="1" dirty="0">
                <a:latin typeface="Times New Roman" panose="02020603050405020304" pitchFamily="18" charset="0"/>
                <a:cs typeface="Times New Roman" panose="02020603050405020304" pitchFamily="18" charset="0"/>
              </a:rPr>
              <a:t> </a:t>
            </a:r>
            <a:r>
              <a:rPr lang="vi-VN" sz="6600" b="1" dirty="0">
                <a:latin typeface="Times New Roman" panose="02020603050405020304" pitchFamily="18" charset="0"/>
                <a:cs typeface="Times New Roman" panose="02020603050405020304" pitchFamily="18" charset="0"/>
              </a:rPr>
              <a:t>trời lại xuống phán xét kẻ sống và kẻ chết</a:t>
            </a:r>
            <a:r>
              <a:rPr lang="en-US" sz="6600" b="1" dirty="0">
                <a:latin typeface="Times New Roman" panose="02020603050405020304" pitchFamily="18" charset="0"/>
                <a:cs typeface="Times New Roman" panose="02020603050405020304" pitchFamily="18" charset="0"/>
              </a:rPr>
              <a:t>.</a:t>
            </a:r>
            <a:endParaRPr lang="vi-VN" sz="6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0672165"/>
      </p:ext>
    </p:extLst>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0"/>
            <a:ext cx="9144000" cy="5143518"/>
          </a:xfrm>
          <a:solidFill>
            <a:schemeClr val="bg1"/>
          </a:solidFill>
        </p:spPr>
        <p:txBody>
          <a:bodyPr anchor="ctr"/>
          <a:lstStyle/>
          <a:p>
            <a:pPr marL="0" indent="0" algn="just">
              <a:spcBef>
                <a:spcPts val="0"/>
              </a:spcBef>
              <a:buNone/>
            </a:pPr>
            <a:r>
              <a:rPr lang="vi-VN" sz="7300" b="1" spc="-300" dirty="0">
                <a:latin typeface="Times New Roman" panose="02020603050405020304" pitchFamily="18" charset="0"/>
                <a:cs typeface="Times New Roman" panose="02020603050405020304" pitchFamily="18" charset="0"/>
              </a:rPr>
              <a:t>Tôi tin kính Đức Chúa </a:t>
            </a:r>
            <a:r>
              <a:rPr lang="vi-VN" sz="7700" b="1" spc="-150" dirty="0">
                <a:latin typeface="Times New Roman" panose="02020603050405020304" pitchFamily="18" charset="0"/>
                <a:cs typeface="Times New Roman" panose="02020603050405020304" pitchFamily="18" charset="0"/>
              </a:rPr>
              <a:t>Thánh Thần</a:t>
            </a:r>
            <a:r>
              <a:rPr lang="en-US" sz="7700" b="1" spc="-150" dirty="0">
                <a:latin typeface="Times New Roman" panose="02020603050405020304" pitchFamily="18" charset="0"/>
                <a:cs typeface="Times New Roman" panose="02020603050405020304" pitchFamily="18" charset="0"/>
              </a:rPr>
              <a:t>.</a:t>
            </a:r>
            <a:r>
              <a:rPr lang="vi-VN" sz="7700" b="1" spc="-150" dirty="0">
                <a:latin typeface="Times New Roman" panose="02020603050405020304" pitchFamily="18" charset="0"/>
                <a:cs typeface="Times New Roman" panose="02020603050405020304" pitchFamily="18" charset="0"/>
              </a:rPr>
              <a:t> </a:t>
            </a:r>
            <a:r>
              <a:rPr lang="en-US" sz="7700" b="1" spc="-150" dirty="0">
                <a:latin typeface="Times New Roman" panose="02020603050405020304" pitchFamily="18" charset="0"/>
                <a:cs typeface="Times New Roman" panose="02020603050405020304" pitchFamily="18" charset="0"/>
              </a:rPr>
              <a:t>T</a:t>
            </a:r>
            <a:r>
              <a:rPr lang="vi-VN" sz="7700" b="1" spc="-150" dirty="0">
                <a:latin typeface="Times New Roman" panose="02020603050405020304" pitchFamily="18" charset="0"/>
                <a:cs typeface="Times New Roman" panose="02020603050405020304" pitchFamily="18" charset="0"/>
              </a:rPr>
              <a:t>ôi tin có </a:t>
            </a:r>
            <a:r>
              <a:rPr lang="en-US" sz="7700" b="1" spc="-150" dirty="0">
                <a:latin typeface="Times New Roman" panose="02020603050405020304" pitchFamily="18" charset="0"/>
                <a:cs typeface="Times New Roman" panose="02020603050405020304" pitchFamily="18" charset="0"/>
              </a:rPr>
              <a:t>H</a:t>
            </a:r>
            <a:r>
              <a:rPr lang="vi-VN" sz="7700" b="1" spc="-150" dirty="0" err="1">
                <a:latin typeface="Times New Roman" panose="02020603050405020304" pitchFamily="18" charset="0"/>
                <a:cs typeface="Times New Roman" panose="02020603050405020304" pitchFamily="18" charset="0"/>
              </a:rPr>
              <a:t>ội</a:t>
            </a:r>
            <a:r>
              <a:rPr lang="vi-VN" sz="7700" b="1" spc="-150" dirty="0">
                <a:latin typeface="Times New Roman" panose="02020603050405020304" pitchFamily="18" charset="0"/>
                <a:cs typeface="Times New Roman" panose="02020603050405020304" pitchFamily="18" charset="0"/>
              </a:rPr>
              <a:t> Thánh hằng có ở khắp thế này</a:t>
            </a:r>
            <a:r>
              <a:rPr lang="en-US" sz="7700" b="1" spc="-150" dirty="0">
                <a:latin typeface="Times New Roman" panose="02020603050405020304" pitchFamily="18" charset="0"/>
                <a:cs typeface="Times New Roman" panose="02020603050405020304" pitchFamily="18" charset="0"/>
              </a:rPr>
              <a:t>, </a:t>
            </a:r>
            <a:endParaRPr lang="vi-VN" sz="7700" b="1" spc="-1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4756872"/>
      </p:ext>
    </p:extLst>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4294967295"/>
          </p:nvPr>
        </p:nvSpPr>
        <p:spPr>
          <a:xfrm>
            <a:off x="0" y="0"/>
            <a:ext cx="9144000" cy="5143500"/>
          </a:xfrm>
          <a:solidFill>
            <a:schemeClr val="bg1"/>
          </a:solidFill>
        </p:spPr>
        <p:txBody>
          <a:bodyPr anchor="ctr">
            <a:normAutofit fontScale="85000" lnSpcReduction="10000"/>
          </a:bodyPr>
          <a:lstStyle/>
          <a:p>
            <a:pPr marL="0" indent="0" algn="just">
              <a:spcBef>
                <a:spcPts val="0"/>
              </a:spcBef>
              <a:buNone/>
            </a:pPr>
            <a:r>
              <a:rPr lang="en-US" sz="8500" b="1" dirty="0">
                <a:latin typeface="Times New Roman" panose="02020603050405020304" pitchFamily="18" charset="0"/>
                <a:cs typeface="Times New Roman" panose="02020603050405020304" pitchFamily="18" charset="0"/>
              </a:rPr>
              <a:t>các </a:t>
            </a:r>
            <a:r>
              <a:rPr lang="vi-VN" sz="8500" b="1" dirty="0">
                <a:latin typeface="Times New Roman" panose="02020603050405020304" pitchFamily="18" charset="0"/>
                <a:cs typeface="Times New Roman" panose="02020603050405020304" pitchFamily="18" charset="0"/>
              </a:rPr>
              <a:t>Thánh</a:t>
            </a:r>
            <a:r>
              <a:rPr lang="en-US" sz="8500" b="1" dirty="0">
                <a:latin typeface="Times New Roman" panose="02020603050405020304" pitchFamily="18" charset="0"/>
                <a:cs typeface="Times New Roman" panose="02020603050405020304" pitchFamily="18" charset="0"/>
              </a:rPr>
              <a:t> </a:t>
            </a:r>
            <a:r>
              <a:rPr lang="vi-VN" sz="8500" b="1" dirty="0">
                <a:latin typeface="Times New Roman" panose="02020603050405020304" pitchFamily="18" charset="0"/>
                <a:cs typeface="Times New Roman" panose="02020603050405020304" pitchFamily="18" charset="0"/>
              </a:rPr>
              <a:t>thông công</a:t>
            </a:r>
            <a:r>
              <a:rPr lang="en-US" sz="8500" b="1" dirty="0">
                <a:latin typeface="Times New Roman" panose="02020603050405020304" pitchFamily="18" charset="0"/>
                <a:cs typeface="Times New Roman" panose="02020603050405020304" pitchFamily="18" charset="0"/>
              </a:rPr>
              <a:t>. </a:t>
            </a:r>
            <a:r>
              <a:rPr lang="en-US" sz="8500" b="1" spc="-150" dirty="0">
                <a:latin typeface="Times New Roman" panose="02020603050405020304" pitchFamily="18" charset="0"/>
                <a:cs typeface="Times New Roman" panose="02020603050405020304" pitchFamily="18" charset="0"/>
              </a:rPr>
              <a:t>T</a:t>
            </a:r>
            <a:r>
              <a:rPr lang="vi-VN" sz="8500" b="1" spc="-150" dirty="0">
                <a:latin typeface="Times New Roman" panose="02020603050405020304" pitchFamily="18" charset="0"/>
                <a:cs typeface="Times New Roman" panose="02020603050405020304" pitchFamily="18" charset="0"/>
              </a:rPr>
              <a:t>ôi tin</a:t>
            </a:r>
            <a:r>
              <a:rPr lang="en-US" sz="8500" b="1" spc="-150" dirty="0">
                <a:latin typeface="Times New Roman" panose="02020603050405020304" pitchFamily="18" charset="0"/>
                <a:cs typeface="Times New Roman" panose="02020603050405020304" pitchFamily="18" charset="0"/>
              </a:rPr>
              <a:t> </a:t>
            </a:r>
            <a:r>
              <a:rPr lang="vi-VN" sz="8500" b="1" spc="-150" dirty="0">
                <a:latin typeface="Times New Roman" panose="02020603050405020304" pitchFamily="18" charset="0"/>
                <a:cs typeface="Times New Roman" panose="02020603050405020304" pitchFamily="18" charset="0"/>
              </a:rPr>
              <a:t>phép tha tội</a:t>
            </a:r>
            <a:r>
              <a:rPr lang="en-US" sz="8500" b="1" spc="-150" dirty="0">
                <a:latin typeface="Times New Roman" panose="02020603050405020304" pitchFamily="18" charset="0"/>
                <a:cs typeface="Times New Roman" panose="02020603050405020304" pitchFamily="18" charset="0"/>
              </a:rPr>
              <a:t>. T</a:t>
            </a:r>
            <a:r>
              <a:rPr lang="vi-VN" sz="8500" b="1" spc="-150" dirty="0">
                <a:latin typeface="Times New Roman" panose="02020603050405020304" pitchFamily="18" charset="0"/>
                <a:cs typeface="Times New Roman" panose="02020603050405020304" pitchFamily="18" charset="0"/>
              </a:rPr>
              <a:t>ôi tin xác loài người </a:t>
            </a:r>
            <a:r>
              <a:rPr lang="vi-VN" sz="8500" b="1" dirty="0">
                <a:latin typeface="Times New Roman" panose="02020603050405020304" pitchFamily="18" charset="0"/>
                <a:cs typeface="Times New Roman" panose="02020603050405020304" pitchFamily="18" charset="0"/>
              </a:rPr>
              <a:t>ngày sau sống lại</a:t>
            </a:r>
            <a:r>
              <a:rPr lang="en-US" sz="8500" b="1" dirty="0">
                <a:latin typeface="Times New Roman" panose="02020603050405020304" pitchFamily="18" charset="0"/>
                <a:cs typeface="Times New Roman" panose="02020603050405020304" pitchFamily="18" charset="0"/>
              </a:rPr>
              <a:t>. </a:t>
            </a:r>
            <a:r>
              <a:rPr lang="en-US" sz="8500" b="1" spc="-300" dirty="0">
                <a:latin typeface="Times New Roman" panose="02020603050405020304" pitchFamily="18" charset="0"/>
                <a:cs typeface="Times New Roman" panose="02020603050405020304" pitchFamily="18" charset="0"/>
              </a:rPr>
              <a:t>T</a:t>
            </a:r>
            <a:r>
              <a:rPr lang="vi-VN" sz="8500" b="1" spc="-300" dirty="0">
                <a:latin typeface="Times New Roman" panose="02020603050405020304" pitchFamily="18" charset="0"/>
                <a:cs typeface="Times New Roman" panose="02020603050405020304" pitchFamily="18" charset="0"/>
              </a:rPr>
              <a:t>ôi tin hằng sống vậy</a:t>
            </a:r>
            <a:r>
              <a:rPr lang="en-US" sz="8500" b="1" spc="-300" dirty="0">
                <a:latin typeface="Times New Roman" panose="02020603050405020304" pitchFamily="18" charset="0"/>
                <a:cs typeface="Times New Roman" panose="02020603050405020304" pitchFamily="18" charset="0"/>
              </a:rPr>
              <a:t>.</a:t>
            </a:r>
            <a:r>
              <a:rPr lang="vi-VN" sz="8500" b="1" spc="-300" dirty="0">
                <a:latin typeface="Times New Roman" panose="02020603050405020304" pitchFamily="18" charset="0"/>
                <a:cs typeface="Times New Roman" panose="02020603050405020304" pitchFamily="18" charset="0"/>
              </a:rPr>
              <a:t> </a:t>
            </a:r>
            <a:r>
              <a:rPr lang="vi-VN" sz="8000" b="1" spc="-300" dirty="0" err="1">
                <a:solidFill>
                  <a:srgbClr val="FF0000"/>
                </a:solidFill>
                <a:latin typeface="Times New Roman" panose="02020603050405020304" pitchFamily="18" charset="0"/>
                <a:cs typeface="Times New Roman" panose="02020603050405020304" pitchFamily="18" charset="0"/>
              </a:rPr>
              <a:t>Amen</a:t>
            </a:r>
            <a:r>
              <a:rPr lang="vi-VN" sz="8000" b="1" spc="-3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91164645"/>
      </p:ext>
    </p:extLst>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B33932E-AD6C-0BC9-60D5-46D5C68C34E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79D4A66-FF6E-F843-EEBD-BC79722E020D}"/>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15355722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131039-3454-3E7F-364A-18C0FA7D01FA}"/>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3F721DF-197F-71DC-2DFE-EDB43B7DC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Triangle 4">
            <a:extLst>
              <a:ext uri="{FF2B5EF4-FFF2-40B4-BE49-F238E27FC236}">
                <a16:creationId xmlns:a16="http://schemas.microsoft.com/office/drawing/2014/main" id="{48394774-205F-9088-4B03-1A0A3ECE8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2501900"/>
            <a:ext cx="2468880" cy="24003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78C4C6B-CCD6-072A-0291-2CB1C62F2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467456"/>
            <a:ext cx="8178790" cy="420591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2F32DC-9B83-B46C-8BF4-6344E3FAAC74}"/>
              </a:ext>
            </a:extLst>
          </p:cNvPr>
          <p:cNvSpPr>
            <a:spLocks noGrp="1"/>
          </p:cNvSpPr>
          <p:nvPr>
            <p:ph type="ctrTitle"/>
          </p:nvPr>
        </p:nvSpPr>
        <p:spPr>
          <a:xfrm>
            <a:off x="609600" y="756744"/>
            <a:ext cx="7848600" cy="3491406"/>
          </a:xfrm>
        </p:spPr>
        <p:txBody>
          <a:bodyPr lIns="91440" tIns="0" rIns="91440" bIns="0" anchor="b">
            <a:normAutofit/>
          </a:bodyPr>
          <a:lstStyle/>
          <a:p>
            <a:pPr>
              <a:lnSpc>
                <a:spcPct val="90000"/>
              </a:lnSpc>
            </a:pPr>
            <a:r>
              <a:rPr lang="en-US" sz="4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D</a:t>
            </a:r>
            <a:r>
              <a:rPr lang="en-US" sz="4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ÂNG</a:t>
            </a:r>
            <a:r>
              <a:rPr lang="en-US" sz="4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3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400" b="1" dirty="0" err="1">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THƯỢNG</a:t>
            </a:r>
            <a:r>
              <a:rPr lang="en-US" sz="64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 TIẾN </a:t>
            </a:r>
            <a:r>
              <a:rPr lang="en-US" sz="6400" b="1" dirty="0" err="1">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DÂNG</a:t>
            </a:r>
            <a:br>
              <a:rPr lang="en-US" sz="64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81039413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D9639-1BB3-9418-46CF-00EB0AEE3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A499C-A97E-79EF-ED19-E090AEBBEC1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1. </a:t>
            </a:r>
            <a:r>
              <a:rPr lang="vi-VN" sz="7500" b="1" dirty="0">
                <a:effectLst/>
                <a:latin typeface="Times New Roman (Headings)"/>
                <a:cs typeface="Arial" panose="020B0604020202020204" pitchFamily="34" charset="0"/>
              </a:rPr>
              <a:t>Thượng tiến dâng</a:t>
            </a:r>
            <a:r>
              <a:rPr lang="en-US" sz="7500" b="1" dirty="0">
                <a:effectLst/>
                <a:latin typeface="Times New Roman (Headings)"/>
                <a:cs typeface="Arial" panose="020B0604020202020204" pitchFamily="34" charset="0"/>
              </a:rPr>
              <a:t> </a:t>
            </a:r>
            <a:r>
              <a:rPr lang="vi-VN" sz="7500" b="1" dirty="0">
                <a:effectLst/>
                <a:latin typeface="Times New Roman (Headings)"/>
                <a:cs typeface="Arial" panose="020B0604020202020204" pitchFamily="34" charset="0"/>
              </a:rPr>
              <a:t>lên Chúa chí nhân,</a:t>
            </a:r>
            <a:r>
              <a:rPr lang="en-US" sz="7500" b="1" dirty="0">
                <a:effectLst/>
                <a:latin typeface="Times New Roman (Headings)"/>
                <a:cs typeface="Arial" panose="020B0604020202020204" pitchFamily="34" charset="0"/>
              </a:rPr>
              <a:t> </a:t>
            </a:r>
            <a:r>
              <a:rPr lang="vi-VN" sz="7500" b="1" dirty="0">
                <a:effectLst/>
                <a:latin typeface="Times New Roman (Headings)"/>
                <a:cs typeface="Arial" panose="020B0604020202020204" pitchFamily="34" charset="0"/>
              </a:rPr>
              <a:t>rượu nho bánh miến tình thân í bao tình.</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6871552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12A60-67F7-CDBC-E973-B3A7FDAF3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F8E87-4413-7DB9-20AC-EF6EA30AFFF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Times New Roman" panose="02020603050405020304" pitchFamily="18" charset="0"/>
              </a:rPr>
              <a:t>Xin vì những lễ vật dâng, rủ thương con cái thế trần Ngài ơi. </a:t>
            </a:r>
            <a:endParaRPr lang="en-US" sz="7500" b="1" dirty="0">
              <a:effectLst/>
              <a:latin typeface="Times New Roman (Headings)"/>
              <a:cs typeface="Times New Roman" panose="02020603050405020304" pitchFamily="18" charset="0"/>
            </a:endParaRPr>
          </a:p>
        </p:txBody>
      </p:sp>
    </p:spTree>
    <p:extLst>
      <p:ext uri="{BB962C8B-B14F-4D97-AF65-F5344CB8AC3E}">
        <p14:creationId xmlns:p14="http://schemas.microsoft.com/office/powerpoint/2010/main" val="81354424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29BF3-FE4A-8F59-8176-42D47B171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C8315-A309-A147-0C1E-6D1C1ABAA66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400" b="1" dirty="0" err="1">
                <a:effectLst/>
                <a:latin typeface="Times New Roman" panose="02020603050405020304" pitchFamily="18" charset="0"/>
                <a:cs typeface="Times New Roman" panose="02020603050405020304" pitchFamily="18" charset="0"/>
              </a:rPr>
              <a:t>ĐK</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Chúng</a:t>
            </a:r>
            <a:r>
              <a:rPr lang="en-US" sz="7400" b="1" dirty="0">
                <a:effectLst/>
                <a:latin typeface="Times New Roman" panose="02020603050405020304" pitchFamily="18" charset="0"/>
                <a:cs typeface="Times New Roman" panose="02020603050405020304" pitchFamily="18" charset="0"/>
              </a:rPr>
              <a:t> con </a:t>
            </a:r>
            <a:r>
              <a:rPr lang="en-US" sz="7400" b="1" dirty="0" err="1">
                <a:effectLst/>
                <a:latin typeface="Times New Roman" panose="02020603050405020304" pitchFamily="18" charset="0"/>
                <a:cs typeface="Times New Roman" panose="02020603050405020304" pitchFamily="18" charset="0"/>
              </a:rPr>
              <a:t>xin</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Ngài</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thứ</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tha</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tội</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đời</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và</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để</a:t>
            </a:r>
            <a:r>
              <a:rPr lang="en-US" sz="7400" b="1" dirty="0">
                <a:effectLst/>
                <a:latin typeface="Times New Roman" panose="02020603050405020304" pitchFamily="18" charset="0"/>
                <a:cs typeface="Times New Roman" panose="02020603050405020304" pitchFamily="18" charset="0"/>
              </a:rPr>
              <a:t> con </a:t>
            </a:r>
            <a:r>
              <a:rPr lang="en-US" sz="7400" b="1" dirty="0" err="1">
                <a:effectLst/>
                <a:latin typeface="Times New Roman" panose="02020603050405020304" pitchFamily="18" charset="0"/>
                <a:cs typeface="Times New Roman" panose="02020603050405020304" pitchFamily="18" charset="0"/>
              </a:rPr>
              <a:t>luôn</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thành</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tâm</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tha</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thứ</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cho</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nhau</a:t>
            </a:r>
            <a:r>
              <a:rPr lang="en-US" sz="7400" b="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876118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960D4-4839-EDF1-1021-934B07721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EAE60-F0B7-564A-9C48-D088B5144A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panose="02020603050405020304" pitchFamily="18" charset="0"/>
                <a:cs typeface="Times New Roman" panose="02020603050405020304" pitchFamily="18" charset="0"/>
              </a:rPr>
              <a:t>Chúng con van nài tình thương xót Chúa, để muôn người vui sống trong nguồn tình yêu.</a:t>
            </a:r>
            <a:endParaRPr lang="en-US" sz="7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608514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0E785-8A55-EF5F-8C7B-7C3828832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97711-40F9-7F0B-F4F6-BA13314F0B1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2. Thành </a:t>
            </a:r>
            <a:r>
              <a:rPr lang="en-US" sz="7500" b="1" dirty="0" err="1">
                <a:effectLst/>
                <a:latin typeface="Times New Roman (Headings)"/>
                <a:cs typeface="Arial" panose="020B0604020202020204" pitchFamily="34" charset="0"/>
              </a:rPr>
              <a:t>tiến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dâng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lên</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chí</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nhân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cuộc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bao </a:t>
            </a:r>
            <a:r>
              <a:rPr lang="en-US" sz="7500" b="1" dirty="0" err="1">
                <a:effectLst/>
                <a:latin typeface="Times New Roman (Headings)"/>
                <a:cs typeface="Arial" panose="020B0604020202020204" pitchFamily="34" charset="0"/>
              </a:rPr>
              <a:t>nỗi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trầm</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luân</a:t>
            </a:r>
            <a:r>
              <a:rPr lang="en-US" sz="7500" b="1" dirty="0">
                <a:effectLst/>
                <a:latin typeface="Times New Roman (Headings)"/>
                <a:cs typeface="Arial" panose="020B0604020202020204" pitchFamily="34" charset="0"/>
              </a:rPr>
              <a:t> í </a:t>
            </a:r>
            <a:r>
              <a:rPr lang="en-US" sz="7500" b="1" dirty="0" err="1">
                <a:effectLst/>
                <a:latin typeface="Times New Roman (Headings)"/>
                <a:cs typeface="Arial" panose="020B0604020202020204" pitchFamily="34" charset="0"/>
              </a:rPr>
              <a:t>khổ</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sầu</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43120737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C12D6-07B4-B019-AFF6-88AF37CBF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08785-4FFB-88CF-467D-E233DF21E63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Times New Roman" panose="02020603050405020304" pitchFamily="18" charset="0"/>
              </a:rPr>
              <a:t>Xin </a:t>
            </a:r>
            <a:r>
              <a:rPr lang="en-US" sz="7500" b="1" dirty="0" err="1">
                <a:effectLst/>
                <a:latin typeface="Times New Roman (Headings)"/>
                <a:cs typeface="Times New Roman" panose="02020603050405020304" pitchFamily="18" charset="0"/>
              </a:rPr>
              <a:t>vì</a:t>
            </a:r>
            <a:r>
              <a:rPr lang="en-US" sz="7500" b="1" dirty="0">
                <a:effectLst/>
                <a:latin typeface="Times New Roman (Headings)"/>
                <a:cs typeface="Times New Roman" panose="02020603050405020304" pitchFamily="18" charset="0"/>
              </a:rPr>
              <a:t> </a:t>
            </a:r>
            <a:r>
              <a:rPr lang="en-US" sz="7500" b="1" dirty="0" err="1">
                <a:effectLst/>
                <a:latin typeface="Times New Roman (Headings)"/>
                <a:cs typeface="Times New Roman" panose="02020603050405020304" pitchFamily="18" charset="0"/>
              </a:rPr>
              <a:t>Máu</a:t>
            </a:r>
            <a:r>
              <a:rPr lang="en-US" sz="7500" b="1" dirty="0">
                <a:effectLst/>
                <a:latin typeface="Times New Roman (Headings)"/>
                <a:cs typeface="Times New Roman" panose="02020603050405020304" pitchFamily="18" charset="0"/>
              </a:rPr>
              <a:t> Chúa </a:t>
            </a:r>
            <a:r>
              <a:rPr lang="en-US" sz="7500" b="1" dirty="0" err="1">
                <a:effectLst/>
                <a:latin typeface="Times New Roman (Headings)"/>
                <a:cs typeface="Times New Roman" panose="02020603050405020304" pitchFamily="18" charset="0"/>
              </a:rPr>
              <a:t>đổ</a:t>
            </a:r>
            <a:r>
              <a:rPr lang="en-US" sz="7500" b="1" dirty="0">
                <a:effectLst/>
                <a:latin typeface="Times New Roman (Headings)"/>
                <a:cs typeface="Times New Roman" panose="02020603050405020304" pitchFamily="18" charset="0"/>
              </a:rPr>
              <a:t> </a:t>
            </a:r>
            <a:r>
              <a:rPr lang="en-US" sz="7500" b="1" dirty="0" err="1">
                <a:effectLst/>
                <a:latin typeface="Times New Roman (Headings)"/>
                <a:cs typeface="Times New Roman" panose="02020603050405020304" pitchFamily="18" charset="0"/>
              </a:rPr>
              <a:t>ra</a:t>
            </a:r>
            <a:r>
              <a:rPr lang="en-US" sz="7500" b="1" dirty="0">
                <a:effectLst/>
                <a:latin typeface="Times New Roman (Headings)"/>
                <a:cs typeface="Times New Roman" panose="02020603050405020304" pitchFamily="18" charset="0"/>
              </a:rPr>
              <a:t>, </a:t>
            </a:r>
            <a:r>
              <a:rPr lang="en-US" sz="7500" b="1" dirty="0" err="1">
                <a:effectLst/>
                <a:latin typeface="Times New Roman (Headings)"/>
                <a:cs typeface="Times New Roman" panose="02020603050405020304" pitchFamily="18" charset="0"/>
              </a:rPr>
              <a:t>rửa</a:t>
            </a:r>
            <a:r>
              <a:rPr lang="en-US" sz="7500" b="1" dirty="0">
                <a:effectLst/>
                <a:latin typeface="Times New Roman (Headings)"/>
                <a:cs typeface="Times New Roman" panose="02020603050405020304" pitchFamily="18" charset="0"/>
              </a:rPr>
              <a:t> </a:t>
            </a:r>
            <a:r>
              <a:rPr lang="en-US" sz="7500" b="1" dirty="0" err="1">
                <a:effectLst/>
                <a:latin typeface="Times New Roman (Headings)"/>
                <a:cs typeface="Times New Roman" panose="02020603050405020304" pitchFamily="18" charset="0"/>
              </a:rPr>
              <a:t>cho</a:t>
            </a:r>
            <a:r>
              <a:rPr lang="en-US" sz="7500" b="1" dirty="0">
                <a:effectLst/>
                <a:latin typeface="Times New Roman (Headings)"/>
                <a:cs typeface="Times New Roman" panose="02020603050405020304" pitchFamily="18" charset="0"/>
              </a:rPr>
              <a:t> </a:t>
            </a:r>
            <a:r>
              <a:rPr lang="en-US" sz="7500" b="1" dirty="0" err="1">
                <a:effectLst/>
                <a:latin typeface="Times New Roman (Headings)"/>
                <a:cs typeface="Times New Roman" panose="02020603050405020304" pitchFamily="18" charset="0"/>
              </a:rPr>
              <a:t>tinh</a:t>
            </a:r>
            <a:r>
              <a:rPr lang="en-US" sz="7500" b="1" dirty="0">
                <a:effectLst/>
                <a:latin typeface="Times New Roman (Headings)"/>
                <a:cs typeface="Times New Roman" panose="02020603050405020304" pitchFamily="18" charset="0"/>
              </a:rPr>
              <a:t> </a:t>
            </a:r>
            <a:r>
              <a:rPr lang="en-US" sz="7500" b="1" dirty="0" err="1">
                <a:effectLst/>
                <a:latin typeface="Times New Roman (Headings)"/>
                <a:cs typeface="Times New Roman" panose="02020603050405020304" pitchFamily="18" charset="0"/>
              </a:rPr>
              <a:t>trắng</a:t>
            </a:r>
            <a:r>
              <a:rPr lang="en-US" sz="7500" b="1" dirty="0">
                <a:effectLst/>
                <a:latin typeface="Times New Roman (Headings)"/>
                <a:cs typeface="Times New Roman" panose="02020603050405020304" pitchFamily="18" charset="0"/>
              </a:rPr>
              <a:t> </a:t>
            </a:r>
            <a:r>
              <a:rPr lang="en-US" sz="7500" b="1" dirty="0" err="1">
                <a:effectLst/>
                <a:latin typeface="Times New Roman (Headings)"/>
                <a:cs typeface="Times New Roman" panose="02020603050405020304" pitchFamily="18" charset="0"/>
              </a:rPr>
              <a:t>thế</a:t>
            </a:r>
            <a:r>
              <a:rPr lang="en-US" sz="7500" b="1" dirty="0">
                <a:effectLst/>
                <a:latin typeface="Times New Roman (Headings)"/>
                <a:cs typeface="Times New Roman" panose="02020603050405020304" pitchFamily="18" charset="0"/>
              </a:rPr>
              <a:t> </a:t>
            </a:r>
            <a:r>
              <a:rPr lang="en-US" sz="7500" b="1" dirty="0" err="1">
                <a:effectLst/>
                <a:latin typeface="Times New Roman (Headings)"/>
                <a:cs typeface="Times New Roman" panose="02020603050405020304" pitchFamily="18" charset="0"/>
              </a:rPr>
              <a:t>trần</a:t>
            </a:r>
            <a:r>
              <a:rPr lang="en-US" sz="7500" b="1" dirty="0">
                <a:effectLst/>
                <a:latin typeface="Times New Roman (Headings)"/>
                <a:cs typeface="Times New Roman" panose="02020603050405020304" pitchFamily="18" charset="0"/>
              </a:rPr>
              <a:t> </a:t>
            </a:r>
            <a:r>
              <a:rPr lang="en-US" sz="7500" b="1" dirty="0" err="1">
                <a:effectLst/>
                <a:latin typeface="Times New Roman (Headings)"/>
                <a:cs typeface="Times New Roman" panose="02020603050405020304" pitchFamily="18" charset="0"/>
              </a:rPr>
              <a:t>luỵ</a:t>
            </a:r>
            <a:r>
              <a:rPr lang="en-US" sz="7500" b="1" dirty="0">
                <a:effectLst/>
                <a:latin typeface="Times New Roman (Headings)"/>
                <a:cs typeface="Times New Roman" panose="02020603050405020304" pitchFamily="18" charset="0"/>
              </a:rPr>
              <a:t> </a:t>
            </a:r>
            <a:r>
              <a:rPr lang="en-US" sz="7500" b="1" dirty="0" err="1">
                <a:effectLst/>
                <a:latin typeface="Times New Roman (Headings)"/>
                <a:cs typeface="Times New Roman" panose="02020603050405020304" pitchFamily="18" charset="0"/>
              </a:rPr>
              <a:t>sa</a:t>
            </a:r>
            <a:r>
              <a:rPr lang="en-US" sz="7500" b="1" dirty="0">
                <a:effectLst/>
                <a:latin typeface="Times New Roman (Headings)"/>
                <a:cs typeface="Times New Roman" panose="02020603050405020304" pitchFamily="18" charset="0"/>
              </a:rPr>
              <a:t>.</a:t>
            </a:r>
          </a:p>
        </p:txBody>
      </p:sp>
    </p:spTree>
    <p:extLst>
      <p:ext uri="{BB962C8B-B14F-4D97-AF65-F5344CB8AC3E}">
        <p14:creationId xmlns:p14="http://schemas.microsoft.com/office/powerpoint/2010/main" val="398716201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B6375-1EEC-399D-2BEC-87F5AFCC8E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14D9A-17F1-7A11-1E3E-CF6C65C4D9F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400" b="1" dirty="0" err="1">
                <a:effectLst/>
                <a:latin typeface="Times New Roman" panose="02020603050405020304" pitchFamily="18" charset="0"/>
                <a:cs typeface="Times New Roman" panose="02020603050405020304" pitchFamily="18" charset="0"/>
              </a:rPr>
              <a:t>ĐK</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Chúng</a:t>
            </a:r>
            <a:r>
              <a:rPr lang="en-US" sz="7400" b="1" dirty="0">
                <a:effectLst/>
                <a:latin typeface="Times New Roman" panose="02020603050405020304" pitchFamily="18" charset="0"/>
                <a:cs typeface="Times New Roman" panose="02020603050405020304" pitchFamily="18" charset="0"/>
              </a:rPr>
              <a:t> con </a:t>
            </a:r>
            <a:r>
              <a:rPr lang="en-US" sz="7400" b="1" dirty="0" err="1">
                <a:effectLst/>
                <a:latin typeface="Times New Roman" panose="02020603050405020304" pitchFamily="18" charset="0"/>
                <a:cs typeface="Times New Roman" panose="02020603050405020304" pitchFamily="18" charset="0"/>
              </a:rPr>
              <a:t>xin</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Ngài</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thứ</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tha</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tội</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đời</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và</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để</a:t>
            </a:r>
            <a:r>
              <a:rPr lang="en-US" sz="7400" b="1" dirty="0">
                <a:effectLst/>
                <a:latin typeface="Times New Roman" panose="02020603050405020304" pitchFamily="18" charset="0"/>
                <a:cs typeface="Times New Roman" panose="02020603050405020304" pitchFamily="18" charset="0"/>
              </a:rPr>
              <a:t> con </a:t>
            </a:r>
            <a:r>
              <a:rPr lang="en-US" sz="7400" b="1" dirty="0" err="1">
                <a:effectLst/>
                <a:latin typeface="Times New Roman" panose="02020603050405020304" pitchFamily="18" charset="0"/>
                <a:cs typeface="Times New Roman" panose="02020603050405020304" pitchFamily="18" charset="0"/>
              </a:rPr>
              <a:t>luôn</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thành</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tâm</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tha</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thứ</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cho</a:t>
            </a:r>
            <a:r>
              <a:rPr lang="en-US" sz="7400" b="1" dirty="0">
                <a:effectLst/>
                <a:latin typeface="Times New Roman" panose="02020603050405020304" pitchFamily="18" charset="0"/>
                <a:cs typeface="Times New Roman" panose="02020603050405020304" pitchFamily="18" charset="0"/>
              </a:rPr>
              <a:t> </a:t>
            </a:r>
            <a:r>
              <a:rPr lang="en-US" sz="7400" b="1" dirty="0" err="1">
                <a:effectLst/>
                <a:latin typeface="Times New Roman" panose="02020603050405020304" pitchFamily="18" charset="0"/>
                <a:cs typeface="Times New Roman" panose="02020603050405020304" pitchFamily="18" charset="0"/>
              </a:rPr>
              <a:t>nhau</a:t>
            </a:r>
            <a:r>
              <a:rPr lang="en-US" sz="7400" b="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8211253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152F4-92A5-AA85-4BA2-CF7F97A0A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28969-36C7-8782-069C-ABD6EA7D9C7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panose="02020603050405020304" pitchFamily="18" charset="0"/>
                <a:cs typeface="Times New Roman" panose="02020603050405020304" pitchFamily="18" charset="0"/>
              </a:rPr>
              <a:t>Chúng con van nài tình thương xót Chúa, để muôn người vui sống trong nguồn tình yêu.</a:t>
            </a:r>
            <a:endParaRPr lang="en-US" sz="7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75244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62B8A9C-8E6A-292C-9AA9-D059C5738E4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FAA5679-D5AA-DC12-5F3F-9F426F5D304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9641266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672353"/>
            <a:ext cx="9144000" cy="4471146"/>
          </a:xfrm>
          <a:solidFill>
            <a:schemeClr val="bg1"/>
          </a:solidFill>
        </p:spPr>
        <p:txBody>
          <a:bodyPr lIns="731520" tIns="0" rIns="91440" bIns="0">
            <a:noAutofit/>
          </a:bodyPr>
          <a:lstStyle/>
          <a:p>
            <a:pPr algn="l"/>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a:t>
            </a:r>
            <a:r>
              <a:rPr lang="en-US" sz="7200" b="1" dirty="0" err="1">
                <a:latin typeface="Times New Roman (Headings)"/>
                <a:cs typeface="Arial" panose="020B0604020202020204" pitchFamily="34" charset="0"/>
              </a:rPr>
              <a:t>ày</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chị</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không</a:t>
            </a:r>
            <a:r>
              <a:rPr lang="en-US" sz="7200" b="1" dirty="0">
                <a:latin typeface="Times New Roman (Headings)"/>
                <a:cs typeface="Arial" panose="020B0604020202020204" pitchFamily="34" charset="0"/>
              </a:rPr>
              <a:t> ai </a:t>
            </a:r>
            <a:r>
              <a:rPr lang="en-US" sz="7200" b="1" dirty="0" err="1">
                <a:latin typeface="Times New Roman (Headings)"/>
                <a:cs typeface="Arial" panose="020B0604020202020204" pitchFamily="34" charset="0"/>
              </a:rPr>
              <a:t>lên</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án</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chị</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sao</a:t>
            </a:r>
            <a:r>
              <a:rPr lang="en-US" sz="7200" b="1" dirty="0">
                <a:latin typeface="Times New Roman (Headings)"/>
                <a:cs typeface="Arial" panose="020B0604020202020204" pitchFamily="34" charset="0"/>
              </a:rPr>
              <a:t>?</a:t>
            </a:r>
            <a:br>
              <a:rPr lang="en-US" sz="7200" b="1" dirty="0">
                <a:latin typeface="Times New Roman (Headings)"/>
                <a:cs typeface="Arial" panose="020B0604020202020204" pitchFamily="34" charset="0"/>
              </a:rPr>
            </a:b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Thưa</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thầy</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không</a:t>
            </a:r>
            <a:r>
              <a:rPr lang="en-US" sz="7200" b="1" dirty="0">
                <a:latin typeface="Times New Roman (Headings)"/>
                <a:cs typeface="Arial" panose="020B0604020202020204" pitchFamily="34" charset="0"/>
              </a:rPr>
              <a:t> ai </a:t>
            </a:r>
            <a:r>
              <a:rPr lang="en-US" sz="7200" b="1" dirty="0" err="1">
                <a:latin typeface="Times New Roman (Headings)"/>
                <a:cs typeface="Arial" panose="020B0604020202020204" pitchFamily="34" charset="0"/>
              </a:rPr>
              <a:t>cả</a:t>
            </a:r>
            <a:endParaRPr lang="en-US" sz="7200" b="1" dirty="0">
              <a:effectLst/>
              <a:latin typeface="Times New Roman (Headings)"/>
              <a:cs typeface="Arial" panose="020B0604020202020204" pitchFamily="34" charset="0"/>
            </a:endParaRP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0"/>
            <a:ext cx="9144000" cy="672353"/>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4800" b="1" dirty="0">
                <a:solidFill>
                  <a:srgbClr val="FF0000"/>
                </a:solidFill>
                <a:latin typeface="Times New Roman" panose="02020603050405020304" pitchFamily="18" charset="0"/>
                <a:cs typeface="Times New Roman" panose="02020603050405020304" pitchFamily="18" charset="0"/>
              </a:rPr>
              <a:t>CA HIỆP LỄ</a:t>
            </a:r>
            <a:endParaRPr lang="vi-VN" sz="48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AC3EB-ABC1-5CFB-09A2-AA047010A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E05A1-E5BE-C327-1035-672BCA22D691}"/>
              </a:ext>
            </a:extLst>
          </p:cNvPr>
          <p:cNvSpPr>
            <a:spLocks noGrp="1"/>
          </p:cNvSpPr>
          <p:nvPr>
            <p:ph type="ctrTitle"/>
          </p:nvPr>
        </p:nvSpPr>
        <p:spPr>
          <a:xfrm>
            <a:off x="0" y="0"/>
            <a:ext cx="9144000" cy="5143499"/>
          </a:xfrm>
          <a:solidFill>
            <a:schemeClr val="bg1"/>
          </a:solidFill>
        </p:spPr>
        <p:txBody>
          <a:bodyPr lIns="731520" tIns="0" rIns="91440" bIns="0">
            <a:noAutofit/>
          </a:bodyPr>
          <a:lstStyle/>
          <a:p>
            <a:pPr algn="l"/>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Tôi</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cũng</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không</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lên</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án</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chị</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đâu</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Từ</a:t>
            </a:r>
            <a:r>
              <a:rPr lang="en-US" sz="7500" b="1" dirty="0">
                <a:latin typeface="Times New Roman (Headings)"/>
                <a:cs typeface="Arial" panose="020B0604020202020204" pitchFamily="34" charset="0"/>
              </a:rPr>
              <a:t> nay </a:t>
            </a:r>
            <a:r>
              <a:rPr lang="en-US" sz="7500" b="1" dirty="0" err="1">
                <a:latin typeface="Times New Roman (Headings)"/>
                <a:cs typeface="Arial" panose="020B0604020202020204" pitchFamily="34" charset="0"/>
              </a:rPr>
              <a:t>chị</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đừng</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phạm</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tội</a:t>
            </a:r>
            <a:r>
              <a:rPr lang="en-US" sz="7500" b="1" dirty="0">
                <a:latin typeface="Times New Roman (Headings)"/>
                <a:cs typeface="Arial" panose="020B0604020202020204" pitchFamily="34" charset="0"/>
              </a:rPr>
              <a:t> </a:t>
            </a:r>
            <a:r>
              <a:rPr lang="en-US" sz="7500" b="1" dirty="0" err="1">
                <a:latin typeface="Times New Roman (Headings)"/>
                <a:cs typeface="Arial" panose="020B0604020202020204" pitchFamily="34" charset="0"/>
              </a:rPr>
              <a:t>nữa</a:t>
            </a:r>
            <a:r>
              <a:rPr lang="en-US" sz="7500" b="1" dirty="0">
                <a:latin typeface="Times New Roman (Headings)"/>
                <a:cs typeface="Arial" panose="020B0604020202020204" pitchFamily="34" charset="0"/>
              </a:rPr>
              <a:t>.</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0887413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AC95F3-B4EB-63B4-9316-755322192436}"/>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0AA865FE-F88C-559A-25A7-E62257F447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Triangle 4">
            <a:extLst>
              <a:ext uri="{FF2B5EF4-FFF2-40B4-BE49-F238E27FC236}">
                <a16:creationId xmlns:a16="http://schemas.microsoft.com/office/drawing/2014/main" id="{C28639D4-CA20-0E09-2FBF-E08ADE16AD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2501900"/>
            <a:ext cx="2468880" cy="24003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9B667AA-6369-709E-0DCE-CFBCCCA8B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467456"/>
            <a:ext cx="8178790" cy="420591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1B0499-28FB-DE88-7ED6-4994F19B6B34}"/>
              </a:ext>
            </a:extLst>
          </p:cNvPr>
          <p:cNvSpPr>
            <a:spLocks noGrp="1"/>
          </p:cNvSpPr>
          <p:nvPr>
            <p:ph type="ctrTitle"/>
          </p:nvPr>
        </p:nvSpPr>
        <p:spPr>
          <a:xfrm>
            <a:off x="609600" y="756744"/>
            <a:ext cx="7848600" cy="3339006"/>
          </a:xfrm>
        </p:spPr>
        <p:txBody>
          <a:bodyPr lIns="91440" tIns="0" rIns="91440" bIns="0" anchor="b">
            <a:normAutofit/>
          </a:bodyPr>
          <a:lstStyle/>
          <a:p>
            <a:pPr>
              <a:lnSpc>
                <a:spcPct val="90000"/>
              </a:lnSpc>
            </a:pPr>
            <a:r>
              <a:rPr lang="en-US" sz="4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CHÚA </a:t>
            </a:r>
            <a:r>
              <a:rPr lang="en-US" sz="6700" b="1" dirty="0" err="1">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LUÔN</a:t>
            </a:r>
            <a: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THA </a:t>
            </a:r>
            <a:r>
              <a:rPr lang="en-US" sz="6700" b="1" dirty="0" err="1">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THỨ</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(Kim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Long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7881141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2AFCE-7081-F071-261D-4E469B71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DB8AF-DBC1-FC77-9BEB-926C6D7AF5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ĐK</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luôn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tha</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thứ</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cho</a:t>
            </a:r>
            <a:r>
              <a:rPr lang="en-US" sz="7500" b="1" dirty="0">
                <a:effectLst/>
                <a:latin typeface="Times New Roman (Headings)"/>
                <a:cs typeface="Arial" panose="020B0604020202020204" pitchFamily="34" charset="0"/>
              </a:rPr>
              <a:t> con, </a:t>
            </a:r>
            <a:r>
              <a:rPr lang="en-US" sz="7500" b="1" dirty="0" err="1">
                <a:effectLst/>
                <a:latin typeface="Times New Roman (Headings)"/>
                <a:cs typeface="Arial" panose="020B0604020202020204" pitchFamily="34" charset="0"/>
              </a:rPr>
              <a:t>không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kết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án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tội</a:t>
            </a:r>
            <a:r>
              <a:rPr lang="en-US" sz="7500" b="1" dirty="0">
                <a:effectLst/>
                <a:latin typeface="Times New Roman (Headings)"/>
                <a:cs typeface="Arial" panose="020B0604020202020204" pitchFamily="34" charset="0"/>
              </a:rPr>
              <a:t> con bao </a:t>
            </a:r>
            <a:r>
              <a:rPr lang="en-US" sz="7500" b="1" dirty="0" err="1">
                <a:effectLst/>
                <a:latin typeface="Times New Roman (Headings)"/>
                <a:cs typeface="Arial" panose="020B0604020202020204" pitchFamily="34" charset="0"/>
              </a:rPr>
              <a:t>giờ</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34230158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9D17F-CF2E-339F-EC54-FBAE1DED1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4D9BF-8FAF-06D2-C497-C7325FD962E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Mong</a:t>
            </a:r>
            <a:r>
              <a:rPr lang="en-US" sz="7500" b="1" dirty="0">
                <a:effectLst/>
                <a:latin typeface="Times New Roman (Headings)"/>
                <a:cs typeface="Arial" panose="020B0604020202020204" pitchFamily="34" charset="0"/>
              </a:rPr>
              <a:t> con quay </a:t>
            </a:r>
            <a:r>
              <a:rPr lang="en-US" sz="7500" b="1" dirty="0" err="1">
                <a:effectLst/>
                <a:latin typeface="Times New Roman (Headings)"/>
                <a:cs typeface="Arial" panose="020B0604020202020204" pitchFamily="34" charset="0"/>
              </a:rPr>
              <a:t>gót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trở</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trong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tình</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yêu</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chẳng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nhạt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phai</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2476683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387DB-AA4E-B716-04C8-5DA80EE2A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E1CDA-F7C0-DFA3-CE14-4A3AE39E6BB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1) Ôi tình yêu Chúa, Ngài thương con khi đời con đã mất hết hy vọng giữa cõi đời.</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9509898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1EB51-5BDF-F868-7758-D1B58C252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5EDAE-1302-69EE-349A-5A614EA702F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Khi Chúa đến với con đây, con vẫn ngỡ là mơ.</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9397480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AE958-04A0-AB4E-3394-B2D762EE5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44D67-9CCE-ACF0-7B66-ED1BE1AB69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ĐK</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luôn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tha</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thứ</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cho</a:t>
            </a:r>
            <a:r>
              <a:rPr lang="en-US" sz="7500" b="1" dirty="0">
                <a:effectLst/>
                <a:latin typeface="Times New Roman (Headings)"/>
                <a:cs typeface="Arial" panose="020B0604020202020204" pitchFamily="34" charset="0"/>
              </a:rPr>
              <a:t> con, </a:t>
            </a:r>
            <a:r>
              <a:rPr lang="en-US" sz="7500" b="1" dirty="0" err="1">
                <a:effectLst/>
                <a:latin typeface="Times New Roman (Headings)"/>
                <a:cs typeface="Arial" panose="020B0604020202020204" pitchFamily="34" charset="0"/>
              </a:rPr>
              <a:t>không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kết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án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tội</a:t>
            </a:r>
            <a:r>
              <a:rPr lang="en-US" sz="7500" b="1" dirty="0">
                <a:effectLst/>
                <a:latin typeface="Times New Roman (Headings)"/>
                <a:cs typeface="Arial" panose="020B0604020202020204" pitchFamily="34" charset="0"/>
              </a:rPr>
              <a:t> con bao </a:t>
            </a:r>
            <a:r>
              <a:rPr lang="en-US" sz="7500" b="1" dirty="0" err="1">
                <a:effectLst/>
                <a:latin typeface="Times New Roman (Headings)"/>
                <a:cs typeface="Arial" panose="020B0604020202020204" pitchFamily="34" charset="0"/>
              </a:rPr>
              <a:t>giờ</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36627486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9C016-DBCA-2BED-F0A5-D0645306F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71C44-9F8C-8117-7112-6861DCEED38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Mong</a:t>
            </a:r>
            <a:r>
              <a:rPr lang="en-US" sz="7500" b="1" dirty="0">
                <a:effectLst/>
                <a:latin typeface="Times New Roman (Headings)"/>
                <a:cs typeface="Arial" panose="020B0604020202020204" pitchFamily="34" charset="0"/>
              </a:rPr>
              <a:t> con quay </a:t>
            </a:r>
            <a:r>
              <a:rPr lang="en-US" sz="7500" b="1" dirty="0" err="1">
                <a:effectLst/>
                <a:latin typeface="Times New Roman (Headings)"/>
                <a:cs typeface="Arial" panose="020B0604020202020204" pitchFamily="34" charset="0"/>
              </a:rPr>
              <a:t>gót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trở</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trong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tình</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yêu</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chẳng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nhạt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phai</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47825393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9E645-5581-2BCD-761F-8CC80FB26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FBAF7-BE94-656B-618D-739D522D43E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2) Bao người lên án cười chê con khi đời con lỡ bước. Muốn tiêu diệt tấm thân này,</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4794820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7BC24-8BF2-CA47-7245-7D4BB2649F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3E2B8A-D7E4-6082-E94D-D850A7B6F4B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trong khi gặp lúc cơ cùng, Chúa đã cứu đời con.</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196278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4005E-4622-B280-7571-F2AAE4739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86EF6-2677-3E4A-7F6E-8CA1978A3AF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ĐK</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luôn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tha</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thứ</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cho</a:t>
            </a:r>
            <a:r>
              <a:rPr lang="en-US" sz="7500" b="1" dirty="0">
                <a:effectLst/>
                <a:latin typeface="Times New Roman (Headings)"/>
                <a:cs typeface="Arial" panose="020B0604020202020204" pitchFamily="34" charset="0"/>
              </a:rPr>
              <a:t> con, </a:t>
            </a:r>
            <a:r>
              <a:rPr lang="en-US" sz="7500" b="1" dirty="0" err="1">
                <a:effectLst/>
                <a:latin typeface="Times New Roman (Headings)"/>
                <a:cs typeface="Arial" panose="020B0604020202020204" pitchFamily="34" charset="0"/>
              </a:rPr>
              <a:t>không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kết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án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tội</a:t>
            </a:r>
            <a:r>
              <a:rPr lang="en-US" sz="7500" b="1" dirty="0">
                <a:effectLst/>
                <a:latin typeface="Times New Roman (Headings)"/>
                <a:cs typeface="Arial" panose="020B0604020202020204" pitchFamily="34" charset="0"/>
              </a:rPr>
              <a:t> con bao </a:t>
            </a:r>
            <a:r>
              <a:rPr lang="en-US" sz="7500" b="1" dirty="0" err="1">
                <a:effectLst/>
                <a:latin typeface="Times New Roman (Headings)"/>
                <a:cs typeface="Arial" panose="020B0604020202020204" pitchFamily="34" charset="0"/>
              </a:rPr>
              <a:t>giờ</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5406416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C4815-5237-BA7E-B027-67FA67CAF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8448E-03AE-97F9-4137-D324623F736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Mong</a:t>
            </a:r>
            <a:r>
              <a:rPr lang="en-US" sz="7500" b="1" dirty="0">
                <a:effectLst/>
                <a:latin typeface="Times New Roman (Headings)"/>
                <a:cs typeface="Arial" panose="020B0604020202020204" pitchFamily="34" charset="0"/>
              </a:rPr>
              <a:t> con quay </a:t>
            </a:r>
            <a:r>
              <a:rPr lang="en-US" sz="7500" b="1" dirty="0" err="1">
                <a:effectLst/>
                <a:latin typeface="Times New Roman (Headings)"/>
                <a:cs typeface="Arial" panose="020B0604020202020204" pitchFamily="34" charset="0"/>
              </a:rPr>
              <a:t>gót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trở</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trong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tình</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yêu</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chẳng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nhạt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phai</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593984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0DBCB-C21E-57D7-BB01-A36DE52F9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BED24-0FDF-3899-B154-FEC3C6A0CD4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a:effectLst/>
                <a:latin typeface="Times New Roman (Headings)"/>
                <a:cs typeface="Arial" panose="020B0604020202020204" pitchFamily="34" charset="0"/>
              </a:rPr>
              <a:t>3) Khi </a:t>
            </a:r>
            <a:r>
              <a:rPr lang="en-US" sz="7200" b="1" dirty="0" err="1">
                <a:effectLst/>
                <a:latin typeface="Times New Roman (Headings)"/>
                <a:cs typeface="Arial" panose="020B0604020202020204" pitchFamily="34" charset="0"/>
              </a:rPr>
              <a:t>kề</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bên</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Ngài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nhìn</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ôi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yêu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chan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chứa</a:t>
            </a:r>
            <a:r>
              <a:rPr lang="en-US" sz="7200" b="1" dirty="0">
                <a:effectLst/>
                <a:latin typeface="Times New Roman (Headings)"/>
                <a:cs typeface="Arial" panose="020B0604020202020204" pitchFamily="34" charset="0"/>
              </a:rPr>
              <a:t>. Nói </a:t>
            </a:r>
            <a:r>
              <a:rPr lang="en-US" sz="7200" b="1" dirty="0" err="1">
                <a:effectLst/>
                <a:latin typeface="Times New Roman (Headings)"/>
                <a:cs typeface="Arial" panose="020B0604020202020204" pitchFamily="34" charset="0"/>
              </a:rPr>
              <a:t>sao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vừa</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nói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sao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vừa</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66425653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6F9D2-AC7D-6C83-750B-4692B24B4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4909E-9F67-3E7B-55D0-6325334961D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hoen mi lệ ứa dâng trào, ôi ngọt ngào tình Chúa.</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7102909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D49B2-C579-CE34-534A-2DBEDF0D3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ACE78-4E13-E0B8-9C0B-208529AED57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ĐK</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luôn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tha</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thứ</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cho</a:t>
            </a:r>
            <a:r>
              <a:rPr lang="en-US" sz="7500" b="1" dirty="0">
                <a:effectLst/>
                <a:latin typeface="Times New Roman (Headings)"/>
                <a:cs typeface="Arial" panose="020B0604020202020204" pitchFamily="34" charset="0"/>
              </a:rPr>
              <a:t> con, </a:t>
            </a:r>
            <a:r>
              <a:rPr lang="en-US" sz="7500" b="1" dirty="0" err="1">
                <a:effectLst/>
                <a:latin typeface="Times New Roman (Headings)"/>
                <a:cs typeface="Arial" panose="020B0604020202020204" pitchFamily="34" charset="0"/>
              </a:rPr>
              <a:t>không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kết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án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tội</a:t>
            </a:r>
            <a:r>
              <a:rPr lang="en-US" sz="7500" b="1" dirty="0">
                <a:effectLst/>
                <a:latin typeface="Times New Roman (Headings)"/>
                <a:cs typeface="Arial" panose="020B0604020202020204" pitchFamily="34" charset="0"/>
              </a:rPr>
              <a:t> con bao </a:t>
            </a:r>
            <a:r>
              <a:rPr lang="en-US" sz="7500" b="1" dirty="0" err="1">
                <a:effectLst/>
                <a:latin typeface="Times New Roman (Headings)"/>
                <a:cs typeface="Arial" panose="020B0604020202020204" pitchFamily="34" charset="0"/>
              </a:rPr>
              <a:t>giờ</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0069329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00E56-40A1-A252-2049-D62D552AC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63B8A-983E-777D-3030-DB7BBAF2F9E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Mong</a:t>
            </a:r>
            <a:r>
              <a:rPr lang="en-US" sz="7500" b="1" dirty="0">
                <a:effectLst/>
                <a:latin typeface="Times New Roman (Headings)"/>
                <a:cs typeface="Arial" panose="020B0604020202020204" pitchFamily="34" charset="0"/>
              </a:rPr>
              <a:t> con quay </a:t>
            </a:r>
            <a:r>
              <a:rPr lang="en-US" sz="7500" b="1" dirty="0" err="1">
                <a:effectLst/>
                <a:latin typeface="Times New Roman (Headings)"/>
                <a:cs typeface="Arial" panose="020B0604020202020204" pitchFamily="34" charset="0"/>
              </a:rPr>
              <a:t>gót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trở</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trong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tình</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yêu</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chẳng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hề</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nhạt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phai</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1730039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4E4A-9C5F-5CE6-7E6D-E510D891AEDA}"/>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B8FB8E4E-E07A-6D58-FE75-747427945C3E}"/>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90110672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1F7968-DAAF-79B9-8506-EE653881D3BF}"/>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B412BFCF-8E28-7B8B-5BA6-982C43342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Triangle 4">
            <a:extLst>
              <a:ext uri="{FF2B5EF4-FFF2-40B4-BE49-F238E27FC236}">
                <a16:creationId xmlns:a16="http://schemas.microsoft.com/office/drawing/2014/main" id="{18EDEF7E-6AA6-59E0-F204-370F56515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2501900"/>
            <a:ext cx="2468880" cy="24003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63091BC-615A-2A46-830D-D59CAFE62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467456"/>
            <a:ext cx="8178790" cy="420591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84C655-90FD-8D43-D091-30E94757F522}"/>
              </a:ext>
            </a:extLst>
          </p:cNvPr>
          <p:cNvSpPr>
            <a:spLocks noGrp="1"/>
          </p:cNvSpPr>
          <p:nvPr>
            <p:ph type="ctrTitle"/>
          </p:nvPr>
        </p:nvSpPr>
        <p:spPr>
          <a:xfrm>
            <a:off x="609600" y="756744"/>
            <a:ext cx="7848600" cy="3262806"/>
          </a:xfrm>
        </p:spPr>
        <p:txBody>
          <a:bodyPr lIns="91440" tIns="0" rIns="91440" bIns="0" anchor="b">
            <a:normAutofit/>
          </a:bodyPr>
          <a:lstStyle/>
          <a:p>
            <a:pPr>
              <a:lnSpc>
                <a:spcPct val="90000"/>
              </a:lnSpc>
            </a:pPr>
            <a:r>
              <a:rPr lang="en-US" sz="4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CON </a:t>
            </a:r>
            <a:r>
              <a:rPr lang="en-US" sz="6700" b="1" dirty="0" err="1">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ĐƯỜNG</a:t>
            </a:r>
            <a:b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CHÚA </a:t>
            </a:r>
            <a:r>
              <a:rPr lang="en-US" sz="6700" b="1" dirty="0" err="1">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ĐÃ</a:t>
            </a:r>
            <a: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ĐI</a:t>
            </a:r>
            <a:r>
              <a:rPr lang="en-US" sz="6700" b="1" dirty="0">
                <a:solidFill>
                  <a:srgbClr val="7030A0"/>
                </a:solidFill>
                <a:latin typeface="Times New Roman" panose="02020603050405020304" pitchFamily="18" charset="0"/>
                <a:ea typeface="Sans Serif Collection" panose="020B0502040504020204" pitchFamily="34" charset="0"/>
                <a:cs typeface="Times New Roman" panose="02020603050405020304" pitchFamily="18" charset="0"/>
              </a:rPr>
              <a:t> QUA</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Văn Chi</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77928710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02AFA-B55D-EA5D-76A4-121699CDE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B7A7C-C6BF-BBBA-3631-B0614733E9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ea typeface="Sans Serif Collection"/>
                <a:cs typeface="Arial"/>
              </a:rPr>
              <a:t>2. Lạy Chúa, mũi đòng nào đâm thấu con tim, đinh nhọn nào còn loang máu đào, sỉ nhục nào còn vương trên mắt. </a:t>
            </a:r>
            <a:endParaRPr lang="en-US" sz="6600" b="1" dirty="0">
              <a:effectLst/>
              <a:latin typeface="Times New Roman (Headings)"/>
              <a:ea typeface="Sans Serif Collection"/>
              <a:cs typeface="Arial"/>
            </a:endParaRPr>
          </a:p>
        </p:txBody>
      </p:sp>
    </p:spTree>
    <p:extLst>
      <p:ext uri="{BB962C8B-B14F-4D97-AF65-F5344CB8AC3E}">
        <p14:creationId xmlns:p14="http://schemas.microsoft.com/office/powerpoint/2010/main" val="295880655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8ACFB-1017-E285-0806-BDB72EE163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F052F-BCA6-166F-AEC4-767EBEF53B1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ea typeface="Sans Serif Collection"/>
                <a:cs typeface="Arial"/>
              </a:rPr>
              <a:t>Lạy Chúa, những bước nào gục ngã đau thương, bao roi đòn hằn vết thê lương, đường tình đó Ngài dành cho con.</a:t>
            </a:r>
            <a:endParaRPr lang="en-US" sz="6600" b="1" dirty="0">
              <a:effectLst/>
              <a:latin typeface="Times New Roman (Headings)"/>
              <a:ea typeface="Sans Serif Collection"/>
              <a:cs typeface="Arial"/>
            </a:endParaRPr>
          </a:p>
        </p:txBody>
      </p:sp>
    </p:spTree>
    <p:extLst>
      <p:ext uri="{BB962C8B-B14F-4D97-AF65-F5344CB8AC3E}">
        <p14:creationId xmlns:p14="http://schemas.microsoft.com/office/powerpoint/2010/main" val="128483936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51F7E-983C-7D84-FF94-E302B01E4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82AA7-F1D0-AEA4-1FAD-4748502A37C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000" b="1" dirty="0" err="1">
                <a:effectLst/>
                <a:latin typeface="Times New Roman (Headings)"/>
                <a:ea typeface="Sans Serif Collection"/>
                <a:cs typeface="Arial"/>
              </a:rPr>
              <a:t>ĐK</a:t>
            </a:r>
            <a:r>
              <a:rPr lang="vi-VN" sz="6000" b="1" dirty="0">
                <a:effectLst/>
                <a:latin typeface="Times New Roman (Headings)"/>
                <a:ea typeface="Sans Serif Collection"/>
                <a:cs typeface="Arial"/>
              </a:rPr>
              <a:t>. Lạy Chúa, xin cho con bước đi theo Ngài, xin cho con cùng vác với Ngài, thập giá trên đường đời con đi (đường đời con đi).</a:t>
            </a:r>
            <a:endParaRPr lang="en-US" sz="6000" b="1" dirty="0">
              <a:effectLst/>
              <a:latin typeface="Times New Roman (Headings)"/>
              <a:ea typeface="Sans Serif Collection"/>
              <a:cs typeface="Arial"/>
            </a:endParaRPr>
          </a:p>
        </p:txBody>
      </p:sp>
    </p:spTree>
    <p:extLst>
      <p:ext uri="{BB962C8B-B14F-4D97-AF65-F5344CB8AC3E}">
        <p14:creationId xmlns:p14="http://schemas.microsoft.com/office/powerpoint/2010/main" val="16548628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DE2AF-F997-3802-256B-01DAB1E25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0B61F-5F7A-1892-A99C-045C6383F15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ea typeface="Sans Serif Collection"/>
                <a:cs typeface="Arial"/>
              </a:rPr>
              <a:t>Lạy Chúa, xin cho con đóng đinh với Ngài, xin cho con cùng chết với Ngài, để được sống với Ngài vinh quang.</a:t>
            </a:r>
            <a:endParaRPr lang="en-US" sz="6600" b="1" dirty="0">
              <a:effectLst/>
              <a:latin typeface="Times New Roman (Headings)"/>
              <a:ea typeface="Sans Serif Collection"/>
              <a:cs typeface="Arial"/>
            </a:endParaRPr>
          </a:p>
        </p:txBody>
      </p:sp>
    </p:spTree>
    <p:extLst>
      <p:ext uri="{BB962C8B-B14F-4D97-AF65-F5344CB8AC3E}">
        <p14:creationId xmlns:p14="http://schemas.microsoft.com/office/powerpoint/2010/main" val="358793416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3F40CD-3745-2631-A204-073ED23C21CC}"/>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A78C45F-56B4-589A-59D1-60A09C3D5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FAF32D0-73A2-DA7E-DCFB-7E9361C6856E}"/>
              </a:ext>
            </a:extLst>
          </p:cNvPr>
          <p:cNvPicPr>
            <a:picLocks noChangeAspect="1"/>
          </p:cNvPicPr>
          <p:nvPr/>
        </p:nvPicPr>
        <p:blipFill>
          <a:blip r:embed="rId2">
            <a:extLst>
              <a:ext uri="{28A0092B-C50C-407E-A947-70E740481C1C}">
                <a14:useLocalDpi xmlns:a14="http://schemas.microsoft.com/office/drawing/2010/main" val="0"/>
              </a:ext>
            </a:extLst>
          </a:blip>
          <a:srcRect l="9931" r="9931"/>
          <a:stretch/>
        </p:blipFill>
        <p:spPr>
          <a:xfrm>
            <a:off x="20" y="10"/>
            <a:ext cx="7252212" cy="5143490"/>
          </a:xfrm>
          <a:prstGeom prst="rect">
            <a:avLst/>
          </a:prstGeom>
        </p:spPr>
      </p:pic>
      <p:sp>
        <p:nvSpPr>
          <p:cNvPr id="24" name="Rectangle 23">
            <a:extLst>
              <a:ext uri="{FF2B5EF4-FFF2-40B4-BE49-F238E27FC236}">
                <a16:creationId xmlns:a16="http://schemas.microsoft.com/office/drawing/2014/main" id="{03661478-3FA6-6FF1-C1A6-F1D020AB18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51435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61847AA3-B9E2-8C78-AAEE-5D10FD595DE7}"/>
              </a:ext>
            </a:extLst>
          </p:cNvPr>
          <p:cNvSpPr txBox="1"/>
          <p:nvPr/>
        </p:nvSpPr>
        <p:spPr>
          <a:xfrm>
            <a:off x="4955287" y="1657350"/>
            <a:ext cx="4188713" cy="2819400"/>
          </a:xfrm>
          <a:prstGeom prst="rect">
            <a:avLst/>
          </a:prstGeom>
          <a:noFill/>
          <a:ln>
            <a:noFill/>
          </a:ln>
        </p:spPr>
        <p:txBody>
          <a:bodyPr vert="horz" lIns="91440" tIns="45720" rIns="91440" bIns="45720" rtlCol="0">
            <a:normAutofit/>
          </a:bodyPr>
          <a:lstStyle/>
          <a:p>
            <a:pPr algn="just">
              <a:lnSpc>
                <a:spcPct val="90000"/>
              </a:lnSpc>
              <a:spcAft>
                <a:spcPts val="600"/>
              </a:spcAft>
            </a:pPr>
            <a:r>
              <a:rPr lang="en-US" sz="4800" b="1" i="1" dirty="0">
                <a:solidFill>
                  <a:srgbClr val="7030A0"/>
                </a:solidFill>
                <a:latin typeface="Times New Roman" panose="02020603050405020304" pitchFamily="18" charset="0"/>
                <a:cs typeface="Times New Roman" panose="02020603050405020304" pitchFamily="18" charset="0"/>
              </a:rPr>
              <a:t>“Ai </a:t>
            </a:r>
            <a:r>
              <a:rPr lang="en-US" sz="4800" b="1" i="1" dirty="0" err="1">
                <a:solidFill>
                  <a:srgbClr val="7030A0"/>
                </a:solidFill>
                <a:latin typeface="Times New Roman" panose="02020603050405020304" pitchFamily="18" charset="0"/>
                <a:cs typeface="Times New Roman" panose="02020603050405020304" pitchFamily="18" charset="0"/>
              </a:rPr>
              <a:t>trong</a:t>
            </a:r>
            <a:r>
              <a:rPr lang="en-US" sz="4800" b="1" i="1" dirty="0">
                <a:solidFill>
                  <a:srgbClr val="7030A0"/>
                </a:solidFill>
                <a:latin typeface="Times New Roman" panose="02020603050405020304" pitchFamily="18" charset="0"/>
                <a:cs typeface="Times New Roman" panose="02020603050405020304" pitchFamily="18" charset="0"/>
              </a:rPr>
              <a:t> các </a:t>
            </a:r>
            <a:r>
              <a:rPr lang="en-US" sz="4800" b="1" i="1" dirty="0" err="1">
                <a:solidFill>
                  <a:srgbClr val="7030A0"/>
                </a:solidFill>
                <a:latin typeface="Times New Roman" panose="02020603050405020304" pitchFamily="18" charset="0"/>
                <a:cs typeface="Times New Roman" panose="02020603050405020304" pitchFamily="18" charset="0"/>
              </a:rPr>
              <a:t>ngươi</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sạch</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tội</a:t>
            </a:r>
            <a:r>
              <a:rPr lang="en-US" sz="4800" b="1" i="1" dirty="0">
                <a:solidFill>
                  <a:srgbClr val="7030A0"/>
                </a:solidFill>
                <a:latin typeface="Times New Roman" panose="02020603050405020304" pitchFamily="18" charset="0"/>
                <a:cs typeface="Times New Roman" panose="02020603050405020304" pitchFamily="18" charset="0"/>
              </a:rPr>
              <a:t>, </a:t>
            </a:r>
            <a:br>
              <a:rPr lang="en-US" sz="4800" b="1" i="1" dirty="0">
                <a:solidFill>
                  <a:srgbClr val="7030A0"/>
                </a:solidFill>
                <a:latin typeface="Times New Roman" panose="02020603050405020304" pitchFamily="18" charset="0"/>
                <a:cs typeface="Times New Roman" panose="02020603050405020304" pitchFamily="18" charset="0"/>
              </a:rPr>
            </a:br>
            <a:r>
              <a:rPr lang="en-US" sz="4800" b="1" i="1" dirty="0" err="1">
                <a:solidFill>
                  <a:srgbClr val="7030A0"/>
                </a:solidFill>
                <a:latin typeface="Times New Roman" panose="02020603050405020304" pitchFamily="18" charset="0"/>
                <a:cs typeface="Times New Roman" panose="02020603050405020304" pitchFamily="18" charset="0"/>
              </a:rPr>
              <a:t>hãy</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ném</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đá</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chị</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này</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trước</a:t>
            </a:r>
            <a:r>
              <a:rPr lang="en-US" sz="4800" b="1" i="1" dirty="0">
                <a:solidFill>
                  <a:srgbClr val="7030A0"/>
                </a:solidFill>
                <a:latin typeface="Times New Roman" panose="02020603050405020304" pitchFamily="18" charset="0"/>
                <a:cs typeface="Times New Roman" panose="02020603050405020304" pitchFamily="18" charset="0"/>
              </a:rPr>
              <a:t> </a:t>
            </a:r>
            <a:r>
              <a:rPr lang="en-US" sz="4800" b="1" i="1" dirty="0" err="1">
                <a:solidFill>
                  <a:srgbClr val="7030A0"/>
                </a:solidFill>
                <a:latin typeface="Times New Roman" panose="02020603050405020304" pitchFamily="18" charset="0"/>
                <a:cs typeface="Times New Roman" panose="02020603050405020304" pitchFamily="18" charset="0"/>
              </a:rPr>
              <a:t>đi</a:t>
            </a:r>
            <a:r>
              <a:rPr lang="en-US" sz="4800" b="1" i="1" dirty="0">
                <a:solidFill>
                  <a:srgbClr val="7030A0"/>
                </a:solidFill>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9625007E-EEE1-37E3-EBBA-6DA419CFDFF1}"/>
              </a:ext>
            </a:extLst>
          </p:cNvPr>
          <p:cNvSpPr txBox="1"/>
          <p:nvPr/>
        </p:nvSpPr>
        <p:spPr>
          <a:xfrm>
            <a:off x="6172200" y="4629150"/>
            <a:ext cx="2953738" cy="685800"/>
          </a:xfrm>
          <a:prstGeom prst="rect">
            <a:avLst/>
          </a:prstGeom>
        </p:spPr>
        <p:txBody>
          <a:bodyPr vert="horz" lIns="91440" tIns="45720" rIns="91440" bIns="45720" rtlCol="0">
            <a:normAutofit/>
          </a:bodyPr>
          <a:lstStyle/>
          <a:p>
            <a:pPr algn="r">
              <a:lnSpc>
                <a:spcPct val="90000"/>
              </a:lnSpc>
              <a:spcAft>
                <a:spcPts val="600"/>
              </a:spcAft>
            </a:pPr>
            <a:r>
              <a:rPr lang="en-US" sz="3200" b="1" dirty="0">
                <a:solidFill>
                  <a:schemeClr val="accent4"/>
                </a:solidFill>
                <a:latin typeface="Arial" panose="020B0604020202020204" pitchFamily="34" charset="0"/>
                <a:cs typeface="Arial" panose="020B0604020202020204" pitchFamily="34" charset="0"/>
              </a:rPr>
              <a:t>(</a:t>
            </a:r>
            <a:r>
              <a:rPr lang="en-US" sz="3200" b="1" i="0" dirty="0">
                <a:solidFill>
                  <a:schemeClr val="accent4"/>
                </a:solidFill>
                <a:effectLst/>
                <a:latin typeface="Arial" panose="020B0604020202020204" pitchFamily="34" charset="0"/>
                <a:cs typeface="Arial" panose="020B0604020202020204" pitchFamily="34" charset="0"/>
              </a:rPr>
              <a:t>Ga 8,1-11</a:t>
            </a:r>
            <a:r>
              <a:rPr lang="en-US" sz="3200" b="1" dirty="0">
                <a:solidFill>
                  <a:schemeClr val="accent4"/>
                </a:solidFill>
                <a:latin typeface="Arial" panose="020B0604020202020204" pitchFamily="34" charset="0"/>
                <a:cs typeface="Arial" panose="020B0604020202020204" pitchFamily="34" charset="0"/>
              </a:rPr>
              <a:t>)</a:t>
            </a:r>
          </a:p>
        </p:txBody>
      </p:sp>
      <p:cxnSp>
        <p:nvCxnSpPr>
          <p:cNvPr id="3" name="Straight Connector 2">
            <a:extLst>
              <a:ext uri="{FF2B5EF4-FFF2-40B4-BE49-F238E27FC236}">
                <a16:creationId xmlns:a16="http://schemas.microsoft.com/office/drawing/2014/main" id="{BDFDDA0D-6939-18EF-2BE2-23587ED53304}"/>
              </a:ext>
            </a:extLst>
          </p:cNvPr>
          <p:cNvCxnSpPr>
            <a:cxnSpLocks/>
          </p:cNvCxnSpPr>
          <p:nvPr/>
        </p:nvCxnSpPr>
        <p:spPr>
          <a:xfrm flipH="1">
            <a:off x="4955287" y="4476750"/>
            <a:ext cx="4112513" cy="0"/>
          </a:xfrm>
          <a:prstGeom prst="line">
            <a:avLst/>
          </a:prstGeom>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6F7A0484-C033-9231-026F-A72DB507941C}"/>
              </a:ext>
            </a:extLst>
          </p:cNvPr>
          <p:cNvSpPr txBox="1"/>
          <p:nvPr/>
        </p:nvSpPr>
        <p:spPr>
          <a:xfrm>
            <a:off x="2286" y="0"/>
            <a:ext cx="9158095" cy="685800"/>
          </a:xfrm>
          <a:prstGeom prst="rect">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p:spPr>
        <p:txBody>
          <a:bodyPr vert="horz" lIns="91440" tIns="45720" rIns="91440" bIns="45720" rtlCol="0" anchor="ctr">
            <a:normAutofit/>
          </a:bodyPr>
          <a:lstStyle/>
          <a:p>
            <a:pPr algn="ctr">
              <a:lnSpc>
                <a:spcPct val="90000"/>
              </a:lnSpc>
              <a:spcBef>
                <a:spcPct val="0"/>
              </a:spcBef>
              <a:spcAft>
                <a:spcPts val="600"/>
              </a:spcAft>
            </a:pP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CHÚA NHẬT V  </a:t>
            </a:r>
            <a:r>
              <a:rPr lang="en-US" sz="3200" b="1" dirty="0" err="1">
                <a:ln w="12700" cmpd="sng">
                  <a:solidFill>
                    <a:srgbClr val="FF0000"/>
                  </a:solidFill>
                  <a:prstDash val="solid"/>
                </a:ln>
                <a:solidFill>
                  <a:srgbClr val="FF0000"/>
                </a:solidFill>
                <a:latin typeface="Times New Roman (Headings)"/>
                <a:ea typeface="+mj-ea"/>
                <a:cs typeface="Arial" panose="020B0604020202020204" pitchFamily="34" charset="0"/>
              </a:rPr>
              <a:t>MÙA</a:t>
            </a: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 CHAY </a:t>
            </a:r>
            <a:r>
              <a:rPr lang="en-US" sz="3200" b="1" dirty="0" err="1">
                <a:ln w="12700" cmpd="sng">
                  <a:solidFill>
                    <a:srgbClr val="FF0000"/>
                  </a:solidFill>
                  <a:prstDash val="solid"/>
                </a:ln>
                <a:solidFill>
                  <a:srgbClr val="FF0000"/>
                </a:solidFill>
                <a:latin typeface="Times New Roman (Headings)"/>
                <a:ea typeface="+mj-ea"/>
                <a:cs typeface="Arial" panose="020B0604020202020204" pitchFamily="34" charset="0"/>
              </a:rPr>
              <a:t>NĂM</a:t>
            </a:r>
            <a:r>
              <a:rPr lang="en-US" sz="3200" b="1" dirty="0">
                <a:ln w="12700" cmpd="sng">
                  <a:solidFill>
                    <a:srgbClr val="FF0000"/>
                  </a:solidFill>
                  <a:prstDash val="solid"/>
                </a:ln>
                <a:solidFill>
                  <a:srgbClr val="FF0000"/>
                </a:solidFill>
                <a:latin typeface="Times New Roman (Headings)"/>
                <a:ea typeface="+mj-ea"/>
                <a:cs typeface="Arial" panose="020B0604020202020204" pitchFamily="34" charset="0"/>
              </a:rPr>
              <a:t> C</a:t>
            </a:r>
          </a:p>
        </p:txBody>
      </p:sp>
    </p:spTree>
    <p:extLst>
      <p:ext uri="{BB962C8B-B14F-4D97-AF65-F5344CB8AC3E}">
        <p14:creationId xmlns:p14="http://schemas.microsoft.com/office/powerpoint/2010/main" val="3904146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1482</TotalTime>
  <Words>9096</Words>
  <Application>Microsoft Office PowerPoint</Application>
  <PresentationFormat>Trình chiếu Trên màn hình (16:9)</PresentationFormat>
  <Paragraphs>456</Paragraphs>
  <Slides>186</Slides>
  <Notes>43</Notes>
  <HiddenSlides>0</HiddenSlides>
  <MMClips>0</MMClips>
  <ScaleCrop>false</ScaleCrop>
  <HeadingPairs>
    <vt:vector size="4" baseType="variant">
      <vt:variant>
        <vt:lpstr>Chủ đề</vt:lpstr>
      </vt:variant>
      <vt:variant>
        <vt:i4>2</vt:i4>
      </vt:variant>
      <vt:variant>
        <vt:lpstr>Tiêu đề Bản chiếu</vt:lpstr>
      </vt:variant>
      <vt:variant>
        <vt:i4>186</vt:i4>
      </vt:variant>
    </vt:vector>
  </HeadingPairs>
  <TitlesOfParts>
    <vt:vector size="188" baseType="lpstr">
      <vt:lpstr>Office Theme</vt:lpstr>
      <vt:lpstr>3_Office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CA NHẬP LỄ PHÓ THÁC (Nguyễn Duy)</vt:lpstr>
      <vt:lpstr>1. Này tấm thân con sao Cha đành tâm xa cách. Này tấm thân con đắng cay muôn vàn tê tái. </vt:lpstr>
      <vt:lpstr>Cha ơi, sao nỡ quên con, Cha ơi, sao Cha ngoảnh mặt nhẫn tâm nhìn con khổ đau, để quân thù chê trách con.</vt:lpstr>
      <vt:lpstr>ĐK: Con xin phó thác nơi Cha thân con với linh hồn con. Xin Cha thêm sức cho con trọn vẹn theo ý Cha luôn.</vt:lpstr>
      <vt:lpstr>2. Là kiếp sâu bọ con nay là người đâu phải. Vậy đó Cha ơi, thấy con muôn người khinh ghét. </vt:lpstr>
      <vt:lpstr>Nghe như nhức nhối tâm can, nghe như mắt ứa lệ tràn. Xót xa lòng con nát tan, có ai mà thương ủi an.</vt:lpstr>
      <vt:lpstr>ĐK: Con xin phó thác nơi Cha thân con với linh hồn con. Xin Cha thêm sức cho con trọn vẹn theo ý Cha luôn.</vt:lpstr>
      <vt:lpstr>Bản trình bày PowerPoint</vt:lpstr>
      <vt:lpstr>Bản trình bày PowerPoint</vt:lpstr>
      <vt:lpstr>ĐÁP CA THÁNH VỊNH 125 (Lm. Thái Nguyên)</vt:lpstr>
      <vt:lpstr>1. Khi Chúa đem những người Si-on bị bắt trở về, chúng tôi như người đang mơ, </vt:lpstr>
      <vt:lpstr>bấy giờ miệng chúng tôi vui cười, lưỡi chúng tôi thốt lên bao lời hân hoan.</vt:lpstr>
      <vt:lpstr>ĐK: Chúa đã đối xử nhân từ với chúng con, nên chúng con mừng vui bao hân hoan.  </vt:lpstr>
      <vt:lpstr>2. Và bấy giờ thiên hạ nhỏ to nói với nhau rằng: Chúa thương đối xử khoan dung.</vt:lpstr>
      <vt:lpstr>Chúa đã xử rất ư nhân từ, nên chúng tôi xiết bao vui mừng hân hoan.</vt:lpstr>
      <vt:lpstr>ĐK: Chúa đã đối xử nhân từ với chúng con, nên chúng con mừng vui bao hân hoan.  </vt:lpstr>
      <vt:lpstr>3. Lạy Chúa thương biến đổi phận con như suối phương Nam. Ai gieo trong lệ đau thương,</vt:lpstr>
      <vt:lpstr>sẽ được gặt hái trong vui mừng, những khúc ca biến tan trong niềm hân hoan.</vt:lpstr>
      <vt:lpstr>ĐK: Chúa đã đối xử nhân từ với chúng con, nên chúng con mừng vui bao hân hoan.  </vt:lpstr>
      <vt:lpstr>Bản trình bày PowerPoint</vt:lpstr>
      <vt:lpstr>Bản trình bày PowerPoint</vt:lpstr>
      <vt:lpstr>  “Ta là sự sống lại và là sự sống. Ai tin tưởng ta sẽ không phải chết ngàn thu.”</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DÂNG LỄ THƯỢNG TIẾN DÂNG (Lm. Thái Nguyên)</vt:lpstr>
      <vt:lpstr>1. Thượng tiến dâng lên Chúa chí nhân, rượu nho bánh miến tình thân í bao tình.</vt:lpstr>
      <vt:lpstr>Xin vì những lễ vật dâng, rủ thương con cái thế trần Ngài ơi. </vt:lpstr>
      <vt:lpstr>ĐK: Chúng con xin Ngài thứ tha tội đời, và để con luôn thành tâm tha thứ cho nhau.</vt:lpstr>
      <vt:lpstr>Chúng con van nài tình thương xót Chúa, để muôn người vui sống trong nguồn tình yêu.</vt:lpstr>
      <vt:lpstr>2. Thành tiến dâng lên Chúa chí nhân, cuộc đời bao nỗi trầm luân í khổ sầu.</vt:lpstr>
      <vt:lpstr>Xin vì Máu Chúa đổ ra, rửa cho tinh trắng thế trần luỵ sa.</vt:lpstr>
      <vt:lpstr>ĐK: Chúng con xin Ngài thứ tha tội đời, và để con luôn thành tâm tha thứ cho nhau.</vt:lpstr>
      <vt:lpstr>Chúng con van nài tình thương xót Chúa, để muôn người vui sống trong nguồn tình yêu.</vt:lpstr>
      <vt:lpstr>Bản trình bày PowerPoint</vt:lpstr>
      <vt:lpstr>- Này chị, không ai lên án chị sao? - Thưa thầy, không ai cả</vt:lpstr>
      <vt:lpstr>- Tôi cũng không lên án chị đâu, Từ nay chị đừng phạm tội nữa.</vt:lpstr>
      <vt:lpstr>HIỆP LỄ CHÚA LUÔN  THA THỨ (Kim Long)</vt:lpstr>
      <vt:lpstr>ĐK. Chúa luôn tha thứ cho con, không hề kết án tội con bao giờ.</vt:lpstr>
      <vt:lpstr>Mong con quay gót trở về, trong tình yêu Chúa chẳng hề nhạt phai.</vt:lpstr>
      <vt:lpstr>1) Ôi tình yêu Chúa, Ngài thương con khi đời con đã mất hết hy vọng giữa cõi đời.</vt:lpstr>
      <vt:lpstr>Khi Chúa đến với con đây, con vẫn ngỡ là mơ.</vt:lpstr>
      <vt:lpstr>ĐK. Chúa luôn tha thứ cho con, không hề kết án tội con bao giờ.</vt:lpstr>
      <vt:lpstr>Mong con quay gót trở về, trong tình yêu Chúa chẳng hề nhạt phai.</vt:lpstr>
      <vt:lpstr>2) Bao người lên án cười chê con khi đời con lỡ bước. Muốn tiêu diệt tấm thân này,</vt:lpstr>
      <vt:lpstr>trong khi gặp lúc cơ cùng, Chúa đã cứu đời con.</vt:lpstr>
      <vt:lpstr>ĐK. Chúa luôn tha thứ cho con, không hề kết án tội con bao giờ.</vt:lpstr>
      <vt:lpstr>Mong con quay gót trở về, trong tình yêu Chúa chẳng hề nhạt phai.</vt:lpstr>
      <vt:lpstr>3) Khi kề bên Chúa, Ngài nhìn con, ôi tình yêu chan chứa. Nói sao vừa, nói sao vừa,</vt:lpstr>
      <vt:lpstr>hoen mi lệ ứa dâng trào, ôi ngọt ngào tình Chúa.</vt:lpstr>
      <vt:lpstr>ĐK. Chúa luôn tha thứ cho con, không hề kết án tội con bao giờ.</vt:lpstr>
      <vt:lpstr>Mong con quay gót trở về, trong tình yêu Chúa chẳng hề nhạt phai.</vt:lpstr>
      <vt:lpstr>Bản trình bày PowerPoint</vt:lpstr>
      <vt:lpstr>KẾT LỄ CON ĐƯỜNG CHÚA ĐÃ ĐI QUA (Văn Chi)</vt:lpstr>
      <vt:lpstr>2. Lạy Chúa, mũi đòng nào đâm thấu con tim, đinh nhọn nào còn loang máu đào, sỉ nhục nào còn vương trên mắt. </vt:lpstr>
      <vt:lpstr>Lạy Chúa, những bước nào gục ngã đau thương, bao roi đòn hằn vết thê lương, đường tình đó Ngài dành cho con.</vt:lpstr>
      <vt:lpstr>ĐK. Lạy Chúa, xin cho con bước đi theo Ngài, xin cho con cùng vác với Ngài, thập giá trên đường đời con đi (đường đời con đi).</vt:lpstr>
      <vt:lpstr>Lạy Chúa, xin cho con đóng đinh với Ngài, xin cho con cùng chết với Ngài, để được sống với Ngài vinh quang.</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119</cp:revision>
  <cp:lastPrinted>2025-03-29T15:09:16Z</cp:lastPrinted>
  <dcterms:created xsi:type="dcterms:W3CDTF">2023-01-29T22:00:16Z</dcterms:created>
  <dcterms:modified xsi:type="dcterms:W3CDTF">2025-04-05T22:18:44Z</dcterms:modified>
</cp:coreProperties>
</file>