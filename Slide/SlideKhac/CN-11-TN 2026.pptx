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26" roundtripDataSignature="AMtx7mjN9iFf5W9uSagRVXCyOE2KagWp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226" Type="http://customschemas.google.com/relationships/presentationmetadata" Target="metadata"/><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b98287b44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eb98287b44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eb98287b44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eb98287b44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e27e67361b_1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e27e67361b_1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e27e67361b_1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e27e67361b_1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eb98287b4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eb98287b44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eb98287b44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eb98287b44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eb98287b44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eb98287b44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eb98287b44_0_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eb98287b44_0_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2" name="Google Shape;70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03" name="Google Shape;70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09" name="Google Shape;70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4" name="Google Shape;71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15" name="Google Shape;71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0" name="Google Shape;72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1" name="Google Shape;72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6" name="Google Shape;72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7" name="Google Shape;72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2" name="Google Shape;73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3" name="Google Shape;73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8" name="Google Shape;73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9" name="Google Shape;73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5" name="Google Shape;74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0" name="Google Shape;75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1" name="Google Shape;75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 name="Google Shape;75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7" name="Google Shape;75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3" name="Google Shape;76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9" name="Google Shape;76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5" name="Google Shape;77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eb98287b44_0_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g3eb98287b44_0_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1" name="Google Shape;79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6" name="Google Shape;79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e8a8273fd3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1" name="Google Shape;801;g3e8a8273fd3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6" name="Google Shape;806;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e6e2da66e2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1" name="Google Shape;811;g3e6e2da66e2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e8a8273fd3_0_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6" name="Google Shape;816;g3e8a8273fd3_0_1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eb98287b44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1" name="Google Shape;821;g3eb98287b44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e26ec1f821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6" name="Google Shape;826;g3e26ec1f821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e8a8273fd3_0_1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g3e8a8273fd3_0_1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eb98287b44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g3eb98287b44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7" name="Google Shape;847;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8" name="Google Shape;848;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4" name="Google Shape;854;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9" name="Google Shape;859;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3eb98287b44_0_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4" name="Google Shape;864;g3eb98287b44_0_10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9" name="Google Shape;869;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3eb98287b44_0_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g3eb98287b44_0_1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3e5a0c7ab5b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g3e5a0c7ab5b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3e5a0c7ab5b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g3e5a0c7ab5b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3e5a0c7ab5b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g3e5a0c7ab5b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3eb98287b44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g3eb98287b44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3eb98287b44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g3eb98287b44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e5a0c7ab5b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g3e5a0c7ab5b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3e5a0c7ab5b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g3e5a0c7ab5b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e8a8273fd3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g3e8a8273fd3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e8a8273fd3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g3e8a8273fd3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3eb98287b44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g3eb98287b44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eb98287b44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g3eb98287b44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eb98287b44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g3eb98287b44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eb98287b44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g3eb98287b44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5" name="Google Shape;1045;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0" name="Google Shape;1050;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5" name="Google Shape;1065;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0" name="Google Shape;1070;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5" name="Google Shape;1075;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0" name="Google Shape;1080;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5" name="Google Shape;1085;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1" name="Google Shape;1091;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dd33158570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6" name="Google Shape;1096;g3dd33158570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3dd33158570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1" name="Google Shape;1101;g3dd33158570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d89366497e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6" name="Google Shape;1106;g3d89366497e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3d89366497e_0_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1" name="Google Shape;1111;g3d89366497e_0_1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e5a0c7ab5b_0_1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6" name="Google Shape;1116;g3e5a0c7ab5b_0_1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g3eb98287b44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1" name="Google Shape;1121;g3eb98287b44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3e8a8273fd3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6" name="Google Shape;1126;g3e8a8273fd3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3e8a8273fd3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1" name="Google Shape;1131;g3e8a8273fd3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e8a8273fd3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6" name="Google Shape;1136;g3e8a8273fd3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3eb98287b44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1" name="Google Shape;1141;g3eb98287b44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3eb98287b44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6" name="Google Shape;1146;g3eb98287b44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3eb98287b44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1" name="Google Shape;1151;g3eb98287b44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3eb98287b44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6" name="Google Shape;1156;g3eb98287b44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3eb98287b44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1" name="Google Shape;1161;g3eb98287b44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3eb98287b44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6" name="Google Shape;1166;g3eb98287b44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eb98287b44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1" name="Google Shape;1171;g3eb98287b44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g3eb98287b44_0_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6" name="Google Shape;1176;g3eb98287b44_0_1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3e5a0c7ab5b_0_1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1" name="Google Shape;1181;g3e5a0c7ab5b_0_1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3eb98287b44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6" name="Google Shape;1186;g3eb98287b44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3e5a0c7ab5b_0_1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1" name="Google Shape;1191;g3e5a0c7ab5b_0_1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g3eb98287b44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6" name="Google Shape;1196;g3eb98287b44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e8a8273fd3_0_1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1" name="Google Shape;1201;g3e8a8273fd3_0_1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 Id="rId3" Type="http://schemas.openxmlformats.org/officeDocument/2006/relationships/image" Target="../media/image1.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 Id="rId3" Type="http://schemas.openxmlformats.org/officeDocument/2006/relationships/image" Target="../media/image4.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 Id="rId3" Type="http://schemas.openxmlformats.org/officeDocument/2006/relationships/image" Target="../media/image6.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 Id="rId3" Type="http://schemas.openxmlformats.org/officeDocument/2006/relationships/image" Target="../media/image5.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 Id="rId3" Type="http://schemas.openxmlformats.org/officeDocument/2006/relationships/image" Target="../media/image1.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3.jp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3.jp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3.jp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3.jp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 Id="rId3" Type="http://schemas.openxmlformats.org/officeDocument/2006/relationships/image" Target="../media/image1.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eb98287b44_0_85"/>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pic>
        <p:nvPicPr>
          <p:cNvPr id="653" name="Google Shape;653;g3eb98287b44_0_89"/>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ĐẾN VỚI CHÚA</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a:t>
            </a:r>
            <a:r>
              <a:rPr b="1" i="1" lang="en-US" sz="3300">
                <a:solidFill>
                  <a:schemeClr val="accent4"/>
                </a:solidFill>
                <a:latin typeface="Times New Roman"/>
                <a:ea typeface="Times New Roman"/>
                <a:cs typeface="Times New Roman"/>
                <a:sym typeface="Times New Roman"/>
              </a:rPr>
              <a:t>Thanh Đạt</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600">
                <a:solidFill>
                  <a:srgbClr val="FFFF00"/>
                </a:solidFill>
                <a:latin typeface="Times New Roman"/>
                <a:ea typeface="Times New Roman"/>
                <a:cs typeface="Times New Roman"/>
                <a:sym typeface="Times New Roman"/>
              </a:rPr>
              <a:t>ĐK: </a:t>
            </a:r>
            <a:r>
              <a:rPr b="1" lang="en-US" sz="6600">
                <a:solidFill>
                  <a:schemeClr val="lt1"/>
                </a:solidFill>
                <a:latin typeface="Times New Roman"/>
                <a:ea typeface="Times New Roman"/>
                <a:cs typeface="Times New Roman"/>
                <a:sym typeface="Times New Roman"/>
              </a:rPr>
              <a:t>Đoàn con vui bước tiến lên cung điện Thiên Chúa, tấu lên bài ca chúc khen danh Vua nhân trần.</a:t>
            </a:r>
            <a:endParaRPr b="1" sz="66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e27e67361b_1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600">
                <a:solidFill>
                  <a:schemeClr val="lt1"/>
                </a:solidFill>
                <a:latin typeface="Times New Roman"/>
                <a:ea typeface="Times New Roman"/>
                <a:cs typeface="Times New Roman"/>
                <a:sym typeface="Times New Roman"/>
              </a:rPr>
              <a:t>Cùng muôn ánh nến thắp cao tình yêu Thiên Chúa, mãi mãi chiếu soi khắp nơi chan hòa phúc ân.</a:t>
            </a:r>
            <a:endParaRPr b="1" sz="66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e27e67361b_1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1. </a:t>
            </a:r>
            <a:r>
              <a:rPr b="1" lang="en-US" sz="6800">
                <a:solidFill>
                  <a:schemeClr val="lt1"/>
                </a:solidFill>
                <a:latin typeface="Times New Roman"/>
                <a:ea typeface="Times New Roman"/>
                <a:cs typeface="Times New Roman"/>
                <a:sym typeface="Times New Roman"/>
              </a:rPr>
              <a:t>Hân hoan chúc tụng tình Ngài đẹp nồng, hồn con cảm mến Chúa ban hồng ân.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eb98287b44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Cao rao danh Ngài, truyền khắp thôn làng ngàn thu vang tiếng Chúa yêu con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eb98287b44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600">
                <a:solidFill>
                  <a:srgbClr val="FFFF00"/>
                </a:solidFill>
                <a:latin typeface="Times New Roman"/>
                <a:ea typeface="Times New Roman"/>
                <a:cs typeface="Times New Roman"/>
                <a:sym typeface="Times New Roman"/>
              </a:rPr>
              <a:t>ĐK: </a:t>
            </a:r>
            <a:r>
              <a:rPr b="1" lang="en-US" sz="6600">
                <a:solidFill>
                  <a:schemeClr val="lt1"/>
                </a:solidFill>
                <a:latin typeface="Times New Roman"/>
                <a:ea typeface="Times New Roman"/>
                <a:cs typeface="Times New Roman"/>
                <a:sym typeface="Times New Roman"/>
              </a:rPr>
              <a:t>Đoàn con vui bước tiến lên cung điện Thiên Chúa, tấu lên bài ca chúc khen danh Vua nhân trần.</a:t>
            </a:r>
            <a:endParaRPr b="1" sz="66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eb98287b44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600">
                <a:solidFill>
                  <a:schemeClr val="lt1"/>
                </a:solidFill>
                <a:latin typeface="Times New Roman"/>
                <a:ea typeface="Times New Roman"/>
                <a:cs typeface="Times New Roman"/>
                <a:sym typeface="Times New Roman"/>
              </a:rPr>
              <a:t>Cùng muôn ánh nến thắp cao tình yêu Thiên Chúa, mãi mãi chiếu soi khắp nơi chan hòa phúc ân.</a:t>
            </a:r>
            <a:endParaRPr b="1" sz="66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pic>
        <p:nvPicPr>
          <p:cNvPr id="693" name="Google Shape;693;g3eb98287b44_0_93"/>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699" name="Google Shape;69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0" name="Shape 710"/>
        <p:cNvGrpSpPr/>
        <p:nvPr/>
      </p:nvGrpSpPr>
      <p:grpSpPr>
        <a:xfrm>
          <a:off x="0" y="0"/>
          <a:ext cx="0" cy="0"/>
          <a:chOff x="0" y="0"/>
          <a:chExt cx="0" cy="0"/>
        </a:xfrm>
      </p:grpSpPr>
      <p:sp>
        <p:nvSpPr>
          <p:cNvPr id="711" name="Google Shape;71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pic>
        <p:nvPicPr>
          <p:cNvPr id="782" name="Google Shape;782;g3eb98287b44_0_97"/>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6" name="Shape 786"/>
        <p:cNvGrpSpPr/>
        <p:nvPr/>
      </p:nvGrpSpPr>
      <p:grpSpPr>
        <a:xfrm>
          <a:off x="0" y="0"/>
          <a:ext cx="0" cy="0"/>
          <a:chOff x="0" y="0"/>
          <a:chExt cx="0" cy="0"/>
        </a:xfrm>
      </p:grpSpPr>
      <p:sp>
        <p:nvSpPr>
          <p:cNvPr id="787" name="Google Shape;78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88" name="Google Shape;788;g3d48ab63a6f_0_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99</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Hỡi toàn thể địa cầu hãy tung hô Chúa,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g3e8a8273fd3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phụng thờ Chúa với niềm hân hoan, cất tiếng reo mừng vào trước Thánh Nhan.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Ta là dân tộc, là đoàn chiên tay Chúa dẫn dắt.</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g3e6e2da66e2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Hãy thành khẩn tin nhận Ngài là Thiên Chúa, tạo thành ta, ta thuộc về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g3e8a8273fd3_0_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chính là dân tộc đoàn chiên của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g3eb98287b44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Ta là dân tộc, là đoàn chiên tay Chúa dẫn dắt.</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g3e26ec1f821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 </a:t>
            </a:r>
            <a:r>
              <a:rPr b="1" lang="en-US" sz="7500">
                <a:solidFill>
                  <a:schemeClr val="lt1"/>
                </a:solidFill>
                <a:latin typeface="Times New Roman"/>
                <a:ea typeface="Times New Roman"/>
                <a:cs typeface="Times New Roman"/>
                <a:sym typeface="Times New Roman"/>
              </a:rPr>
              <a:t>Bởi vì ở nơi Ngài đầy lòng nhân ái, ngàn đời Chúa vẫn trọn tình thương.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g3e8a8273fd3_0_1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Mãi tới muôn đời Ngài vẫn sáng ngời.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3eb98287b44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Ta là dân tộc, là đoàn chiên tay Chúa dẫn dắt.</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2" name="Shape 842"/>
        <p:cNvGrpSpPr/>
        <p:nvPr/>
      </p:nvGrpSpPr>
      <p:grpSpPr>
        <a:xfrm>
          <a:off x="0" y="0"/>
          <a:ext cx="0" cy="0"/>
          <a:chOff x="0" y="0"/>
          <a:chExt cx="0" cy="0"/>
        </a:xfrm>
      </p:grpSpPr>
      <p:sp>
        <p:nvSpPr>
          <p:cNvPr id="843" name="Google Shape;843;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44" name="Google Shape;844;g3d89366497e_0_4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New Roman"/>
                <a:ea typeface="Times New Roman"/>
                <a:cs typeface="Times New Roman"/>
                <a:sym typeface="Times New Roman"/>
              </a:rPr>
              <a:t>All… All…</a:t>
            </a:r>
            <a:r>
              <a:rPr b="1" i="1" lang="en-US" sz="7500">
                <a:solidFill>
                  <a:srgbClr val="EE0000"/>
                </a:solidFill>
                <a:latin typeface="Times New Roman"/>
                <a:ea typeface="Times New Roman"/>
                <a:cs typeface="Times New Roman"/>
                <a:sym typeface="Times New Roman"/>
              </a:rPr>
              <a:t> </a:t>
            </a:r>
            <a:br>
              <a:rPr b="1" i="1" lang="en-US" sz="7700">
                <a:solidFill>
                  <a:srgbClr val="EE0000"/>
                </a:solidFill>
                <a:latin typeface="Times New Roman"/>
                <a:ea typeface="Times New Roman"/>
                <a:cs typeface="Times New Roman"/>
                <a:sym typeface="Times New Roman"/>
              </a:rPr>
            </a:br>
            <a:r>
              <a:rPr b="1" lang="en-US" sz="7000">
                <a:solidFill>
                  <a:schemeClr val="lt1"/>
                </a:solidFill>
                <a:latin typeface="Times New Roman"/>
                <a:ea typeface="Times New Roman"/>
                <a:cs typeface="Times New Roman"/>
                <a:sym typeface="Times New Roman"/>
              </a:rPr>
              <a:t>Lạy Chúa, Lời của Chúa là thần trí </a:t>
            </a:r>
            <a:br>
              <a:rPr b="1" lang="en-US" sz="7000">
                <a:solidFill>
                  <a:schemeClr val="lt1"/>
                </a:solidFill>
                <a:latin typeface="Times New Roman"/>
                <a:ea typeface="Times New Roman"/>
                <a:cs typeface="Times New Roman"/>
                <a:sym typeface="Times New Roman"/>
              </a:rPr>
            </a:br>
            <a:r>
              <a:rPr b="1" lang="en-US" sz="7000">
                <a:solidFill>
                  <a:schemeClr val="lt1"/>
                </a:solidFill>
                <a:latin typeface="Times New Roman"/>
                <a:ea typeface="Times New Roman"/>
                <a:cs typeface="Times New Roman"/>
                <a:sym typeface="Times New Roman"/>
              </a:rPr>
              <a:t>và là sự sống; </a:t>
            </a:r>
            <a:endParaRPr b="1" sz="6300">
              <a:solidFill>
                <a:schemeClr val="lt1"/>
              </a:solidFill>
              <a:latin typeface="Times New Roman"/>
              <a:ea typeface="Times New Roman"/>
              <a:cs typeface="Times New Roman"/>
              <a:sym typeface="Times New Roman"/>
            </a:endParaRPr>
          </a:p>
        </p:txBody>
      </p:sp>
      <p:sp>
        <p:nvSpPr>
          <p:cNvPr id="851" name="Google Shape;851;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7000">
                <a:solidFill>
                  <a:schemeClr val="lt1"/>
                </a:solidFill>
                <a:latin typeface="Times New Roman"/>
                <a:ea typeface="Times New Roman"/>
                <a:cs typeface="Times New Roman"/>
                <a:sym typeface="Times New Roman"/>
              </a:rPr>
              <a:t>Chúa có Lời ban sự sống ngàn thu.</a:t>
            </a:r>
            <a:r>
              <a:rPr b="1" lang="en-US" sz="6500">
                <a:solidFill>
                  <a:schemeClr val="lt1"/>
                </a:solidFill>
                <a:latin typeface="Times New Roman"/>
                <a:ea typeface="Times New Roman"/>
                <a:cs typeface="Times New Roman"/>
                <a:sym typeface="Times New Roman"/>
              </a:rPr>
              <a:t> </a:t>
            </a:r>
            <a:br>
              <a:rPr b="1" lang="en-US" sz="6500">
                <a:solidFill>
                  <a:schemeClr val="lt1"/>
                </a:solidFill>
                <a:latin typeface="Times New Roman"/>
                <a:ea typeface="Times New Roman"/>
                <a:cs typeface="Times New Roman"/>
                <a:sym typeface="Times New Roman"/>
              </a:rPr>
            </a:br>
            <a:r>
              <a:rPr b="1" i="1" lang="en-US" sz="6500">
                <a:solidFill>
                  <a:srgbClr val="FFFF00"/>
                </a:solidFill>
                <a:latin typeface="Times New Roman"/>
                <a:ea typeface="Times New Roman"/>
                <a:cs typeface="Times New Roman"/>
                <a:sym typeface="Times New Roman"/>
              </a:rPr>
              <a:t>All.. All..</a:t>
            </a:r>
            <a:endParaRPr b="1" sz="6500">
              <a:solidFill>
                <a:srgbClr val="FFFF00"/>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pic>
        <p:nvPicPr>
          <p:cNvPr id="861" name="Google Shape;861;g3baa6357486_0_13"/>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pic>
        <p:nvPicPr>
          <p:cNvPr id="866" name="Google Shape;866;g3eb98287b44_0_101"/>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872" name="Google Shape;872;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tinh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pic>
        <p:nvPicPr>
          <p:cNvPr id="972" name="Google Shape;972;g3eb98287b44_0_105"/>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g3e5a0c7ab5b_0_21"/>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NÂNG CAO (2)</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Hạ Đăng</a:t>
            </a:r>
            <a:r>
              <a:rPr b="1" i="1" lang="en-US" sz="4700">
                <a:solidFill>
                  <a:schemeClr val="accent4"/>
                </a:solidFill>
                <a:latin typeface="Times New Roman"/>
                <a:ea typeface="Times New Roman"/>
                <a:cs typeface="Times New Roman"/>
                <a:sym typeface="Times New Roman"/>
              </a:rPr>
              <a:t>)</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g3e5a0c7ab5b_0_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Trên đôi tay con dâng lên tôn nhan Cha uy linh.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g3e5a0c7ab5b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Đây thân phận bụi tro bao nhiêu năm gánh vác lao đao.</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g3eb98287b44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Kính tiến Chúa chí ái hương hoa thiêng, kinh tin yêu.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g3eb98287b44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cho cuộc đời con mãi mãi trong Cha con nghỉ ngơi.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g3e5a0c7ab5b_0_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Và hiệp cùng hiến lễ chí thánh, rượu ngọt nồng với tấm bánh trắng,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g3e5a0c7ab5b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tiến dâng Vua Trời cao sang mừng, hát khen danh Ngài vinh quang.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g3e8a8273fd3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Ôi Cha thân yêu ơi, hôm nay đây, con dâng lên.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g3e8a8273fd3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Những ước vọng đời con: Noi theo gương sáng Chúa Giê-su.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g3eb98287b44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Gương khiêm nhu thâm sâu nơi tim Cha, đời hiền hoà.</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g3eb98287b44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cho lòng con luôn hướng đến tim Cha cả đời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g3eb98287b44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Và hiệp cùng hiến lễ chí thánh, rượu ngọt nồng với tấm bánh trắng,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g3eb98287b44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tiến dâng Vua Trời cao sang mừng, hát khen danh Ngài vinh quang.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pic>
        <p:nvPicPr>
          <p:cNvPr id="1042" name="Google Shape;1042;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pic>
        <p:nvPicPr>
          <p:cNvPr id="1062" name="Google Shape;1062;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pic>
        <p:nvPicPr>
          <p:cNvPr id="1082" name="Google Shape;1082;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g3e9ce9eb37a_0_183"/>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6300">
                <a:solidFill>
                  <a:schemeClr val="lt1"/>
                </a:solidFill>
                <a:latin typeface="Times New Roman"/>
                <a:ea typeface="Times New Roman"/>
                <a:cs typeface="Times New Roman"/>
                <a:sym typeface="Times New Roman"/>
              </a:rPr>
              <a:t>Có một điều tôi xin Chúa, một điều tôi kiếm tìm, đó là tôi được cư ngụ trong nhà Chúa suốt đời tôi.</a:t>
            </a:r>
            <a:endParaRPr b="1" sz="6300">
              <a:solidFill>
                <a:schemeClr val="lt1"/>
              </a:solidFill>
              <a:latin typeface="Times New Roman"/>
              <a:ea typeface="Times New Roman"/>
              <a:cs typeface="Times New Roman"/>
              <a:sym typeface="Times New Roman"/>
            </a:endParaRPr>
          </a:p>
        </p:txBody>
      </p:sp>
      <p:sp>
        <p:nvSpPr>
          <p:cNvPr id="1088" name="Google Shape;1088;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pic>
        <p:nvPicPr>
          <p:cNvPr id="1093" name="Google Shape;1093;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g3dd33158570_0_1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TÂM TÌNH</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HIẾN DÂNG</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Oanh Sông Lam</a:t>
            </a:r>
            <a:r>
              <a:rPr b="1" i="1" lang="en-US" sz="4700">
                <a:solidFill>
                  <a:schemeClr val="accent4"/>
                </a:solidFill>
                <a:latin typeface="Times New Roman"/>
                <a:ea typeface="Times New Roman"/>
                <a:cs typeface="Times New Roman"/>
                <a:sym typeface="Times New Roman"/>
              </a:rPr>
              <a:t>)</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g3dd33158570_0_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Biết lấy gì cảm mến, biết lấy chi báo đền, hồng ân Chúa cao vời, Chúa đã làm cho con.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g3d89366497e_0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Thương con từ ngàn xưa, một tình yêu chan chứa,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g3d89366497e_0_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và chọn con đi làm đuốc sáng chiếu soi trần gian.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g3e5a0c7ab5b_0_1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Cho con say tình mến và này con xin đến, một đời trung trinh làm muối đất ướp cho mặn đời.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g3eb98287b44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Biết lấy gì cảm mến, biết lấy chi báo đền, hồng ân Chúa cao vời, Chúa đã làm cho con.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g3e8a8273fd3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Trao cho con lời Chúa dù đời con hoen úa,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g3e8a8273fd3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nguyện đời con đem lời chân lý đến cho mọi nơi.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g3e8a8273fd3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Ra đi đây nguyện ước và này con gieo bước,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g3eb98287b44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nguyện đời con đem nguồn yêu mến đến cho mọi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g3eb98287b44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Biết lấy gì cảm mến, biết lấy chi báo đền, hồng ân Chúa cao vời, Chúa đã làm cho con.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g3eb98287b44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Chân đi đạp đồi non, biển đời bao sóng gió,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g3eb98287b44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Ngài đỡ nâng con dù nguy biến vẫn ở cùng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g3eb98287b44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Yêu thương làm hành trang, ngọn đèn tim thắp sáng,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g3eb98287b44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một đời vui như đàn chim hót suối reo đầu ngàn.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g3eb98287b44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Biết lấy gì cảm mến, biết lấy chi báo đền, hồng ân Chúa cao vời, Chúa đã làm cho con.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pic>
        <p:nvPicPr>
          <p:cNvPr id="1178" name="Google Shape;1178;g3eb98287b44_0_109"/>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g3e5a0c7ab5b_0_15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THẮP SÁNG</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TRONG CON</a:t>
            </a:r>
            <a:br>
              <a:rPr b="1" lang="en-US" sz="6700">
                <a:solidFill>
                  <a:srgbClr val="FFFF00"/>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a:t>
            </a:r>
            <a:r>
              <a:rPr b="1" i="1" lang="en-US" sz="4700">
                <a:solidFill>
                  <a:srgbClr val="FFD966"/>
                </a:solidFill>
                <a:latin typeface="Times New Roman"/>
                <a:ea typeface="Times New Roman"/>
                <a:cs typeface="Times New Roman"/>
                <a:sym typeface="Times New Roman"/>
              </a:rPr>
              <a:t>Trầm Hương</a:t>
            </a:r>
            <a:r>
              <a:rPr b="1" i="1" lang="en-US" sz="4700">
                <a:solidFill>
                  <a:srgbClr val="FFD966"/>
                </a:solidFill>
                <a:latin typeface="Times New Roman"/>
                <a:ea typeface="Times New Roman"/>
                <a:cs typeface="Times New Roman"/>
                <a:sym typeface="Times New Roman"/>
              </a:rPr>
              <a:t>)</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g3eb98287b44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800">
                <a:solidFill>
                  <a:srgbClr val="FFFF00"/>
                </a:solidFill>
                <a:latin typeface="Times New Roman"/>
                <a:ea typeface="Times New Roman"/>
                <a:cs typeface="Times New Roman"/>
                <a:sym typeface="Times New Roman"/>
              </a:rPr>
              <a:t>ĐK.</a:t>
            </a:r>
            <a:r>
              <a:rPr b="1" lang="en-US" sz="6800">
                <a:solidFill>
                  <a:srgbClr val="FFFFFF"/>
                </a:solidFill>
                <a:latin typeface="Times New Roman"/>
                <a:ea typeface="Times New Roman"/>
                <a:cs typeface="Times New Roman"/>
                <a:sym typeface="Times New Roman"/>
              </a:rPr>
              <a:t> Thắp sáng lên trong con tình yêu Chúa. Thắp sáng lên trong con tình tuyệt vời.</a:t>
            </a:r>
            <a:endParaRPr b="1" sz="6800">
              <a:solidFill>
                <a:srgbClr val="FFFFFF"/>
              </a:solidFill>
              <a:latin typeface="Times New Roman"/>
              <a:ea typeface="Times New Roman"/>
              <a:cs typeface="Times New Roman"/>
              <a:sym typeface="Times New Roman"/>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g3e5a0c7ab5b_0_15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800">
                <a:solidFill>
                  <a:srgbClr val="FFFF00"/>
                </a:solidFill>
                <a:latin typeface="Times New Roman"/>
                <a:ea typeface="Times New Roman"/>
                <a:cs typeface="Times New Roman"/>
                <a:sym typeface="Times New Roman"/>
              </a:rPr>
              <a:t>1.</a:t>
            </a:r>
            <a:r>
              <a:rPr b="1" lang="en-US" sz="6800">
                <a:solidFill>
                  <a:srgbClr val="FFFFFF"/>
                </a:solidFill>
                <a:latin typeface="Times New Roman"/>
                <a:ea typeface="Times New Roman"/>
                <a:cs typeface="Times New Roman"/>
                <a:sym typeface="Times New Roman"/>
              </a:rPr>
              <a:t> </a:t>
            </a:r>
            <a:r>
              <a:rPr b="1" lang="en-US" sz="6800">
                <a:solidFill>
                  <a:srgbClr val="FFFFFF"/>
                </a:solidFill>
                <a:latin typeface="Times New Roman"/>
                <a:ea typeface="Times New Roman"/>
                <a:cs typeface="Times New Roman"/>
                <a:sym typeface="Times New Roman"/>
              </a:rPr>
              <a:t>Để con hân hoan đem tin yêu đi về muôn lối. Tựa như mưa tuôn, mưa hồng ân Chúa trên trần đời.</a:t>
            </a:r>
            <a:endParaRPr b="1" sz="6800">
              <a:solidFill>
                <a:srgbClr val="FFFFFF"/>
              </a:solidFill>
              <a:latin typeface="Times New Roman"/>
              <a:ea typeface="Times New Roman"/>
              <a:cs typeface="Times New Roman"/>
              <a:sym typeface="Times New Roman"/>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g3eb98287b44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800">
                <a:solidFill>
                  <a:srgbClr val="FFFF00"/>
                </a:solidFill>
                <a:latin typeface="Times New Roman"/>
                <a:ea typeface="Times New Roman"/>
                <a:cs typeface="Times New Roman"/>
                <a:sym typeface="Times New Roman"/>
              </a:rPr>
              <a:t>ĐK.</a:t>
            </a:r>
            <a:r>
              <a:rPr b="1" lang="en-US" sz="6800">
                <a:solidFill>
                  <a:srgbClr val="FFFFFF"/>
                </a:solidFill>
                <a:latin typeface="Times New Roman"/>
                <a:ea typeface="Times New Roman"/>
                <a:cs typeface="Times New Roman"/>
                <a:sym typeface="Times New Roman"/>
              </a:rPr>
              <a:t> Thắp sáng lên trong con tình yêu Chúa. Thắp sáng lên trong con tình tuyệt vời.</a:t>
            </a:r>
            <a:endParaRPr b="1" sz="6800">
              <a:solidFill>
                <a:srgbClr val="FFFFFF"/>
              </a:solidFill>
              <a:latin typeface="Times New Roman"/>
              <a:ea typeface="Times New Roman"/>
              <a:cs typeface="Times New Roman"/>
              <a:sym typeface="Times New Roman"/>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pic>
        <p:nvPicPr>
          <p:cNvPr id="1203" name="Google Shape;1203;g3e8a8273fd3_0_157"/>
          <p:cNvPicPr preferRelativeResize="0"/>
          <p:nvPr/>
        </p:nvPicPr>
        <p:blipFill rotWithShape="1">
          <a:blip r:embed="rId3">
            <a:alphaModFix/>
          </a:blip>
          <a:srcRect b="0" l="0" r="0" t="0"/>
          <a:stretch/>
        </p:blipFill>
        <p:spPr>
          <a:xfrm>
            <a:off x="0" y="-7444"/>
            <a:ext cx="9144001" cy="514623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