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82" roundtripDataSignature="AMtx7mjCYbAYhnsBQqpTMdkLF8spy57X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182" Type="http://customschemas.google.com/relationships/presentationmetadata" Target="metadata"/><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3ee4bd67a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b3ee4bd67a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1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42a8b53c1_2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a42a8b53c1_2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224b7d20a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b224b7d20a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42a8b53c1_2_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a42a8b53c1_2_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42a8b53c1_2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g3a42a8b53c1_2_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ab13fdb44f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ab13fdb44f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ab13fdb44f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3ab13fdb44f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b13fdb44f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ab13fdb44f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3eec2f685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b3eec2f685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b3eec2f685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b3eec2f685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b3eec2f685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b3eec2f685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b3eec2f685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g3b3eec2f685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b3ee4bd67a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3b3ee4bd67a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13" name="Google Shape;41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19" name="Google Shape;41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5" name="Google Shape;42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1" name="Google Shape;43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7" name="Google Shape;43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3" name="Google Shape;44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9" name="Google Shape;44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5" name="Google Shape;45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1" name="Google Shape;46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7" name="Google Shape;46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73" name="Google Shape;47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79" name="Google Shape;47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85" name="Google Shape;48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b3ee4bd67a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g3b3ee4bd67a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24b7d20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24b7d20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3eec2f685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3eec2f685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3eec2f685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3eec2f685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3eec2f685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3eec2f685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3eec2f685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b3eec2f685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3eec2f685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b3eec2f685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3eec2f685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b3eec2f685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3eec2f685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b3eec2f685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b3eec2f685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b3eec2f685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b3eec2f685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b3eec2f685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3" name="Google Shape;57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b40117785f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g3b40117785f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b3ee4bd67a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g3b3ee4bd67a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b3ee4bd67a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5" name="Google Shape;695;g3b3ee4bd67a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b430c37f88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0" name="Google Shape;700;g3b430c37f88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b430c37f88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g3b430c37f88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b430c37f88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0" name="Google Shape;710;g3b430c37f88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b430c37f88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5" name="Google Shape;715;g3b430c37f88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b430c37f88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g3b430c37f88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b430c37f88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5" name="Google Shape;725;g3b430c37f88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b430c37f88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0" name="Google Shape;730;g3b430c37f88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b430c37f88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g3b430c37f88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b430c37f88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g3b430c37f88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b430c37f8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g3b430c37f8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b430c37f88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g3b430c37f88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b430c37f88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g3b430c37f88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b430c37f88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g3b430c37f88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b430c37f88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g3b430c37f88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b430c37f88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g3b430c37f88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b430c37f88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g3b430c37f88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a42a8b53c1_2_2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a42a8b53c1_2_2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ab13fdb44f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ab13fdb44f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ab13fdb44f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ab13fdb44f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a42a8b53c1_2_3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a42a8b53c1_2_3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a42a8b53c1_2_3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a42a8b53c1_2_3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b40117785f_0_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b40117785f_0_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b40117785f_0_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1" name="Google Shape;881;g3b40117785f_0_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b40117785f_0_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6" name="Google Shape;886;g3b40117785f_0_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b40117785f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g3b40117785f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b40117785f_0_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6" name="Google Shape;896;g3b40117785f_0_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b40117785f_0_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1" name="Google Shape;901;g3b40117785f_0_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b40117785f_0_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6" name="Google Shape;906;g3b40117785f_0_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b40117785f_0_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1" name="Google Shape;911;g3b40117785f_0_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b40117785f_0_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6" name="Google Shape;916;g3b40117785f_0_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3b40117785f_0_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1" name="Google Shape;921;g3b40117785f_0_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b40117785f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6" name="Google Shape;926;g3b40117785f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b40117785f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1" name="Google Shape;931;g3b40117785f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b3ee4bd67a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6" name="Google Shape;936;g3b3ee4bd67a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ab13fdb44f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1" name="Google Shape;941;g3ab13fdb44f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ab13fdb44f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6" name="Google Shape;946;g3ab13fdb44f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b40117785f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1" name="Google Shape;951;g3b40117785f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ab13fdb44f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g3ab13fdb44f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b40117785f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b40117785f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ab13fdb44f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ab13fdb44f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ab13fdb44f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ab13fdb44f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ab13fdb44f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ab13fdb44f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b3ee4bd67a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b3ee4bd67a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5.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6.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3.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4.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a:blip r:embed="rId3">
            <a:alphaModFix/>
          </a:blip>
          <a:stretch>
            <a:fillRect/>
          </a:stretch>
        </p:blipFill>
        <p:spPr>
          <a:xfrm>
            <a:off x="0" y="0"/>
            <a:ext cx="9143997" cy="51345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 và Thánh Thần †.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g3b3ee4bd67a_0_1"/>
          <p:cNvPicPr preferRelativeResize="0"/>
          <p:nvPr/>
        </p:nvPicPr>
        <p:blipFill>
          <a:blip r:embed="rId3">
            <a:alphaModFix/>
          </a:blip>
          <a:stretch>
            <a:fillRect/>
          </a:stretch>
        </p:blipFill>
        <p:spPr>
          <a:xfrm>
            <a:off x="0" y="0"/>
            <a:ext cx="9143997" cy="513456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2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lt1"/>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(Hoài Đức)</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a42a8b53c1_2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a:t>
            </a:r>
            <a:r>
              <a:rPr b="1" lang="en-US" sz="7200">
                <a:solidFill>
                  <a:srgbClr val="FFFF00"/>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Mẹ Ma-ri-a, Mẹ Thiên Chúa, Mẹ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b224b7d20a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Đoàn con chung tiếng hát, chung tấm lòng, dâng đời sống.</a:t>
            </a:r>
            <a:endParaRPr b="1" sz="7200">
              <a:solidFill>
                <a:srgbClr val="FFFF00"/>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a42a8b53c1_2_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Lạy Mẹ Ma-ri-a, Mẹ nhân ái, Mẹ hiển vinh.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a42a8b53c1_2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Mẹ chính là nữ vương, là trạng sư, là Mẹ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ab13fdb44f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a:t>
            </a:r>
            <a:r>
              <a:rPr b="1" lang="en-US" sz="7200">
                <a:solidFill>
                  <a:srgbClr val="FFFF00"/>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Con dâng Mẹ: đây tâm hồn, đây trí khôn, cả dĩ vãng, cả hiện tại, với tương lai.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ab13fdb44f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Đức thiện toàn con cương quyết gắng đi tới. </a:t>
            </a:r>
            <a:endParaRPr b="1" sz="7200">
              <a:solidFill>
                <a:srgbClr val="FFFF00"/>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ab13fdb44f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Trông lên Mẹ là gương mẫu của đời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b3eec2f685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ĐK: </a:t>
            </a:r>
            <a:r>
              <a:rPr b="1" lang="en-US" sz="6900">
                <a:solidFill>
                  <a:schemeClr val="lt1"/>
                </a:solidFill>
                <a:latin typeface="Times New Roman"/>
                <a:ea typeface="Times New Roman"/>
                <a:cs typeface="Times New Roman"/>
                <a:sym typeface="Times New Roman"/>
              </a:rPr>
              <a:t>Lạy Mẹ Ma-ri-a, Mẹ Thiên Chúa, Mẹ đồng trinh.</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b3eec2f685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Đoàn con chung tiếng hát, chung tấm lòng, dâng đời sống.</a:t>
            </a:r>
            <a:endParaRPr b="1" sz="7200">
              <a:solidFill>
                <a:srgbClr val="FFFF00"/>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b3eec2f685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Lạy Mẹ Ma-ri-a, Mẹ nhân ái, Mẹ hiển vinh.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b3eec2f685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Mẹ chính là nữ vương, là trạng sư, là Mẹ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g3b3ee4bd67a_0_5"/>
          <p:cNvPicPr preferRelativeResize="0"/>
          <p:nvPr/>
        </p:nvPicPr>
        <p:blipFill>
          <a:blip r:embed="rId3">
            <a:alphaModFix/>
          </a:blip>
          <a:stretch>
            <a:fillRect/>
          </a:stretch>
        </p:blipFill>
        <p:spPr>
          <a:xfrm>
            <a:off x="0" y="0"/>
            <a:ext cx="9143997" cy="513456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409" name="Google Shape;40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0" name="Shape 420"/>
        <p:cNvGrpSpPr/>
        <p:nvPr/>
      </p:nvGrpSpPr>
      <p:grpSpPr>
        <a:xfrm>
          <a:off x="0" y="0"/>
          <a:ext cx="0" cy="0"/>
          <a:chOff x="0" y="0"/>
          <a:chExt cx="0" cy="0"/>
        </a:xfrm>
      </p:grpSpPr>
      <p:sp>
        <p:nvSpPr>
          <p:cNvPr id="421" name="Google Shape;42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500">
                <a:solidFill>
                  <a:srgbClr val="FF3399"/>
                </a:solidFill>
                <a:latin typeface="Times"/>
                <a:ea typeface="Times"/>
                <a:cs typeface="Times"/>
                <a:sym typeface="Times"/>
              </a:rPr>
              <a:t>A+B: </a:t>
            </a:r>
            <a:r>
              <a:rPr b="1" lang="en-US" sz="7500">
                <a:solidFill>
                  <a:schemeClr val="lt1"/>
                </a:solidFill>
                <a:latin typeface="Times"/>
                <a:ea typeface="Times"/>
                <a:cs typeface="Times"/>
                <a:sym typeface="Times"/>
              </a:rPr>
              <a:t>Cùng Ðức Chúa Thánh Thần trong vinh quang Ðức Chúa Cha.</a:t>
            </a:r>
            <a:r>
              <a:rPr b="1" lang="en-US" sz="7500">
                <a:latin typeface="Times"/>
                <a:ea typeface="Times"/>
                <a:cs typeface="Times"/>
                <a:sym typeface="Times"/>
              </a:rPr>
              <a:t> </a:t>
            </a:r>
            <a:r>
              <a:rPr b="1" lang="en-US" sz="7500">
                <a:solidFill>
                  <a:schemeClr val="lt1"/>
                </a:solidFill>
                <a:latin typeface="Times"/>
                <a:ea typeface="Times"/>
                <a:cs typeface="Times"/>
                <a:sym typeface="Times"/>
              </a:rPr>
              <a:t>Amen.</a:t>
            </a:r>
            <a:endParaRPr sz="7500">
              <a:solidFill>
                <a:schemeClr val="lt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g3b3ee4bd67a_0_9"/>
          <p:cNvPicPr preferRelativeResize="0"/>
          <p:nvPr/>
        </p:nvPicPr>
        <p:blipFill>
          <a:blip r:embed="rId3">
            <a:alphaModFix/>
          </a:blip>
          <a:stretch>
            <a:fillRect/>
          </a:stretch>
        </p:blipFill>
        <p:spPr>
          <a:xfrm>
            <a:off x="0" y="0"/>
            <a:ext cx="9143997" cy="5134569"/>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6" name="Shape 496"/>
        <p:cNvGrpSpPr/>
        <p:nvPr/>
      </p:nvGrpSpPr>
      <p:grpSpPr>
        <a:xfrm>
          <a:off x="0" y="0"/>
          <a:ext cx="0" cy="0"/>
          <a:chOff x="0" y="0"/>
          <a:chExt cx="0" cy="0"/>
        </a:xfrm>
      </p:grpSpPr>
      <p:sp>
        <p:nvSpPr>
          <p:cNvPr id="497" name="Google Shape;49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98" name="Google Shape;498;p133" title="Gemini_Generated_Image_5oxstc5oxstc5oxs.jpg"/>
          <p:cNvPicPr preferRelativeResize="0"/>
          <p:nvPr/>
        </p:nvPicPr>
        <p:blipFill>
          <a:blip r:embed="rId3">
            <a:alphaModFix/>
          </a:blip>
          <a:stretch>
            <a:fillRect/>
          </a:stretch>
        </p:blipFill>
        <p:spPr>
          <a:xfrm>
            <a:off x="0" y="-20100"/>
            <a:ext cx="9144003" cy="5195601"/>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66</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1. </a:t>
            </a:r>
            <a:r>
              <a:rPr b="1" lang="en-US" sz="7800">
                <a:solidFill>
                  <a:schemeClr val="lt1"/>
                </a:solidFill>
                <a:latin typeface="Times New Roman"/>
                <a:ea typeface="Times New Roman"/>
                <a:cs typeface="Times New Roman"/>
                <a:sym typeface="Times New Roman"/>
              </a:rPr>
              <a:t>Nguyện Chúa xót thương và chúc phúc, xin tỏ ra ánh tôn nhan Ngài,</a:t>
            </a:r>
            <a:r>
              <a:rPr b="1" lang="en-US" sz="7800">
                <a:solidFill>
                  <a:schemeClr val="lt1"/>
                </a:solidFill>
                <a:latin typeface="Times New Roman"/>
                <a:ea typeface="Times New Roman"/>
                <a:cs typeface="Times New Roman"/>
                <a:sym typeface="Times New Roman"/>
              </a:rPr>
              <a:t>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b224b7d20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để trên địa cầu thiên hạ nhìn biết, cho chư dân được hưởng ơn cứu độ.</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ĐK: </a:t>
            </a:r>
            <a:r>
              <a:rPr b="1" lang="en-US" sz="7800">
                <a:solidFill>
                  <a:schemeClr val="lt1"/>
                </a:solidFill>
                <a:latin typeface="Times New Roman"/>
                <a:ea typeface="Times New Roman"/>
                <a:cs typeface="Times New Roman"/>
                <a:sym typeface="Times New Roman"/>
              </a:rPr>
              <a:t>Xin Thiên Chúa xót thương đoàn con,</a:t>
            </a:r>
            <a:r>
              <a:rPr b="1" lang="en-US" sz="7800">
                <a:solidFill>
                  <a:schemeClr val="lt1"/>
                </a:solidFill>
                <a:latin typeface="Times New Roman"/>
                <a:ea typeface="Times New Roman"/>
                <a:cs typeface="Times New Roman"/>
                <a:sym typeface="Times New Roman"/>
              </a:rPr>
              <a:t>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3eec2f685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ban cho muôn vàn ơn phúc, dâng ngàn khúc ca tạ ơn.</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3eec2f685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a:t>
            </a:r>
            <a:r>
              <a:rPr b="1" lang="en-US" sz="7800">
                <a:solidFill>
                  <a:srgbClr val="FFFF00"/>
                </a:solidFill>
                <a:latin typeface="Times New Roman"/>
                <a:ea typeface="Times New Roman"/>
                <a:cs typeface="Times New Roman"/>
                <a:sym typeface="Times New Roman"/>
              </a:rPr>
              <a:t>. </a:t>
            </a:r>
            <a:r>
              <a:rPr b="1" lang="en-US" sz="7800">
                <a:solidFill>
                  <a:schemeClr val="lt1"/>
                </a:solidFill>
                <a:latin typeface="Times New Roman"/>
                <a:ea typeface="Times New Roman"/>
                <a:cs typeface="Times New Roman"/>
                <a:sym typeface="Times New Roman"/>
              </a:rPr>
              <a:t>Này các dân tộc mừng vui lên, muôn ngàn dân khắp nơi ca mừng,</a:t>
            </a:r>
            <a:r>
              <a:rPr b="1" lang="en-US" sz="7800">
                <a:solidFill>
                  <a:schemeClr val="lt1"/>
                </a:solidFill>
                <a:latin typeface="Times New Roman"/>
                <a:ea typeface="Times New Roman"/>
                <a:cs typeface="Times New Roman"/>
                <a:sym typeface="Times New Roman"/>
              </a:rPr>
              <a:t>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3eec2f685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đây Chúa thống trị muôn vàn dân nước, công minh chính trực Ngài trên cõi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3eec2f685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ĐK: </a:t>
            </a:r>
            <a:r>
              <a:rPr b="1" lang="en-US" sz="7800">
                <a:solidFill>
                  <a:schemeClr val="lt1"/>
                </a:solidFill>
                <a:latin typeface="Times New Roman"/>
                <a:ea typeface="Times New Roman"/>
                <a:cs typeface="Times New Roman"/>
                <a:sym typeface="Times New Roman"/>
              </a:rPr>
              <a:t>Xin Thiên Chúa xót thương đoàn con,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b3eec2f685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ban cho muôn vàn ơn phúc, dâng ngàn khúc ca tạ ơn.</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b3eec2f685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3</a:t>
            </a:r>
            <a:r>
              <a:rPr b="1" lang="en-US" sz="7800">
                <a:solidFill>
                  <a:srgbClr val="FFFF00"/>
                </a:solidFill>
                <a:latin typeface="Times New Roman"/>
                <a:ea typeface="Times New Roman"/>
                <a:cs typeface="Times New Roman"/>
                <a:sym typeface="Times New Roman"/>
              </a:rPr>
              <a:t>. </a:t>
            </a:r>
            <a:r>
              <a:rPr b="1" lang="en-US" sz="7800">
                <a:solidFill>
                  <a:schemeClr val="lt1"/>
                </a:solidFill>
                <a:latin typeface="Times New Roman"/>
                <a:ea typeface="Times New Roman"/>
                <a:cs typeface="Times New Roman"/>
                <a:sym typeface="Times New Roman"/>
              </a:rPr>
              <a:t>Lạy Chúa ước chi mọi chư dân luôn đồng thanh chúc ca danh Ngài,</a:t>
            </a:r>
            <a:r>
              <a:rPr b="1" lang="en-US" sz="7800">
                <a:solidFill>
                  <a:schemeClr val="lt1"/>
                </a:solidFill>
                <a:latin typeface="Times New Roman"/>
                <a:ea typeface="Times New Roman"/>
                <a:cs typeface="Times New Roman"/>
                <a:sym typeface="Times New Roman"/>
              </a:rPr>
              <a:t>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b3eec2f685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xin Chúa chúc lành cho toàn dân Chúa, cho trên địa cầu thành tâm kính thờ.</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b3eec2f685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ĐK: </a:t>
            </a:r>
            <a:r>
              <a:rPr b="1" lang="en-US" sz="7800">
                <a:solidFill>
                  <a:schemeClr val="lt1"/>
                </a:solidFill>
                <a:latin typeface="Times New Roman"/>
                <a:ea typeface="Times New Roman"/>
                <a:cs typeface="Times New Roman"/>
                <a:sym typeface="Times New Roman"/>
              </a:rPr>
              <a:t>Xin Thiên Chúa xót thương đoàn con,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b3eec2f685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ban cho muôn vàn ơn phúc, dâng ngàn khúc ca tạ ơn.</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7" name="Shape 567"/>
        <p:cNvGrpSpPr/>
        <p:nvPr/>
      </p:nvGrpSpPr>
      <p:grpSpPr>
        <a:xfrm>
          <a:off x="0" y="0"/>
          <a:ext cx="0" cy="0"/>
          <a:chOff x="0" y="0"/>
          <a:chExt cx="0" cy="0"/>
        </a:xfrm>
      </p:grpSpPr>
      <p:sp>
        <p:nvSpPr>
          <p:cNvPr id="568" name="Google Shape;568;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69" name="Google Shape;569;p155" title="Gemini_Generated_Image_7fgdal7fgdal7fgd.jpg"/>
          <p:cNvPicPr preferRelativeResize="0"/>
          <p:nvPr/>
        </p:nvPicPr>
        <p:blipFill>
          <a:blip r:embed="rId3">
            <a:alphaModFix/>
          </a:blip>
          <a:stretch>
            <a:fillRect/>
          </a:stretch>
        </p:blipFill>
        <p:spPr>
          <a:xfrm>
            <a:off x="0" y="4100"/>
            <a:ext cx="9144003" cy="51435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156"/>
          <p:cNvSpPr txBox="1"/>
          <p:nvPr>
            <p:ph type="ctrTitle"/>
          </p:nvPr>
        </p:nvSpPr>
        <p:spPr>
          <a:xfrm>
            <a:off x="0" y="584200"/>
            <a:ext cx="9144000" cy="4559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Thuở xưa nhiều lần nhiều cách Thiên Chúa phán dạy </a:t>
            </a:r>
            <a:endParaRPr b="1" i="1" sz="7700">
              <a:solidFill>
                <a:schemeClr val="lt1"/>
              </a:solidFill>
              <a:latin typeface="Times"/>
              <a:ea typeface="Times"/>
              <a:cs typeface="Times"/>
              <a:sym typeface="Times"/>
            </a:endParaRPr>
          </a:p>
        </p:txBody>
      </p:sp>
      <p:sp>
        <p:nvSpPr>
          <p:cNvPr id="576" name="Google Shape;57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cha ông qua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các tiên tri. Trong những ngày sau hết</a:t>
            </a:r>
            <a:endParaRPr b="1" sz="8000">
              <a:solidFill>
                <a:srgbClr val="FFFF00"/>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3b40117785f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Ngài đã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phán dạy chúng ta qua người Con.</a:t>
            </a:r>
            <a:br>
              <a:rPr b="1" i="1" lang="en-US" sz="8000">
                <a:latin typeface="Times"/>
                <a:ea typeface="Times"/>
                <a:cs typeface="Times"/>
                <a:sym typeface="Times"/>
              </a:rPr>
            </a:br>
            <a:r>
              <a:rPr b="1" i="1" lang="en-US" sz="8000">
                <a:solidFill>
                  <a:srgbClr val="FFFF00"/>
                </a:solidFill>
                <a:latin typeface="Times"/>
                <a:ea typeface="Times"/>
                <a:cs typeface="Times"/>
                <a:sym typeface="Times"/>
              </a:rPr>
              <a:t>All.. All..</a:t>
            </a:r>
            <a:endParaRPr b="1" sz="8000">
              <a:solidFill>
                <a:srgbClr val="FFFF00"/>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id="591" name="Google Shape;591;g3b3ee4bd67a_0_13"/>
          <p:cNvPicPr preferRelativeResize="0"/>
          <p:nvPr/>
        </p:nvPicPr>
        <p:blipFill>
          <a:blip r:embed="rId3">
            <a:alphaModFix/>
          </a:blip>
          <a:stretch>
            <a:fillRect/>
          </a:stretch>
        </p:blipFill>
        <p:spPr>
          <a:xfrm>
            <a:off x="0" y="0"/>
            <a:ext cx="9143997" cy="5134569"/>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597" name="Google Shape;59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pic>
        <p:nvPicPr>
          <p:cNvPr id="697" name="Google Shape;697;g3b3ee4bd67a_0_17"/>
          <p:cNvPicPr preferRelativeResize="0"/>
          <p:nvPr/>
        </p:nvPicPr>
        <p:blipFill>
          <a:blip r:embed="rId3">
            <a:alphaModFix/>
          </a:blip>
          <a:stretch>
            <a:fillRect/>
          </a:stretch>
        </p:blipFill>
        <p:spPr>
          <a:xfrm>
            <a:off x="0" y="0"/>
            <a:ext cx="9143997" cy="5134569"/>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b430c37f88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GIAO HOÀ</a:t>
            </a:r>
            <a:br>
              <a:rPr b="1" i="0" lang="en-US" sz="4700">
                <a:latin typeface="Times New Roman"/>
                <a:ea typeface="Times New Roman"/>
                <a:cs typeface="Times New Roman"/>
                <a:sym typeface="Times New Roman"/>
              </a:rPr>
            </a:br>
            <a:r>
              <a:rPr b="1" i="1" lang="en-US" sz="4700">
                <a:solidFill>
                  <a:srgbClr val="F3F3F3"/>
                </a:solidFill>
                <a:latin typeface="Times New Roman"/>
                <a:ea typeface="Times New Roman"/>
                <a:cs typeface="Times New Roman"/>
                <a:sym typeface="Times New Roman"/>
              </a:rPr>
              <a:t>(Nguyên Kha)</a:t>
            </a:r>
            <a:endParaRPr b="1" sz="4700">
              <a:solidFill>
                <a:srgbClr val="F3F3F3"/>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b430c37f88_0_4"/>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Kính tiến  lên Cha nhân từ trọn niềm vui bao ước mơ.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g3b430c37f88_0_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lễ hy sinh toàn thiêu, đẹp như lễ dâng ban chiều.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b430c37f88_0_12"/>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Này lễ vật giao hoà, này lễ vật vô giá đoàn con dâng Chúa từ nhân.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b430c37f88_0_16"/>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lễ vật toàn thiêu, tha thiết con nguyện cầu,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3b430c37f88_0_2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Thiên Chúa thứ tha lỗi lầm.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g3b430c37f88_0_24"/>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Kính tiến lên Cha cuộc đời nhiều gian lao bao đắng cay.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b430c37f88_0_2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Nước mắt tuôn rơi tràn mi, nguyện nâng đỡ con đêm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3b430c37f88_0_32"/>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Này lễ vật giao hoà, này lễ vật vô giá đoàn con dâng Chúa từ nhân.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b430c37f88_0_36"/>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lễ vật toàn thiêu, tha thiết con nguyện cầu,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b430c37f88_0_4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Thiên Chúa thứ tha lỗi lầm.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b430c37f88_0_44"/>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Tiếng hát con dâng cao vời tựa làn hương thơm ngát bay.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3b430c37f88_0_4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tiến lên Cha cực linh, nguyện ban xuống ơn an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g3b430c37f88_0_52"/>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Này lễ vật giao hoà, này lễ vật vô giá đoàn con dâng Chúa từ nhân.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g3b430c37f88_0_56"/>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lễ vật toàn thiêu, tha thiết con nguyện cầu,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b430c37f88_0_6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Thiên Chúa thứ tha lỗi lầm.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descr="A golden chalice and a cross next to a book&#10;&#10;AI-generated content may be incorrect." id="782" name="Google Shape;782;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20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20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pic>
        <p:nvPicPr>
          <p:cNvPr descr="A golden chalice and a cross next to a book&#10;&#10;AI-generated content may be incorrect." id="802" name="Google Shape;802;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20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20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pic>
        <p:nvPicPr>
          <p:cNvPr descr="A golden chalice and a cross next to a book&#10;&#10;AI-generated content may be incorrect." id="822" name="Google Shape;822;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a:ea typeface="Times"/>
                <a:cs typeface="Times"/>
                <a:sym typeface="Times"/>
              </a:rPr>
              <a:t>Đức Giê-su Ki-tô vẫn là một, hôm qua cũng như hôm nay, và như vậy mãi đến muôn đời.</a:t>
            </a:r>
            <a:endParaRPr b="1" sz="7000">
              <a:solidFill>
                <a:schemeClr val="lt1"/>
              </a:solidFill>
              <a:latin typeface="Times"/>
              <a:ea typeface="Times"/>
              <a:cs typeface="Times"/>
              <a:sym typeface="Times"/>
            </a:endParaRPr>
          </a:p>
        </p:txBody>
      </p:sp>
      <p:sp>
        <p:nvSpPr>
          <p:cNvPr id="828" name="Google Shape;828;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pic>
        <p:nvPicPr>
          <p:cNvPr descr="A gold chalice and two round objects on a plate&#10;&#10;AI-generated content may be incorrect." id="833" name="Google Shape;833;p212"/>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LINH HỒN TÔI</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(Lm. Kim Long)</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Linh hồn tôi tung hô Chúa, tung hô Chúa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Thần trí tôi mừng vui vời vợi trong Đấng Cứu Chuộc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a42a8b53c1_2_2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rủ thương đoái nhìn phận hèn tôi tá.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ab13fdb44f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vậy đến muôn đời sẽ khen tôi đầy ơn sẽ khen tôi đầy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ab13fdb44f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sẽ khen tôi muôn đời đến muôn đời đến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a42a8b53c1_2_3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Đấng Toàn Năng đã làm cho tôi những việc cao trọng Danh Người là Thánh.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a42a8b53c1_2_3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Lượng từ ái trải qua từ đời nọ đến đời kia hằng bao bọc những ai kính sợ Người.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3b40117785f_0_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Linh hồn tôi tung hô Chúa, tung hô Chúa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g3b40117785f_0_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Thần trí tôi mừng vui vời vợi trong Đấng Cứu Chuộc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g3b40117785f_0_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rủ thương đoái nhìn phận hèn tôi tá.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g3b40117785f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vậy đến muôn đời sẽ khen tôi đầy ơn sẽ khen tôi đầy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g3b40117785f_0_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sẽ khen tôi muôn đời đến muôn đời đến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g3b40117785f_0_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2</a:t>
            </a:r>
            <a:r>
              <a:rPr b="1" lang="en-US" sz="7400">
                <a:solidFill>
                  <a:srgbClr val="FFFF00"/>
                </a:solidFill>
                <a:latin typeface="Times New Roman"/>
                <a:ea typeface="Times New Roman"/>
                <a:cs typeface="Times New Roman"/>
                <a:sym typeface="Times New Roman"/>
              </a:rPr>
              <a:t>. </a:t>
            </a:r>
            <a:r>
              <a:rPr b="1" lang="en-US" sz="7400">
                <a:solidFill>
                  <a:schemeClr val="lt1"/>
                </a:solidFill>
                <a:latin typeface="Times New Roman"/>
                <a:ea typeface="Times New Roman"/>
                <a:cs typeface="Times New Roman"/>
                <a:sym typeface="Times New Roman"/>
              </a:rPr>
              <a:t>Chúa biểu dương sức mạnh oai phong tiêu diệt tơi bời những phường tự đắc.</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g3b40117785f_0_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Bọn quyền quí tự kiêu Người triệt hạ khỏi toà cao và nâng dậy những ai ở khiêm nhường.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g3b40117785f_0_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Linh hồn tôi tung hô Chúa, tung hô Chúa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g3b40117785f_0_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Thần trí tôi mừng vui vời vợi trong Đấng Cứu Chuộc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g3b40117785f_0_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rủ thương đoái nhìn phận hèn tôi tá.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g3b40117785f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vậy đến muôn đời sẽ khen tôi đầy ơn sẽ khen tôi đầy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g3b40117785f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sẽ khen tôi muôn đời đến muôn đời đến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pic>
        <p:nvPicPr>
          <p:cNvPr id="938" name="Google Shape;938;g3b3ee4bd67a_0_21"/>
          <p:cNvPicPr preferRelativeResize="0"/>
          <p:nvPr/>
        </p:nvPicPr>
        <p:blipFill>
          <a:blip r:embed="rId3">
            <a:alphaModFix/>
          </a:blip>
          <a:stretch>
            <a:fillRect/>
          </a:stretch>
        </p:blipFill>
        <p:spPr>
          <a:xfrm>
            <a:off x="0" y="0"/>
            <a:ext cx="9143997" cy="5134569"/>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g3ab13fdb44f_0_15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VÂNG</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Lm. Mi Trầm</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g3ab13fdb44f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a:t>
            </a:r>
            <a:r>
              <a:rPr b="1" lang="en-US" sz="7000">
                <a:solidFill>
                  <a:srgbClr val="FFFF00"/>
                </a:solidFill>
                <a:latin typeface="Times New Roman"/>
                <a:ea typeface="Times New Roman"/>
                <a:cs typeface="Times New Roman"/>
                <a:sym typeface="Times New Roman"/>
              </a:rPr>
              <a:t> </a:t>
            </a:r>
            <a:r>
              <a:rPr b="1" lang="en-US" sz="7000">
                <a:solidFill>
                  <a:schemeClr val="lt1"/>
                </a:solidFill>
                <a:latin typeface="Times New Roman"/>
                <a:ea typeface="Times New Roman"/>
                <a:cs typeface="Times New Roman"/>
                <a:sym typeface="Times New Roman"/>
              </a:rPr>
              <a:t>Mẹ ơi! Ðời con dõi bước theo Mẹ, lòng con quyết noi gương Mẹ,</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g3b40117785f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Mẹ dạy con hai tiếng xin vâng.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g3ab13fdb44f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Mẹ ơi! Ðường đi trăm ngàn nguy khó, hiểm nguy dâng tràn đây dó.</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g3b40117785f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Mẹ dạy con hai tiếng xin vâng.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ab13fdb44f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Xin vâng. Mẹ dạy con hai tiếng xin vâng.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ab13fdb44f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Hôm qua hôm nay và ngày mai xin vâng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ab13fdb44f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dạy con hai tiếng xin vâng. Hôm nay tương lai và suốt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pic>
        <p:nvPicPr>
          <p:cNvPr id="983" name="Google Shape;983;g3b3ee4bd67a_0_25"/>
          <p:cNvPicPr preferRelativeResize="0"/>
          <p:nvPr/>
        </p:nvPicPr>
        <p:blipFill>
          <a:blip r:embed="rId3">
            <a:alphaModFix/>
          </a:blip>
          <a:stretch>
            <a:fillRect/>
          </a:stretch>
        </p:blipFill>
        <p:spPr>
          <a:xfrm>
            <a:off x="0" y="0"/>
            <a:ext cx="9143997" cy="513456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