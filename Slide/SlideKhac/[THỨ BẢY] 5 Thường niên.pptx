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1" roundtripDataSignature="AMtx7mjhjX2xDUor756ZludiW7qCaFD+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1" Type="http://customschemas.google.com/relationships/presentationmetadata" Target="metadata"/><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d41fd8710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bd41fd8710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d41fd8710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bd41fd8710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53" name="Google Shape;55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59" name="Google Shape;55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5" name="Google Shape;56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1" name="Google Shape;57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7" name="Google Shape;57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3" name="Google Shape;58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9" name="Google Shape;58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5" name="Google Shape;59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1" name="Google Shape;60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7" name="Google Shape;60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3" name="Google Shape;61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9" name="Google Shape;61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5" name="Google Shape;62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bd41fd8710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g3bd41fd8710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1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4" name="Google Shape;644;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a42a8b53c1_2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g3a42a8b53c1_2_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b26357b4a1_0_3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g3b26357b4a1_0_3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bc6b650b34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9" name="Google Shape;659;g3bc6b650b34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a42a8b53c1_2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4" name="Google Shape;664;g3a42a8b53c1_2_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bd41fd8710_0_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g3bd41fd8710_0_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b26357b4a1_0_3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g3b26357b4a1_0_3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b26357b4a1_0_3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b26357b4a1_0_3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b26357b4a1_0_3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4" name="Google Shape;684;g3b26357b4a1_0_3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bd41fd8710_0_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9" name="Google Shape;689;g3bd41fd8710_0_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bd41fd8710_0_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4" name="Google Shape;694;g3bd41fd8710_0_1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g3b26357b4a1_0_3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9" name="Google Shape;699;g3b26357b4a1_0_3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b26357b4a1_0_3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4" name="Google Shape;704;g3b26357b4a1_0_3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b26357b4a1_0_3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b26357b4a1_0_3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bd41fd8710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bd41fd8710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bd41fd8710_0_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bd41fd8710_0_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0" name="Google Shape;730;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7" name="Google Shape;737;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2" name="Google Shape;742;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bd41fd8710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7" name="Google Shape;747;g3bd41fd8710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2" name="Google Shape;752;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8" name="Google Shape;758;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3" name="Google Shape;763;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8" name="Google Shape;768;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8" name="Google Shape;778;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3" name="Google Shape;783;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3" name="Google Shape;803;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8" name="Google Shape;808;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3" name="Google Shape;833;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3" name="Google Shape;843;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g3bd41fd8710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3" name="Google Shape;853;g3bd41fd8710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a42a8b53c1_2_1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8" name="Google Shape;858;g3a42a8b53c1_2_1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a42a8b53c1_2_1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3" name="Google Shape;863;g3a42a8b53c1_2_1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a42a8b53c1_2_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8" name="Google Shape;868;g3a42a8b53c1_2_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bc6b650b34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g3bc6b650b34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a42a8b53c1_2_2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g3a42a8b53c1_2_2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b224b7d20a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3" name="Google Shape;883;g3b224b7d20a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3bbbf7d17f7_0_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8" name="Google Shape;888;g3bbbf7d17f7_0_5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bbbf7d17f7_0_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g3bbbf7d17f7_0_5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bc6b650b34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g3bc6b650b34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bc6b650b34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3" name="Google Shape;903;g3bc6b650b34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bc6b650b34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8" name="Google Shape;908;g3bc6b650b34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g3bd41fd8710_0_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3" name="Google Shape;913;g3bd41fd8710_0_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3bd41fd8710_0_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8" name="Google Shape;918;g3bd41fd8710_0_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bd41fd8710_0_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g3bd41fd8710_0_3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bd41fd8710_0_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g3bd41fd8710_0_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bd41fd8710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g3bd41fd8710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8" name="Google Shape;948;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3" name="Google Shape;953;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2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2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3" name="Google Shape;963;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8" name="Google Shape;968;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3" name="Google Shape;973;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2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8" name="Google Shape;978;p2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3" name="Google Shape;983;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bc6b650b3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g3bc6b650b3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3bd41fd8710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g3bd41fd8710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2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9" name="Google Shape;999;p2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a42a8b53c1_2_2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3a42a8b53c1_2_2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3a42a8b53c1_2_2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9" name="Google Shape;1009;g3a42a8b53c1_2_2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g3ab13fdb44f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4" name="Google Shape;1014;g3ab13fdb44f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3b5c728cec8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9" name="Google Shape;1019;g3b5c728cec8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baa6357486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4" name="Google Shape;1024;g3baa6357486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b26357b4a1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g3b26357b4a1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3b26357b4a1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4" name="Google Shape;1034;g3b26357b4a1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bbbf7d17f7_0_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9" name="Google Shape;1039;g3bbbf7d17f7_0_8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bbbf7d17f7_0_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4" name="Google Shape;1044;g3bbbf7d17f7_0_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3bbbf7d17f7_0_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9" name="Google Shape;1049;g3bbbf7d17f7_0_9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bbbf7d17f7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4" name="Google Shape;1054;g3bbbf7d17f7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3bbbf7d17f7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9" name="Google Shape;1059;g3bbbf7d17f7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3bbbf7d17f7_0_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4" name="Google Shape;1064;g3bbbf7d17f7_0_10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bd41fd8710_0_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9" name="Google Shape;1069;g3bd41fd8710_0_6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3bd41fd8710_0_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4" name="Google Shape;1074;g3bd41fd8710_0_6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bd41fd8710_0_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9" name="Google Shape;1079;g3bd41fd8710_0_7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bd41fd8710_0_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4" name="Google Shape;1084;g3bd41fd8710_0_7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3bd41fd8710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9" name="Google Shape;1089;g3bd41fd8710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3b26357b4a1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4" name="Google Shape;1094;g3b26357b4a1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b26357b4a1_0_1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9" name="Google Shape;1099;g3b26357b4a1_0_15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3b26357b4a1_0_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4" name="Google Shape;1104;g3b26357b4a1_0_1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3b26357b4a1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9" name="Google Shape;1109;g3b26357b4a1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3b26357b4a1_0_1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4" name="Google Shape;1114;g3b26357b4a1_0_1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bd41fd8710_0_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9" name="Google Shape;1119;g3bd41fd8710_0_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3bd41fd8710_0_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4" name="Google Shape;1124;g3bd41fd8710_0_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bd41fd8710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9" name="Google Shape;1129;g3bd41fd8710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7.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8.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4.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5.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5.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5.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3.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2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2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4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9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bd41fd8710_0_8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CA NHẬP LỄ 2</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Nguyễn Văn Trinh)</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Khi con về lòng tràn niềm vui. Khi con về tình yêu chan chứa,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nắm tay nhau bước trong ân tình, khi muôn người sống trong hoà bình.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đến, Chúa kêu gọi con đi về Ngài để Ngài ban hồng ân chan chứa.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vâng, vâng con về theo tiếng Ngài gọi vào tình thương chứa chan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pic>
        <p:nvPicPr>
          <p:cNvPr id="543" name="Google Shape;543;g3bd41fd8710_0_92"/>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49" name="Google Shape;549;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0" name="Shape 560"/>
        <p:cNvGrpSpPr/>
        <p:nvPr/>
      </p:nvGrpSpPr>
      <p:grpSpPr>
        <a:xfrm>
          <a:off x="0" y="0"/>
          <a:ext cx="0" cy="0"/>
          <a:chOff x="0" y="0"/>
          <a:chExt cx="0" cy="0"/>
        </a:xfrm>
      </p:grpSpPr>
      <p:sp>
        <p:nvSpPr>
          <p:cNvPr id="561" name="Google Shape;56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id="632" name="Google Shape;632;g3bd41fd8710_0_9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6" name="Shape 636"/>
        <p:cNvGrpSpPr/>
        <p:nvPr/>
      </p:nvGrpSpPr>
      <p:grpSpPr>
        <a:xfrm>
          <a:off x="0" y="0"/>
          <a:ext cx="0" cy="0"/>
          <a:chOff x="0" y="0"/>
          <a:chExt cx="0" cy="0"/>
        </a:xfrm>
      </p:grpSpPr>
      <p:sp>
        <p:nvSpPr>
          <p:cNvPr id="637" name="Google Shape;637;p133"/>
          <p:cNvSpPr/>
          <p:nvPr/>
        </p:nvSpPr>
        <p:spPr>
          <a:xfrm>
            <a:off x="0" y="0"/>
            <a:ext cx="9144000" cy="5143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8" name="Google Shape;638;p133"/>
          <p:cNvSpPr/>
          <p:nvPr/>
        </p:nvSpPr>
        <p:spPr>
          <a:xfrm flipH="1" rot="-5400000">
            <a:off x="1999963" y="-1999641"/>
            <a:ext cx="5143500" cy="9143425"/>
          </a:xfrm>
          <a:prstGeom prst="rect">
            <a:avLst/>
          </a:prstGeom>
          <a:gradFill>
            <a:gsLst>
              <a:gs pos="0">
                <a:schemeClr val="accent1"/>
              </a:gs>
              <a:gs pos="8000">
                <a:schemeClr val="accent1"/>
              </a:gs>
              <a:gs pos="100000">
                <a:srgbClr val="1F3864"/>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39" name="Google Shape;639;p133"/>
          <p:cNvSpPr/>
          <p:nvPr/>
        </p:nvSpPr>
        <p:spPr>
          <a:xfrm flipH="1" rot="10800000">
            <a:off x="-1733" y="0"/>
            <a:ext cx="6803134" cy="5143179"/>
          </a:xfrm>
          <a:prstGeom prst="rect">
            <a:avLst/>
          </a:prstGeom>
          <a:gradFill>
            <a:gsLst>
              <a:gs pos="0">
                <a:srgbClr val="000000">
                  <a:alpha val="47843"/>
                </a:srgbClr>
              </a:gs>
              <a:gs pos="8000">
                <a:srgbClr val="000000">
                  <a:alpha val="47843"/>
                </a:srgbClr>
              </a:gs>
              <a:gs pos="100000">
                <a:schemeClr val="accent1"/>
              </a:gs>
            </a:gsLst>
            <a:lin ang="4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0" name="Google Shape;640;p133"/>
          <p:cNvSpPr/>
          <p:nvPr/>
        </p:nvSpPr>
        <p:spPr>
          <a:xfrm flipH="1" rot="-5400000">
            <a:off x="2737118" y="-1264380"/>
            <a:ext cx="3670923" cy="9145160"/>
          </a:xfrm>
          <a:prstGeom prst="rect">
            <a:avLst/>
          </a:prstGeom>
          <a:gradFill>
            <a:gsLst>
              <a:gs pos="0">
                <a:srgbClr val="9CC2E5">
                  <a:alpha val="0"/>
                </a:srgbClr>
              </a:gs>
              <a:gs pos="100000">
                <a:srgbClr val="000000">
                  <a:alpha val="41960"/>
                </a:srgbClr>
              </a:gs>
            </a:gsLst>
            <a:lin ang="1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41" name="Google Shape;641;p13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111</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g3a42a8b53c1_2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Phúc thay cho ai hằng biết xót thương người thế,</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g3b26357b4a1_0_3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lòng từ bi nhân hậu ngay chính,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3bc6b650b34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đời luôn công bình bác ái, mãi tươi đẹp không úa phai.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a42a8b53c1_2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Trong u tối Người xuất hiện như ánh sáng như ánh sáng dọi chiếu,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g3bd41fd8710_0_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chiếu soi kẻ lòng ngay soi kẻ lòng ngay.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g3b26357b4a1_0_3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Tới muôn muôn đời người luôn sống trong bình an,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b26357b4a1_0_3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lòng cậy trông không hề nao núng,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3b26357b4a1_0_3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dù đời bao lao nhọc cay đắng, vẫn vững vàng nơi Chúa thôi.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g3bd41fd8710_0_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Trong u tối Người xuất hiện như ánh sáng như ánh sáng dọi chiếu,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g3bd41fd8710_0_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chiếu soi kẻ lòng ngay soi kẻ lòng ngay.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g3b26357b4a1_0_3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 </a:t>
            </a:r>
            <a:r>
              <a:rPr b="1" lang="en-US" sz="8000">
                <a:solidFill>
                  <a:schemeClr val="lt1"/>
                </a:solidFill>
                <a:latin typeface="Times New Roman"/>
                <a:ea typeface="Times New Roman"/>
                <a:cs typeface="Times New Roman"/>
                <a:sym typeface="Times New Roman"/>
              </a:rPr>
              <a:t>Giữa bao hiểm nguy lòng không lắng lo sợ chi,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g3b26357b4a1_0_3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người hằng luôn can trường vững chí,</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b26357b4a1_0_3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một lòng luôn quảng đại ban phát, kiếp sống người trong ánh quang.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bd41fd8710_0_1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Trong u tối Người xuất hiện như ánh sáng như ánh sáng dọi chiếu,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g3bd41fd8710_0_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chiếu soi kẻ lòng ngay soi kẻ lòng ngay.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5" name="Shape 725"/>
        <p:cNvGrpSpPr/>
        <p:nvPr/>
      </p:nvGrpSpPr>
      <p:grpSpPr>
        <a:xfrm>
          <a:off x="0" y="0"/>
          <a:ext cx="0" cy="0"/>
          <a:chOff x="0" y="0"/>
          <a:chExt cx="0" cy="0"/>
        </a:xfrm>
      </p:grpSpPr>
      <p:sp>
        <p:nvSpPr>
          <p:cNvPr id="726" name="Google Shape;726;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27" name="Google Shape;727;p155"/>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Chúa phán: “Ta là sự sáng thế gian,</a:t>
            </a:r>
            <a:endParaRPr b="1" sz="8000">
              <a:solidFill>
                <a:schemeClr val="lt1"/>
              </a:solidFill>
              <a:latin typeface="Times"/>
              <a:ea typeface="Times"/>
              <a:cs typeface="Times"/>
              <a:sym typeface="Times"/>
            </a:endParaRPr>
          </a:p>
        </p:txBody>
      </p:sp>
      <p:sp>
        <p:nvSpPr>
          <p:cNvPr id="734" name="Google Shape;734;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ai theo Ta sẽ được ánh sáng ban sự sống”.</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pic>
        <p:nvPicPr>
          <p:cNvPr id="744" name="Google Shape;744;g3baa6357486_0_13"/>
          <p:cNvPicPr preferRelativeResize="0"/>
          <p:nvPr/>
        </p:nvPicPr>
        <p:blipFill rotWithShape="1">
          <a:blip r:embed="rId3">
            <a:alphaModFix/>
          </a:blip>
          <a:srcRect b="0" l="0" r="0" t="0"/>
          <a:stretch/>
        </p:blipFill>
        <p:spPr>
          <a:xfrm>
            <a:off x="0" y="0"/>
            <a:ext cx="9143990" cy="51435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pic>
        <p:nvPicPr>
          <p:cNvPr id="749" name="Google Shape;749;g3bd41fd8710_0_100"/>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55" name="Google Shape;755;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long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pic>
        <p:nvPicPr>
          <p:cNvPr id="855" name="Google Shape;855;g3bd41fd8710_0_104"/>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g3a42a8b53c1_2_1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TẤM LÒNG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g3a42a8b53c1_2_1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Xin dâng Người đôi bàn tay này, ngày mưa nắng kiếp nhân sinh.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g3a42a8b53c1_2_2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Người nặng gánh đôi vai cho đàn em bé nhỏ môi cười,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g3bc6b650b34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tìm thấy trong đời niềm hạnh phúc cho ngày mai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g3a42a8b53c1_2_2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Tấm bánh này chứa chan nỗi niềm, là của lễ cuộc đời con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g3b224b7d20a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Chén Thánh này chất cả tâm tư, tuy đơn nghèo nhưng mang trọn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g3bbbf7d17f7_0_5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Xin dâng Người những ngày qua rồi niềm vui lẫn với thương đau.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g3bbbf7d17f7_0_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Người mộng ước tương lai, mong ngày mai sẽ thắm tươi màu,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g3bc6b650b34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xin dâng Người từng giây phút trong đời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g3bc6b650b34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Tấm bánh này chứa chan nỗi niềm, là của lễ cuộc đời con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g3bc6b650b34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Chén Thánh này chất cả tâm tư, tuy đơn nghèo nhưng mang trọn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g3bd41fd8710_0_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Xin dâng Người tâm hồn bé nhỏ hằng mơ ước cõi vô biên.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g3bd41fd8710_0_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Xin dâng Người từng bước chân đi trong niềm tin thoáng bỗng nghi ngờ,</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g3bd41fd8710_0_3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còn xin đi hoài và đi mãi, đi về Cha.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g3bd41fd8710_0_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Tấm bánh này chứa chan nỗi niềm, là của lễ cuộc đời con dâng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g3bd41fd8710_0_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Chén Thánh này chất cả tâm tư, tuy đơn nghèo nhưng mang trọn tình yêu.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pic>
        <p:nvPicPr>
          <p:cNvPr descr="A golden chalice and a cross next to a book&#10;&#10;AI-generated content may be incorrect." id="940" name="Google Shape;940;p201"/>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pic>
        <p:nvPicPr>
          <p:cNvPr descr="A golden chalice and a cross next to a book&#10;&#10;AI-generated content may be incorrect." id="960" name="Google Shape;960;p205"/>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pic>
        <p:nvPicPr>
          <p:cNvPr descr="A golden chalice and a cross next to a book&#10;&#10;AI-generated content may be incorrect." id="980" name="Google Shape;980;p209"/>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Thiên hạ hãy cảm ơn Chúa vì Chúa nhân hậu,</a:t>
            </a:r>
            <a:endParaRPr b="1" sz="7200">
              <a:solidFill>
                <a:schemeClr val="lt1"/>
              </a:solidFill>
              <a:latin typeface="Times"/>
              <a:ea typeface="Times"/>
              <a:cs typeface="Times"/>
              <a:sym typeface="Times"/>
            </a:endParaRPr>
          </a:p>
        </p:txBody>
      </p:sp>
      <p:sp>
        <p:nvSpPr>
          <p:cNvPr id="986" name="Google Shape;986;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g3bc6b650b34_0_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và những điều kỳ diệu của Ngài đối với loài người,</a:t>
            </a:r>
            <a:endParaRPr b="1" sz="72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g3bd41fd8710_0_59"/>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bởi Ngài đã cho người đói khát được no nê,</a:t>
            </a:r>
            <a:endParaRPr b="1" sz="7200">
              <a:solidFill>
                <a:schemeClr val="lt1"/>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7200">
                <a:solidFill>
                  <a:schemeClr val="lt1"/>
                </a:solidFill>
                <a:latin typeface="Times"/>
                <a:ea typeface="Times"/>
                <a:cs typeface="Times"/>
                <a:sym typeface="Times"/>
              </a:rPr>
              <a:t>người cơ hàn được tràn trề thiện hảo.</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pic>
        <p:nvPicPr>
          <p:cNvPr descr="A gold chalice and two round objects on a plate&#10;&#10;AI-generated content may be incorrect." id="1001" name="Google Shape;1001;p212"/>
          <p:cNvPicPr preferRelativeResize="0"/>
          <p:nvPr/>
        </p:nvPicPr>
        <p:blipFill rotWithShape="1">
          <a:blip r:embed="rId3">
            <a:alphaModFix/>
          </a:blip>
          <a:srcRect b="0" l="0" r="0" t="0"/>
          <a:stretch/>
        </p:blipFill>
        <p:spPr>
          <a:xfrm>
            <a:off x="0" y="921"/>
            <a:ext cx="9143998" cy="5141657"/>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g3a42a8b53c1_2_28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TÌNH NGÀI YÊU</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(Lm. Huy Hoàng)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g3a42a8b53c1_2_2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Tình Ngài yêu con bao la vươn lút trời xanh,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g3ab13fdb44f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Ngài yêu con như biển thắm sóng dâng dạt dào.</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g3b5c728cec8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Ngài yêu con như mẹ hiền thức trọn đêm khuya,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g3baa6357486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canh cho con giấc ngủ yên lành vì đời con nên đã quên đời mình.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g3b26357b4a1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đoan nguyện một đời, một đời con yêu Chúa trọn phận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g3b26357b4a1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một đời con yêu mến Ngài mà thôi.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g3bbbf7d17f7_0_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Mong sao người,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mọi người tìm tình yêu trong mối tình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g3bbbf7d17f7_0_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trần gian liên kết vui sống hoài.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g3bbbf7d17f7_0_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Đường trần con đi chung quanh bao nỗi hiểm nguy.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g3bbbf7d17f7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Tình Ngài theo con, con nhịp bước hết lo sợ gì.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sp>
        <p:nvSpPr>
          <p:cNvPr id="1061" name="Google Shape;1061;g3bbbf7d17f7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Dù ngàn gian nan ân tình Ngàì nhắc nhở lo toan con an tâm vững dạ đi về,</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g3bbbf7d17f7_0_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vì Ngài luôn bênh đỡ luôn phù trì.</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g3bd41fd8710_0_6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đoan nguyện một đời, một đời con yêu Chúa trọn phận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g3bd41fd8710_0_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một đời con yêu mến Ngài mà thôi.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g3bd41fd8710_0_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Mong sao người,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mọi người tìm tình yêu trong mối tình của Ngài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g3bd41fd8710_0_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để trần gian liên kết vui sống hoài.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pic>
        <p:nvPicPr>
          <p:cNvPr id="1091" name="Google Shape;1091;g3bd41fd8710_0_10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g3b26357b4a1_0_147"/>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DÂNG VỀ MẸ</a:t>
            </a:r>
            <a:br>
              <a:rPr b="1" i="0" lang="en-US" sz="4700">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g3b26357b4a1_0_1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Con dâng về Mẹ một niềm tin yêu bao la, Một lòng cậy trông vàng đá.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g3b26357b4a1_0_1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Mẹ lời kinh như áng hương trời. Diệu huyền tỏa bay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g3b26357b4a1_0_1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rgbClr val="FFFF00"/>
                </a:solidFill>
                <a:latin typeface="Times New Roman"/>
                <a:ea typeface="Times New Roman"/>
                <a:cs typeface="Times New Roman"/>
                <a:sym typeface="Times New Roman"/>
              </a:rPr>
              <a:t>1.</a:t>
            </a:r>
            <a:r>
              <a:rPr b="1" lang="en-US" sz="8000">
                <a:solidFill>
                  <a:schemeClr val="lt1"/>
                </a:solidFill>
                <a:latin typeface="Times New Roman"/>
                <a:ea typeface="Times New Roman"/>
                <a:cs typeface="Times New Roman"/>
                <a:sym typeface="Times New Roman"/>
              </a:rPr>
              <a:t> Con dâng về Mẹ: Trọn cuộc đời nơi khóc than,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g3b26357b4a1_0_1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FF0000"/>
              </a:buClr>
              <a:buSzPts val="8000"/>
              <a:buNone/>
            </a:pPr>
            <a:r>
              <a:rPr b="1" lang="en-US" sz="8000">
                <a:solidFill>
                  <a:schemeClr val="lt1"/>
                </a:solidFill>
                <a:latin typeface="Times New Roman"/>
                <a:ea typeface="Times New Roman"/>
                <a:cs typeface="Times New Roman"/>
                <a:sym typeface="Times New Roman"/>
              </a:rPr>
              <a:t>Đường đời nguy nan Mẹ nâng đỡ cho vẹn toàn.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g3bd41fd8710_0_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Con dâng về Mẹ một niềm tin yêu bao la, Một lòng cậy trông vàng đá.</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g3bd41fd8710_0_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Dâng lên Mẹ lời kinh như áng hương trời. Diệu huyền tỏa bay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pic>
        <p:nvPicPr>
          <p:cNvPr id="1131" name="Google Shape;1131;g3bd41fd8710_0_112"/>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