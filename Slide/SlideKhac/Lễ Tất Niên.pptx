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148.xml"/>
  <Override ContentType="application/vnd.openxmlformats-officedocument.presentationml.notesSlide+xml" PartName="/ppt/notesSlides/notesSlide39.xml"/>
  <Override ContentType="application/vnd.openxmlformats-officedocument.presentationml.notesSlide+xml" PartName="/ppt/notesSlides/notesSlide135.xml"/>
  <Override ContentType="application/vnd.openxmlformats-officedocument.presentationml.notesSlide+xml" PartName="/ppt/notesSlides/notesSlide137.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23.xml"/>
  <Override ContentType="application/vnd.openxmlformats-officedocument.presentationml.notesSlide+xml" PartName="/ppt/notesSlides/notesSlide110.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46.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174.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24.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69.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67.xml"/>
  <Override ContentType="application/vnd.openxmlformats-officedocument.presentationml.notesSlide+xml" PartName="/ppt/notesSlides/notesSlide58.xml"/>
  <Override ContentType="application/vnd.openxmlformats-officedocument.presentationml.notesSlide+xml" PartName="/ppt/notesSlides/notesSlide140.xml"/>
  <Override ContentType="application/vnd.openxmlformats-officedocument.presentationml.notesSlide+xml" PartName="/ppt/notesSlides/notesSlide154.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164.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128.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162.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170.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71.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54.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141.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31.xml"/>
  <Override ContentType="application/vnd.openxmlformats-officedocument.presentationml.slide+xml" PartName="/ppt/slides/slide159.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31.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57.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47.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71.xml"/>
  <Override ContentType="application/vnd.openxmlformats-officedocument.presentationml.slide+xml" PartName="/ppt/slides/slide149.xml"/>
  <Override ContentType="application/vnd.openxmlformats-officedocument.presentationml.slide+xml" PartName="/ppt/slides/slide49.xml"/>
  <Override ContentType="application/vnd.openxmlformats-officedocument.presentationml.slide+xml" PartName="/ppt/slides/slide124.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51.xml"/>
  <Override ContentType="application/vnd.openxmlformats-officedocument.presentationml.slide+xml" PartName="/ppt/slides/slide109.xml"/>
  <Override ContentType="application/vnd.openxmlformats-officedocument.presentationml.slide+xml" PartName="/ppt/slides/slide134.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160.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43.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32.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128.xml"/>
  <Override ContentType="application/vnd.openxmlformats-officedocument.presentationml.slide+xml" PartName="/ppt/slides/slide15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Lst>
  <p:sldSz cy="51435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180" roundtripDataSignature="AMtx7mhggt5iVEy+9rVGkREF7tx88Yy4M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slide" Target="slides/slide104.xml"/><Relationship Id="rId108" Type="http://schemas.openxmlformats.org/officeDocument/2006/relationships/slide" Target="slides/slide103.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180" Type="http://customschemas.google.com/relationships/presentationmetadata" Target="metadata"/><Relationship Id="rId37" Type="http://schemas.openxmlformats.org/officeDocument/2006/relationships/slide" Target="slides/slide32.xml"/><Relationship Id="rId176" Type="http://schemas.openxmlformats.org/officeDocument/2006/relationships/slide" Target="slides/slide171.xml"/><Relationship Id="rId36" Type="http://schemas.openxmlformats.org/officeDocument/2006/relationships/slide" Target="slides/slide31.xml"/><Relationship Id="rId175" Type="http://schemas.openxmlformats.org/officeDocument/2006/relationships/slide" Target="slides/slide170.xml"/><Relationship Id="rId39" Type="http://schemas.openxmlformats.org/officeDocument/2006/relationships/slide" Target="slides/slide34.xml"/><Relationship Id="rId174" Type="http://schemas.openxmlformats.org/officeDocument/2006/relationships/slide" Target="slides/slide169.xml"/><Relationship Id="rId38" Type="http://schemas.openxmlformats.org/officeDocument/2006/relationships/slide" Target="slides/slide33.xml"/><Relationship Id="rId173" Type="http://schemas.openxmlformats.org/officeDocument/2006/relationships/slide" Target="slides/slide168.xml"/><Relationship Id="rId179" Type="http://schemas.openxmlformats.org/officeDocument/2006/relationships/slide" Target="slides/slide174.xml"/><Relationship Id="rId178" Type="http://schemas.openxmlformats.org/officeDocument/2006/relationships/slide" Target="slides/slide173.xml"/><Relationship Id="rId177" Type="http://schemas.openxmlformats.org/officeDocument/2006/relationships/slide" Target="slides/slide172.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26" Type="http://schemas.openxmlformats.org/officeDocument/2006/relationships/slide" Target="slides/slide21.xml"/><Relationship Id="rId121" Type="http://schemas.openxmlformats.org/officeDocument/2006/relationships/slide" Target="slides/slide116.xml"/><Relationship Id="rId25" Type="http://schemas.openxmlformats.org/officeDocument/2006/relationships/slide" Target="slides/slide20.xml"/><Relationship Id="rId120" Type="http://schemas.openxmlformats.org/officeDocument/2006/relationships/slide" Target="slides/slide115.xml"/><Relationship Id="rId28" Type="http://schemas.openxmlformats.org/officeDocument/2006/relationships/slide" Target="slides/slide23.xml"/><Relationship Id="rId27" Type="http://schemas.openxmlformats.org/officeDocument/2006/relationships/slide" Target="slides/slide22.xml"/><Relationship Id="rId125" Type="http://schemas.openxmlformats.org/officeDocument/2006/relationships/slide" Target="slides/slide120.xml"/><Relationship Id="rId29" Type="http://schemas.openxmlformats.org/officeDocument/2006/relationships/slide" Target="slides/slide24.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11" Type="http://schemas.openxmlformats.org/officeDocument/2006/relationships/slide" Target="slides/slide6.xml"/><Relationship Id="rId99" Type="http://schemas.openxmlformats.org/officeDocument/2006/relationships/slide" Target="slides/slide94.xml"/><Relationship Id="rId10" Type="http://schemas.openxmlformats.org/officeDocument/2006/relationships/slide" Target="slides/slide5.xml"/><Relationship Id="rId98" Type="http://schemas.openxmlformats.org/officeDocument/2006/relationships/slide" Target="slides/slide93.xml"/><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5" Type="http://schemas.openxmlformats.org/officeDocument/2006/relationships/slide" Target="slides/slide10.xml"/><Relationship Id="rId110" Type="http://schemas.openxmlformats.org/officeDocument/2006/relationships/slide" Target="slides/slide105.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14" Type="http://schemas.openxmlformats.org/officeDocument/2006/relationships/slide" Target="slides/slide109.xml"/><Relationship Id="rId18" Type="http://schemas.openxmlformats.org/officeDocument/2006/relationships/slide" Target="slides/slide13.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172" Type="http://schemas.openxmlformats.org/officeDocument/2006/relationships/slide" Target="slides/slide167.xml"/><Relationship Id="rId65" Type="http://schemas.openxmlformats.org/officeDocument/2006/relationships/slide" Target="slides/slide60.xml"/><Relationship Id="rId171" Type="http://schemas.openxmlformats.org/officeDocument/2006/relationships/slide" Target="slides/slide166.xml"/><Relationship Id="rId68" Type="http://schemas.openxmlformats.org/officeDocument/2006/relationships/slide" Target="slides/slide63.xml"/><Relationship Id="rId170" Type="http://schemas.openxmlformats.org/officeDocument/2006/relationships/slide" Target="slides/slide165.xml"/><Relationship Id="rId67" Type="http://schemas.openxmlformats.org/officeDocument/2006/relationships/slide" Target="slides/slide62.xml"/><Relationship Id="rId60" Type="http://schemas.openxmlformats.org/officeDocument/2006/relationships/slide" Target="slides/slide55.xml"/><Relationship Id="rId165" Type="http://schemas.openxmlformats.org/officeDocument/2006/relationships/slide" Target="slides/slide160.xml"/><Relationship Id="rId69" Type="http://schemas.openxmlformats.org/officeDocument/2006/relationships/slide" Target="slides/slide64.xml"/><Relationship Id="rId164" Type="http://schemas.openxmlformats.org/officeDocument/2006/relationships/slide" Target="slides/slide159.xml"/><Relationship Id="rId163" Type="http://schemas.openxmlformats.org/officeDocument/2006/relationships/slide" Target="slides/slide158.xml"/><Relationship Id="rId162" Type="http://schemas.openxmlformats.org/officeDocument/2006/relationships/slide" Target="slides/slide157.xml"/><Relationship Id="rId169" Type="http://schemas.openxmlformats.org/officeDocument/2006/relationships/slide" Target="slides/slide164.xml"/><Relationship Id="rId168" Type="http://schemas.openxmlformats.org/officeDocument/2006/relationships/slide" Target="slides/slide163.xml"/><Relationship Id="rId167" Type="http://schemas.openxmlformats.org/officeDocument/2006/relationships/slide" Target="slides/slide162.xml"/><Relationship Id="rId166" Type="http://schemas.openxmlformats.org/officeDocument/2006/relationships/slide" Target="slides/slide161.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slide" Target="slides/slide156.xml"/><Relationship Id="rId54" Type="http://schemas.openxmlformats.org/officeDocument/2006/relationships/slide" Target="slides/slide49.xml"/><Relationship Id="rId160" Type="http://schemas.openxmlformats.org/officeDocument/2006/relationships/slide" Target="slides/slide155.xml"/><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slide" Target="slides/slide154.xml"/><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79484"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910"/>
            <a:ext cx="3962400" cy="3429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baa6357486_0_1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g3baa6357486_0_11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 name="Google Shape;91;p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p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 name="Google Shape;111;p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p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p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p1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 name="Google Shape;156;p1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p1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p1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p1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p1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p2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p2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2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p2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p2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p2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p2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p2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p2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p2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p2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p3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p3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p3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p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3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p3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p3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p3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p3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3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1" name="Google Shape;281;p4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p4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p4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p4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p4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p4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1" name="Google Shape;311;p4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p4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1" name="Google Shape;321;p4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4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p5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3c85b1f4576_0_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6" name="Google Shape;336;g3c85b1f4576_0_3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b26357b4a1_0_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 name="Google Shape;341;g3b26357b4a1_0_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3b26357b4a1_0_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6" name="Google Shape;346;g3b26357b4a1_0_5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b5c728cec8_0_1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1" name="Google Shape;351;g3b5c728cec8_0_1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bbbf7d17f7_0_1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g3bbbf7d17f7_0_12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3bbbf7d17f7_0_1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1" name="Google Shape;361;g3bbbf7d17f7_0_1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bebe0ff2f1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6" name="Google Shape;366;g3bebe0ff2f1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3bebe0ff2f1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1" name="Google Shape;371;g3bebe0ff2f1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3bebe0ff2f1_0_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 name="Google Shape;376;g3bebe0ff2f1_0_6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3bebe0ff2f1_0_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1" name="Google Shape;381;g3bebe0ff2f1_0_6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3bebe0ff2f1_0_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6" name="Google Shape;386;g3bebe0ff2f1_0_6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3bebe0ff2f1_0_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1" name="Google Shape;391;g3bebe0ff2f1_0_7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3bebe0ff2f1_0_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6" name="Google Shape;396;g3bebe0ff2f1_0_7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3bebe0ff2f1_0_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1" name="Google Shape;401;g3bebe0ff2f1_0_8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3c85b1f4576_0_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6" name="Google Shape;406;g3c85b1f4576_0_3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3ab13fdb44f_0_2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1" name="Google Shape;411;g3ab13fdb44f_0_29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3ab13fdb44f_0_2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7" name="Google Shape;417;g3ab13fdb44f_0_2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418" name="Google Shape;418;g3ab13fdb44f_0_29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3ab13fdb44f_0_3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3" name="Google Shape;423;g3ab13fdb44f_0_3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424" name="Google Shape;424;g3ab13fdb44f_0_30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3ab13fdb44f_0_3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9" name="Google Shape;429;g3ab13fdb44f_0_3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430" name="Google Shape;430;g3ab13fdb44f_0_30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3ab13fdb44f_0_3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5" name="Google Shape;435;g3ab13fdb44f_0_3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436" name="Google Shape;436;g3ab13fdb44f_0_31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3ab13fdb44f_0_3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1" name="Google Shape;441;g3ab13fdb44f_0_3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442" name="Google Shape;442;g3ab13fdb44f_0_31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3ab13fdb44f_0_3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7" name="Google Shape;447;g3ab13fdb44f_0_3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448" name="Google Shape;448;g3ab13fdb44f_0_32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3ab13fdb44f_0_3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3" name="Google Shape;453;g3ab13fdb44f_0_3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454" name="Google Shape;454;g3ab13fdb44f_0_32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3ab13fdb44f_0_3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9" name="Google Shape;459;g3ab13fdb44f_0_3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460" name="Google Shape;460;g3ab13fdb44f_0_33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g3ab13fdb44f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5" name="Google Shape;465;g3ab13fdb44f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466" name="Google Shape;466;g3ab13fdb44f_0_33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g3ab13fdb44f_0_3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1" name="Google Shape;471;g3ab13fdb44f_0_3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472" name="Google Shape;472;g3ab13fdb44f_0_34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g3ab13fdb44f_0_3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7" name="Google Shape;477;g3ab13fdb44f_0_3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478" name="Google Shape;478;g3ab13fdb44f_0_34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3ab13fdb44f_0_35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3" name="Google Shape;483;g3ab13fdb44f_0_3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484" name="Google Shape;484;g3ab13fdb44f_0_35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3ab13fdb44f_0_3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9" name="Google Shape;489;g3ab13fdb44f_0_3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490" name="Google Shape;490;g3ab13fdb44f_0_35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3c85b1f4576_0_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5" name="Google Shape;495;g3c85b1f4576_0_4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p1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0" name="Google Shape;500;p1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3a42a8b53c1_2_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5" name="Google Shape;505;g3a42a8b53c1_2_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g3a42a8b53c1_2_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0" name="Google Shape;510;g3a42a8b53c1_2_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3b26357b4a1_0_3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5" name="Google Shape;515;g3b26357b4a1_0_33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3a42a8b53c1_2_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0" name="Google Shape;520;g3a42a8b53c1_2_9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g3bebe0ff2f1_0_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5" name="Google Shape;525;g3bebe0ff2f1_0_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g3b26357b4a1_0_3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0" name="Google Shape;530;g3b26357b4a1_0_33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g3b26357b4a1_0_3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5" name="Google Shape;535;g3b26357b4a1_0_34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g3bebe0ff2f1_0_1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0" name="Google Shape;540;g3bebe0ff2f1_0_1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g3bebe0ff2f1_0_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5" name="Google Shape;545;g3bebe0ff2f1_0_1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g3b26357b4a1_0_3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0" name="Google Shape;550;g3b26357b4a1_0_36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g3b26357b4a1_0_3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5" name="Google Shape;555;g3b26357b4a1_0_37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g3bebe0ff2f1_0_2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0" name="Google Shape;560;g3bebe0ff2f1_0_2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g3bebe0ff2f1_0_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5" name="Google Shape;565;g3bebe0ff2f1_0_2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p1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0" name="Google Shape;570;p15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1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6" name="Google Shape;576;p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7" name="Google Shape;577;p15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g3b224b7d20a_0_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3" name="Google Shape;583;g3b224b7d20a_0_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g3baa6357486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8" name="Google Shape;588;g3baa6357486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g3c85b1f4576_0_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3" name="Google Shape;593;g3c85b1f4576_0_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p1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8" name="Google Shape;598;p1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p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4" name="Google Shape;604;p1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p1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9" name="Google Shape;609;p1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p1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4" name="Google Shape;614;p1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p1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9" name="Google Shape;619;p1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p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4" name="Google Shape;624;p1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p1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9" name="Google Shape;629;p1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p1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4" name="Google Shape;634;p1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p1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9" name="Google Shape;639;p1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2" name="Shape 642"/>
        <p:cNvGrpSpPr/>
        <p:nvPr/>
      </p:nvGrpSpPr>
      <p:grpSpPr>
        <a:xfrm>
          <a:off x="0" y="0"/>
          <a:ext cx="0" cy="0"/>
          <a:chOff x="0" y="0"/>
          <a:chExt cx="0" cy="0"/>
        </a:xfrm>
      </p:grpSpPr>
      <p:sp>
        <p:nvSpPr>
          <p:cNvPr id="643" name="Google Shape;643;p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4" name="Google Shape;644;p1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p1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9" name="Google Shape;649;p1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p1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4" name="Google Shape;654;p1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p1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9" name="Google Shape;659;p1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p1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4" name="Google Shape;664;p1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p1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9" name="Google Shape;669;p1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p1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4" name="Google Shape;674;p1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p1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9" name="Google Shape;679;p1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2" name="Shape 682"/>
        <p:cNvGrpSpPr/>
        <p:nvPr/>
      </p:nvGrpSpPr>
      <p:grpSpPr>
        <a:xfrm>
          <a:off x="0" y="0"/>
          <a:ext cx="0" cy="0"/>
          <a:chOff x="0" y="0"/>
          <a:chExt cx="0" cy="0"/>
        </a:xfrm>
      </p:grpSpPr>
      <p:sp>
        <p:nvSpPr>
          <p:cNvPr id="683" name="Google Shape;683;p1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4" name="Google Shape;684;p1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7" name="Shape 687"/>
        <p:cNvGrpSpPr/>
        <p:nvPr/>
      </p:nvGrpSpPr>
      <p:grpSpPr>
        <a:xfrm>
          <a:off x="0" y="0"/>
          <a:ext cx="0" cy="0"/>
          <a:chOff x="0" y="0"/>
          <a:chExt cx="0" cy="0"/>
        </a:xfrm>
      </p:grpSpPr>
      <p:sp>
        <p:nvSpPr>
          <p:cNvPr id="688" name="Google Shape;688;p1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9" name="Google Shape;689;p1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 name="Shape 692"/>
        <p:cNvGrpSpPr/>
        <p:nvPr/>
      </p:nvGrpSpPr>
      <p:grpSpPr>
        <a:xfrm>
          <a:off x="0" y="0"/>
          <a:ext cx="0" cy="0"/>
          <a:chOff x="0" y="0"/>
          <a:chExt cx="0" cy="0"/>
        </a:xfrm>
      </p:grpSpPr>
      <p:sp>
        <p:nvSpPr>
          <p:cNvPr id="693" name="Google Shape;693;p1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4" name="Google Shape;694;p1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7" name="Shape 697"/>
        <p:cNvGrpSpPr/>
        <p:nvPr/>
      </p:nvGrpSpPr>
      <p:grpSpPr>
        <a:xfrm>
          <a:off x="0" y="0"/>
          <a:ext cx="0" cy="0"/>
          <a:chOff x="0" y="0"/>
          <a:chExt cx="0" cy="0"/>
        </a:xfrm>
      </p:grpSpPr>
      <p:sp>
        <p:nvSpPr>
          <p:cNvPr id="698" name="Google Shape;698;g3c85b1f4576_0_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9" name="Google Shape;699;g3c85b1f4576_0_4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2" name="Shape 702"/>
        <p:cNvGrpSpPr/>
        <p:nvPr/>
      </p:nvGrpSpPr>
      <p:grpSpPr>
        <a:xfrm>
          <a:off x="0" y="0"/>
          <a:ext cx="0" cy="0"/>
          <a:chOff x="0" y="0"/>
          <a:chExt cx="0" cy="0"/>
        </a:xfrm>
      </p:grpSpPr>
      <p:sp>
        <p:nvSpPr>
          <p:cNvPr id="703" name="Google Shape;703;g3a42a8b53c1_2_1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4" name="Google Shape;704;g3a42a8b53c1_2_19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7" name="Shape 707"/>
        <p:cNvGrpSpPr/>
        <p:nvPr/>
      </p:nvGrpSpPr>
      <p:grpSpPr>
        <a:xfrm>
          <a:off x="0" y="0"/>
          <a:ext cx="0" cy="0"/>
          <a:chOff x="0" y="0"/>
          <a:chExt cx="0" cy="0"/>
        </a:xfrm>
      </p:grpSpPr>
      <p:sp>
        <p:nvSpPr>
          <p:cNvPr id="708" name="Google Shape;708;g3a42a8b53c1_2_1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9" name="Google Shape;709;g3a42a8b53c1_2_19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g3a42a8b53c1_2_2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4" name="Google Shape;714;g3a42a8b53c1_2_2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7" name="Shape 717"/>
        <p:cNvGrpSpPr/>
        <p:nvPr/>
      </p:nvGrpSpPr>
      <p:grpSpPr>
        <a:xfrm>
          <a:off x="0" y="0"/>
          <a:ext cx="0" cy="0"/>
          <a:chOff x="0" y="0"/>
          <a:chExt cx="0" cy="0"/>
        </a:xfrm>
      </p:grpSpPr>
      <p:sp>
        <p:nvSpPr>
          <p:cNvPr id="718" name="Google Shape;718;g3bc6b650b34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9" name="Google Shape;719;g3bc6b650b34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2" name="Shape 722"/>
        <p:cNvGrpSpPr/>
        <p:nvPr/>
      </p:nvGrpSpPr>
      <p:grpSpPr>
        <a:xfrm>
          <a:off x="0" y="0"/>
          <a:ext cx="0" cy="0"/>
          <a:chOff x="0" y="0"/>
          <a:chExt cx="0" cy="0"/>
        </a:xfrm>
      </p:grpSpPr>
      <p:sp>
        <p:nvSpPr>
          <p:cNvPr id="723" name="Google Shape;723;g3bebe0ff2f1_0_8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4" name="Google Shape;724;g3bebe0ff2f1_0_8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7" name="Shape 727"/>
        <p:cNvGrpSpPr/>
        <p:nvPr/>
      </p:nvGrpSpPr>
      <p:grpSpPr>
        <a:xfrm>
          <a:off x="0" y="0"/>
          <a:ext cx="0" cy="0"/>
          <a:chOff x="0" y="0"/>
          <a:chExt cx="0" cy="0"/>
        </a:xfrm>
      </p:grpSpPr>
      <p:sp>
        <p:nvSpPr>
          <p:cNvPr id="728" name="Google Shape;728;g3a42a8b53c1_2_2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9" name="Google Shape;729;g3a42a8b53c1_2_2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 name="Shape 732"/>
        <p:cNvGrpSpPr/>
        <p:nvPr/>
      </p:nvGrpSpPr>
      <p:grpSpPr>
        <a:xfrm>
          <a:off x="0" y="0"/>
          <a:ext cx="0" cy="0"/>
          <a:chOff x="0" y="0"/>
          <a:chExt cx="0" cy="0"/>
        </a:xfrm>
      </p:grpSpPr>
      <p:sp>
        <p:nvSpPr>
          <p:cNvPr id="733" name="Google Shape;733;g3b224b7d20a_0_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4" name="Google Shape;734;g3b224b7d20a_0_1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7" name="Shape 737"/>
        <p:cNvGrpSpPr/>
        <p:nvPr/>
      </p:nvGrpSpPr>
      <p:grpSpPr>
        <a:xfrm>
          <a:off x="0" y="0"/>
          <a:ext cx="0" cy="0"/>
          <a:chOff x="0" y="0"/>
          <a:chExt cx="0" cy="0"/>
        </a:xfrm>
      </p:grpSpPr>
      <p:sp>
        <p:nvSpPr>
          <p:cNvPr id="738" name="Google Shape;738;g3bebe0ff2f1_0_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9" name="Google Shape;739;g3bebe0ff2f1_0_9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g3bebe0ff2f1_0_9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4" name="Google Shape;744;g3bebe0ff2f1_0_9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7" name="Shape 747"/>
        <p:cNvGrpSpPr/>
        <p:nvPr/>
      </p:nvGrpSpPr>
      <p:grpSpPr>
        <a:xfrm>
          <a:off x="0" y="0"/>
          <a:ext cx="0" cy="0"/>
          <a:chOff x="0" y="0"/>
          <a:chExt cx="0" cy="0"/>
        </a:xfrm>
      </p:grpSpPr>
      <p:sp>
        <p:nvSpPr>
          <p:cNvPr id="748" name="Google Shape;748;g3bebe0ff2f1_0_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9" name="Google Shape;749;g3bebe0ff2f1_0_9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g3bebe0ff2f1_0_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4" name="Google Shape;754;g3bebe0ff2f1_0_10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g3bebe0ff2f1_0_10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9" name="Google Shape;759;g3bebe0ff2f1_0_10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 name="Shape 762"/>
        <p:cNvGrpSpPr/>
        <p:nvPr/>
      </p:nvGrpSpPr>
      <p:grpSpPr>
        <a:xfrm>
          <a:off x="0" y="0"/>
          <a:ext cx="0" cy="0"/>
          <a:chOff x="0" y="0"/>
          <a:chExt cx="0" cy="0"/>
        </a:xfrm>
      </p:grpSpPr>
      <p:sp>
        <p:nvSpPr>
          <p:cNvPr id="763" name="Google Shape;763;g3bebe0ff2f1_0_1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4" name="Google Shape;764;g3bebe0ff2f1_0_1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7" name="Shape 767"/>
        <p:cNvGrpSpPr/>
        <p:nvPr/>
      </p:nvGrpSpPr>
      <p:grpSpPr>
        <a:xfrm>
          <a:off x="0" y="0"/>
          <a:ext cx="0" cy="0"/>
          <a:chOff x="0" y="0"/>
          <a:chExt cx="0" cy="0"/>
        </a:xfrm>
      </p:grpSpPr>
      <p:sp>
        <p:nvSpPr>
          <p:cNvPr id="768" name="Google Shape;768;p2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9" name="Google Shape;769;p2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p2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4" name="Google Shape;774;p2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7" name="Shape 777"/>
        <p:cNvGrpSpPr/>
        <p:nvPr/>
      </p:nvGrpSpPr>
      <p:grpSpPr>
        <a:xfrm>
          <a:off x="0" y="0"/>
          <a:ext cx="0" cy="0"/>
          <a:chOff x="0" y="0"/>
          <a:chExt cx="0" cy="0"/>
        </a:xfrm>
      </p:grpSpPr>
      <p:sp>
        <p:nvSpPr>
          <p:cNvPr id="778" name="Google Shape;778;p2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9" name="Google Shape;779;p2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2" name="Shape 782"/>
        <p:cNvGrpSpPr/>
        <p:nvPr/>
      </p:nvGrpSpPr>
      <p:grpSpPr>
        <a:xfrm>
          <a:off x="0" y="0"/>
          <a:ext cx="0" cy="0"/>
          <a:chOff x="0" y="0"/>
          <a:chExt cx="0" cy="0"/>
        </a:xfrm>
      </p:grpSpPr>
      <p:sp>
        <p:nvSpPr>
          <p:cNvPr id="783" name="Google Shape;783;p2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4" name="Google Shape;784;p2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p2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9" name="Google Shape;789;p2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2" name="Shape 792"/>
        <p:cNvGrpSpPr/>
        <p:nvPr/>
      </p:nvGrpSpPr>
      <p:grpSpPr>
        <a:xfrm>
          <a:off x="0" y="0"/>
          <a:ext cx="0" cy="0"/>
          <a:chOff x="0" y="0"/>
          <a:chExt cx="0" cy="0"/>
        </a:xfrm>
      </p:grpSpPr>
      <p:sp>
        <p:nvSpPr>
          <p:cNvPr id="793" name="Google Shape;793;g3a42a8b53c1_2_2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4" name="Google Shape;794;g3a42a8b53c1_2_2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7" name="Shape 797"/>
        <p:cNvGrpSpPr/>
        <p:nvPr/>
      </p:nvGrpSpPr>
      <p:grpSpPr>
        <a:xfrm>
          <a:off x="0" y="0"/>
          <a:ext cx="0" cy="0"/>
          <a:chOff x="0" y="0"/>
          <a:chExt cx="0" cy="0"/>
        </a:xfrm>
      </p:grpSpPr>
      <p:sp>
        <p:nvSpPr>
          <p:cNvPr id="798" name="Google Shape;798;p2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9" name="Google Shape;799;p2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2" name="Shape 802"/>
        <p:cNvGrpSpPr/>
        <p:nvPr/>
      </p:nvGrpSpPr>
      <p:grpSpPr>
        <a:xfrm>
          <a:off x="0" y="0"/>
          <a:ext cx="0" cy="0"/>
          <a:chOff x="0" y="0"/>
          <a:chExt cx="0" cy="0"/>
        </a:xfrm>
      </p:grpSpPr>
      <p:sp>
        <p:nvSpPr>
          <p:cNvPr id="803" name="Google Shape;803;p2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4" name="Google Shape;804;p2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7" name="Shape 807"/>
        <p:cNvGrpSpPr/>
        <p:nvPr/>
      </p:nvGrpSpPr>
      <p:grpSpPr>
        <a:xfrm>
          <a:off x="0" y="0"/>
          <a:ext cx="0" cy="0"/>
          <a:chOff x="0" y="0"/>
          <a:chExt cx="0" cy="0"/>
        </a:xfrm>
      </p:grpSpPr>
      <p:sp>
        <p:nvSpPr>
          <p:cNvPr id="808" name="Google Shape;808;p2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9" name="Google Shape;809;p20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2" name="Shape 812"/>
        <p:cNvGrpSpPr/>
        <p:nvPr/>
      </p:nvGrpSpPr>
      <p:grpSpPr>
        <a:xfrm>
          <a:off x="0" y="0"/>
          <a:ext cx="0" cy="0"/>
          <a:chOff x="0" y="0"/>
          <a:chExt cx="0" cy="0"/>
        </a:xfrm>
      </p:grpSpPr>
      <p:sp>
        <p:nvSpPr>
          <p:cNvPr id="813" name="Google Shape;813;g3c80dc9c1fd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4" name="Google Shape;814;g3c80dc9c1fd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g3c80dc9c1fd_0_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0" name="Google Shape;820;g3c80dc9c1fd_0_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p2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5" name="Google Shape;825;p2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8" name="Shape 828"/>
        <p:cNvGrpSpPr/>
        <p:nvPr/>
      </p:nvGrpSpPr>
      <p:grpSpPr>
        <a:xfrm>
          <a:off x="0" y="0"/>
          <a:ext cx="0" cy="0"/>
          <a:chOff x="0" y="0"/>
          <a:chExt cx="0" cy="0"/>
        </a:xfrm>
      </p:grpSpPr>
      <p:sp>
        <p:nvSpPr>
          <p:cNvPr id="829" name="Google Shape;829;g3bebe0ff2f1_0_11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0" name="Google Shape;830;g3bebe0ff2f1_0_11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3" name="Shape 833"/>
        <p:cNvGrpSpPr/>
        <p:nvPr/>
      </p:nvGrpSpPr>
      <p:grpSpPr>
        <a:xfrm>
          <a:off x="0" y="0"/>
          <a:ext cx="0" cy="0"/>
          <a:chOff x="0" y="0"/>
          <a:chExt cx="0" cy="0"/>
        </a:xfrm>
      </p:grpSpPr>
      <p:sp>
        <p:nvSpPr>
          <p:cNvPr id="834" name="Google Shape;834;g3bebe0ff2f1_0_1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5" name="Google Shape;835;g3bebe0ff2f1_0_11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8" name="Shape 838"/>
        <p:cNvGrpSpPr/>
        <p:nvPr/>
      </p:nvGrpSpPr>
      <p:grpSpPr>
        <a:xfrm>
          <a:off x="0" y="0"/>
          <a:ext cx="0" cy="0"/>
          <a:chOff x="0" y="0"/>
          <a:chExt cx="0" cy="0"/>
        </a:xfrm>
      </p:grpSpPr>
      <p:sp>
        <p:nvSpPr>
          <p:cNvPr id="839" name="Google Shape;839;g3bebe0ff2f1_0_12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0" name="Google Shape;840;g3bebe0ff2f1_0_12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3" name="Shape 843"/>
        <p:cNvGrpSpPr/>
        <p:nvPr/>
      </p:nvGrpSpPr>
      <p:grpSpPr>
        <a:xfrm>
          <a:off x="0" y="0"/>
          <a:ext cx="0" cy="0"/>
          <a:chOff x="0" y="0"/>
          <a:chExt cx="0" cy="0"/>
        </a:xfrm>
      </p:grpSpPr>
      <p:sp>
        <p:nvSpPr>
          <p:cNvPr id="844" name="Google Shape;844;g3bebe0ff2f1_0_1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5" name="Google Shape;845;g3bebe0ff2f1_0_12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8" name="Shape 848"/>
        <p:cNvGrpSpPr/>
        <p:nvPr/>
      </p:nvGrpSpPr>
      <p:grpSpPr>
        <a:xfrm>
          <a:off x="0" y="0"/>
          <a:ext cx="0" cy="0"/>
          <a:chOff x="0" y="0"/>
          <a:chExt cx="0" cy="0"/>
        </a:xfrm>
      </p:grpSpPr>
      <p:sp>
        <p:nvSpPr>
          <p:cNvPr id="849" name="Google Shape;849;g3bebe0ff2f1_0_1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0" name="Google Shape;850;g3bebe0ff2f1_0_1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g3bebe0ff2f1_0_1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5" name="Google Shape;855;g3bebe0ff2f1_0_13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8" name="Shape 858"/>
        <p:cNvGrpSpPr/>
        <p:nvPr/>
      </p:nvGrpSpPr>
      <p:grpSpPr>
        <a:xfrm>
          <a:off x="0" y="0"/>
          <a:ext cx="0" cy="0"/>
          <a:chOff x="0" y="0"/>
          <a:chExt cx="0" cy="0"/>
        </a:xfrm>
      </p:grpSpPr>
      <p:sp>
        <p:nvSpPr>
          <p:cNvPr id="859" name="Google Shape;859;g3bebe0ff2f1_0_1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0" name="Google Shape;860;g3bebe0ff2f1_0_13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3" name="Shape 863"/>
        <p:cNvGrpSpPr/>
        <p:nvPr/>
      </p:nvGrpSpPr>
      <p:grpSpPr>
        <a:xfrm>
          <a:off x="0" y="0"/>
          <a:ext cx="0" cy="0"/>
          <a:chOff x="0" y="0"/>
          <a:chExt cx="0" cy="0"/>
        </a:xfrm>
      </p:grpSpPr>
      <p:sp>
        <p:nvSpPr>
          <p:cNvPr id="864" name="Google Shape;864;g3bebe0ff2f1_0_1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5" name="Google Shape;865;g3bebe0ff2f1_0_14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8" name="Shape 868"/>
        <p:cNvGrpSpPr/>
        <p:nvPr/>
      </p:nvGrpSpPr>
      <p:grpSpPr>
        <a:xfrm>
          <a:off x="0" y="0"/>
          <a:ext cx="0" cy="0"/>
          <a:chOff x="0" y="0"/>
          <a:chExt cx="0" cy="0"/>
        </a:xfrm>
      </p:grpSpPr>
      <p:sp>
        <p:nvSpPr>
          <p:cNvPr id="869" name="Google Shape;869;g3bebe0ff2f1_0_1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0" name="Google Shape;870;g3bebe0ff2f1_0_14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3" name="Shape 873"/>
        <p:cNvGrpSpPr/>
        <p:nvPr/>
      </p:nvGrpSpPr>
      <p:grpSpPr>
        <a:xfrm>
          <a:off x="0" y="0"/>
          <a:ext cx="0" cy="0"/>
          <a:chOff x="0" y="0"/>
          <a:chExt cx="0" cy="0"/>
        </a:xfrm>
      </p:grpSpPr>
      <p:sp>
        <p:nvSpPr>
          <p:cNvPr id="874" name="Google Shape;874;g3bebe0ff2f1_0_1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5" name="Google Shape;875;g3bebe0ff2f1_0_15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8" name="Shape 878"/>
        <p:cNvGrpSpPr/>
        <p:nvPr/>
      </p:nvGrpSpPr>
      <p:grpSpPr>
        <a:xfrm>
          <a:off x="0" y="0"/>
          <a:ext cx="0" cy="0"/>
          <a:chOff x="0" y="0"/>
          <a:chExt cx="0" cy="0"/>
        </a:xfrm>
      </p:grpSpPr>
      <p:sp>
        <p:nvSpPr>
          <p:cNvPr id="879" name="Google Shape;879;g3bebe0ff2f1_0_15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0" name="Google Shape;880;g3bebe0ff2f1_0_15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 name="Shape 883"/>
        <p:cNvGrpSpPr/>
        <p:nvPr/>
      </p:nvGrpSpPr>
      <p:grpSpPr>
        <a:xfrm>
          <a:off x="0" y="0"/>
          <a:ext cx="0" cy="0"/>
          <a:chOff x="0" y="0"/>
          <a:chExt cx="0" cy="0"/>
        </a:xfrm>
      </p:grpSpPr>
      <p:sp>
        <p:nvSpPr>
          <p:cNvPr id="884" name="Google Shape;884;g3bebe0ff2f1_0_15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5" name="Google Shape;885;g3bebe0ff2f1_0_15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g3bebe0ff2f1_0_1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0" name="Google Shape;890;g3bebe0ff2f1_0_16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g3bebe0ff2f1_0_1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5" name="Google Shape;895;g3bebe0ff2f1_0_16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 name="Shape 898"/>
        <p:cNvGrpSpPr/>
        <p:nvPr/>
      </p:nvGrpSpPr>
      <p:grpSpPr>
        <a:xfrm>
          <a:off x="0" y="0"/>
          <a:ext cx="0" cy="0"/>
          <a:chOff x="0" y="0"/>
          <a:chExt cx="0" cy="0"/>
        </a:xfrm>
      </p:grpSpPr>
      <p:sp>
        <p:nvSpPr>
          <p:cNvPr id="899" name="Google Shape;899;g3bebe0ff2f1_0_1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0" name="Google Shape;900;g3bebe0ff2f1_0_17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g3bebe0ff2f1_0_1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5" name="Google Shape;905;g3bebe0ff2f1_0_17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g3bebe0ff2f1_0_1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0" name="Google Shape;910;g3bebe0ff2f1_0_17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3" name="Shape 913"/>
        <p:cNvGrpSpPr/>
        <p:nvPr/>
      </p:nvGrpSpPr>
      <p:grpSpPr>
        <a:xfrm>
          <a:off x="0" y="0"/>
          <a:ext cx="0" cy="0"/>
          <a:chOff x="0" y="0"/>
          <a:chExt cx="0" cy="0"/>
        </a:xfrm>
      </p:grpSpPr>
      <p:sp>
        <p:nvSpPr>
          <p:cNvPr id="914" name="Google Shape;914;g3bebe0ff2f1_0_18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5" name="Google Shape;915;g3bebe0ff2f1_0_18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g3c85b1f4576_0_5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0" name="Google Shape;920;g3c85b1f4576_0_5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g3b26357b4a1_0_1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5" name="Google Shape;925;g3b26357b4a1_0_14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g3b26357b4a1_0_15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0" name="Google Shape;930;g3b26357b4a1_0_15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g3b26357b4a1_0_1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5" name="Google Shape;935;g3b26357b4a1_0_1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g3b26357b4a1_0_1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0" name="Google Shape;940;g3b26357b4a1_0_1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3" name="Shape 943"/>
        <p:cNvGrpSpPr/>
        <p:nvPr/>
      </p:nvGrpSpPr>
      <p:grpSpPr>
        <a:xfrm>
          <a:off x="0" y="0"/>
          <a:ext cx="0" cy="0"/>
          <a:chOff x="0" y="0"/>
          <a:chExt cx="0" cy="0"/>
        </a:xfrm>
      </p:grpSpPr>
      <p:sp>
        <p:nvSpPr>
          <p:cNvPr id="944" name="Google Shape;944;g3bebe0ff2f1_0_2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5" name="Google Shape;945;g3bebe0ff2f1_0_26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g3bd41fd8710_0_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0" name="Google Shape;950;g3bd41fd8710_0_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3" name="Shape 953"/>
        <p:cNvGrpSpPr/>
        <p:nvPr/>
      </p:nvGrpSpPr>
      <p:grpSpPr>
        <a:xfrm>
          <a:off x="0" y="0"/>
          <a:ext cx="0" cy="0"/>
          <a:chOff x="0" y="0"/>
          <a:chExt cx="0" cy="0"/>
        </a:xfrm>
      </p:grpSpPr>
      <p:sp>
        <p:nvSpPr>
          <p:cNvPr id="954" name="Google Shape;954;g3bd41fd8710_0_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5" name="Google Shape;955;g3bd41fd8710_0_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g3be9254b0cc_0_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0" name="Google Shape;960;g3be9254b0cc_0_8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3" name="Shape 963"/>
        <p:cNvGrpSpPr/>
        <p:nvPr/>
      </p:nvGrpSpPr>
      <p:grpSpPr>
        <a:xfrm>
          <a:off x="0" y="0"/>
          <a:ext cx="0" cy="0"/>
          <a:chOff x="0" y="0"/>
          <a:chExt cx="0" cy="0"/>
        </a:xfrm>
      </p:grpSpPr>
      <p:sp>
        <p:nvSpPr>
          <p:cNvPr id="964" name="Google Shape;964;g3bebe0ff2f1_0_2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5" name="Google Shape;965;g3bebe0ff2f1_0_26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8" name="Shape 968"/>
        <p:cNvGrpSpPr/>
        <p:nvPr/>
      </p:nvGrpSpPr>
      <p:grpSpPr>
        <a:xfrm>
          <a:off x="0" y="0"/>
          <a:ext cx="0" cy="0"/>
          <a:chOff x="0" y="0"/>
          <a:chExt cx="0" cy="0"/>
        </a:xfrm>
      </p:grpSpPr>
      <p:sp>
        <p:nvSpPr>
          <p:cNvPr id="969" name="Google Shape;969;g3c85b1f4576_0_5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0" name="Google Shape;970;g3c85b1f4576_0_5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4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46"/>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 name="Google Shape;18;p24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4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4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47"/>
          <p:cNvSpPr txBox="1"/>
          <p:nvPr>
            <p:ph type="ctrTitle"/>
          </p:nvPr>
        </p:nvSpPr>
        <p:spPr>
          <a:xfrm>
            <a:off x="685800" y="1597822"/>
            <a:ext cx="7772400" cy="110251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47"/>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4" name="Google Shape;24;p247"/>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47"/>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47"/>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48"/>
          <p:cNvSpPr txBox="1"/>
          <p:nvPr>
            <p:ph type="title"/>
          </p:nvPr>
        </p:nvSpPr>
        <p:spPr>
          <a:xfrm>
            <a:off x="722313" y="3305178"/>
            <a:ext cx="7772400" cy="1021557"/>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Arial"/>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8"/>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48"/>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48"/>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48"/>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49"/>
          <p:cNvSpPr txBox="1"/>
          <p:nvPr>
            <p:ph idx="1" type="body"/>
          </p:nvPr>
        </p:nvSpPr>
        <p:spPr>
          <a:xfrm>
            <a:off x="457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49"/>
          <p:cNvSpPr txBox="1"/>
          <p:nvPr>
            <p:ph idx="2" type="body"/>
          </p:nvPr>
        </p:nvSpPr>
        <p:spPr>
          <a:xfrm>
            <a:off x="4648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49"/>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49"/>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49"/>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50"/>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50"/>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50"/>
          <p:cNvSpPr txBox="1"/>
          <p:nvPr>
            <p:ph idx="3" type="body"/>
          </p:nvPr>
        </p:nvSpPr>
        <p:spPr>
          <a:xfrm>
            <a:off x="4645031"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50"/>
          <p:cNvSpPr txBox="1"/>
          <p:nvPr>
            <p:ph idx="4" type="body"/>
          </p:nvPr>
        </p:nvSpPr>
        <p:spPr>
          <a:xfrm>
            <a:off x="4645031"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50"/>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50"/>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50"/>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5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51"/>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51"/>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51"/>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52"/>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2"/>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52"/>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3"/>
          <p:cNvSpPr txBox="1"/>
          <p:nvPr>
            <p:ph type="title"/>
          </p:nvPr>
        </p:nvSpPr>
        <p:spPr>
          <a:xfrm>
            <a:off x="457206" y="204788"/>
            <a:ext cx="3008313" cy="8715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3"/>
          <p:cNvSpPr txBox="1"/>
          <p:nvPr>
            <p:ph idx="1" type="body"/>
          </p:nvPr>
        </p:nvSpPr>
        <p:spPr>
          <a:xfrm>
            <a:off x="3575050" y="204789"/>
            <a:ext cx="5111750" cy="4389835"/>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53"/>
          <p:cNvSpPr txBox="1"/>
          <p:nvPr>
            <p:ph idx="2" type="body"/>
          </p:nvPr>
        </p:nvSpPr>
        <p:spPr>
          <a:xfrm>
            <a:off x="457206" y="1076328"/>
            <a:ext cx="3008313" cy="351829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53"/>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3"/>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3"/>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54"/>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4"/>
          <p:cNvSpPr/>
          <p:nvPr>
            <p:ph idx="2" type="pic"/>
          </p:nvPr>
        </p:nvSpPr>
        <p:spPr>
          <a:xfrm>
            <a:off x="1792288" y="459581"/>
            <a:ext cx="5486400" cy="3086100"/>
          </a:xfrm>
          <a:prstGeom prst="rect">
            <a:avLst/>
          </a:prstGeom>
          <a:noFill/>
          <a:ln>
            <a:noFill/>
          </a:ln>
        </p:spPr>
      </p:sp>
      <p:sp>
        <p:nvSpPr>
          <p:cNvPr id="68" name="Google Shape;68;p254"/>
          <p:cNvSpPr txBox="1"/>
          <p:nvPr>
            <p:ph idx="1" type="body"/>
          </p:nvPr>
        </p:nvSpPr>
        <p:spPr>
          <a:xfrm>
            <a:off x="1792288" y="4025504"/>
            <a:ext cx="5486400" cy="60364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54"/>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4"/>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54"/>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5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55"/>
          <p:cNvSpPr txBox="1"/>
          <p:nvPr>
            <p:ph idx="1" type="body"/>
          </p:nvPr>
        </p:nvSpPr>
        <p:spPr>
          <a:xfrm rot="5400000">
            <a:off x="2874764" y="-1217414"/>
            <a:ext cx="3394472"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5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5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56"/>
          <p:cNvSpPr txBox="1"/>
          <p:nvPr>
            <p:ph type="title"/>
          </p:nvPr>
        </p:nvSpPr>
        <p:spPr>
          <a:xfrm rot="5400000">
            <a:off x="5463778" y="1371603"/>
            <a:ext cx="4388644"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56"/>
          <p:cNvSpPr txBox="1"/>
          <p:nvPr>
            <p:ph idx="1" type="body"/>
          </p:nvPr>
        </p:nvSpPr>
        <p:spPr>
          <a:xfrm rot="5400000">
            <a:off x="1272778" y="-609597"/>
            <a:ext cx="4388644"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5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5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5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45"/>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4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4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4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4.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 Id="rId3" Type="http://schemas.openxmlformats.org/officeDocument/2006/relationships/image" Target="../media/image4.jp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 Id="rId3" Type="http://schemas.openxmlformats.org/officeDocument/2006/relationships/image" Target="../media/image4.jp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 Id="rId3" Type="http://schemas.openxmlformats.org/officeDocument/2006/relationships/image" Target="../media/image6.jp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 Id="rId3" Type="http://schemas.openxmlformats.org/officeDocument/2006/relationships/image" Target="../media/image5.jp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 Id="rId3" Type="http://schemas.openxmlformats.org/officeDocument/2006/relationships/image" Target="../media/image7.jp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 Id="rId3" Type="http://schemas.openxmlformats.org/officeDocument/2006/relationships/image" Target="../media/image4.jp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 Id="rId3" Type="http://schemas.openxmlformats.org/officeDocument/2006/relationships/image" Target="../media/image4.jp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4.xml"/><Relationship Id="rId3" Type="http://schemas.openxmlformats.org/officeDocument/2006/relationships/image" Target="../media/image3.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8.xml"/><Relationship Id="rId3" Type="http://schemas.openxmlformats.org/officeDocument/2006/relationships/image" Target="../media/image3.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2.xml"/><Relationship Id="rId3" Type="http://schemas.openxmlformats.org/officeDocument/2006/relationships/image" Target="../media/image3.pn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5.xml"/><Relationship Id="rId3" Type="http://schemas.openxmlformats.org/officeDocument/2006/relationships/image" Target="../media/image1.jp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4.xml"/><Relationship Id="rId3" Type="http://schemas.openxmlformats.org/officeDocument/2006/relationships/image" Target="../media/image4.jpg"/></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 Id="rId3" Type="http://schemas.openxmlformats.org/officeDocument/2006/relationships/image" Target="../media/image4.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baa6357486_0_118" title="LN_Tat_Nien.jpg"/>
          <p:cNvPicPr preferRelativeResize="0"/>
          <p:nvPr/>
        </p:nvPicPr>
        <p:blipFill>
          <a:blip r:embed="rId3">
            <a:alphaModFix/>
          </a:blip>
          <a:stretch>
            <a:fillRect/>
          </a:stretch>
        </p:blipFill>
        <p:spPr>
          <a:xfrm>
            <a:off x="0" y="0"/>
            <a:ext cx="9143997" cy="514349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Nhân danh Cha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và Con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và Thánh Thần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idx="1" type="subTitle"/>
          </p:nvPr>
        </p:nvSpPr>
        <p:spPr>
          <a:xfrm>
            <a:off x="0" y="0"/>
            <a:ext cx="9144000" cy="5143500"/>
          </a:xfrm>
          <a:prstGeom prst="rect">
            <a:avLst/>
          </a:prstGeom>
          <a:solidFill>
            <a:srgbClr val="002060"/>
          </a:solidFill>
          <a:ln cap="flat" cmpd="sng" w="952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000"/>
              <a:buNone/>
            </a:pPr>
            <a:r>
              <a:rPr b="1" lang="en-US" sz="4000">
                <a:solidFill>
                  <a:schemeClr val="accent4"/>
                </a:solidFill>
                <a:latin typeface="Times New Roman"/>
                <a:ea typeface="Times New Roman"/>
                <a:cs typeface="Times New Roman"/>
                <a:sym typeface="Times New Roman"/>
              </a:rPr>
              <a:t>KINH CHÚA THÁNH THẦN</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60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lạy ơn Đức Chúa Thánh Thần, thiêng liêng sáng láng vô cùng.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Thánh Thần xuống đầy lòng chúng con, là kẻ tin cậy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đốt lửa kính mến Đức Chúa Trời trong lòng chúng con;</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Trời cho Đức Chúa Thánh Thần xuống,</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sửa lại mọi sự trong ngoài chúng con. Chúng con cầu cùng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xưa đã cho Đức Chúa Thánh Thần xuống soi lòng dạy dỗ các Thánh Tông Đồ,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9"/>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rày chúng con cũng xin Đức Chúa Trời cho Đức Chúa Thánh Thần lại xuống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0"/>
          <p:cNvSpPr txBox="1"/>
          <p:nvPr>
            <p:ph idx="1" type="subTitle"/>
          </p:nvPr>
        </p:nvSpPr>
        <p:spPr>
          <a:xfrm>
            <a:off x="1" y="0"/>
            <a:ext cx="9144000" cy="5143499"/>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an ủi dạy dỗ chúng con làm những việc lành,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1"/>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công nghiệp vô cùng Đức Chúa Giêsu Kitô là Chúa chúng con. Amen.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25000" lnSpcReduction="20000"/>
          </a:bodyPr>
          <a:lstStyle/>
          <a:p>
            <a:pPr indent="0" lvl="0" marL="0" rtl="0" algn="ctr">
              <a:lnSpc>
                <a:spcPct val="100000"/>
              </a:lnSpc>
              <a:spcBef>
                <a:spcPts val="0"/>
              </a:spcBef>
              <a:spcAft>
                <a:spcPts val="0"/>
              </a:spcAft>
              <a:buClr>
                <a:schemeClr val="accent4"/>
              </a:buClr>
              <a:buSzPct val="100000"/>
              <a:buNone/>
            </a:pPr>
            <a:r>
              <a:rPr b="1" lang="en-US" sz="17600">
                <a:solidFill>
                  <a:schemeClr val="accent4"/>
                </a:solidFill>
                <a:latin typeface="Times New Roman"/>
                <a:ea typeface="Times New Roman"/>
                <a:cs typeface="Times New Roman"/>
                <a:sym typeface="Times New Roman"/>
              </a:rPr>
              <a:t>KINH TRUYỀN TIN</a:t>
            </a:r>
            <a:endParaRPr/>
          </a:p>
          <a:p>
            <a:pPr indent="0" lvl="0" marL="0" rtl="0" algn="just">
              <a:lnSpc>
                <a:spcPct val="100000"/>
              </a:lnSpc>
              <a:spcBef>
                <a:spcPts val="1440"/>
              </a:spcBef>
              <a:spcAft>
                <a:spcPts val="0"/>
              </a:spcAft>
              <a:buClr>
                <a:schemeClr val="accent4"/>
              </a:buClr>
              <a:buSzPct val="100000"/>
              <a:buNone/>
            </a:pPr>
            <a:r>
              <a:rPr b="1" i="1" lang="en-US" sz="19200" u="sng">
                <a:solidFill>
                  <a:schemeClr val="accent4"/>
                </a:solidFill>
                <a:latin typeface="Times New Roman"/>
                <a:ea typeface="Times New Roman"/>
                <a:cs typeface="Times New Roman"/>
                <a:sym typeface="Times New Roman"/>
              </a:rPr>
              <a:t>Xướng:</a:t>
            </a:r>
            <a:r>
              <a:rPr b="1" lang="en-US" sz="26400">
                <a:solidFill>
                  <a:schemeClr val="accent4"/>
                </a:solidFill>
                <a:latin typeface="Times New Roman"/>
                <a:ea typeface="Times New Roman"/>
                <a:cs typeface="Times New Roman"/>
                <a:sym typeface="Times New Roman"/>
              </a:rPr>
              <a:t> </a:t>
            </a:r>
            <a:r>
              <a:rPr b="1" lang="en-US" sz="28800">
                <a:solidFill>
                  <a:schemeClr val="lt1"/>
                </a:solidFill>
                <a:latin typeface="Times New Roman"/>
                <a:ea typeface="Times New Roman"/>
                <a:cs typeface="Times New Roman"/>
                <a:sym typeface="Times New Roman"/>
              </a:rPr>
              <a:t>Đức Chúa Trời sai Thánh Thiên Thần truyền tin cho Rất Thánh Đức Bà Maria.</a:t>
            </a:r>
            <a:endParaRPr/>
          </a:p>
          <a:p>
            <a:pPr indent="0" lvl="0" marL="0" rtl="0" algn="ctr">
              <a:lnSpc>
                <a:spcPct val="120000"/>
              </a:lnSpc>
              <a:spcBef>
                <a:spcPts val="64"/>
              </a:spcBef>
              <a:spcAft>
                <a:spcPts val="0"/>
              </a:spcAft>
              <a:buClr>
                <a:srgbClr val="888888"/>
              </a:buClr>
              <a:buSzPct val="100000"/>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200">
                <a:solidFill>
                  <a:schemeClr val="lt1"/>
                </a:solidFill>
                <a:latin typeface="Times New Roman"/>
                <a:ea typeface="Times New Roman"/>
                <a:cs typeface="Times New Roman"/>
                <a:sym typeface="Times New Roman"/>
              </a:rPr>
              <a:t>Và Rất Thánh Đức Bà chịu thai bởi phép Đức Chúa Thánh Thần. </a:t>
            </a:r>
            <a:r>
              <a:rPr b="1" i="1" lang="en-US" sz="4800">
                <a:solidFill>
                  <a:schemeClr val="accent4"/>
                </a:solidFill>
                <a:latin typeface="Times New Roman"/>
                <a:ea typeface="Times New Roman"/>
                <a:cs typeface="Times New Roman"/>
                <a:sym typeface="Times New Roman"/>
              </a:rPr>
              <a:t>Kính mừng….. </a:t>
            </a:r>
            <a:br>
              <a:rPr b="1" i="1" lang="en-US" sz="6000">
                <a:solidFill>
                  <a:schemeClr val="accent4"/>
                </a:solidFill>
                <a:latin typeface="Times New Roman"/>
                <a:ea typeface="Times New Roman"/>
                <a:cs typeface="Times New Roman"/>
                <a:sym typeface="Times New Roman"/>
              </a:rPr>
            </a:br>
            <a:endParaRPr b="1" i="1" sz="6000">
              <a:solidFill>
                <a:schemeClr val="accent4"/>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7200"/>
              <a:buNone/>
            </a:pPr>
            <a:r>
              <a:t/>
            </a:r>
            <a:endParaRPr b="1" i="1" sz="72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 </a:t>
            </a:r>
            <a:r>
              <a:rPr b="1" lang="en-US" sz="7200">
                <a:solidFill>
                  <a:schemeClr val="lt1"/>
                </a:solidFill>
                <a:latin typeface="Times New Roman"/>
                <a:ea typeface="Times New Roman"/>
                <a:cs typeface="Times New Roman"/>
                <a:sym typeface="Times New Roman"/>
              </a:rPr>
              <a:t>Này tôi là tôi tá Đức Chúa Trời.</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500">
                <a:solidFill>
                  <a:schemeClr val="lt1"/>
                </a:solidFill>
                <a:latin typeface="Times New Roman"/>
                <a:ea typeface="Times New Roman"/>
                <a:cs typeface="Times New Roman"/>
                <a:sym typeface="Times New Roman"/>
              </a:rPr>
              <a:t>Tôi xin vâng như lời Thánh Thiên Thần truyền.</a:t>
            </a:r>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u="sng">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Chốc ấy Ngôi Thứ Hai xuống thế làm người.</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1"/>
              </a:buClr>
              <a:buSzPts val="4800"/>
              <a:buNone/>
            </a:pPr>
            <a:br>
              <a:rPr b="1" i="1" lang="en-US" sz="4800" u="sng">
                <a:solidFill>
                  <a:schemeClr val="accent1"/>
                </a:solidFill>
                <a:latin typeface="Times New Roman"/>
                <a:ea typeface="Times New Roman"/>
                <a:cs typeface="Times New Roman"/>
                <a:sym typeface="Times New Roman"/>
              </a:rPr>
            </a:br>
            <a:r>
              <a:rPr b="1" i="1" lang="en-US" sz="4800">
                <a:solidFill>
                  <a:schemeClr val="accent4"/>
                </a:solidFill>
                <a:latin typeface="Times New Roman"/>
                <a:ea typeface="Times New Roman"/>
                <a:cs typeface="Times New Roman"/>
                <a:sym typeface="Times New Roman"/>
              </a:rPr>
              <a:t>Đáp: </a:t>
            </a:r>
            <a:r>
              <a:rPr b="1" lang="en-US" sz="8000">
                <a:solidFill>
                  <a:schemeClr val="lt1"/>
                </a:solidFill>
                <a:latin typeface="Times New Roman"/>
                <a:ea typeface="Times New Roman"/>
                <a:cs typeface="Times New Roman"/>
                <a:sym typeface="Times New Roman"/>
              </a:rPr>
              <a:t>Và ở cùng </a:t>
            </a:r>
            <a:br>
              <a:rPr b="1" lang="en-US" sz="8000">
                <a:solidFill>
                  <a:schemeClr val="lt1"/>
                </a:solidFill>
                <a:latin typeface="Times New Roman"/>
                <a:ea typeface="Times New Roman"/>
                <a:cs typeface="Times New Roman"/>
                <a:sym typeface="Times New Roman"/>
              </a:rPr>
            </a:br>
            <a:r>
              <a:rPr b="1" lang="en-US" sz="8000">
                <a:solidFill>
                  <a:schemeClr val="lt1"/>
                </a:solidFill>
                <a:latin typeface="Times New Roman"/>
                <a:ea typeface="Times New Roman"/>
                <a:cs typeface="Times New Roman"/>
                <a:sym typeface="Times New Roman"/>
              </a:rPr>
              <a:t>chúng con.</a:t>
            </a:r>
            <a:endParaRPr b="1" sz="6600">
              <a:solidFill>
                <a:schemeClr val="lt1"/>
              </a:solidFill>
              <a:latin typeface="Times New Roman"/>
              <a:ea typeface="Times New Roman"/>
              <a:cs typeface="Times New Roman"/>
              <a:sym typeface="Times New Roman"/>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000"/>
              <a:buNone/>
            </a:pPr>
            <a:r>
              <a:t/>
            </a:r>
            <a:endParaRPr b="1" i="1" sz="40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7200">
                <a:solidFill>
                  <a:schemeClr val="lt1"/>
                </a:solidFill>
                <a:latin typeface="Times New Roman"/>
                <a:ea typeface="Times New Roman"/>
                <a:cs typeface="Times New Roman"/>
                <a:sym typeface="Times New Roman"/>
              </a:rPr>
              <a:t>Lạy Rất Thánh Đức Mẹ Chúa Trời, xin cầu cho chúng con.</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l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a:t>
            </a:r>
            <a:r>
              <a:rPr b="1" i="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Đáng chịu lấy những sự Chúa Kitô đã hứa.</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LỜI NGUYỆN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572"/>
              </a:spcBef>
              <a:spcAft>
                <a:spcPts val="0"/>
              </a:spcAft>
              <a:buClr>
                <a:schemeClr val="lt1"/>
              </a:buClr>
              <a:buSzPct val="100000"/>
              <a:buNone/>
            </a:pPr>
            <a:r>
              <a:rPr b="1" lang="en-US" sz="8500">
                <a:solidFill>
                  <a:schemeClr val="lt1"/>
                </a:solidFill>
                <a:latin typeface="Times New Roman"/>
                <a:ea typeface="Times New Roman"/>
                <a:cs typeface="Times New Roman"/>
                <a:sym typeface="Times New Roman"/>
              </a:rPr>
              <a:t>Lạy Chúa, chúng con xin Chúa ban ơn Chúa xuống trong linh hồn chúng con,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kẻ đã nhờ lời Thánh Thiên Thần truyền, mà biết thật Chúa Kitô là Con Chúa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xuống thế làm người, thì xin vì công ơn Con Chúa chịu nạn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chết trên cây Thánh Giá, cho chúng con ngày sau khi sống lại,</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888888"/>
              </a:buClr>
              <a:buSzPts val="1800"/>
              <a:buNone/>
            </a:pPr>
            <a:r>
              <a:t/>
            </a:r>
            <a:endParaRPr b="1" sz="18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được đến nơi vinh hiển, cũng vì công nghiệp Chúa Kitô là Chúa chúng con. Amen.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TIN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tin thật có một Đức Chúa Trời là Đấng thưởng phạt vô cùng.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Con lại tin thật Đức Chúa Trời có Ba Ngôi, mà Ngôi Thứ Hai đã xuống thế làm người,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nạn chịu chết mà chuộc tội cho thiên hạ.</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8"/>
          <p:cNvSpPr txBox="1"/>
          <p:nvPr>
            <p:ph idx="1" type="subTitle"/>
          </p:nvPr>
        </p:nvSpPr>
        <p:spPr>
          <a:xfrm>
            <a:off x="0" y="1"/>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Bấy nhiêu điều ấy cùng các điều Hội Thánh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con tin vững vàng, vì Chúa là</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Đấng thông minh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0"/>
          <p:cNvSpPr txBox="1"/>
          <p:nvPr>
            <p:ph idx="1" type="subTitle"/>
          </p:nvPr>
        </p:nvSpPr>
        <p:spPr>
          <a:xfrm>
            <a:off x="0" y="-9"/>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chân thật vô cùng đã phán truyền cho Hội Thánh. Amen.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CẬY</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trông cậy vững vàng, vì công nghiệp Đức Chúa Giêsu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Chúa sẽ ban ơn cho con giữ đạo nên ở đời này,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cho ngày sau được lên thiên đàng xem thấy mặt Đức Chúa Trời hưởng phước đời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4"/>
          <p:cNvSpPr txBox="1"/>
          <p:nvPr>
            <p:ph idx="1" type="subTitle"/>
          </p:nvPr>
        </p:nvSpPr>
        <p:spPr>
          <a:xfrm>
            <a:off x="0" y="1"/>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Chúa là Đấng phép tắc và lòng lành vô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phán hứa sự ấy chẳng có lẽ nào sai đặng.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3715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MẾN</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Chúa con, con kính mến Chúa hết lòng hết sức trên hết mọi sự,</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vì Chúa là Đấng trọn tốt trọn lành vô cùng,</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lại vì Chúa thì con thương yêu người ta như mình con vậy.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KINH SẤP MÌNH</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Chúa con, con sấp mình xuống trước mặt Chúa con. Con tin thật Chúa ở khắp mọi nơi,</a:t>
            </a:r>
            <a:endParaRPr b="1" sz="8800">
              <a:solidFill>
                <a:schemeClr val="lt1"/>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thông biết mọi sự, hằng xem thấy con, hằng nghe lời con cầu nguyện.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Chúa rất nhân từ  hãy đoái xem sự nghèo ngặt con và nhậm lời con nguyện.</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xin hãy mở miệng lưỡi con ra, thì con sẽ cao rao những lời ngợi khen Chúa.</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chúng con! Vì dấu † Thánh giá, xin chữa † chúng con, cho khỏi † kẻ thù.</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4"/>
          <p:cNvSpPr txBox="1"/>
          <p:nvPr>
            <p:ph idx="1" type="subTitle"/>
          </p:nvPr>
        </p:nvSpPr>
        <p:spPr>
          <a:xfrm>
            <a:off x="0" y="1"/>
            <a:ext cx="9030984"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br>
              <a:rPr b="1" lang="en-US" sz="48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Nhân danh Cha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Con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và Thánh Thần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LẠY NỮ VƯƠNG</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Nữ Vương, Mẹ nhân lành làm cho chúng con đặng sống, đặng vui, đặng cậy.</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Thân lạy Mẹ! chúng con, con cháu Evà ở chốn khách đày kêu đến cùng Bà,</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ở nơi khóc lóc than thở kêu khẩn Bà thương. Hỡi Ôi! Bà là chủ bầu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5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500"/>
              <a:buNone/>
            </a:pPr>
            <a:r>
              <a:rPr b="1" lang="en-US" sz="7500">
                <a:solidFill>
                  <a:schemeClr val="lt1"/>
                </a:solidFill>
                <a:latin typeface="Times New Roman"/>
                <a:ea typeface="Times New Roman"/>
                <a:cs typeface="Times New Roman"/>
                <a:sym typeface="Times New Roman"/>
              </a:rPr>
              <a:t>xin ghé mắt thương xem chúng con. Đến sau khỏi đày,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cho chúng con được thấy Đức Chúa Giêsu con lòng Bà gồm phúc lạ.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Ôi khoan thay! nhân thay! dịu thay! Thánh Maria trọn đời đồng trinh. Amen.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pic>
        <p:nvPicPr>
          <p:cNvPr id="338" name="Google Shape;338;g3c85b1f4576_0_33" title="LN_Tat_Nien.jpg"/>
          <p:cNvPicPr preferRelativeResize="0"/>
          <p:nvPr/>
        </p:nvPicPr>
        <p:blipFill>
          <a:blip r:embed="rId3">
            <a:alphaModFix/>
          </a:blip>
          <a:stretch>
            <a:fillRect/>
          </a:stretch>
        </p:blipFill>
        <p:spPr>
          <a:xfrm>
            <a:off x="0" y="0"/>
            <a:ext cx="9143997" cy="5143490"/>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g3b26357b4a1_0_5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NHẬP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VỀ NƠI ĐÂY</a:t>
            </a:r>
            <a:br>
              <a:rPr b="1" i="0" lang="en-US" sz="4700">
                <a:latin typeface="Times New Roman"/>
                <a:ea typeface="Times New Roman"/>
                <a:cs typeface="Times New Roman"/>
                <a:sym typeface="Times New Roman"/>
              </a:rPr>
            </a:br>
            <a:r>
              <a:rPr b="1" i="1" lang="en-US" sz="3300">
                <a:solidFill>
                  <a:schemeClr val="accent4"/>
                </a:solidFill>
                <a:latin typeface="Times New Roman"/>
                <a:ea typeface="Times New Roman"/>
                <a:cs typeface="Times New Roman"/>
                <a:sym typeface="Times New Roman"/>
              </a:rPr>
              <a:t>(Lm. </a:t>
            </a:r>
            <a:r>
              <a:rPr b="1" i="1" lang="en-US" sz="3300">
                <a:solidFill>
                  <a:schemeClr val="accent4"/>
                </a:solidFill>
                <a:latin typeface="Times New Roman"/>
                <a:ea typeface="Times New Roman"/>
                <a:cs typeface="Times New Roman"/>
                <a:sym typeface="Times New Roman"/>
              </a:rPr>
              <a:t>Nguyễn Duy</a:t>
            </a:r>
            <a:r>
              <a:rPr b="1" i="1" lang="en-US" sz="3300">
                <a:solidFill>
                  <a:schemeClr val="accent4"/>
                </a:solidFill>
                <a:latin typeface="Times New Roman"/>
                <a:ea typeface="Times New Roman"/>
                <a:cs typeface="Times New Roman"/>
                <a:sym typeface="Times New Roman"/>
              </a:rPr>
              <a:t>)</a:t>
            </a:r>
            <a:endParaRPr b="1" sz="3300">
              <a:solidFill>
                <a:schemeClr val="accent4"/>
              </a:solidFill>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g3b26357b4a1_0_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a:t>
            </a:r>
            <a:r>
              <a:rPr b="1" lang="en-US" sz="7500">
                <a:solidFill>
                  <a:srgbClr val="FFFF00"/>
                </a:solidFill>
                <a:latin typeface="Times New Roman"/>
                <a:ea typeface="Times New Roman"/>
                <a:cs typeface="Times New Roman"/>
                <a:sym typeface="Times New Roman"/>
              </a:rPr>
              <a:t> </a:t>
            </a:r>
            <a:r>
              <a:rPr b="1" lang="en-US" sz="7500">
                <a:solidFill>
                  <a:schemeClr val="lt1"/>
                </a:solidFill>
                <a:latin typeface="Times New Roman"/>
                <a:ea typeface="Times New Roman"/>
                <a:cs typeface="Times New Roman"/>
                <a:sym typeface="Times New Roman"/>
              </a:rPr>
              <a:t>Chúng con về nơi đây dâng ngàn tiếng ca,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g3b5c728cec8_0_1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chúng con về nơi đây để tạ ơn Thiên Chúa.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g3bbbf7d17f7_0_1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Qua bao tháng năm mong chờ, say sưa thánh ân vô bờ,</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g3bbbf7d17f7_0_13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được cùng nhau bên Chúa thỏa lòng con ước mơ.</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g3bebe0ff2f1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a:t>
            </a:r>
            <a:r>
              <a:rPr b="1" lang="en-US" sz="7500">
                <a:solidFill>
                  <a:srgbClr val="FFFF00"/>
                </a:solidFill>
                <a:latin typeface="Times New Roman"/>
                <a:ea typeface="Times New Roman"/>
                <a:cs typeface="Times New Roman"/>
                <a:sym typeface="Times New Roman"/>
              </a:rPr>
              <a:t> </a:t>
            </a:r>
            <a:r>
              <a:rPr b="1" lang="en-US" sz="7500">
                <a:solidFill>
                  <a:schemeClr val="lt1"/>
                </a:solidFill>
                <a:latin typeface="Times New Roman"/>
                <a:ea typeface="Times New Roman"/>
                <a:cs typeface="Times New Roman"/>
                <a:sym typeface="Times New Roman"/>
              </a:rPr>
              <a:t>Với tiếng hát rạo rực niềm tin, với ánh mắt đọng lời nguyện xin,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g3bebe0ff2f1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chúng con dâng muôn ngàn ý tình. Từng lời kinh hay từng cuộc sống,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g3bebe0ff2f1_0_6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cùng hòa chung trong tình hiệp nhất,</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g3bebe0ff2f1_0_6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nguyện dâng lên Thiên Chúa tình thương.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g3bebe0ff2f1_0_6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Chúng con về nơi đây dâng ngàn tiếng ca,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g3bebe0ff2f1_0_7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chúng con về nơi đây để tạ ơn Thiên Chúa.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g3bebe0ff2f1_0_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Qua bao tháng năm mong chờ, say sưa thánh ân vô bờ,</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g3bebe0ff2f1_0_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được cùng nhau bên Chúa thỏa lòng con ước mơ.</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pic>
        <p:nvPicPr>
          <p:cNvPr id="408" name="Google Shape;408;g3c85b1f4576_0_37" title="LN_Tat_Nien.jpg"/>
          <p:cNvPicPr preferRelativeResize="0"/>
          <p:nvPr/>
        </p:nvPicPr>
        <p:blipFill>
          <a:blip r:embed="rId3">
            <a:alphaModFix/>
          </a:blip>
          <a:stretch>
            <a:fillRect/>
          </a:stretch>
        </p:blipFill>
        <p:spPr>
          <a:xfrm>
            <a:off x="0" y="0"/>
            <a:ext cx="9143997" cy="5143490"/>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g3ab13fdb44f_0_290"/>
          <p:cNvSpPr txBox="1"/>
          <p:nvPr>
            <p:ph type="ctrTitle"/>
          </p:nvPr>
        </p:nvSpPr>
        <p:spPr>
          <a:xfrm>
            <a:off x="0" y="0"/>
            <a:ext cx="9144000" cy="595800"/>
          </a:xfrm>
          <a:prstGeom prst="rect">
            <a:avLst/>
          </a:prstGeom>
          <a:solidFill>
            <a:srgbClr val="002060"/>
          </a:solidFill>
          <a:ln>
            <a:noFill/>
          </a:ln>
        </p:spPr>
        <p:txBody>
          <a:bodyPr anchorCtr="0" anchor="b" bIns="0" lIns="91425" spcFirstLastPara="1" rIns="91425" wrap="square" tIns="0">
            <a:noAutofit/>
          </a:bodyPr>
          <a:lstStyle/>
          <a:p>
            <a:pPr indent="0" lvl="0" marL="0" rtl="0" algn="ctr">
              <a:lnSpc>
                <a:spcPct val="100000"/>
              </a:lnSpc>
              <a:spcBef>
                <a:spcPts val="0"/>
              </a:spcBef>
              <a:spcAft>
                <a:spcPts val="0"/>
              </a:spcAft>
              <a:buClr>
                <a:schemeClr val="accent4"/>
              </a:buClr>
              <a:buSzPts val="15840"/>
              <a:buFont typeface="Arial"/>
              <a:buNone/>
            </a:pPr>
            <a:r>
              <a:rPr b="1" lang="en-US" sz="4000">
                <a:solidFill>
                  <a:schemeClr val="accent4"/>
                </a:solidFill>
                <a:latin typeface="Times New Roman"/>
                <a:ea typeface="Times New Roman"/>
                <a:cs typeface="Times New Roman"/>
                <a:sym typeface="Times New Roman"/>
              </a:rPr>
              <a:t>KINH VINH DANH</a:t>
            </a:r>
            <a:endParaRPr b="1" sz="4000">
              <a:solidFill>
                <a:schemeClr val="accent2"/>
              </a:solidFill>
              <a:latin typeface="Times New Roman"/>
              <a:ea typeface="Times New Roman"/>
              <a:cs typeface="Times New Roman"/>
              <a:sym typeface="Times New Roman"/>
            </a:endParaRPr>
          </a:p>
        </p:txBody>
      </p:sp>
      <p:sp>
        <p:nvSpPr>
          <p:cNvPr id="414" name="Google Shape;414;g3ab13fdb44f_0_290"/>
          <p:cNvSpPr txBox="1"/>
          <p:nvPr/>
        </p:nvSpPr>
        <p:spPr>
          <a:xfrm>
            <a:off x="0" y="514350"/>
            <a:ext cx="9144000" cy="4629000"/>
          </a:xfrm>
          <a:prstGeom prst="rect">
            <a:avLst/>
          </a:prstGeom>
          <a:solidFill>
            <a:srgbClr val="002060"/>
          </a:solidFill>
          <a:ln>
            <a:noFill/>
          </a:ln>
        </p:spPr>
        <p:txBody>
          <a:bodyPr anchorCtr="0" anchor="ctr" bIns="0" lIns="91425" spcFirstLastPara="1" rIns="91425" wrap="square" tIns="0">
            <a:noAutofit/>
          </a:bodyPr>
          <a:lstStyle/>
          <a:p>
            <a:pPr indent="0" lvl="0" marL="0" marR="0" rtl="0" algn="just">
              <a:lnSpc>
                <a:spcPct val="100000"/>
              </a:lnSpc>
              <a:spcBef>
                <a:spcPts val="0"/>
              </a:spcBef>
              <a:spcAft>
                <a:spcPts val="0"/>
              </a:spcAft>
              <a:buClr>
                <a:srgbClr val="EE0000"/>
              </a:buClr>
              <a:buSzPts val="9600"/>
              <a:buFont typeface="Times"/>
              <a:buNone/>
            </a:pPr>
            <a:r>
              <a:rPr b="1" i="0" lang="en-US" sz="7600" u="none" cap="none" strike="noStrike">
                <a:solidFill>
                  <a:srgbClr val="FFFF00"/>
                </a:solidFill>
                <a:latin typeface="Times"/>
                <a:ea typeface="Times"/>
                <a:cs typeface="Times"/>
                <a:sym typeface="Times"/>
              </a:rPr>
              <a:t>CT:</a:t>
            </a:r>
            <a:r>
              <a:rPr b="1" i="1" lang="en-US" sz="7600" u="none" cap="none" strike="noStrike">
                <a:solidFill>
                  <a:srgbClr val="C00000"/>
                </a:solidFill>
                <a:latin typeface="Times"/>
                <a:ea typeface="Times"/>
                <a:cs typeface="Times"/>
                <a:sym typeface="Times"/>
              </a:rPr>
              <a:t> </a:t>
            </a:r>
            <a:r>
              <a:rPr b="1" i="0" lang="en-US" sz="7600" u="none" cap="none" strike="noStrike">
                <a:solidFill>
                  <a:schemeClr val="lt1"/>
                </a:solidFill>
                <a:latin typeface="Times"/>
                <a:ea typeface="Times"/>
                <a:cs typeface="Times"/>
                <a:sym typeface="Times"/>
              </a:rPr>
              <a:t>Vinh danh Thiên Chúa trên các tầng trời</a:t>
            </a:r>
            <a:endParaRPr b="1" i="0" sz="7600" u="none" cap="none" strike="noStrike">
              <a:solidFill>
                <a:schemeClr val="lt1"/>
              </a:solidFill>
              <a:latin typeface="Times"/>
              <a:ea typeface="Times"/>
              <a:cs typeface="Times"/>
              <a:sym typeface="Times"/>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g3ab13fdb44f_0_29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9600"/>
              <a:buFont typeface="Times"/>
              <a:buNone/>
            </a:pPr>
            <a:r>
              <a:rPr b="1" lang="en-US" sz="7600">
                <a:solidFill>
                  <a:srgbClr val="FF3399"/>
                </a:solidFill>
                <a:latin typeface="Times"/>
                <a:ea typeface="Times"/>
                <a:cs typeface="Times"/>
                <a:sym typeface="Times"/>
              </a:rPr>
              <a:t>A+B: </a:t>
            </a:r>
            <a:r>
              <a:rPr b="1" lang="en-US" sz="7600">
                <a:solidFill>
                  <a:schemeClr val="lt1"/>
                </a:solidFill>
                <a:latin typeface="Times"/>
                <a:ea typeface="Times"/>
                <a:cs typeface="Times"/>
                <a:sym typeface="Times"/>
              </a:rPr>
              <a:t>và bình an dưới thế cho người thiện tâm.</a:t>
            </a:r>
            <a:endParaRPr b="1" sz="7600">
              <a:solidFill>
                <a:schemeClr val="lt1"/>
              </a:solidFill>
              <a:latin typeface="Times"/>
              <a:ea typeface="Times"/>
              <a:cs typeface="Times"/>
              <a:sym typeface="Times"/>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25" name="Shape 425"/>
        <p:cNvGrpSpPr/>
        <p:nvPr/>
      </p:nvGrpSpPr>
      <p:grpSpPr>
        <a:xfrm>
          <a:off x="0" y="0"/>
          <a:ext cx="0" cy="0"/>
          <a:chOff x="0" y="0"/>
          <a:chExt cx="0" cy="0"/>
        </a:xfrm>
      </p:grpSpPr>
      <p:sp>
        <p:nvSpPr>
          <p:cNvPr id="426" name="Google Shape;426;g3ab13fdb44f_0_30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Chúng con ca ngợi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chúc tụng Chúa,</a:t>
            </a:r>
            <a:endParaRPr b="1" sz="7600">
              <a:solidFill>
                <a:schemeClr val="lt1"/>
              </a:solidFill>
              <a:latin typeface="Times"/>
              <a:ea typeface="Times"/>
              <a:cs typeface="Times"/>
              <a:sym typeface="Times"/>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g3ab13fdb44f_0_30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thờ lạy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chúng con tôn vinh Chúa,</a:t>
            </a:r>
            <a:endParaRPr b="1" sz="7600">
              <a:solidFill>
                <a:schemeClr val="lt1"/>
              </a:solidFill>
              <a:latin typeface="Times"/>
              <a:ea typeface="Times"/>
              <a:cs typeface="Times"/>
              <a:sym typeface="Times"/>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g3ab13fdb44f_0_31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cảm tạ Chúa vì vinh quang cao cả Chúa.</a:t>
            </a:r>
            <a:endParaRPr sz="7600">
              <a:solidFill>
                <a:schemeClr val="lt1"/>
              </a:solidFill>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g3ab13fdb44f_0_31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200"/>
              <a:buFont typeface="Times"/>
              <a:buNone/>
            </a:pP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Lạy Chúa là Thiên Chúa, là Vua trên trời, là Chúa Cha toàn năng.</a:t>
            </a:r>
            <a:endParaRPr b="1" sz="7600">
              <a:solidFill>
                <a:schemeClr val="lt1"/>
              </a:solidFill>
              <a:latin typeface="Times"/>
              <a:ea typeface="Times"/>
              <a:cs typeface="Times"/>
              <a:sym typeface="Times"/>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g3ab13fdb44f_0_32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80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Lạy Con một Thiên Chúa, Chúa Giêsu Kitô.</a:t>
            </a:r>
            <a:endParaRPr sz="7600">
              <a:solidFill>
                <a:schemeClr val="lt1"/>
              </a:solidFill>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g3ab13fdb44f_0_32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7200"/>
              <a:buFont typeface="Times"/>
              <a:buNone/>
            </a:pPr>
            <a:r>
              <a:rPr b="1" lang="en-US" sz="7600">
                <a:solidFill>
                  <a:srgbClr val="FFFF00"/>
                </a:solidFill>
                <a:latin typeface="Times"/>
                <a:ea typeface="Times"/>
                <a:cs typeface="Times"/>
                <a:sym typeface="Times"/>
              </a:rPr>
              <a:t>B:</a:t>
            </a:r>
            <a:r>
              <a:rPr b="1" lang="en-US" sz="7600">
                <a:solidFill>
                  <a:schemeClr val="lt1"/>
                </a:solidFill>
                <a:latin typeface="Times"/>
                <a:ea typeface="Times"/>
                <a:cs typeface="Times"/>
                <a:sym typeface="Times"/>
              </a:rPr>
              <a:t> Lạy Chúa là Thiên Chúa, là Chiên Thiên Chúa, là Con Ðức Chúa Cha,</a:t>
            </a:r>
            <a:endParaRPr sz="4800">
              <a:solidFill>
                <a:schemeClr val="lt1"/>
              </a:solidFill>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g3ab13fdb44f_0_33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xóa tội trần gian,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g3ab13fdb44f_0_33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0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Chúa xóa tội trần gian, xin nhậm lời chúng con cầu khẩn.</a:t>
            </a:r>
            <a:endParaRPr sz="7600">
              <a:solidFill>
                <a:schemeClr val="lt1"/>
              </a:solidFill>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g3ab13fdb44f_0_34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ngự bên hữu Ðức Chúa Cha,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g3ab13fdb44f_0_34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8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Vì lạy Chúa Giêsu Kitô, chỉ có Chúa là Ðấng Thánh,</a:t>
            </a:r>
            <a:endParaRPr sz="7600">
              <a:solidFill>
                <a:schemeClr val="lt1"/>
              </a:solidFill>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g3ab13fdb44f_0_35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dk1"/>
              </a:buClr>
              <a:buSzPts val="8000"/>
              <a:buFont typeface="Times"/>
              <a:buNone/>
            </a:pPr>
            <a:r>
              <a:rPr b="1" lang="en-US" sz="7600">
                <a:solidFill>
                  <a:schemeClr val="lt1"/>
                </a:solidFill>
                <a:latin typeface="Times"/>
                <a:ea typeface="Times"/>
                <a:cs typeface="Times"/>
                <a:sym typeface="Times"/>
              </a:rPr>
              <a:t>chỉ có Chúa là Chúa, chỉ có Chúa là Ðấng Tối Cao,</a:t>
            </a:r>
            <a:endParaRPr sz="7600">
              <a:solidFill>
                <a:schemeClr val="lt1"/>
              </a:solidFill>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g3ab13fdb44f_0_35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7200"/>
              <a:buFont typeface="Times"/>
              <a:buNone/>
            </a:pPr>
            <a:r>
              <a:rPr b="1" lang="en-US" sz="7200">
                <a:solidFill>
                  <a:srgbClr val="FF3399"/>
                </a:solidFill>
                <a:latin typeface="Times"/>
                <a:ea typeface="Times"/>
                <a:cs typeface="Times"/>
                <a:sym typeface="Times"/>
              </a:rPr>
              <a:t>A+B: </a:t>
            </a:r>
            <a:r>
              <a:rPr b="1" lang="en-US" sz="7200">
                <a:solidFill>
                  <a:schemeClr val="lt1"/>
                </a:solidFill>
                <a:latin typeface="Times"/>
                <a:ea typeface="Times"/>
                <a:cs typeface="Times"/>
                <a:sym typeface="Times"/>
              </a:rPr>
              <a:t>Cùng Ðức Chúa Thánh Thần trong vinh quang Ðức Chúa Cha.</a:t>
            </a:r>
            <a:r>
              <a:rPr b="1" lang="en-US" sz="7200">
                <a:latin typeface="Times"/>
                <a:ea typeface="Times"/>
                <a:cs typeface="Times"/>
                <a:sym typeface="Times"/>
              </a:rPr>
              <a:t> </a:t>
            </a:r>
            <a:r>
              <a:rPr b="1" lang="en-US" sz="7200">
                <a:solidFill>
                  <a:schemeClr val="lt1"/>
                </a:solidFill>
                <a:latin typeface="Times"/>
                <a:ea typeface="Times"/>
                <a:cs typeface="Times"/>
                <a:sym typeface="Times"/>
              </a:rPr>
              <a:t>Amen.</a:t>
            </a:r>
            <a:endParaRPr sz="7200">
              <a:solidFill>
                <a:schemeClr val="lt1"/>
              </a:solidFill>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pic>
        <p:nvPicPr>
          <p:cNvPr id="497" name="Google Shape;497;g3c85b1f4576_0_41" title="LN_Tat_Nien.jpg"/>
          <p:cNvPicPr preferRelativeResize="0"/>
          <p:nvPr/>
        </p:nvPicPr>
        <p:blipFill>
          <a:blip r:embed="rId3">
            <a:alphaModFix/>
          </a:blip>
          <a:stretch>
            <a:fillRect/>
          </a:stretch>
        </p:blipFill>
        <p:spPr>
          <a:xfrm>
            <a:off x="0" y="0"/>
            <a:ext cx="9143997" cy="5143490"/>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1" name="Shape 501"/>
        <p:cNvGrpSpPr/>
        <p:nvPr/>
      </p:nvGrpSpPr>
      <p:grpSpPr>
        <a:xfrm>
          <a:off x="0" y="0"/>
          <a:ext cx="0" cy="0"/>
          <a:chOff x="0" y="0"/>
          <a:chExt cx="0" cy="0"/>
        </a:xfrm>
      </p:grpSpPr>
      <p:pic>
        <p:nvPicPr>
          <p:cNvPr id="502" name="Google Shape;502;p133" title="TatNien_BaiDoc1_Is63_7-9.jpg"/>
          <p:cNvPicPr preferRelativeResize="0"/>
          <p:nvPr/>
        </p:nvPicPr>
        <p:blipFill>
          <a:blip r:embed="rId3">
            <a:alphaModFix/>
          </a:blip>
          <a:stretch>
            <a:fillRect/>
          </a:stretch>
        </p:blipFill>
        <p:spPr>
          <a:xfrm>
            <a:off x="0" y="0"/>
            <a:ext cx="9144000" cy="5143505"/>
          </a:xfrm>
          <a:prstGeom prst="rect">
            <a:avLst/>
          </a:prstGeom>
          <a:noFill/>
          <a:ln>
            <a:noFill/>
          </a:ln>
        </p:spPr>
      </p:pic>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g3a42a8b53c1_2_73"/>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ĐÁP CA</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VỊNH 120</a:t>
            </a:r>
            <a:br>
              <a:rPr b="1" i="0" lang="en-US" sz="4700">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(Lm. Thái Nguyên)</a:t>
            </a:r>
            <a:br>
              <a:rPr b="1" i="1" lang="en-US" sz="4700">
                <a:solidFill>
                  <a:schemeClr val="accent4"/>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(03 câu)</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g3a42a8b53c1_2_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 </a:t>
            </a:r>
            <a:r>
              <a:rPr b="1" lang="en-US" sz="8000">
                <a:solidFill>
                  <a:schemeClr val="lt1"/>
                </a:solidFill>
                <a:latin typeface="Times New Roman"/>
                <a:ea typeface="Times New Roman"/>
                <a:cs typeface="Times New Roman"/>
                <a:sym typeface="Times New Roman"/>
              </a:rPr>
              <a:t>ôi ngước mắt nhìn lên trên đỉnh núi, ơn phù trợ tôi bởi nơi nao?</a:t>
            </a:r>
            <a:r>
              <a:rPr b="1" lang="en-US" sz="8000">
                <a:solidFill>
                  <a:schemeClr val="lt1"/>
                </a:solidFill>
                <a:latin typeface="Times New Roman"/>
                <a:ea typeface="Times New Roman"/>
                <a:cs typeface="Times New Roman"/>
                <a:sym typeface="Times New Roman"/>
              </a:rPr>
              <a:t>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g3b26357b4a1_0_33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Ơn phù trợ tôi ở nơi Danh Chúa Đấng tạo thành đất trời.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g3a42a8b53c1_2_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Ơn phù trợ tôi ở nơi Danh Chúa là Đấng tạo thành đất trời.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g3bebe0ff2f1_0_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Đời tôi ở trong tay Ngài từ nay không còn sợ chi.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g3b26357b4a1_0_3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2. </a:t>
            </a:r>
            <a:r>
              <a:rPr b="1" lang="en-US" sz="8000">
                <a:solidFill>
                  <a:schemeClr val="lt1"/>
                </a:solidFill>
                <a:latin typeface="Times New Roman"/>
                <a:ea typeface="Times New Roman"/>
                <a:cs typeface="Times New Roman"/>
                <a:sym typeface="Times New Roman"/>
              </a:rPr>
              <a:t>Chúa sẽ giữ gìn ngươi trong mọi lúc, không để đời ngươi phải vong thân,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sp>
        <p:nvSpPr>
          <p:cNvPr id="537" name="Google Shape;537;g3b26357b4a1_0_3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không để chân ngươi phải đi trượt bước giữa đường đời nguy nàn.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g3bebe0ff2f1_0_1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Ơn phù trợ tôi ở nơi Danh Chúa là Đấng tạo thành đất trời.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g3bebe0ff2f1_0_1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Đời tôi ở trong tay Ngài từ nay không còn sợ chi.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g3b26357b4a1_0_36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3. </a:t>
            </a:r>
            <a:r>
              <a:rPr b="1" lang="en-US" sz="8000">
                <a:solidFill>
                  <a:schemeClr val="lt1"/>
                </a:solidFill>
                <a:latin typeface="Times New Roman"/>
                <a:ea typeface="Times New Roman"/>
                <a:cs typeface="Times New Roman"/>
                <a:sym typeface="Times New Roman"/>
              </a:rPr>
              <a:t>Tay Chúa dắt dìu ngươi trên mọi lối. Chúa chẳng ngủ quên,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g3b26357b4a1_0_37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ẫn ngay bên. Sinh mạng của ngươi ở trong tay Chúa bây giờ và muôn đời.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g3bebe0ff2f1_0_2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Ơn phù trợ tôi ở nơi Danh Chúa là Đấng tạo thành đất trời.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g3bebe0ff2f1_0_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Đời tôi ở trong tay Ngài từ nay không còn sợ chi.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71" name="Shape 571"/>
        <p:cNvGrpSpPr/>
        <p:nvPr/>
      </p:nvGrpSpPr>
      <p:grpSpPr>
        <a:xfrm>
          <a:off x="0" y="0"/>
          <a:ext cx="0" cy="0"/>
          <a:chOff x="0" y="0"/>
          <a:chExt cx="0" cy="0"/>
        </a:xfrm>
      </p:grpSpPr>
      <p:sp>
        <p:nvSpPr>
          <p:cNvPr id="572" name="Google Shape;572;p155"/>
          <p:cNvSpPr/>
          <p:nvPr/>
        </p:nvSpPr>
        <p:spPr>
          <a:xfrm>
            <a:off x="1143" y="0"/>
            <a:ext cx="9141714"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573" name="Google Shape;573;p155" title="TatNien_BaiDoc2_1Cr1_3-9.jpg"/>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8" name="Shape 578"/>
        <p:cNvGrpSpPr/>
        <p:nvPr/>
      </p:nvGrpSpPr>
      <p:grpSpPr>
        <a:xfrm>
          <a:off x="0" y="0"/>
          <a:ext cx="0" cy="0"/>
          <a:chOff x="0" y="0"/>
          <a:chExt cx="0" cy="0"/>
        </a:xfrm>
      </p:grpSpPr>
      <p:sp>
        <p:nvSpPr>
          <p:cNvPr id="579" name="Google Shape;579;p156"/>
          <p:cNvSpPr txBox="1"/>
          <p:nvPr>
            <p:ph type="ctrTitle"/>
          </p:nvPr>
        </p:nvSpPr>
        <p:spPr>
          <a:xfrm>
            <a:off x="0" y="497175"/>
            <a:ext cx="9144000" cy="46461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rgbClr val="EE0000"/>
              </a:buClr>
              <a:buSzPts val="8000"/>
              <a:buFont typeface="Times"/>
              <a:buNone/>
            </a:pPr>
            <a:r>
              <a:rPr b="1" i="1" lang="en-US" sz="6000">
                <a:solidFill>
                  <a:srgbClr val="FFFF00"/>
                </a:solidFill>
                <a:latin typeface="Times"/>
                <a:ea typeface="Times"/>
                <a:cs typeface="Times"/>
                <a:sym typeface="Times"/>
              </a:rPr>
              <a:t>All… All…</a:t>
            </a:r>
            <a:r>
              <a:rPr b="1" i="1" lang="en-US" sz="7000">
                <a:solidFill>
                  <a:srgbClr val="EE0000"/>
                </a:solidFill>
                <a:latin typeface="Times"/>
                <a:ea typeface="Times"/>
                <a:cs typeface="Times"/>
                <a:sym typeface="Times"/>
              </a:rPr>
              <a:t> </a:t>
            </a:r>
            <a:br>
              <a:rPr b="1" i="1" lang="en-US" sz="7200">
                <a:solidFill>
                  <a:srgbClr val="EE0000"/>
                </a:solidFill>
                <a:latin typeface="Times"/>
                <a:ea typeface="Times"/>
                <a:cs typeface="Times"/>
                <a:sym typeface="Times"/>
              </a:rPr>
            </a:br>
            <a:r>
              <a:rPr b="1" lang="en-US" sz="8000">
                <a:solidFill>
                  <a:schemeClr val="lt1"/>
                </a:solidFill>
                <a:latin typeface="Times"/>
                <a:ea typeface="Times"/>
                <a:cs typeface="Times"/>
                <a:sym typeface="Times"/>
              </a:rPr>
              <a:t>Hạnh phúc cho người lắng nghe và </a:t>
            </a:r>
            <a:endParaRPr b="1" sz="8000">
              <a:solidFill>
                <a:schemeClr val="lt1"/>
              </a:solidFill>
              <a:latin typeface="Times"/>
              <a:ea typeface="Times"/>
              <a:cs typeface="Times"/>
              <a:sym typeface="Times"/>
            </a:endParaRPr>
          </a:p>
        </p:txBody>
      </p:sp>
      <p:sp>
        <p:nvSpPr>
          <p:cNvPr id="580" name="Google Shape;580;p156"/>
          <p:cNvSpPr txBox="1"/>
          <p:nvPr/>
        </p:nvSpPr>
        <p:spPr>
          <a:xfrm>
            <a:off x="0" y="-50800"/>
            <a:ext cx="9144000" cy="635000"/>
          </a:xfrm>
          <a:prstGeom prst="rect">
            <a:avLst/>
          </a:prstGeom>
          <a:solidFill>
            <a:srgbClr val="002060"/>
          </a:solid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FF0000"/>
              </a:buClr>
              <a:buSzPts val="3200"/>
              <a:buFont typeface="Times New Roman"/>
              <a:buNone/>
            </a:pPr>
            <a:r>
              <a:rPr b="1" i="0" lang="en-US" sz="3200" u="none" cap="none" strike="noStrike">
                <a:solidFill>
                  <a:schemeClr val="accent2"/>
                </a:solidFill>
                <a:latin typeface="Times New Roman"/>
                <a:ea typeface="Times New Roman"/>
                <a:cs typeface="Times New Roman"/>
                <a:sym typeface="Times New Roman"/>
              </a:rPr>
              <a:t>TUNG HÔ TIN MỪNG</a:t>
            </a:r>
            <a:endParaRPr b="1" i="0" sz="3200" u="none" cap="none" strike="noStrike">
              <a:solidFill>
                <a:schemeClr val="accent2"/>
              </a:solidFill>
              <a:latin typeface="Times New Roman"/>
              <a:ea typeface="Times New Roman"/>
              <a:cs typeface="Times New Roman"/>
              <a:sym typeface="Times New Roman"/>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4" name="Shape 584"/>
        <p:cNvGrpSpPr/>
        <p:nvPr/>
      </p:nvGrpSpPr>
      <p:grpSpPr>
        <a:xfrm>
          <a:off x="0" y="0"/>
          <a:ext cx="0" cy="0"/>
          <a:chOff x="0" y="0"/>
          <a:chExt cx="0" cy="0"/>
        </a:xfrm>
      </p:grpSpPr>
      <p:sp>
        <p:nvSpPr>
          <p:cNvPr id="585" name="Google Shape;585;g3b224b7d20a_0_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dk1"/>
              </a:buClr>
              <a:buSzPts val="8000"/>
              <a:buFont typeface="Times"/>
              <a:buNone/>
            </a:pPr>
            <a:r>
              <a:rPr b="1" lang="en-US" sz="8000">
                <a:solidFill>
                  <a:schemeClr val="lt1"/>
                </a:solidFill>
                <a:latin typeface="Times"/>
                <a:ea typeface="Times"/>
                <a:cs typeface="Times"/>
                <a:sym typeface="Times"/>
              </a:rPr>
              <a:t>luôn tuân giữ Lời Chúa phán truyền.</a:t>
            </a:r>
            <a:br>
              <a:rPr b="1" i="1" lang="en-US" sz="8000">
                <a:latin typeface="Times"/>
                <a:ea typeface="Times"/>
                <a:cs typeface="Times"/>
                <a:sym typeface="Times"/>
              </a:rPr>
            </a:br>
            <a:r>
              <a:rPr b="1" i="1" lang="en-US" sz="7000">
                <a:solidFill>
                  <a:srgbClr val="FFFF00"/>
                </a:solidFill>
                <a:latin typeface="Times"/>
                <a:ea typeface="Times"/>
                <a:cs typeface="Times"/>
                <a:sym typeface="Times"/>
              </a:rPr>
              <a:t>All..</a:t>
            </a:r>
            <a:endParaRPr b="1" sz="7000">
              <a:solidFill>
                <a:srgbClr val="FFFF00"/>
              </a:solidFill>
              <a:latin typeface="Times"/>
              <a:ea typeface="Times"/>
              <a:cs typeface="Times"/>
              <a:sym typeface="Times"/>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9" name="Shape 589"/>
        <p:cNvGrpSpPr/>
        <p:nvPr/>
      </p:nvGrpSpPr>
      <p:grpSpPr>
        <a:xfrm>
          <a:off x="0" y="0"/>
          <a:ext cx="0" cy="0"/>
          <a:chOff x="0" y="0"/>
          <a:chExt cx="0" cy="0"/>
        </a:xfrm>
      </p:grpSpPr>
      <p:pic>
        <p:nvPicPr>
          <p:cNvPr id="590" name="Google Shape;590;g3baa6357486_0_13" title="TatNien_Tin_Mung_Lc1_39-55.jpg"/>
          <p:cNvPicPr preferRelativeResize="0"/>
          <p:nvPr/>
        </p:nvPicPr>
        <p:blipFill>
          <a:blip r:embed="rId3">
            <a:alphaModFix/>
          </a:blip>
          <a:stretch>
            <a:fillRect/>
          </a:stretch>
        </p:blipFill>
        <p:spPr>
          <a:xfrm>
            <a:off x="0" y="0"/>
            <a:ext cx="9144000" cy="5143505"/>
          </a:xfrm>
          <a:prstGeom prst="rect">
            <a:avLst/>
          </a:prstGeom>
          <a:noFill/>
          <a:ln>
            <a:noFill/>
          </a:ln>
        </p:spPr>
      </p:pic>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pic>
        <p:nvPicPr>
          <p:cNvPr id="595" name="Google Shape;595;g3c85b1f4576_0_45" title="LN_Tat_Nien.jpg"/>
          <p:cNvPicPr preferRelativeResize="0"/>
          <p:nvPr/>
        </p:nvPicPr>
        <p:blipFill>
          <a:blip r:embed="rId3">
            <a:alphaModFix/>
          </a:blip>
          <a:stretch>
            <a:fillRect/>
          </a:stretch>
        </p:blipFill>
        <p:spPr>
          <a:xfrm>
            <a:off x="0" y="0"/>
            <a:ext cx="9143997" cy="5143490"/>
          </a:xfrm>
          <a:prstGeom prst="rect">
            <a:avLst/>
          </a:prstGeom>
          <a:noFill/>
          <a:ln>
            <a:noFill/>
          </a:ln>
        </p:spPr>
      </p:pic>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sp>
        <p:nvSpPr>
          <p:cNvPr id="600" name="Google Shape;600;p159"/>
          <p:cNvSpPr txBox="1"/>
          <p:nvPr>
            <p:ph type="ctrTitle"/>
          </p:nvPr>
        </p:nvSpPr>
        <p:spPr>
          <a:xfrm>
            <a:off x="0" y="514351"/>
            <a:ext cx="9144000" cy="4629148"/>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7200"/>
              <a:buFont typeface="Times"/>
              <a:buNone/>
            </a:pPr>
            <a:r>
              <a:rPr b="1" lang="en-US" sz="7200">
                <a:solidFill>
                  <a:schemeClr val="accent4"/>
                </a:solidFill>
                <a:latin typeface="Times"/>
                <a:ea typeface="Times"/>
                <a:cs typeface="Times"/>
                <a:sym typeface="Times"/>
              </a:rPr>
              <a:t>CT: </a:t>
            </a:r>
            <a:r>
              <a:rPr b="1" lang="en-US" sz="7200">
                <a:solidFill>
                  <a:schemeClr val="lt1"/>
                </a:solidFill>
                <a:latin typeface="Times"/>
                <a:ea typeface="Times"/>
                <a:cs typeface="Times"/>
                <a:sym typeface="Times"/>
              </a:rPr>
              <a:t>Tôi tin kính một Thiên Chúa là Cha toàn năng.</a:t>
            </a:r>
            <a:endParaRPr/>
          </a:p>
        </p:txBody>
      </p:sp>
      <p:sp>
        <p:nvSpPr>
          <p:cNvPr id="601" name="Google Shape;601;p159"/>
          <p:cNvSpPr txBox="1"/>
          <p:nvPr/>
        </p:nvSpPr>
        <p:spPr>
          <a:xfrm>
            <a:off x="0" y="0"/>
            <a:ext cx="9144000" cy="738100"/>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4"/>
              </a:buClr>
              <a:buSzPts val="3600"/>
              <a:buFont typeface="Times New Roman"/>
              <a:buNone/>
            </a:pPr>
            <a:r>
              <a:rPr b="1" i="0" lang="en-US" sz="3600" u="none" cap="none" strike="noStrike">
                <a:solidFill>
                  <a:schemeClr val="accent4"/>
                </a:solidFill>
                <a:latin typeface="Times New Roman"/>
                <a:ea typeface="Times New Roman"/>
                <a:cs typeface="Times New Roman"/>
                <a:sym typeface="Times New Roman"/>
              </a:rPr>
              <a:t>KINH TIN KÍNH</a:t>
            </a:r>
            <a:endParaRPr b="1" i="0" sz="3600" u="none" cap="none" strike="noStrike">
              <a:solidFill>
                <a:schemeClr val="accent4"/>
              </a:solidFill>
              <a:latin typeface="Times New Roman"/>
              <a:ea typeface="Times New Roman"/>
              <a:cs typeface="Times New Roman"/>
              <a:sym typeface="Times New Roman"/>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sp>
        <p:nvSpPr>
          <p:cNvPr id="606" name="Google Shape;606;p16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Đấng tạo thành trời đất muôn vật hữu hình và vô hình.</a:t>
            </a:r>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sp>
        <p:nvSpPr>
          <p:cNvPr id="611" name="Google Shape;611;p16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tin kính một Chúa Giê-su Ki-tô Con Một Thiên Chúa,</a:t>
            </a:r>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5" name="Shape 615"/>
        <p:cNvGrpSpPr/>
        <p:nvPr/>
      </p:nvGrpSpPr>
      <p:grpSpPr>
        <a:xfrm>
          <a:off x="0" y="0"/>
          <a:ext cx="0" cy="0"/>
          <a:chOff x="0" y="0"/>
          <a:chExt cx="0" cy="0"/>
        </a:xfrm>
      </p:grpSpPr>
      <p:sp>
        <p:nvSpPr>
          <p:cNvPr id="616" name="Google Shape;616;p16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sinh bởi Đức Chúa Cha từ trước muôn đời.</a:t>
            </a:r>
            <a:endParaRPr b="1" sz="7200">
              <a:solidFill>
                <a:schemeClr val="lt1"/>
              </a:solidFill>
              <a:latin typeface="Times"/>
              <a:ea typeface="Times"/>
              <a:cs typeface="Times"/>
              <a:sym typeface="Times"/>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0" name="Shape 620"/>
        <p:cNvGrpSpPr/>
        <p:nvPr/>
      </p:nvGrpSpPr>
      <p:grpSpPr>
        <a:xfrm>
          <a:off x="0" y="0"/>
          <a:ext cx="0" cy="0"/>
          <a:chOff x="0" y="0"/>
          <a:chExt cx="0" cy="0"/>
        </a:xfrm>
      </p:grpSpPr>
      <p:sp>
        <p:nvSpPr>
          <p:cNvPr id="621" name="Google Shape;621;p16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là Thiên Chúa bởi Thiên Chúa, Ánh Sáng bởi Ánh Sáng,</a:t>
            </a:r>
            <a:endParaRPr b="1" sz="7200">
              <a:solidFill>
                <a:schemeClr val="lt1"/>
              </a:solidFill>
              <a:latin typeface="Times"/>
              <a:ea typeface="Times"/>
              <a:cs typeface="Times"/>
              <a:sym typeface="Times"/>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5" name="Shape 625"/>
        <p:cNvGrpSpPr/>
        <p:nvPr/>
      </p:nvGrpSpPr>
      <p:grpSpPr>
        <a:xfrm>
          <a:off x="0" y="0"/>
          <a:ext cx="0" cy="0"/>
          <a:chOff x="0" y="0"/>
          <a:chExt cx="0" cy="0"/>
        </a:xfrm>
      </p:grpSpPr>
      <p:sp>
        <p:nvSpPr>
          <p:cNvPr id="626" name="Google Shape;626;p16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Thiên Chúa thật bởi Thiên Chúa Thật Được sinh ra mà không phải được tạo thành, </a:t>
            </a:r>
            <a:endParaRPr b="1" sz="7200">
              <a:solidFill>
                <a:schemeClr val="lt1"/>
              </a:solidFill>
              <a:latin typeface="Times"/>
              <a:ea typeface="Times"/>
              <a:cs typeface="Times"/>
              <a:sym typeface="Times"/>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sp>
        <p:nvSpPr>
          <p:cNvPr id="631" name="Google Shape;631;p16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đồng bản thể với Đức Chúa Cha:nhờ Người mà muôn vật được tạo thành.</a:t>
            </a:r>
            <a:endParaRPr b="1" sz="7200">
              <a:solidFill>
                <a:schemeClr val="lt1"/>
              </a:solidFill>
              <a:latin typeface="Times"/>
              <a:ea typeface="Times"/>
              <a:cs typeface="Times"/>
              <a:sym typeface="Times"/>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5" name="Shape 635"/>
        <p:cNvGrpSpPr/>
        <p:nvPr/>
      </p:nvGrpSpPr>
      <p:grpSpPr>
        <a:xfrm>
          <a:off x="0" y="0"/>
          <a:ext cx="0" cy="0"/>
          <a:chOff x="0" y="0"/>
          <a:chExt cx="0" cy="0"/>
        </a:xfrm>
      </p:grpSpPr>
      <p:sp>
        <p:nvSpPr>
          <p:cNvPr id="636" name="Google Shape;636;p16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Vì loài người chúng ta và để cứu độ chúng ta, Người đã từ trời xuống thế.</a:t>
            </a:r>
            <a:endParaRPr b="1" sz="7200">
              <a:solidFill>
                <a:schemeClr val="lt1"/>
              </a:solidFill>
              <a:latin typeface="Times"/>
              <a:ea typeface="Times"/>
              <a:cs typeface="Times"/>
              <a:sym typeface="Times"/>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0" name="Shape 640"/>
        <p:cNvGrpSpPr/>
        <p:nvPr/>
      </p:nvGrpSpPr>
      <p:grpSpPr>
        <a:xfrm>
          <a:off x="0" y="0"/>
          <a:ext cx="0" cy="0"/>
          <a:chOff x="0" y="0"/>
          <a:chExt cx="0" cy="0"/>
        </a:xfrm>
      </p:grpSpPr>
      <p:sp>
        <p:nvSpPr>
          <p:cNvPr id="641" name="Google Shape;641;p16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6800">
                <a:solidFill>
                  <a:schemeClr val="lt1"/>
                </a:solidFill>
                <a:latin typeface="Times"/>
                <a:ea typeface="Times"/>
                <a:cs typeface="Times"/>
                <a:sym typeface="Times"/>
              </a:rPr>
              <a:t>Bởi phép Đức Chúa Thánh Thần Người đã nhập thể trong long Trinh Nữ Maria, và đã làm người.</a:t>
            </a:r>
            <a:endParaRPr b="1" sz="6800">
              <a:solidFill>
                <a:schemeClr val="lt1"/>
              </a:solidFill>
              <a:latin typeface="Times"/>
              <a:ea typeface="Times"/>
              <a:cs typeface="Times"/>
              <a:sym typeface="Times"/>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5" name="Shape 645"/>
        <p:cNvGrpSpPr/>
        <p:nvPr/>
      </p:nvGrpSpPr>
      <p:grpSpPr>
        <a:xfrm>
          <a:off x="0" y="0"/>
          <a:ext cx="0" cy="0"/>
          <a:chOff x="0" y="0"/>
          <a:chExt cx="0" cy="0"/>
        </a:xfrm>
      </p:grpSpPr>
      <p:sp>
        <p:nvSpPr>
          <p:cNvPr id="646" name="Google Shape;646;p16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chịu đóng đinh vào thập giá vì chúng ta, Thời quan Phong-xi-ô Phi-la-tô; </a:t>
            </a:r>
            <a:endParaRPr b="1" sz="7200">
              <a:solidFill>
                <a:schemeClr val="lt1"/>
              </a:solidFill>
              <a:latin typeface="Times"/>
              <a:ea typeface="Times"/>
              <a:cs typeface="Times"/>
              <a:sym typeface="Times"/>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sp>
        <p:nvSpPr>
          <p:cNvPr id="651" name="Google Shape;651;p169"/>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chịu khổ hình và mai táng, ngày thứ ba Người sống lại như lời Thánh Kinh.</a:t>
            </a:r>
            <a:endParaRPr b="1" sz="7200">
              <a:solidFill>
                <a:schemeClr val="lt1"/>
              </a:solidFill>
              <a:latin typeface="Times"/>
              <a:ea typeface="Times"/>
              <a:cs typeface="Times"/>
              <a:sym typeface="Times"/>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5" name="Shape 655"/>
        <p:cNvGrpSpPr/>
        <p:nvPr/>
      </p:nvGrpSpPr>
      <p:grpSpPr>
        <a:xfrm>
          <a:off x="0" y="0"/>
          <a:ext cx="0" cy="0"/>
          <a:chOff x="0" y="0"/>
          <a:chExt cx="0" cy="0"/>
        </a:xfrm>
      </p:grpSpPr>
      <p:sp>
        <p:nvSpPr>
          <p:cNvPr id="656" name="Google Shape;656;p17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a:ea typeface="Times"/>
                <a:cs typeface="Times"/>
                <a:sym typeface="Times"/>
              </a:rPr>
              <a:t>Người lên trời, ngự bên hữu Đức Chúa Cha, và Người sẽ lại đến trong vinh quang</a:t>
            </a:r>
            <a:endParaRPr b="1" sz="7000">
              <a:solidFill>
                <a:schemeClr val="lt1"/>
              </a:solidFill>
              <a:latin typeface="Times"/>
              <a:ea typeface="Times"/>
              <a:cs typeface="Times"/>
              <a:sym typeface="Times"/>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0" name="Shape 660"/>
        <p:cNvGrpSpPr/>
        <p:nvPr/>
      </p:nvGrpSpPr>
      <p:grpSpPr>
        <a:xfrm>
          <a:off x="0" y="0"/>
          <a:ext cx="0" cy="0"/>
          <a:chOff x="0" y="0"/>
          <a:chExt cx="0" cy="0"/>
        </a:xfrm>
      </p:grpSpPr>
      <p:sp>
        <p:nvSpPr>
          <p:cNvPr id="661" name="Google Shape;661;p17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để phán xét kẻ sống và kẻ chết, Nước Người sẽ không bao giờ cùng.</a:t>
            </a:r>
            <a:endParaRPr b="1" sz="7200">
              <a:solidFill>
                <a:schemeClr val="lt1"/>
              </a:solidFill>
              <a:latin typeface="Times"/>
              <a:ea typeface="Times"/>
              <a:cs typeface="Times"/>
              <a:sym typeface="Times"/>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 name="Shape 665"/>
        <p:cNvGrpSpPr/>
        <p:nvPr/>
      </p:nvGrpSpPr>
      <p:grpSpPr>
        <a:xfrm>
          <a:off x="0" y="0"/>
          <a:ext cx="0" cy="0"/>
          <a:chOff x="0" y="0"/>
          <a:chExt cx="0" cy="0"/>
        </a:xfrm>
      </p:grpSpPr>
      <p:sp>
        <p:nvSpPr>
          <p:cNvPr id="666" name="Google Shape;666;p17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tinh kính Đức Chúa Thánh Thần là Thiên Chúa, và là Đấng ban sự sống,</a:t>
            </a:r>
            <a:endParaRPr b="1" sz="7200">
              <a:solidFill>
                <a:schemeClr val="lt1"/>
              </a:solidFill>
              <a:latin typeface="Times"/>
              <a:ea typeface="Times"/>
              <a:cs typeface="Times"/>
              <a:sym typeface="Times"/>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0" name="Shape 670"/>
        <p:cNvGrpSpPr/>
        <p:nvPr/>
      </p:nvGrpSpPr>
      <p:grpSpPr>
        <a:xfrm>
          <a:off x="0" y="0"/>
          <a:ext cx="0" cy="0"/>
          <a:chOff x="0" y="0"/>
          <a:chExt cx="0" cy="0"/>
        </a:xfrm>
      </p:grpSpPr>
      <p:sp>
        <p:nvSpPr>
          <p:cNvPr id="671" name="Google Shape;671;p17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bởi Đức Chúa Cha và Đức Chúa Con mà ra.</a:t>
            </a:r>
            <a:endParaRPr b="1" sz="7200">
              <a:solidFill>
                <a:schemeClr val="lt1"/>
              </a:solidFill>
              <a:latin typeface="Times"/>
              <a:ea typeface="Times"/>
              <a:cs typeface="Times"/>
              <a:sym typeface="Times"/>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5" name="Shape 675"/>
        <p:cNvGrpSpPr/>
        <p:nvPr/>
      </p:nvGrpSpPr>
      <p:grpSpPr>
        <a:xfrm>
          <a:off x="0" y="0"/>
          <a:ext cx="0" cy="0"/>
          <a:chOff x="0" y="0"/>
          <a:chExt cx="0" cy="0"/>
        </a:xfrm>
      </p:grpSpPr>
      <p:sp>
        <p:nvSpPr>
          <p:cNvPr id="676" name="Google Shape;676;p174"/>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được phụng thờ và tôn vinh cùng với Đức Chúa Cha và Đức Chúa Con.</a:t>
            </a:r>
            <a:endParaRPr b="1" sz="7200">
              <a:solidFill>
                <a:schemeClr val="lt1"/>
              </a:solidFill>
              <a:latin typeface="Times"/>
              <a:ea typeface="Times"/>
              <a:cs typeface="Times"/>
              <a:sym typeface="Times"/>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0" name="Shape 680"/>
        <p:cNvGrpSpPr/>
        <p:nvPr/>
      </p:nvGrpSpPr>
      <p:grpSpPr>
        <a:xfrm>
          <a:off x="0" y="0"/>
          <a:ext cx="0" cy="0"/>
          <a:chOff x="0" y="0"/>
          <a:chExt cx="0" cy="0"/>
        </a:xfrm>
      </p:grpSpPr>
      <p:sp>
        <p:nvSpPr>
          <p:cNvPr id="681" name="Google Shape;681;p17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đã dùng các Tiên tri mà phán dạy.</a:t>
            </a:r>
            <a:endParaRPr b="1" sz="7200">
              <a:solidFill>
                <a:schemeClr val="lt1"/>
              </a:solidFill>
              <a:latin typeface="Times"/>
              <a:ea typeface="Times"/>
              <a:cs typeface="Times"/>
              <a:sym typeface="Times"/>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5" name="Shape 685"/>
        <p:cNvGrpSpPr/>
        <p:nvPr/>
      </p:nvGrpSpPr>
      <p:grpSpPr>
        <a:xfrm>
          <a:off x="0" y="0"/>
          <a:ext cx="0" cy="0"/>
          <a:chOff x="0" y="0"/>
          <a:chExt cx="0" cy="0"/>
        </a:xfrm>
      </p:grpSpPr>
      <p:sp>
        <p:nvSpPr>
          <p:cNvPr id="686" name="Google Shape;686;p17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tin Hội Thánh duy nhất, thánh thiện, công giáo và tông truyền.</a:t>
            </a:r>
            <a:endParaRPr b="1" sz="7200">
              <a:solidFill>
                <a:schemeClr val="lt1"/>
              </a:solidFill>
              <a:latin typeface="Times"/>
              <a:ea typeface="Times"/>
              <a:cs typeface="Times"/>
              <a:sym typeface="Times"/>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0" name="Shape 690"/>
        <p:cNvGrpSpPr/>
        <p:nvPr/>
      </p:nvGrpSpPr>
      <p:grpSpPr>
        <a:xfrm>
          <a:off x="0" y="0"/>
          <a:ext cx="0" cy="0"/>
          <a:chOff x="0" y="0"/>
          <a:chExt cx="0" cy="0"/>
        </a:xfrm>
      </p:grpSpPr>
      <p:sp>
        <p:nvSpPr>
          <p:cNvPr id="691" name="Google Shape;691;p17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tuyên xưng có một Phép Rửa để tha tội.</a:t>
            </a:r>
            <a:endParaRPr b="1" sz="7200">
              <a:solidFill>
                <a:schemeClr val="lt1"/>
              </a:solidFill>
              <a:latin typeface="Times"/>
              <a:ea typeface="Times"/>
              <a:cs typeface="Times"/>
              <a:sym typeface="Times"/>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5" name="Shape 695"/>
        <p:cNvGrpSpPr/>
        <p:nvPr/>
      </p:nvGrpSpPr>
      <p:grpSpPr>
        <a:xfrm>
          <a:off x="0" y="0"/>
          <a:ext cx="0" cy="0"/>
          <a:chOff x="0" y="0"/>
          <a:chExt cx="0" cy="0"/>
        </a:xfrm>
      </p:grpSpPr>
      <p:sp>
        <p:nvSpPr>
          <p:cNvPr id="696" name="Google Shape;696;p17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trông đợi kẻ chết sống lại và sự sống đời sau. Amen.</a:t>
            </a:r>
            <a:endParaRPr b="1" sz="7200">
              <a:solidFill>
                <a:schemeClr val="lt1"/>
              </a:solidFill>
              <a:latin typeface="Times"/>
              <a:ea typeface="Times"/>
              <a:cs typeface="Times"/>
              <a:sym typeface="Times"/>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0" name="Shape 700"/>
        <p:cNvGrpSpPr/>
        <p:nvPr/>
      </p:nvGrpSpPr>
      <p:grpSpPr>
        <a:xfrm>
          <a:off x="0" y="0"/>
          <a:ext cx="0" cy="0"/>
          <a:chOff x="0" y="0"/>
          <a:chExt cx="0" cy="0"/>
        </a:xfrm>
      </p:grpSpPr>
      <p:pic>
        <p:nvPicPr>
          <p:cNvPr id="701" name="Google Shape;701;g3c85b1f4576_0_49" title="LN_Tat_Nien.jpg"/>
          <p:cNvPicPr preferRelativeResize="0"/>
          <p:nvPr/>
        </p:nvPicPr>
        <p:blipFill>
          <a:blip r:embed="rId3">
            <a:alphaModFix/>
          </a:blip>
          <a:stretch>
            <a:fillRect/>
          </a:stretch>
        </p:blipFill>
        <p:spPr>
          <a:xfrm>
            <a:off x="0" y="0"/>
            <a:ext cx="9143997" cy="5143490"/>
          </a:xfrm>
          <a:prstGeom prst="rect">
            <a:avLst/>
          </a:prstGeom>
          <a:noFill/>
          <a:ln>
            <a:noFill/>
          </a:ln>
        </p:spPr>
      </p:pic>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5" name="Shape 705"/>
        <p:cNvGrpSpPr/>
        <p:nvPr/>
      </p:nvGrpSpPr>
      <p:grpSpPr>
        <a:xfrm>
          <a:off x="0" y="0"/>
          <a:ext cx="0" cy="0"/>
          <a:chOff x="0" y="0"/>
          <a:chExt cx="0" cy="0"/>
        </a:xfrm>
      </p:grpSpPr>
      <p:sp>
        <p:nvSpPr>
          <p:cNvPr id="706" name="Google Shape;706;g3a42a8b53c1_2_1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DÂNG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LỄ</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TẠ ƠN</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i="1" lang="en-US" sz="4700">
                <a:solidFill>
                  <a:schemeClr val="accent4"/>
                </a:solidFill>
                <a:latin typeface="Times New Roman"/>
                <a:ea typeface="Times New Roman"/>
                <a:cs typeface="Times New Roman"/>
                <a:sym typeface="Times New Roman"/>
              </a:rPr>
              <a:t>(</a:t>
            </a:r>
            <a:r>
              <a:rPr b="1" i="1" lang="en-US" sz="4700">
                <a:solidFill>
                  <a:schemeClr val="accent4"/>
                </a:solidFill>
                <a:latin typeface="Times New Roman"/>
                <a:ea typeface="Times New Roman"/>
                <a:cs typeface="Times New Roman"/>
                <a:sym typeface="Times New Roman"/>
              </a:rPr>
              <a:t>Mi Trầm - Hồng Diễm</a:t>
            </a:r>
            <a:r>
              <a:rPr b="1" i="1" lang="en-US" sz="4700">
                <a:solidFill>
                  <a:schemeClr val="accent4"/>
                </a:solidFill>
                <a:latin typeface="Times New Roman"/>
                <a:ea typeface="Times New Roman"/>
                <a:cs typeface="Times New Roman"/>
                <a:sym typeface="Times New Roman"/>
              </a:rPr>
              <a:t>)</a:t>
            </a:r>
            <a:endParaRPr b="1" sz="6700">
              <a:solidFill>
                <a:srgbClr val="FFFF00"/>
              </a:solidFill>
              <a:latin typeface="Times New Roman"/>
              <a:ea typeface="Times New Roman"/>
              <a:cs typeface="Times New Roman"/>
              <a:sym typeface="Times New Roman"/>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0" name="Shape 710"/>
        <p:cNvGrpSpPr/>
        <p:nvPr/>
      </p:nvGrpSpPr>
      <p:grpSpPr>
        <a:xfrm>
          <a:off x="0" y="0"/>
          <a:ext cx="0" cy="0"/>
          <a:chOff x="0" y="0"/>
          <a:chExt cx="0" cy="0"/>
        </a:xfrm>
      </p:grpSpPr>
      <p:sp>
        <p:nvSpPr>
          <p:cNvPr id="711" name="Google Shape;711;g3a42a8b53c1_2_1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Lễ vật con dâng hôm nay với tâm tình cảm tạ,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5" name="Shape 715"/>
        <p:cNvGrpSpPr/>
        <p:nvPr/>
      </p:nvGrpSpPr>
      <p:grpSpPr>
        <a:xfrm>
          <a:off x="0" y="0"/>
          <a:ext cx="0" cy="0"/>
          <a:chOff x="0" y="0"/>
          <a:chExt cx="0" cy="0"/>
        </a:xfrm>
      </p:grpSpPr>
      <p:sp>
        <p:nvSpPr>
          <p:cNvPr id="716" name="Google Shape;716;g3a42a8b53c1_2_2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nguyện như trầm hương bay thơm ngát ngai tòa Cha.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0" name="Shape 720"/>
        <p:cNvGrpSpPr/>
        <p:nvPr/>
      </p:nvGrpSpPr>
      <p:grpSpPr>
        <a:xfrm>
          <a:off x="0" y="0"/>
          <a:ext cx="0" cy="0"/>
          <a:chOff x="0" y="0"/>
          <a:chExt cx="0" cy="0"/>
        </a:xfrm>
      </p:grpSpPr>
      <p:sp>
        <p:nvSpPr>
          <p:cNvPr id="721" name="Google Shape;721;g3bc6b650b34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Hồng ân Cha yêu thương ban xuống ôi chan hòa,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5" name="Shape 725"/>
        <p:cNvGrpSpPr/>
        <p:nvPr/>
      </p:nvGrpSpPr>
      <p:grpSpPr>
        <a:xfrm>
          <a:off x="0" y="0"/>
          <a:ext cx="0" cy="0"/>
          <a:chOff x="0" y="0"/>
          <a:chExt cx="0" cy="0"/>
        </a:xfrm>
      </p:grpSpPr>
      <p:sp>
        <p:nvSpPr>
          <p:cNvPr id="726" name="Google Shape;726;g3bebe0ff2f1_0_8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này con xin dâng lên Thánh lễ tạ ơn Cha.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0" name="Shape 730"/>
        <p:cNvGrpSpPr/>
        <p:nvPr/>
      </p:nvGrpSpPr>
      <p:grpSpPr>
        <a:xfrm>
          <a:off x="0" y="0"/>
          <a:ext cx="0" cy="0"/>
          <a:chOff x="0" y="0"/>
          <a:chExt cx="0" cy="0"/>
        </a:xfrm>
      </p:grpSpPr>
      <p:sp>
        <p:nvSpPr>
          <p:cNvPr id="731" name="Google Shape;731;g3a42a8b53c1_2_2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Lạy Cha con cảm tạ hồng ân Cha bao la.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5" name="Shape 735"/>
        <p:cNvGrpSpPr/>
        <p:nvPr/>
      </p:nvGrpSpPr>
      <p:grpSpPr>
        <a:xfrm>
          <a:off x="0" y="0"/>
          <a:ext cx="0" cy="0"/>
          <a:chOff x="0" y="0"/>
          <a:chExt cx="0" cy="0"/>
        </a:xfrm>
      </p:grpSpPr>
      <p:sp>
        <p:nvSpPr>
          <p:cNvPr id="736" name="Google Shape;736;g3b224b7d20a_0_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Lạy Cha con chúc tụng tình yêu Cha muôn trùng.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0" name="Shape 740"/>
        <p:cNvGrpSpPr/>
        <p:nvPr/>
      </p:nvGrpSpPr>
      <p:grpSpPr>
        <a:xfrm>
          <a:off x="0" y="0"/>
          <a:ext cx="0" cy="0"/>
          <a:chOff x="0" y="0"/>
          <a:chExt cx="0" cy="0"/>
        </a:xfrm>
      </p:grpSpPr>
      <p:sp>
        <p:nvSpPr>
          <p:cNvPr id="741" name="Google Shape;741;g3bebe0ff2f1_0_9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a:t>
            </a:r>
            <a:r>
              <a:rPr b="1" lang="en-US" sz="7500">
                <a:solidFill>
                  <a:srgbClr val="FFFF00"/>
                </a:solidFill>
                <a:latin typeface="Times New Roman"/>
                <a:ea typeface="Times New Roman"/>
                <a:cs typeface="Times New Roman"/>
                <a:sym typeface="Times New Roman"/>
              </a:rPr>
              <a:t>. </a:t>
            </a:r>
            <a:r>
              <a:rPr b="1" lang="en-US" sz="7500">
                <a:solidFill>
                  <a:schemeClr val="lt1"/>
                </a:solidFill>
                <a:latin typeface="Times New Roman"/>
                <a:ea typeface="Times New Roman"/>
                <a:cs typeface="Times New Roman"/>
                <a:sym typeface="Times New Roman"/>
              </a:rPr>
              <a:t>Tình Ngài yêu con thương con thiết tha tình nhân hiển,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5" name="Shape 745"/>
        <p:cNvGrpSpPr/>
        <p:nvPr/>
      </p:nvGrpSpPr>
      <p:grpSpPr>
        <a:xfrm>
          <a:off x="0" y="0"/>
          <a:ext cx="0" cy="0"/>
          <a:chOff x="0" y="0"/>
          <a:chExt cx="0" cy="0"/>
        </a:xfrm>
      </p:grpSpPr>
      <p:sp>
        <p:nvSpPr>
          <p:cNvPr id="746" name="Google Shape;746;g3bebe0ff2f1_0_9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lời con nguyện xin Cha luôn lắng nghe ngày đêm.</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0" name="Shape 750"/>
        <p:cNvGrpSpPr/>
        <p:nvPr/>
      </p:nvGrpSpPr>
      <p:grpSpPr>
        <a:xfrm>
          <a:off x="0" y="0"/>
          <a:ext cx="0" cy="0"/>
          <a:chOff x="0" y="0"/>
          <a:chExt cx="0" cy="0"/>
        </a:xfrm>
      </p:grpSpPr>
      <p:sp>
        <p:nvSpPr>
          <p:cNvPr id="751" name="Google Shape;751;g3bebe0ff2f1_0_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Nầy ân thiêng tuôn rơi nuôi dưỡng bao linh hồn,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5" name="Shape 755"/>
        <p:cNvGrpSpPr/>
        <p:nvPr/>
      </p:nvGrpSpPr>
      <p:grpSpPr>
        <a:xfrm>
          <a:off x="0" y="0"/>
          <a:ext cx="0" cy="0"/>
          <a:chOff x="0" y="0"/>
          <a:chExt cx="0" cy="0"/>
        </a:xfrm>
      </p:grpSpPr>
      <p:sp>
        <p:nvSpPr>
          <p:cNvPr id="756" name="Google Shape;756;g3bebe0ff2f1_0_1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đời con luôn an vui ơn thánh đầy trong con.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0" name="Shape 760"/>
        <p:cNvGrpSpPr/>
        <p:nvPr/>
      </p:nvGrpSpPr>
      <p:grpSpPr>
        <a:xfrm>
          <a:off x="0" y="0"/>
          <a:ext cx="0" cy="0"/>
          <a:chOff x="0" y="0"/>
          <a:chExt cx="0" cy="0"/>
        </a:xfrm>
      </p:grpSpPr>
      <p:sp>
        <p:nvSpPr>
          <p:cNvPr id="761" name="Google Shape;761;g3bebe0ff2f1_0_10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Lạy Cha con cảm tạ hồng ân Cha bao la.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5" name="Shape 765"/>
        <p:cNvGrpSpPr/>
        <p:nvPr/>
      </p:nvGrpSpPr>
      <p:grpSpPr>
        <a:xfrm>
          <a:off x="0" y="0"/>
          <a:ext cx="0" cy="0"/>
          <a:chOff x="0" y="0"/>
          <a:chExt cx="0" cy="0"/>
        </a:xfrm>
      </p:grpSpPr>
      <p:sp>
        <p:nvSpPr>
          <p:cNvPr id="766" name="Google Shape;766;g3bebe0ff2f1_0_1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Lạy Cha con chúc tụng tình yêu Cha muôn trùng.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0" name="Shape 770"/>
        <p:cNvGrpSpPr/>
        <p:nvPr/>
      </p:nvGrpSpPr>
      <p:grpSpPr>
        <a:xfrm>
          <a:off x="0" y="0"/>
          <a:ext cx="0" cy="0"/>
          <a:chOff x="0" y="0"/>
          <a:chExt cx="0" cy="0"/>
        </a:xfrm>
      </p:grpSpPr>
      <p:pic>
        <p:nvPicPr>
          <p:cNvPr descr="A golden chalice and a cross next to a book&#10;&#10;AI-generated content may be incorrect." id="771" name="Google Shape;771;p201"/>
          <p:cNvPicPr preferRelativeResize="0"/>
          <p:nvPr/>
        </p:nvPicPr>
        <p:blipFill rotWithShape="1">
          <a:blip r:embed="rId3">
            <a:alphaModFix/>
          </a:blip>
          <a:srcRect b="9844" l="0" r="0" t="5782"/>
          <a:stretch/>
        </p:blipFill>
        <p:spPr>
          <a:xfrm>
            <a:off x="0" y="0"/>
            <a:ext cx="9144000" cy="5143500"/>
          </a:xfrm>
          <a:prstGeom prst="rect">
            <a:avLst/>
          </a:prstGeom>
          <a:noFill/>
          <a:ln>
            <a:noFill/>
          </a:ln>
        </p:spPr>
      </p:pic>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5" name="Shape 775"/>
        <p:cNvGrpSpPr/>
        <p:nvPr/>
      </p:nvGrpSpPr>
      <p:grpSpPr>
        <a:xfrm>
          <a:off x="0" y="0"/>
          <a:ext cx="0" cy="0"/>
          <a:chOff x="0" y="0"/>
          <a:chExt cx="0" cy="0"/>
        </a:xfrm>
      </p:grpSpPr>
      <p:sp>
        <p:nvSpPr>
          <p:cNvPr id="776" name="Google Shape;776;p20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KINH THÁNH, THÁNH</a:t>
            </a:r>
            <a:br>
              <a:rPr b="1" lang="en-US" sz="4000">
                <a:solidFill>
                  <a:schemeClr val="accent4"/>
                </a:solidFill>
                <a:latin typeface="Times"/>
                <a:ea typeface="Times"/>
                <a:cs typeface="Times"/>
                <a:sym typeface="Times"/>
              </a:rPr>
            </a:br>
            <a:r>
              <a:rPr b="1" lang="en-US" sz="7200">
                <a:solidFill>
                  <a:schemeClr val="lt1"/>
                </a:solidFill>
                <a:latin typeface="Times"/>
                <a:ea typeface="Times"/>
                <a:cs typeface="Times"/>
                <a:sym typeface="Times"/>
              </a:rPr>
              <a:t>Thánh, Thánh, Thánh. Chúa là Thiên Chúa các đạo binh</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0" name="Shape 780"/>
        <p:cNvGrpSpPr/>
        <p:nvPr/>
      </p:nvGrpSpPr>
      <p:grpSpPr>
        <a:xfrm>
          <a:off x="0" y="0"/>
          <a:ext cx="0" cy="0"/>
          <a:chOff x="0" y="0"/>
          <a:chExt cx="0" cy="0"/>
        </a:xfrm>
      </p:grpSpPr>
      <p:sp>
        <p:nvSpPr>
          <p:cNvPr id="781" name="Google Shape;781;p203"/>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Trời đất đầy vinh quang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5" name="Shape 785"/>
        <p:cNvGrpSpPr/>
        <p:nvPr/>
      </p:nvGrpSpPr>
      <p:grpSpPr>
        <a:xfrm>
          <a:off x="0" y="0"/>
          <a:ext cx="0" cy="0"/>
          <a:chOff x="0" y="0"/>
          <a:chExt cx="0" cy="0"/>
        </a:xfrm>
      </p:grpSpPr>
      <p:sp>
        <p:nvSpPr>
          <p:cNvPr id="786" name="Google Shape;786;p20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Chúc tụng Đấng ngự đến nhân danh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0" name="Shape 790"/>
        <p:cNvGrpSpPr/>
        <p:nvPr/>
      </p:nvGrpSpPr>
      <p:grpSpPr>
        <a:xfrm>
          <a:off x="0" y="0"/>
          <a:ext cx="0" cy="0"/>
          <a:chOff x="0" y="0"/>
          <a:chExt cx="0" cy="0"/>
        </a:xfrm>
      </p:grpSpPr>
      <p:pic>
        <p:nvPicPr>
          <p:cNvPr descr="A golden chalice and a cross next to a book&#10;&#10;AI-generated content may be incorrect." id="791" name="Google Shape;791;p205"/>
          <p:cNvPicPr preferRelativeResize="0"/>
          <p:nvPr/>
        </p:nvPicPr>
        <p:blipFill rotWithShape="1">
          <a:blip r:embed="rId3">
            <a:alphaModFix/>
          </a:blip>
          <a:srcRect b="9844" l="0" r="0" t="5782"/>
          <a:stretch/>
        </p:blipFill>
        <p:spPr>
          <a:xfrm>
            <a:off x="0" y="0"/>
            <a:ext cx="9144000" cy="5143500"/>
          </a:xfrm>
          <a:prstGeom prst="rect">
            <a:avLst/>
          </a:prstGeom>
          <a:noFill/>
          <a:ln>
            <a:noFill/>
          </a:ln>
        </p:spPr>
      </p:pic>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5" name="Shape 795"/>
        <p:cNvGrpSpPr/>
        <p:nvPr/>
      </p:nvGrpSpPr>
      <p:grpSpPr>
        <a:xfrm>
          <a:off x="0" y="0"/>
          <a:ext cx="0" cy="0"/>
          <a:chOff x="0" y="0"/>
          <a:chExt cx="0" cy="0"/>
        </a:xfrm>
      </p:grpSpPr>
      <p:sp>
        <p:nvSpPr>
          <p:cNvPr id="796" name="Google Shape;796;g3a42a8b53c1_2_26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CHIÊN THIÊN CHÚA</a:t>
            </a:r>
            <a:endParaRPr b="1" sz="4000">
              <a:solidFill>
                <a:schemeClr val="accent4"/>
              </a:solidFill>
              <a:latin typeface="Times"/>
              <a:ea typeface="Times"/>
              <a:cs typeface="Times"/>
              <a:sym typeface="Times"/>
            </a:endParaRPr>
          </a:p>
          <a:p>
            <a:pPr indent="0" lvl="0" marL="0" rtl="0" algn="just">
              <a:lnSpc>
                <a:spcPct val="100000"/>
              </a:lnSpc>
              <a:spcBef>
                <a:spcPts val="0"/>
              </a:spcBef>
              <a:spcAft>
                <a:spcPts val="0"/>
              </a:spcAft>
              <a:buClr>
                <a:schemeClr val="accent4"/>
              </a:buClr>
              <a:buSzPts val="4000"/>
              <a:buFont typeface="Times"/>
              <a:buNone/>
            </a:pPr>
            <a:r>
              <a:rPr b="1" lang="en-US" sz="6600">
                <a:solidFill>
                  <a:schemeClr val="lt1"/>
                </a:solidFill>
                <a:latin typeface="Times"/>
                <a:ea typeface="Times"/>
                <a:cs typeface="Times"/>
                <a:sym typeface="Times"/>
              </a:rPr>
              <a:t>Lạy Chiên Thiên Chúa, Đấng xóa tội trần gian, xin thương xót chúng con.</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0" name="Shape 800"/>
        <p:cNvGrpSpPr/>
        <p:nvPr/>
      </p:nvGrpSpPr>
      <p:grpSpPr>
        <a:xfrm>
          <a:off x="0" y="0"/>
          <a:ext cx="0" cy="0"/>
          <a:chOff x="0" y="0"/>
          <a:chExt cx="0" cy="0"/>
        </a:xfrm>
      </p:grpSpPr>
      <p:sp>
        <p:nvSpPr>
          <p:cNvPr id="801" name="Google Shape;801;p207"/>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a:ea typeface="Times"/>
                <a:cs typeface="Times"/>
                <a:sym typeface="Times"/>
              </a:rPr>
              <a:t>Lạy Chiên Thiên Chúa, Đấng xóa tội trần gian: xin thương xót chúng con.</a:t>
            </a:r>
            <a:endParaRPr b="1" sz="7000">
              <a:solidFill>
                <a:schemeClr val="lt1"/>
              </a:solidFill>
              <a:latin typeface="Times"/>
              <a:ea typeface="Times"/>
              <a:cs typeface="Times"/>
              <a:sym typeface="Times"/>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5" name="Shape 805"/>
        <p:cNvGrpSpPr/>
        <p:nvPr/>
      </p:nvGrpSpPr>
      <p:grpSpPr>
        <a:xfrm>
          <a:off x="0" y="0"/>
          <a:ext cx="0" cy="0"/>
          <a:chOff x="0" y="0"/>
          <a:chExt cx="0" cy="0"/>
        </a:xfrm>
      </p:grpSpPr>
      <p:sp>
        <p:nvSpPr>
          <p:cNvPr id="806" name="Google Shape;806;p208"/>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a:ea typeface="Times"/>
                <a:cs typeface="Times"/>
                <a:sym typeface="Times"/>
              </a:rPr>
              <a:t>Lạy Chiên Thiên Chúa, Đấng xóa tội trần gian: xin ban bình an cho chúng con.</a:t>
            </a:r>
            <a:endParaRPr b="1" sz="7000">
              <a:solidFill>
                <a:schemeClr val="lt1"/>
              </a:solidFill>
              <a:latin typeface="Times"/>
              <a:ea typeface="Times"/>
              <a:cs typeface="Times"/>
              <a:sym typeface="Times"/>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0" name="Shape 810"/>
        <p:cNvGrpSpPr/>
        <p:nvPr/>
      </p:nvGrpSpPr>
      <p:grpSpPr>
        <a:xfrm>
          <a:off x="0" y="0"/>
          <a:ext cx="0" cy="0"/>
          <a:chOff x="0" y="0"/>
          <a:chExt cx="0" cy="0"/>
        </a:xfrm>
      </p:grpSpPr>
      <p:pic>
        <p:nvPicPr>
          <p:cNvPr descr="A golden chalice and a cross next to a book&#10;&#10;AI-generated content may be incorrect." id="811" name="Google Shape;811;p209"/>
          <p:cNvPicPr preferRelativeResize="0"/>
          <p:nvPr/>
        </p:nvPicPr>
        <p:blipFill rotWithShape="1">
          <a:blip r:embed="rId3">
            <a:alphaModFix/>
          </a:blip>
          <a:srcRect b="9844" l="0" r="0" t="5782"/>
          <a:stretch/>
        </p:blipFill>
        <p:spPr>
          <a:xfrm>
            <a:off x="0" y="0"/>
            <a:ext cx="9144000" cy="5143500"/>
          </a:xfrm>
          <a:prstGeom prst="rect">
            <a:avLst/>
          </a:prstGeom>
          <a:noFill/>
          <a:ln>
            <a:noFill/>
          </a:ln>
        </p:spPr>
      </p:pic>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5" name="Shape 815"/>
        <p:cNvGrpSpPr/>
        <p:nvPr/>
      </p:nvGrpSpPr>
      <p:grpSpPr>
        <a:xfrm>
          <a:off x="0" y="0"/>
          <a:ext cx="0" cy="0"/>
          <a:chOff x="0" y="0"/>
          <a:chExt cx="0" cy="0"/>
        </a:xfrm>
      </p:grpSpPr>
      <p:sp>
        <p:nvSpPr>
          <p:cNvPr id="816" name="Google Shape;816;g3c80dc9c1fd_0_0"/>
          <p:cNvSpPr txBox="1"/>
          <p:nvPr>
            <p:ph type="ctrTitle"/>
          </p:nvPr>
        </p:nvSpPr>
        <p:spPr>
          <a:xfrm>
            <a:off x="0" y="680400"/>
            <a:ext cx="9144000" cy="44631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7200">
                <a:solidFill>
                  <a:schemeClr val="lt1"/>
                </a:solidFill>
                <a:latin typeface="Times New Roman"/>
                <a:ea typeface="Times New Roman"/>
                <a:cs typeface="Times New Roman"/>
                <a:sym typeface="Times New Roman"/>
              </a:rPr>
              <a:t>Biết lấy gì đền đáp Chúa bây giờ Vì mọi ơn lành người đã ban cho?</a:t>
            </a:r>
            <a:endParaRPr b="1" sz="7200">
              <a:solidFill>
                <a:schemeClr val="lt1"/>
              </a:solidFill>
              <a:latin typeface="Times New Roman"/>
              <a:ea typeface="Times New Roman"/>
              <a:cs typeface="Times New Roman"/>
              <a:sym typeface="Times New Roman"/>
            </a:endParaRPr>
          </a:p>
        </p:txBody>
      </p:sp>
      <p:sp>
        <p:nvSpPr>
          <p:cNvPr id="817" name="Google Shape;817;g3c80dc9c1fd_0_0"/>
          <p:cNvSpPr txBox="1"/>
          <p:nvPr/>
        </p:nvSpPr>
        <p:spPr>
          <a:xfrm>
            <a:off x="0" y="0"/>
            <a:ext cx="9144000" cy="800400"/>
          </a:xfrm>
          <a:prstGeom prst="rect">
            <a:avLst/>
          </a:prstGeom>
          <a:solidFill>
            <a:srgbClr val="002060"/>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accent4"/>
                </a:solidFill>
                <a:latin typeface="Times"/>
                <a:ea typeface="Times"/>
                <a:cs typeface="Times"/>
                <a:sym typeface="Times"/>
              </a:rPr>
              <a:t>CA HIỆP LỄ</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1" name="Shape 821"/>
        <p:cNvGrpSpPr/>
        <p:nvPr/>
      </p:nvGrpSpPr>
      <p:grpSpPr>
        <a:xfrm>
          <a:off x="0" y="0"/>
          <a:ext cx="0" cy="0"/>
          <a:chOff x="0" y="0"/>
          <a:chExt cx="0" cy="0"/>
        </a:xfrm>
      </p:grpSpPr>
      <p:sp>
        <p:nvSpPr>
          <p:cNvPr id="822" name="Google Shape;822;g3c80dc9c1fd_0_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7200">
                <a:solidFill>
                  <a:schemeClr val="lt1"/>
                </a:solidFill>
                <a:latin typeface="Times New Roman"/>
                <a:ea typeface="Times New Roman"/>
                <a:cs typeface="Times New Roman"/>
                <a:sym typeface="Times New Roman"/>
              </a:rPr>
              <a:t>Tôi xin nâng chén mừng ơn cứu độ và kêu cầu thánh danh Đức Chúa.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 name="Shape 826"/>
        <p:cNvGrpSpPr/>
        <p:nvPr/>
      </p:nvGrpSpPr>
      <p:grpSpPr>
        <a:xfrm>
          <a:off x="0" y="0"/>
          <a:ext cx="0" cy="0"/>
          <a:chOff x="0" y="0"/>
          <a:chExt cx="0" cy="0"/>
        </a:xfrm>
      </p:grpSpPr>
      <p:pic>
        <p:nvPicPr>
          <p:cNvPr descr="A gold chalice and two round objects on a plate&#10;&#10;AI-generated content may be incorrect." id="827" name="Google Shape;827;p212"/>
          <p:cNvPicPr preferRelativeResize="0"/>
          <p:nvPr/>
        </p:nvPicPr>
        <p:blipFill rotWithShape="1">
          <a:blip r:embed="rId3">
            <a:alphaModFix/>
          </a:blip>
          <a:srcRect b="0" l="0" r="0" t="0"/>
          <a:stretch/>
        </p:blipFill>
        <p:spPr>
          <a:xfrm>
            <a:off x="0" y="921"/>
            <a:ext cx="9143998" cy="5141657"/>
          </a:xfrm>
          <a:prstGeom prst="rect">
            <a:avLst/>
          </a:prstGeom>
          <a:noFill/>
          <a:ln>
            <a:noFill/>
          </a:ln>
        </p:spPr>
      </p:pic>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1" name="Shape 831"/>
        <p:cNvGrpSpPr/>
        <p:nvPr/>
      </p:nvGrpSpPr>
      <p:grpSpPr>
        <a:xfrm>
          <a:off x="0" y="0"/>
          <a:ext cx="0" cy="0"/>
          <a:chOff x="0" y="0"/>
          <a:chExt cx="0" cy="0"/>
        </a:xfrm>
      </p:grpSpPr>
      <p:sp>
        <p:nvSpPr>
          <p:cNvPr id="832" name="Google Shape;832;g3bebe0ff2f1_0_114"/>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HIỆP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KHÚC CẢM TẠ</a:t>
            </a:r>
            <a:br>
              <a:rPr b="1" i="0" lang="en-US" sz="4700">
                <a:latin typeface="Times New Roman"/>
                <a:ea typeface="Times New Roman"/>
                <a:cs typeface="Times New Roman"/>
                <a:sym typeface="Times New Roman"/>
              </a:rPr>
            </a:br>
            <a:r>
              <a:rPr b="1" i="1" lang="en-US" sz="4700">
                <a:solidFill>
                  <a:srgbClr val="FFD966"/>
                </a:solidFill>
                <a:latin typeface="Times New Roman"/>
                <a:ea typeface="Times New Roman"/>
                <a:cs typeface="Times New Roman"/>
                <a:sym typeface="Times New Roman"/>
              </a:rPr>
              <a:t>(Mai Nguyên Vũ)</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6" name="Shape 836"/>
        <p:cNvGrpSpPr/>
        <p:nvPr/>
      </p:nvGrpSpPr>
      <p:grpSpPr>
        <a:xfrm>
          <a:off x="0" y="0"/>
          <a:ext cx="0" cy="0"/>
          <a:chOff x="0" y="0"/>
          <a:chExt cx="0" cy="0"/>
        </a:xfrm>
      </p:grpSpPr>
      <p:sp>
        <p:nvSpPr>
          <p:cNvPr id="837" name="Google Shape;837;g3bebe0ff2f1_0_11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 </a:t>
            </a:r>
            <a:r>
              <a:rPr b="1" lang="en-US" sz="8000">
                <a:solidFill>
                  <a:schemeClr val="lt1"/>
                </a:solidFill>
                <a:latin typeface="Times New Roman"/>
                <a:ea typeface="Times New Roman"/>
                <a:cs typeface="Times New Roman"/>
                <a:sym typeface="Times New Roman"/>
              </a:rPr>
              <a:t>Khúc cảm tạ từ đó âm ba vọng ngân, rộn rã trong tim ngày đêm,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1" name="Shape 841"/>
        <p:cNvGrpSpPr/>
        <p:nvPr/>
      </p:nvGrpSpPr>
      <p:grpSpPr>
        <a:xfrm>
          <a:off x="0" y="0"/>
          <a:ext cx="0" cy="0"/>
          <a:chOff x="0" y="0"/>
          <a:chExt cx="0" cy="0"/>
        </a:xfrm>
      </p:grpSpPr>
      <p:sp>
        <p:nvSpPr>
          <p:cNvPr id="842" name="Google Shape;842;g3bebe0ff2f1_0_12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tán dương Tình Yêu Thiên Chúa. Suốt một đời con tắm mát trong Tình Cha,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6" name="Shape 846"/>
        <p:cNvGrpSpPr/>
        <p:nvPr/>
      </p:nvGrpSpPr>
      <p:grpSpPr>
        <a:xfrm>
          <a:off x="0" y="0"/>
          <a:ext cx="0" cy="0"/>
          <a:chOff x="0" y="0"/>
          <a:chExt cx="0" cy="0"/>
        </a:xfrm>
      </p:grpSpPr>
      <p:sp>
        <p:nvSpPr>
          <p:cNvPr id="847" name="Google Shape;847;g3bebe0ff2f1_0_1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giữa trưa sa mạc cháy da, Chúa như nguồn nước chan hoà.</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1" name="Shape 851"/>
        <p:cNvGrpSpPr/>
        <p:nvPr/>
      </p:nvGrpSpPr>
      <p:grpSpPr>
        <a:xfrm>
          <a:off x="0" y="0"/>
          <a:ext cx="0" cy="0"/>
          <a:chOff x="0" y="0"/>
          <a:chExt cx="0" cy="0"/>
        </a:xfrm>
      </p:grpSpPr>
      <p:sp>
        <p:nvSpPr>
          <p:cNvPr id="852" name="Google Shape;852;g3bebe0ff2f1_0_13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Xin dâng lên Chúa tiếng yêu ngọt ngào.</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6" name="Shape 856"/>
        <p:cNvGrpSpPr/>
        <p:nvPr/>
      </p:nvGrpSpPr>
      <p:grpSpPr>
        <a:xfrm>
          <a:off x="0" y="0"/>
          <a:ext cx="0" cy="0"/>
          <a:chOff x="0" y="0"/>
          <a:chExt cx="0" cy="0"/>
        </a:xfrm>
      </p:grpSpPr>
      <p:sp>
        <p:nvSpPr>
          <p:cNvPr id="857" name="Google Shape;857;g3bebe0ff2f1_0_13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Nguyện ghi nhớ thánh ân Ngài trao.</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1" name="Shape 861"/>
        <p:cNvGrpSpPr/>
        <p:nvPr/>
      </p:nvGrpSpPr>
      <p:grpSpPr>
        <a:xfrm>
          <a:off x="0" y="0"/>
          <a:ext cx="0" cy="0"/>
          <a:chOff x="0" y="0"/>
          <a:chExt cx="0" cy="0"/>
        </a:xfrm>
      </p:grpSpPr>
      <p:sp>
        <p:nvSpPr>
          <p:cNvPr id="862" name="Google Shape;862;g3bebe0ff2f1_0_1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Nguyện theo chân Chúa đi qua đồi Ta-bo hay Thập Giá.</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6" name="Shape 866"/>
        <p:cNvGrpSpPr/>
        <p:nvPr/>
      </p:nvGrpSpPr>
      <p:grpSpPr>
        <a:xfrm>
          <a:off x="0" y="0"/>
          <a:ext cx="0" cy="0"/>
          <a:chOff x="0" y="0"/>
          <a:chExt cx="0" cy="0"/>
        </a:xfrm>
      </p:grpSpPr>
      <p:sp>
        <p:nvSpPr>
          <p:cNvPr id="867" name="Google Shape;867;g3bebe0ff2f1_0_1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Ôi Tình Yêu Chúa mênh mang trần đời. Tình Yêu Chúa bao la trùng khơi.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1" name="Shape 871"/>
        <p:cNvGrpSpPr/>
        <p:nvPr/>
      </p:nvGrpSpPr>
      <p:grpSpPr>
        <a:xfrm>
          <a:off x="0" y="0"/>
          <a:ext cx="0" cy="0"/>
          <a:chOff x="0" y="0"/>
          <a:chExt cx="0" cy="0"/>
        </a:xfrm>
      </p:grpSpPr>
      <p:sp>
        <p:nvSpPr>
          <p:cNvPr id="872" name="Google Shape;872;g3bebe0ff2f1_0_14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Thuyền hồn con mãi êm trôi hưởng Tình Yêu ôi tuyệt vời.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6" name="Shape 876"/>
        <p:cNvGrpSpPr/>
        <p:nvPr/>
      </p:nvGrpSpPr>
      <p:grpSpPr>
        <a:xfrm>
          <a:off x="0" y="0"/>
          <a:ext cx="0" cy="0"/>
          <a:chOff x="0" y="0"/>
          <a:chExt cx="0" cy="0"/>
        </a:xfrm>
      </p:grpSpPr>
      <p:sp>
        <p:nvSpPr>
          <p:cNvPr id="877" name="Google Shape;877;g3bebe0ff2f1_0_15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3. </a:t>
            </a:r>
            <a:r>
              <a:rPr b="1" lang="en-US" sz="8000">
                <a:solidFill>
                  <a:schemeClr val="lt1"/>
                </a:solidFill>
                <a:latin typeface="Times New Roman"/>
                <a:ea typeface="Times New Roman"/>
                <a:cs typeface="Times New Roman"/>
                <a:sym typeface="Times New Roman"/>
              </a:rPr>
              <a:t>Đến đời đời Ngài vẫn yêu con mà thôi, Ngài vẫn yêu con chẳng nguôi,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1" name="Shape 881"/>
        <p:cNvGrpSpPr/>
        <p:nvPr/>
      </p:nvGrpSpPr>
      <p:grpSpPr>
        <a:xfrm>
          <a:off x="0" y="0"/>
          <a:ext cx="0" cy="0"/>
          <a:chOff x="0" y="0"/>
          <a:chExt cx="0" cy="0"/>
        </a:xfrm>
      </p:grpSpPr>
      <p:sp>
        <p:nvSpPr>
          <p:cNvPr id="882" name="Google Shape;882;g3bebe0ff2f1_0_15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dẫu cho trần gian tan biến.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6" name="Shape 886"/>
        <p:cNvGrpSpPr/>
        <p:nvPr/>
      </p:nvGrpSpPr>
      <p:grpSpPr>
        <a:xfrm>
          <a:off x="0" y="0"/>
          <a:ext cx="0" cy="0"/>
          <a:chOff x="0" y="0"/>
          <a:chExt cx="0" cy="0"/>
        </a:xfrm>
      </p:grpSpPr>
      <p:sp>
        <p:nvSpPr>
          <p:cNvPr id="887" name="Google Shape;887;g3bebe0ff2f1_0_15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Chúa là nguồn hạnh phúc mến yêu của con, có chi hơn được Chúa thương,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1" name="Shape 891"/>
        <p:cNvGrpSpPr/>
        <p:nvPr/>
      </p:nvGrpSpPr>
      <p:grpSpPr>
        <a:xfrm>
          <a:off x="0" y="0"/>
          <a:ext cx="0" cy="0"/>
          <a:chOff x="0" y="0"/>
          <a:chExt cx="0" cy="0"/>
        </a:xfrm>
      </p:grpSpPr>
      <p:sp>
        <p:nvSpPr>
          <p:cNvPr id="892" name="Google Shape;892;g3bebe0ff2f1_0_16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thế gian thành cõi Thiên Đường.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6" name="Shape 896"/>
        <p:cNvGrpSpPr/>
        <p:nvPr/>
      </p:nvGrpSpPr>
      <p:grpSpPr>
        <a:xfrm>
          <a:off x="0" y="0"/>
          <a:ext cx="0" cy="0"/>
          <a:chOff x="0" y="0"/>
          <a:chExt cx="0" cy="0"/>
        </a:xfrm>
      </p:grpSpPr>
      <p:sp>
        <p:nvSpPr>
          <p:cNvPr id="897" name="Google Shape;897;g3bebe0ff2f1_0_16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Xin dâng lên Chúa tiếng yêu ngọt ngào.</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1" name="Shape 901"/>
        <p:cNvGrpSpPr/>
        <p:nvPr/>
      </p:nvGrpSpPr>
      <p:grpSpPr>
        <a:xfrm>
          <a:off x="0" y="0"/>
          <a:ext cx="0" cy="0"/>
          <a:chOff x="0" y="0"/>
          <a:chExt cx="0" cy="0"/>
        </a:xfrm>
      </p:grpSpPr>
      <p:sp>
        <p:nvSpPr>
          <p:cNvPr id="902" name="Google Shape;902;g3bebe0ff2f1_0_17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Nguyện ghi nhớ thánh ân Ngài trao.</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6" name="Shape 906"/>
        <p:cNvGrpSpPr/>
        <p:nvPr/>
      </p:nvGrpSpPr>
      <p:grpSpPr>
        <a:xfrm>
          <a:off x="0" y="0"/>
          <a:ext cx="0" cy="0"/>
          <a:chOff x="0" y="0"/>
          <a:chExt cx="0" cy="0"/>
        </a:xfrm>
      </p:grpSpPr>
      <p:sp>
        <p:nvSpPr>
          <p:cNvPr id="907" name="Google Shape;907;g3bebe0ff2f1_0_17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Nguyện theo chân Chúa đi qua đồi Ta-bo hay Thập Giá.</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1" name="Shape 911"/>
        <p:cNvGrpSpPr/>
        <p:nvPr/>
      </p:nvGrpSpPr>
      <p:grpSpPr>
        <a:xfrm>
          <a:off x="0" y="0"/>
          <a:ext cx="0" cy="0"/>
          <a:chOff x="0" y="0"/>
          <a:chExt cx="0" cy="0"/>
        </a:xfrm>
      </p:grpSpPr>
      <p:sp>
        <p:nvSpPr>
          <p:cNvPr id="912" name="Google Shape;912;g3bebe0ff2f1_0_17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Ôi Tình Yêu Chúa mênh mang trần đời. Tình Yêu Chúa bao la trùng khơi.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6" name="Shape 916"/>
        <p:cNvGrpSpPr/>
        <p:nvPr/>
      </p:nvGrpSpPr>
      <p:grpSpPr>
        <a:xfrm>
          <a:off x="0" y="0"/>
          <a:ext cx="0" cy="0"/>
          <a:chOff x="0" y="0"/>
          <a:chExt cx="0" cy="0"/>
        </a:xfrm>
      </p:grpSpPr>
      <p:sp>
        <p:nvSpPr>
          <p:cNvPr id="917" name="Google Shape;917;g3bebe0ff2f1_0_18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Thuyền hồn con mãi êm trôi hưởng Tình Yêu ôi tuyệt vời.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pic>
        <p:nvPicPr>
          <p:cNvPr id="922" name="Google Shape;922;g3c85b1f4576_0_53" title="LN_Tat_Nien.jpg"/>
          <p:cNvPicPr preferRelativeResize="0"/>
          <p:nvPr/>
        </p:nvPicPr>
        <p:blipFill>
          <a:blip r:embed="rId3">
            <a:alphaModFix/>
          </a:blip>
          <a:stretch>
            <a:fillRect/>
          </a:stretch>
        </p:blipFill>
        <p:spPr>
          <a:xfrm>
            <a:off x="0" y="0"/>
            <a:ext cx="9143997" cy="5143490"/>
          </a:xfrm>
          <a:prstGeom prst="rect">
            <a:avLst/>
          </a:prstGeom>
          <a:noFill/>
          <a:ln>
            <a:noFill/>
          </a:ln>
        </p:spPr>
      </p:pic>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g3b26357b4a1_0_147"/>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KẾT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TẠ ƠN CHÚA</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VỚI MẸ</a:t>
            </a:r>
            <a:br>
              <a:rPr b="1" i="0" lang="en-US" sz="4700">
                <a:latin typeface="Times New Roman"/>
                <a:ea typeface="Times New Roman"/>
                <a:cs typeface="Times New Roman"/>
                <a:sym typeface="Times New Roman"/>
              </a:rPr>
            </a:br>
            <a:r>
              <a:rPr b="1" i="1" lang="en-US" sz="4700">
                <a:solidFill>
                  <a:srgbClr val="FFD966"/>
                </a:solidFill>
                <a:latin typeface="Times New Roman"/>
                <a:ea typeface="Times New Roman"/>
                <a:cs typeface="Times New Roman"/>
                <a:sym typeface="Times New Roman"/>
              </a:rPr>
              <a:t>(</a:t>
            </a:r>
            <a:r>
              <a:rPr b="1" i="1" lang="en-US" sz="4700">
                <a:solidFill>
                  <a:srgbClr val="FFD966"/>
                </a:solidFill>
                <a:latin typeface="Times New Roman"/>
                <a:ea typeface="Times New Roman"/>
                <a:cs typeface="Times New Roman"/>
                <a:sym typeface="Times New Roman"/>
              </a:rPr>
              <a:t>Thy Yên</a:t>
            </a:r>
            <a:r>
              <a:rPr b="1" i="1" lang="en-US" sz="4700">
                <a:solidFill>
                  <a:srgbClr val="FFD966"/>
                </a:solidFill>
                <a:latin typeface="Times New Roman"/>
                <a:ea typeface="Times New Roman"/>
                <a:cs typeface="Times New Roman"/>
                <a:sym typeface="Times New Roman"/>
              </a:rPr>
              <a:t>)</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sp>
        <p:nvSpPr>
          <p:cNvPr id="932" name="Google Shape;932;g3b26357b4a1_0_15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7500">
                <a:solidFill>
                  <a:srgbClr val="FFFF00"/>
                </a:solidFill>
                <a:latin typeface="Times New Roman"/>
                <a:ea typeface="Times New Roman"/>
                <a:cs typeface="Times New Roman"/>
                <a:sym typeface="Times New Roman"/>
              </a:rPr>
              <a:t>1.</a:t>
            </a:r>
            <a:r>
              <a:rPr b="1" lang="en-US" sz="7500">
                <a:solidFill>
                  <a:srgbClr val="FFFFFF"/>
                </a:solidFill>
                <a:latin typeface="Times New Roman"/>
                <a:ea typeface="Times New Roman"/>
                <a:cs typeface="Times New Roman"/>
                <a:sym typeface="Times New Roman"/>
              </a:rPr>
              <a:t> </a:t>
            </a:r>
            <a:r>
              <a:rPr b="1" lang="en-US" sz="7500">
                <a:solidFill>
                  <a:srgbClr val="FFFFFF"/>
                </a:solidFill>
                <a:latin typeface="Times New Roman"/>
                <a:ea typeface="Times New Roman"/>
                <a:cs typeface="Times New Roman"/>
                <a:sym typeface="Times New Roman"/>
              </a:rPr>
              <a:t>Chúng con xin tạ ơn Chúa uy quyền toàn năng,</a:t>
            </a:r>
            <a:endParaRPr b="1" sz="7500">
              <a:solidFill>
                <a:srgbClr val="FFFFFF"/>
              </a:solidFill>
              <a:latin typeface="Times New Roman"/>
              <a:ea typeface="Times New Roman"/>
              <a:cs typeface="Times New Roman"/>
              <a:sym typeface="Times New Roman"/>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sp>
        <p:nvSpPr>
          <p:cNvPr id="937" name="Google Shape;937;g3b26357b4a1_0_15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tình yêu Chúa nào biết chi báo đền.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 name="Shape 941"/>
        <p:cNvGrpSpPr/>
        <p:nvPr/>
      </p:nvGrpSpPr>
      <p:grpSpPr>
        <a:xfrm>
          <a:off x="0" y="0"/>
          <a:ext cx="0" cy="0"/>
          <a:chOff x="0" y="0"/>
          <a:chExt cx="0" cy="0"/>
        </a:xfrm>
      </p:grpSpPr>
      <p:sp>
        <p:nvSpPr>
          <p:cNvPr id="942" name="Google Shape;942;g3b26357b4a1_0_1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0000"/>
              </a:buClr>
              <a:buSzPts val="8000"/>
              <a:buNone/>
            </a:pPr>
            <a:r>
              <a:rPr b="1" lang="en-US" sz="8000">
                <a:solidFill>
                  <a:schemeClr val="lt1"/>
                </a:solidFill>
                <a:latin typeface="Times New Roman"/>
                <a:ea typeface="Times New Roman"/>
                <a:cs typeface="Times New Roman"/>
                <a:sym typeface="Times New Roman"/>
              </a:rPr>
              <a:t>Chúa muôn đời là Chúa khắp vũ trụ trời đất</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6" name="Shape 946"/>
        <p:cNvGrpSpPr/>
        <p:nvPr/>
      </p:nvGrpSpPr>
      <p:grpSpPr>
        <a:xfrm>
          <a:off x="0" y="0"/>
          <a:ext cx="0" cy="0"/>
          <a:chOff x="0" y="0"/>
          <a:chExt cx="0" cy="0"/>
        </a:xfrm>
      </p:grpSpPr>
      <p:sp>
        <p:nvSpPr>
          <p:cNvPr id="947" name="Google Shape;947;g3bebe0ff2f1_0_26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0000"/>
              </a:buClr>
              <a:buSzPts val="8000"/>
              <a:buNone/>
            </a:pPr>
            <a:r>
              <a:rPr b="1" lang="en-US" sz="8000">
                <a:solidFill>
                  <a:schemeClr val="lt1"/>
                </a:solidFill>
                <a:latin typeface="Times New Roman"/>
                <a:ea typeface="Times New Roman"/>
                <a:cs typeface="Times New Roman"/>
                <a:sym typeface="Times New Roman"/>
              </a:rPr>
              <a:t>ngàn vinh quang cao chiếu hiển trị đời đời.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1" name="Shape 951"/>
        <p:cNvGrpSpPr/>
        <p:nvPr/>
      </p:nvGrpSpPr>
      <p:grpSpPr>
        <a:xfrm>
          <a:off x="0" y="0"/>
          <a:ext cx="0" cy="0"/>
          <a:chOff x="0" y="0"/>
          <a:chExt cx="0" cy="0"/>
        </a:xfrm>
      </p:grpSpPr>
      <p:sp>
        <p:nvSpPr>
          <p:cNvPr id="952" name="Google Shape;952;g3bd41fd8710_0_7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8000">
                <a:solidFill>
                  <a:srgbClr val="FFFF00"/>
                </a:solidFill>
                <a:latin typeface="Times New Roman"/>
                <a:ea typeface="Times New Roman"/>
                <a:cs typeface="Times New Roman"/>
                <a:sym typeface="Times New Roman"/>
              </a:rPr>
              <a:t>ĐK:</a:t>
            </a:r>
            <a:r>
              <a:rPr b="1" lang="en-US" sz="8000">
                <a:solidFill>
                  <a:srgbClr val="FFFFFF"/>
                </a:solidFill>
                <a:latin typeface="Times New Roman"/>
                <a:ea typeface="Times New Roman"/>
                <a:cs typeface="Times New Roman"/>
                <a:sym typeface="Times New Roman"/>
              </a:rPr>
              <a:t> </a:t>
            </a:r>
            <a:r>
              <a:rPr b="1" lang="en-US" sz="8000">
                <a:solidFill>
                  <a:srgbClr val="FFFFFF"/>
                </a:solidFill>
                <a:latin typeface="Times New Roman"/>
                <a:ea typeface="Times New Roman"/>
                <a:cs typeface="Times New Roman"/>
                <a:sym typeface="Times New Roman"/>
              </a:rPr>
              <a:t>Vì tình Chúa đã chất chứa trong trái tim Mẹ hiền</a:t>
            </a:r>
            <a:endParaRPr b="1" sz="8000">
              <a:solidFill>
                <a:srgbClr val="FFFFFF"/>
              </a:solidFill>
              <a:latin typeface="Times New Roman"/>
              <a:ea typeface="Times New Roman"/>
              <a:cs typeface="Times New Roman"/>
              <a:sym typeface="Times New Roman"/>
            </a:endParaRPr>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6" name="Shape 956"/>
        <p:cNvGrpSpPr/>
        <p:nvPr/>
      </p:nvGrpSpPr>
      <p:grpSpPr>
        <a:xfrm>
          <a:off x="0" y="0"/>
          <a:ext cx="0" cy="0"/>
          <a:chOff x="0" y="0"/>
          <a:chExt cx="0" cy="0"/>
        </a:xfrm>
      </p:grpSpPr>
      <p:sp>
        <p:nvSpPr>
          <p:cNvPr id="957" name="Google Shape;957;g3bd41fd8710_0_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luôn trìu mến mãi cứu giúp chở che nguyện cầu.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1" name="Shape 961"/>
        <p:cNvGrpSpPr/>
        <p:nvPr/>
      </p:nvGrpSpPr>
      <p:grpSpPr>
        <a:xfrm>
          <a:off x="0" y="0"/>
          <a:ext cx="0" cy="0"/>
          <a:chOff x="0" y="0"/>
          <a:chExt cx="0" cy="0"/>
        </a:xfrm>
      </p:grpSpPr>
      <p:sp>
        <p:nvSpPr>
          <p:cNvPr id="962" name="Google Shape;962;g3be9254b0cc_0_8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Ngàn phúc ân vẫn nhờ Mẹ, ngàn khổ đau cũng nhờ Mẹ,</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6" name="Shape 966"/>
        <p:cNvGrpSpPr/>
        <p:nvPr/>
      </p:nvGrpSpPr>
      <p:grpSpPr>
        <a:xfrm>
          <a:off x="0" y="0"/>
          <a:ext cx="0" cy="0"/>
          <a:chOff x="0" y="0"/>
          <a:chExt cx="0" cy="0"/>
        </a:xfrm>
      </p:grpSpPr>
      <p:sp>
        <p:nvSpPr>
          <p:cNvPr id="967" name="Google Shape;967;g3bebe0ff2f1_0_26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nhờ Mẹ thương dâng Chúa trót đời tạ ơn.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1" name="Shape 971"/>
        <p:cNvGrpSpPr/>
        <p:nvPr/>
      </p:nvGrpSpPr>
      <p:grpSpPr>
        <a:xfrm>
          <a:off x="0" y="0"/>
          <a:ext cx="0" cy="0"/>
          <a:chOff x="0" y="0"/>
          <a:chExt cx="0" cy="0"/>
        </a:xfrm>
      </p:grpSpPr>
      <p:pic>
        <p:nvPicPr>
          <p:cNvPr id="972" name="Google Shape;972;g3c85b1f4576_0_57" title="LN_Tat_Nien.jpg"/>
          <p:cNvPicPr preferRelativeResize="0"/>
          <p:nvPr/>
        </p:nvPicPr>
        <p:blipFill>
          <a:blip r:embed="rId3">
            <a:alphaModFix/>
          </a:blip>
          <a:stretch>
            <a:fillRect/>
          </a:stretch>
        </p:blipFill>
        <p:spPr>
          <a:xfrm>
            <a:off x="0" y="0"/>
            <a:ext cx="9143997" cy="514349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2023-01-29T22:00:16Z</dcterms:created>
</cp:coreProperties>
</file>