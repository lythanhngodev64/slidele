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1"/>
  </p:notesMasterIdLst>
  <p:sldIdLst>
    <p:sldId id="10092" r:id="rId2"/>
    <p:sldId id="321" r:id="rId3"/>
    <p:sldId id="371" r:id="rId4"/>
    <p:sldId id="322" r:id="rId5"/>
    <p:sldId id="372" r:id="rId6"/>
    <p:sldId id="323" r:id="rId7"/>
    <p:sldId id="9865" r:id="rId8"/>
    <p:sldId id="324" r:id="rId9"/>
    <p:sldId id="9866" r:id="rId10"/>
    <p:sldId id="9867" r:id="rId11"/>
    <p:sldId id="992" r:id="rId12"/>
    <p:sldId id="9868" r:id="rId13"/>
    <p:sldId id="10353" r:id="rId14"/>
    <p:sldId id="10354" r:id="rId15"/>
    <p:sldId id="10355" r:id="rId16"/>
    <p:sldId id="10356" r:id="rId17"/>
    <p:sldId id="1000" r:id="rId18"/>
    <p:sldId id="1001" r:id="rId19"/>
    <p:sldId id="9876" r:id="rId20"/>
    <p:sldId id="9877" r:id="rId21"/>
    <p:sldId id="9878" r:id="rId22"/>
    <p:sldId id="304" r:id="rId23"/>
    <p:sldId id="9879" r:id="rId24"/>
    <p:sldId id="9880" r:id="rId25"/>
    <p:sldId id="9881" r:id="rId26"/>
    <p:sldId id="9882" r:id="rId27"/>
    <p:sldId id="9883" r:id="rId28"/>
    <p:sldId id="9884" r:id="rId29"/>
    <p:sldId id="9885" r:id="rId30"/>
    <p:sldId id="9886" r:id="rId31"/>
    <p:sldId id="9887" r:id="rId32"/>
    <p:sldId id="9889" r:id="rId33"/>
    <p:sldId id="9890" r:id="rId34"/>
    <p:sldId id="9891" r:id="rId35"/>
    <p:sldId id="9892" r:id="rId36"/>
    <p:sldId id="9893" r:id="rId37"/>
    <p:sldId id="9895" r:id="rId38"/>
    <p:sldId id="9897" r:id="rId39"/>
    <p:sldId id="9898" r:id="rId40"/>
    <p:sldId id="9899" r:id="rId41"/>
    <p:sldId id="9900" r:id="rId42"/>
    <p:sldId id="9901" r:id="rId43"/>
    <p:sldId id="9902" r:id="rId44"/>
    <p:sldId id="9904" r:id="rId45"/>
    <p:sldId id="9905" r:id="rId46"/>
    <p:sldId id="9906" r:id="rId47"/>
    <p:sldId id="9907" r:id="rId48"/>
    <p:sldId id="9908" r:id="rId49"/>
    <p:sldId id="9909" r:id="rId50"/>
    <p:sldId id="9910" r:id="rId51"/>
    <p:sldId id="9911" r:id="rId52"/>
    <p:sldId id="9912" r:id="rId53"/>
    <p:sldId id="9913" r:id="rId54"/>
    <p:sldId id="9914" r:id="rId55"/>
    <p:sldId id="9915" r:id="rId56"/>
    <p:sldId id="9916" r:id="rId57"/>
    <p:sldId id="9917" r:id="rId58"/>
    <p:sldId id="9918" r:id="rId59"/>
    <p:sldId id="9919" r:id="rId60"/>
    <p:sldId id="9920" r:id="rId61"/>
    <p:sldId id="9921" r:id="rId62"/>
    <p:sldId id="9922" r:id="rId63"/>
    <p:sldId id="9923" r:id="rId64"/>
    <p:sldId id="9924" r:id="rId65"/>
    <p:sldId id="9925" r:id="rId66"/>
    <p:sldId id="9926" r:id="rId67"/>
    <p:sldId id="9927" r:id="rId68"/>
    <p:sldId id="9928" r:id="rId69"/>
    <p:sldId id="9929" r:id="rId70"/>
    <p:sldId id="9930" r:id="rId71"/>
    <p:sldId id="9931" r:id="rId72"/>
    <p:sldId id="9932" r:id="rId73"/>
    <p:sldId id="9933" r:id="rId74"/>
    <p:sldId id="9934" r:id="rId75"/>
    <p:sldId id="9935" r:id="rId76"/>
    <p:sldId id="341" r:id="rId77"/>
    <p:sldId id="409" r:id="rId78"/>
    <p:sldId id="342" r:id="rId79"/>
    <p:sldId id="417" r:id="rId80"/>
    <p:sldId id="343" r:id="rId81"/>
    <p:sldId id="344" r:id="rId82"/>
    <p:sldId id="9936" r:id="rId83"/>
    <p:sldId id="345" r:id="rId84"/>
    <p:sldId id="418" r:id="rId85"/>
    <p:sldId id="346" r:id="rId86"/>
    <p:sldId id="347" r:id="rId87"/>
    <p:sldId id="412" r:id="rId88"/>
    <p:sldId id="348" r:id="rId89"/>
    <p:sldId id="349" r:id="rId90"/>
    <p:sldId id="350" r:id="rId91"/>
    <p:sldId id="419" r:id="rId92"/>
    <p:sldId id="351" r:id="rId93"/>
    <p:sldId id="413" r:id="rId94"/>
    <p:sldId id="352" r:id="rId95"/>
    <p:sldId id="353" r:id="rId96"/>
    <p:sldId id="415" r:id="rId97"/>
    <p:sldId id="354" r:id="rId98"/>
    <p:sldId id="355" r:id="rId99"/>
    <p:sldId id="401" r:id="rId100"/>
    <p:sldId id="356" r:id="rId101"/>
    <p:sldId id="402" r:id="rId102"/>
    <p:sldId id="357" r:id="rId103"/>
    <p:sldId id="403" r:id="rId104"/>
    <p:sldId id="358" r:id="rId105"/>
    <p:sldId id="359" r:id="rId106"/>
    <p:sldId id="405" r:id="rId107"/>
    <p:sldId id="9984" r:id="rId108"/>
    <p:sldId id="406" r:id="rId109"/>
    <p:sldId id="408" r:id="rId110"/>
    <p:sldId id="365" r:id="rId111"/>
    <p:sldId id="9985" r:id="rId112"/>
    <p:sldId id="366" r:id="rId113"/>
    <p:sldId id="9961" r:id="rId114"/>
    <p:sldId id="423" r:id="rId115"/>
    <p:sldId id="424" r:id="rId116"/>
    <p:sldId id="10489" r:id="rId117"/>
    <p:sldId id="10283" r:id="rId118"/>
    <p:sldId id="10284" r:id="rId119"/>
    <p:sldId id="10417" r:id="rId120"/>
    <p:sldId id="10286" r:id="rId121"/>
    <p:sldId id="10386" r:id="rId122"/>
    <p:sldId id="10452" r:id="rId123"/>
    <p:sldId id="10453" r:id="rId124"/>
    <p:sldId id="10497" r:id="rId125"/>
    <p:sldId id="10498" r:id="rId126"/>
    <p:sldId id="10499" r:id="rId127"/>
    <p:sldId id="10500" r:id="rId128"/>
    <p:sldId id="10490" r:id="rId129"/>
    <p:sldId id="10180" r:id="rId130"/>
    <p:sldId id="10181" r:id="rId131"/>
    <p:sldId id="10258" r:id="rId132"/>
    <p:sldId id="10259" r:id="rId133"/>
    <p:sldId id="10260" r:id="rId134"/>
    <p:sldId id="10261" r:id="rId135"/>
    <p:sldId id="10262" r:id="rId136"/>
    <p:sldId id="10264" r:id="rId137"/>
    <p:sldId id="10265" r:id="rId138"/>
    <p:sldId id="10266" r:id="rId139"/>
    <p:sldId id="10267" r:id="rId140"/>
    <p:sldId id="10268" r:id="rId141"/>
    <p:sldId id="10269" r:id="rId142"/>
    <p:sldId id="10270" r:id="rId143"/>
    <p:sldId id="10271" r:id="rId144"/>
    <p:sldId id="10272" r:id="rId145"/>
    <p:sldId id="10491" r:id="rId146"/>
    <p:sldId id="385" r:id="rId147"/>
    <p:sldId id="10256" r:id="rId148"/>
    <p:sldId id="10142" r:id="rId149"/>
    <p:sldId id="10501" r:id="rId150"/>
    <p:sldId id="10143" r:id="rId151"/>
    <p:sldId id="10423" r:id="rId152"/>
    <p:sldId id="10503" r:id="rId153"/>
    <p:sldId id="10504" r:id="rId154"/>
    <p:sldId id="10505" r:id="rId155"/>
    <p:sldId id="10502" r:id="rId156"/>
    <p:sldId id="10338" r:id="rId157"/>
    <p:sldId id="10294" r:id="rId158"/>
    <p:sldId id="10280" r:id="rId159"/>
    <p:sldId id="10107" r:id="rId160"/>
    <p:sldId id="10492" r:id="rId161"/>
    <p:sldId id="9864" r:id="rId162"/>
    <p:sldId id="10316" r:id="rId163"/>
    <p:sldId id="10317" r:id="rId164"/>
    <p:sldId id="10318" r:id="rId165"/>
    <p:sldId id="10319" r:id="rId166"/>
    <p:sldId id="10320" r:id="rId167"/>
    <p:sldId id="10321" r:id="rId168"/>
    <p:sldId id="10322" r:id="rId169"/>
    <p:sldId id="10323" r:id="rId170"/>
    <p:sldId id="10324" r:id="rId171"/>
    <p:sldId id="10325" r:id="rId172"/>
    <p:sldId id="10337" r:id="rId173"/>
    <p:sldId id="10326" r:id="rId174"/>
    <p:sldId id="10327" r:id="rId175"/>
    <p:sldId id="10328" r:id="rId176"/>
    <p:sldId id="10336" r:id="rId177"/>
    <p:sldId id="10329" r:id="rId178"/>
    <p:sldId id="10330" r:id="rId179"/>
    <p:sldId id="10331" r:id="rId180"/>
    <p:sldId id="10332" r:id="rId181"/>
    <p:sldId id="10333" r:id="rId182"/>
    <p:sldId id="10334" r:id="rId183"/>
    <p:sldId id="10335" r:id="rId184"/>
    <p:sldId id="10493" r:id="rId185"/>
    <p:sldId id="10212" r:id="rId186"/>
    <p:sldId id="10213" r:id="rId187"/>
    <p:sldId id="10214" r:id="rId188"/>
    <p:sldId id="10215" r:id="rId189"/>
    <p:sldId id="10216" r:id="rId190"/>
    <p:sldId id="10456" r:id="rId191"/>
    <p:sldId id="10457" r:id="rId192"/>
    <p:sldId id="10506" r:id="rId193"/>
    <p:sldId id="10507" r:id="rId194"/>
    <p:sldId id="10508" r:id="rId195"/>
    <p:sldId id="10509" r:id="rId196"/>
    <p:sldId id="10510" r:id="rId197"/>
    <p:sldId id="10511" r:id="rId198"/>
    <p:sldId id="10494" r:id="rId199"/>
    <p:sldId id="10315" r:id="rId200"/>
    <p:sldId id="10312" r:id="rId201"/>
    <p:sldId id="10475" r:id="rId202"/>
    <p:sldId id="10109" r:id="rId203"/>
    <p:sldId id="9803" r:id="rId204"/>
    <p:sldId id="10373" r:id="rId205"/>
    <p:sldId id="10227" r:id="rId206"/>
    <p:sldId id="10228" r:id="rId207"/>
    <p:sldId id="10229" r:id="rId208"/>
    <p:sldId id="10512" r:id="rId209"/>
    <p:sldId id="10513" r:id="rId210"/>
    <p:sldId id="10514" r:id="rId211"/>
    <p:sldId id="10515" r:id="rId212"/>
    <p:sldId id="10516" r:id="rId213"/>
    <p:sldId id="10517" r:id="rId214"/>
    <p:sldId id="10518" r:id="rId215"/>
    <p:sldId id="10519" r:id="rId216"/>
    <p:sldId id="10520" r:id="rId217"/>
    <p:sldId id="10522" r:id="rId218"/>
    <p:sldId id="10523" r:id="rId219"/>
    <p:sldId id="10495" r:id="rId220"/>
    <p:sldId id="10252" r:id="rId221"/>
    <p:sldId id="10253" r:id="rId222"/>
    <p:sldId id="10254" r:id="rId223"/>
    <p:sldId id="10484" r:id="rId224"/>
    <p:sldId id="10485" r:id="rId225"/>
    <p:sldId id="10486" r:id="rId226"/>
    <p:sldId id="10524" r:id="rId227"/>
    <p:sldId id="10525" r:id="rId228"/>
    <p:sldId id="10526" r:id="rId229"/>
    <p:sldId id="10496" r:id="rId23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FDAF1C-37A2-4320-8278-2F03C36EE5D4}" v="1" dt="2025-04-19T06:36:49.909"/>
    <p1510:client id="{D102BF66-124C-43F9-B354-0B520A23B620}" v="217" dt="2025-04-20T23:27:06.8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snapToGrid="0">
      <p:cViewPr>
        <p:scale>
          <a:sx n="50" d="100"/>
          <a:sy n="50" d="100"/>
        </p:scale>
        <p:origin x="3354" y="1536"/>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3918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microsoft.com/office/2015/10/relationships/revisionInfo" Target="revisionInfo.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microsoft.com/office/2016/11/relationships/changesInfo" Target="changesInfos/changesInfo1.xml"/><Relationship Id="rId26" Type="http://schemas.openxmlformats.org/officeDocument/2006/relationships/slide" Target="slides/slide25.xml"/><Relationship Id="rId231" Type="http://schemas.openxmlformats.org/officeDocument/2006/relationships/notesMaster" Target="notesMasters/notesMaster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presProps" Target="pres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viewProps" Target="viewProps.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tableStyles" Target="tableStyles.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ý Thanh Ngô" userId="d1fb4545a5d636d2" providerId="LiveId" clId="{E4D9CBFD-E110-4D84-9E16-A07CEF4E01B3}"/>
    <pc:docChg chg="undo redo custSel addSld delSld modSld sldOrd">
      <pc:chgData name="Lý Thanh Ngô" userId="d1fb4545a5d636d2" providerId="LiveId" clId="{E4D9CBFD-E110-4D84-9E16-A07CEF4E01B3}" dt="2025-04-05T15:27:48.763" v="4124" actId="1036"/>
      <pc:docMkLst>
        <pc:docMk/>
      </pc:docMkLst>
      <pc:sldChg chg="addSp modSp add mod setBg">
        <pc:chgData name="Lý Thanh Ngô" userId="d1fb4545a5d636d2" providerId="LiveId" clId="{E4D9CBFD-E110-4D84-9E16-A07CEF4E01B3}" dt="2025-04-05T15:20:51.677" v="4100" actId="27636"/>
        <pc:sldMkLst>
          <pc:docMk/>
          <pc:sldMk cId="591027290" sldId="257"/>
        </pc:sldMkLst>
        <pc:spChg chg="add mod">
          <ac:chgData name="Lý Thanh Ngô" userId="d1fb4545a5d636d2" providerId="LiveId" clId="{E4D9CBFD-E110-4D84-9E16-A07CEF4E01B3}" dt="2025-04-05T15:20:51.677" v="4100" actId="27636"/>
          <ac:spMkLst>
            <pc:docMk/>
            <pc:sldMk cId="591027290" sldId="257"/>
            <ac:spMk id="2" creationId="{6D3FAADD-3FA7-BD7E-FE2F-54B5B64F1AD9}"/>
          </ac:spMkLst>
        </pc:spChg>
        <pc:spChg chg="mod">
          <ac:chgData name="Lý Thanh Ngô" userId="d1fb4545a5d636d2" providerId="LiveId" clId="{E4D9CBFD-E110-4D84-9E16-A07CEF4E01B3}" dt="2025-03-30T06:39:18.206" v="331" actId="20577"/>
          <ac:spMkLst>
            <pc:docMk/>
            <pc:sldMk cId="591027290" sldId="257"/>
            <ac:spMk id="3" creationId="{00000000-0000-0000-0000-000000000000}"/>
          </ac:spMkLst>
        </pc:spChg>
      </pc:sldChg>
      <pc:sldChg chg="modSp add mod setBg">
        <pc:chgData name="Lý Thanh Ngô" userId="d1fb4545a5d636d2" providerId="LiveId" clId="{E4D9CBFD-E110-4D84-9E16-A07CEF4E01B3}" dt="2025-03-30T06:31:23.930" v="191" actId="20577"/>
        <pc:sldMkLst>
          <pc:docMk/>
          <pc:sldMk cId="2171119766" sldId="258"/>
        </pc:sldMkLst>
        <pc:spChg chg="mod">
          <ac:chgData name="Lý Thanh Ngô" userId="d1fb4545a5d636d2" providerId="LiveId" clId="{E4D9CBFD-E110-4D84-9E16-A07CEF4E01B3}" dt="2025-03-30T06:31:23.930" v="191" actId="20577"/>
          <ac:spMkLst>
            <pc:docMk/>
            <pc:sldMk cId="2171119766" sldId="258"/>
            <ac:spMk id="7170" creationId="{00000000-0000-0000-0000-000000000000}"/>
          </ac:spMkLst>
        </pc:spChg>
      </pc:sldChg>
      <pc:sldChg chg="modSp add mod setBg">
        <pc:chgData name="Lý Thanh Ngô" userId="d1fb4545a5d636d2" providerId="LiveId" clId="{E4D9CBFD-E110-4D84-9E16-A07CEF4E01B3}" dt="2025-03-30T06:33:39.195" v="234" actId="20577"/>
        <pc:sldMkLst>
          <pc:docMk/>
          <pc:sldMk cId="3057438887" sldId="259"/>
        </pc:sldMkLst>
        <pc:spChg chg="mod">
          <ac:chgData name="Lý Thanh Ngô" userId="d1fb4545a5d636d2" providerId="LiveId" clId="{E4D9CBFD-E110-4D84-9E16-A07CEF4E01B3}" dt="2025-03-30T06:33:39.195" v="234" actId="20577"/>
          <ac:spMkLst>
            <pc:docMk/>
            <pc:sldMk cId="3057438887" sldId="259"/>
            <ac:spMk id="3" creationId="{00000000-0000-0000-0000-000000000000}"/>
          </ac:spMkLst>
        </pc:spChg>
      </pc:sldChg>
      <pc:sldChg chg="modSp add mod setBg">
        <pc:chgData name="Lý Thanh Ngô" userId="d1fb4545a5d636d2" providerId="LiveId" clId="{E4D9CBFD-E110-4D84-9E16-A07CEF4E01B3}" dt="2025-04-04T14:25:03.967" v="1863" actId="20577"/>
        <pc:sldMkLst>
          <pc:docMk/>
          <pc:sldMk cId="532766581" sldId="260"/>
        </pc:sldMkLst>
        <pc:spChg chg="mod">
          <ac:chgData name="Lý Thanh Ngô" userId="d1fb4545a5d636d2" providerId="LiveId" clId="{E4D9CBFD-E110-4D84-9E16-A07CEF4E01B3}" dt="2025-04-04T14:25:03.967" v="1863" actId="20577"/>
          <ac:spMkLst>
            <pc:docMk/>
            <pc:sldMk cId="532766581" sldId="260"/>
            <ac:spMk id="7170" creationId="{00000000-0000-0000-0000-000000000000}"/>
          </ac:spMkLst>
        </pc:spChg>
      </pc:sldChg>
      <pc:sldChg chg="modSp add mod setBg">
        <pc:chgData name="Lý Thanh Ngô" userId="d1fb4545a5d636d2" providerId="LiveId" clId="{E4D9CBFD-E110-4D84-9E16-A07CEF4E01B3}" dt="2025-03-30T06:34:43.517" v="254" actId="20577"/>
        <pc:sldMkLst>
          <pc:docMk/>
          <pc:sldMk cId="1487358291" sldId="261"/>
        </pc:sldMkLst>
        <pc:spChg chg="mod">
          <ac:chgData name="Lý Thanh Ngô" userId="d1fb4545a5d636d2" providerId="LiveId" clId="{E4D9CBFD-E110-4D84-9E16-A07CEF4E01B3}" dt="2025-03-30T06:34:43.517" v="254" actId="20577"/>
          <ac:spMkLst>
            <pc:docMk/>
            <pc:sldMk cId="1487358291" sldId="261"/>
            <ac:spMk id="7170" creationId="{00000000-0000-0000-0000-000000000000}"/>
          </ac:spMkLst>
        </pc:spChg>
      </pc:sldChg>
      <pc:sldChg chg="modSp add del mod setBg">
        <pc:chgData name="Lý Thanh Ngô" userId="d1fb4545a5d636d2" providerId="LiveId" clId="{E4D9CBFD-E110-4D84-9E16-A07CEF4E01B3}" dt="2025-03-30T06:27:46.281" v="75" actId="47"/>
        <pc:sldMkLst>
          <pc:docMk/>
          <pc:sldMk cId="4207669071" sldId="262"/>
        </pc:sldMkLst>
      </pc:sldChg>
      <pc:sldChg chg="modSp add mod setBg">
        <pc:chgData name="Lý Thanh Ngô" userId="d1fb4545a5d636d2" providerId="LiveId" clId="{E4D9CBFD-E110-4D84-9E16-A07CEF4E01B3}" dt="2025-03-30T06:38:58.608" v="329" actId="20577"/>
        <pc:sldMkLst>
          <pc:docMk/>
          <pc:sldMk cId="1140672165" sldId="263"/>
        </pc:sldMkLst>
        <pc:spChg chg="mod">
          <ac:chgData name="Lý Thanh Ngô" userId="d1fb4545a5d636d2" providerId="LiveId" clId="{E4D9CBFD-E110-4D84-9E16-A07CEF4E01B3}" dt="2025-03-30T06:38:58.608" v="329" actId="20577"/>
          <ac:spMkLst>
            <pc:docMk/>
            <pc:sldMk cId="1140672165" sldId="263"/>
            <ac:spMk id="7170" creationId="{00000000-0000-0000-0000-000000000000}"/>
          </ac:spMkLst>
        </pc:spChg>
      </pc:sldChg>
      <pc:sldChg chg="modSp add del mod setBg">
        <pc:chgData name="Lý Thanh Ngô" userId="d1fb4545a5d636d2" providerId="LiveId" clId="{E4D9CBFD-E110-4D84-9E16-A07CEF4E01B3}" dt="2025-03-30T06:39:01.487" v="330" actId="47"/>
        <pc:sldMkLst>
          <pc:docMk/>
          <pc:sldMk cId="746211627" sldId="264"/>
        </pc:sldMkLst>
      </pc:sldChg>
      <pc:sldChg chg="modSp add mod setBg">
        <pc:chgData name="Lý Thanh Ngô" userId="d1fb4545a5d636d2" providerId="LiveId" clId="{E4D9CBFD-E110-4D84-9E16-A07CEF4E01B3}" dt="2025-03-30T06:35:34.904" v="276" actId="20577"/>
        <pc:sldMkLst>
          <pc:docMk/>
          <pc:sldMk cId="1434756872" sldId="265"/>
        </pc:sldMkLst>
        <pc:spChg chg="mod">
          <ac:chgData name="Lý Thanh Ngô" userId="d1fb4545a5d636d2" providerId="LiveId" clId="{E4D9CBFD-E110-4D84-9E16-A07CEF4E01B3}" dt="2025-03-30T06:35:34.904" v="276" actId="20577"/>
          <ac:spMkLst>
            <pc:docMk/>
            <pc:sldMk cId="1434756872" sldId="265"/>
            <ac:spMk id="7170" creationId="{00000000-0000-0000-0000-000000000000}"/>
          </ac:spMkLst>
        </pc:spChg>
      </pc:sldChg>
      <pc:sldChg chg="modSp add mod setBg">
        <pc:chgData name="Lý Thanh Ngô" userId="d1fb4545a5d636d2" providerId="LiveId" clId="{E4D9CBFD-E110-4D84-9E16-A07CEF4E01B3}" dt="2025-03-30T06:36:19.243" v="304" actId="20577"/>
        <pc:sldMkLst>
          <pc:docMk/>
          <pc:sldMk cId="1191164645" sldId="266"/>
        </pc:sldMkLst>
        <pc:spChg chg="mod">
          <ac:chgData name="Lý Thanh Ngô" userId="d1fb4545a5d636d2" providerId="LiveId" clId="{E4D9CBFD-E110-4D84-9E16-A07CEF4E01B3}" dt="2025-03-30T06:36:19.243" v="304" actId="20577"/>
          <ac:spMkLst>
            <pc:docMk/>
            <pc:sldMk cId="1191164645" sldId="266"/>
            <ac:spMk id="7170" creationId="{00000000-0000-0000-0000-000000000000}"/>
          </ac:spMkLst>
        </pc:spChg>
      </pc:sldChg>
      <pc:sldChg chg="add del setBg">
        <pc:chgData name="Lý Thanh Ngô" userId="d1fb4545a5d636d2" providerId="LiveId" clId="{E4D9CBFD-E110-4D84-9E16-A07CEF4E01B3}" dt="2025-03-30T06:36:36.320" v="305" actId="47"/>
        <pc:sldMkLst>
          <pc:docMk/>
          <pc:sldMk cId="3480554668" sldId="267"/>
        </pc:sldMkLst>
      </pc:sldChg>
      <pc:sldChg chg="modSp add del mod setBg">
        <pc:chgData name="Lý Thanh Ngô" userId="d1fb4545a5d636d2" providerId="LiveId" clId="{E4D9CBFD-E110-4D84-9E16-A07CEF4E01B3}" dt="2025-03-30T06:31:54.358" v="205" actId="47"/>
        <pc:sldMkLst>
          <pc:docMk/>
          <pc:sldMk cId="933824949" sldId="268"/>
        </pc:sldMkLst>
      </pc:sldChg>
      <pc:sldChg chg="modSp mod">
        <pc:chgData name="Lý Thanh Ngô" userId="d1fb4545a5d636d2" providerId="LiveId" clId="{E4D9CBFD-E110-4D84-9E16-A07CEF4E01B3}" dt="2025-04-05T14:51:13.255" v="3864" actId="123"/>
        <pc:sldMkLst>
          <pc:docMk/>
          <pc:sldMk cId="0" sldId="344"/>
        </pc:sldMkLst>
        <pc:spChg chg="mod">
          <ac:chgData name="Lý Thanh Ngô" userId="d1fb4545a5d636d2" providerId="LiveId" clId="{E4D9CBFD-E110-4D84-9E16-A07CEF4E01B3}" dt="2025-04-05T14:51:13.255" v="3864" actId="123"/>
          <ac:spMkLst>
            <pc:docMk/>
            <pc:sldMk cId="0" sldId="344"/>
            <ac:spMk id="66562" creationId="{81C76A0F-EF95-2F19-13C9-0D53F5BE8601}"/>
          </ac:spMkLst>
        </pc:spChg>
      </pc:sldChg>
      <pc:sldChg chg="modSp mod">
        <pc:chgData name="Lý Thanh Ngô" userId="d1fb4545a5d636d2" providerId="LiveId" clId="{E4D9CBFD-E110-4D84-9E16-A07CEF4E01B3}" dt="2025-04-05T14:54:00.242" v="3906" actId="255"/>
        <pc:sldMkLst>
          <pc:docMk/>
          <pc:sldMk cId="0" sldId="347"/>
        </pc:sldMkLst>
        <pc:spChg chg="mod">
          <ac:chgData name="Lý Thanh Ngô" userId="d1fb4545a5d636d2" providerId="LiveId" clId="{E4D9CBFD-E110-4D84-9E16-A07CEF4E01B3}" dt="2025-04-05T14:54:00.242" v="3906" actId="255"/>
          <ac:spMkLst>
            <pc:docMk/>
            <pc:sldMk cId="0" sldId="347"/>
            <ac:spMk id="66562" creationId="{4D6D1884-2BBD-1374-8C27-4DF14DF2DBF6}"/>
          </ac:spMkLst>
        </pc:spChg>
      </pc:sldChg>
      <pc:sldChg chg="modSp mod">
        <pc:chgData name="Lý Thanh Ngô" userId="d1fb4545a5d636d2" providerId="LiveId" clId="{E4D9CBFD-E110-4D84-9E16-A07CEF4E01B3}" dt="2025-04-05T14:57:07.351" v="3913" actId="27636"/>
        <pc:sldMkLst>
          <pc:docMk/>
          <pc:sldMk cId="0" sldId="354"/>
        </pc:sldMkLst>
        <pc:spChg chg="mod">
          <ac:chgData name="Lý Thanh Ngô" userId="d1fb4545a5d636d2" providerId="LiveId" clId="{E4D9CBFD-E110-4D84-9E16-A07CEF4E01B3}" dt="2025-04-05T14:57:07.351" v="3913" actId="27636"/>
          <ac:spMkLst>
            <pc:docMk/>
            <pc:sldMk cId="0" sldId="354"/>
            <ac:spMk id="66562" creationId="{433D330E-1ADA-A91D-179B-B45C0AD17696}"/>
          </ac:spMkLst>
        </pc:spChg>
      </pc:sldChg>
      <pc:sldChg chg="modSp mod">
        <pc:chgData name="Lý Thanh Ngô" userId="d1fb4545a5d636d2" providerId="LiveId" clId="{E4D9CBFD-E110-4D84-9E16-A07CEF4E01B3}" dt="2025-04-05T15:09:30.031" v="3993" actId="255"/>
        <pc:sldMkLst>
          <pc:docMk/>
          <pc:sldMk cId="0" sldId="365"/>
        </pc:sldMkLst>
        <pc:spChg chg="mod">
          <ac:chgData name="Lý Thanh Ngô" userId="d1fb4545a5d636d2" providerId="LiveId" clId="{E4D9CBFD-E110-4D84-9E16-A07CEF4E01B3}" dt="2025-04-05T15:09:30.031" v="3993" actId="255"/>
          <ac:spMkLst>
            <pc:docMk/>
            <pc:sldMk cId="0" sldId="365"/>
            <ac:spMk id="102402" creationId="{1084ADDA-DAB6-AF8E-BD14-B16348A1FBD9}"/>
          </ac:spMkLst>
        </pc:spChg>
      </pc:sldChg>
      <pc:sldChg chg="modSp mod">
        <pc:chgData name="Lý Thanh Ngô" userId="d1fb4545a5d636d2" providerId="LiveId" clId="{E4D9CBFD-E110-4D84-9E16-A07CEF4E01B3}" dt="2025-04-05T15:13:15.255" v="4088" actId="20577"/>
        <pc:sldMkLst>
          <pc:docMk/>
          <pc:sldMk cId="0" sldId="366"/>
        </pc:sldMkLst>
        <pc:spChg chg="mod">
          <ac:chgData name="Lý Thanh Ngô" userId="d1fb4545a5d636d2" providerId="LiveId" clId="{E4D9CBFD-E110-4D84-9E16-A07CEF4E01B3}" dt="2025-04-05T15:13:15.255" v="4088" actId="20577"/>
          <ac:spMkLst>
            <pc:docMk/>
            <pc:sldMk cId="0" sldId="366"/>
            <ac:spMk id="103426" creationId="{4757C4C1-B1EF-BBE0-782B-EA4BAADC21D5}"/>
          </ac:spMkLst>
        </pc:spChg>
      </pc:sldChg>
      <pc:sldChg chg="modSp mod">
        <pc:chgData name="Lý Thanh Ngô" userId="d1fb4545a5d636d2" providerId="LiveId" clId="{E4D9CBFD-E110-4D84-9E16-A07CEF4E01B3}" dt="2025-04-04T14:48:22.581" v="2678" actId="20577"/>
        <pc:sldMkLst>
          <pc:docMk/>
          <pc:sldMk cId="2472502028" sldId="385"/>
        </pc:sldMkLst>
        <pc:spChg chg="mod">
          <ac:chgData name="Lý Thanh Ngô" userId="d1fb4545a5d636d2" providerId="LiveId" clId="{E4D9CBFD-E110-4D84-9E16-A07CEF4E01B3}" dt="2025-04-04T14:47:56.073" v="2656" actId="20577"/>
          <ac:spMkLst>
            <pc:docMk/>
            <pc:sldMk cId="2472502028" sldId="385"/>
            <ac:spMk id="4" creationId="{00000000-0000-0000-0000-000000000000}"/>
          </ac:spMkLst>
        </pc:spChg>
        <pc:spChg chg="mod">
          <ac:chgData name="Lý Thanh Ngô" userId="d1fb4545a5d636d2" providerId="LiveId" clId="{E4D9CBFD-E110-4D84-9E16-A07CEF4E01B3}" dt="2025-04-04T14:48:07.380" v="2662" actId="1036"/>
          <ac:spMkLst>
            <pc:docMk/>
            <pc:sldMk cId="2472502028" sldId="385"/>
            <ac:spMk id="5" creationId="{EC9E90A0-57EF-B562-11BD-EFA379BF3A1F}"/>
          </ac:spMkLst>
        </pc:spChg>
        <pc:spChg chg="mod">
          <ac:chgData name="Lý Thanh Ngô" userId="d1fb4545a5d636d2" providerId="LiveId" clId="{E4D9CBFD-E110-4D84-9E16-A07CEF4E01B3}" dt="2025-04-04T14:48:22.581" v="2678" actId="20577"/>
          <ac:spMkLst>
            <pc:docMk/>
            <pc:sldMk cId="2472502028" sldId="385"/>
            <ac:spMk id="7" creationId="{FA7210C8-01DF-51DB-3853-C95430401C95}"/>
          </ac:spMkLst>
        </pc:spChg>
      </pc:sldChg>
      <pc:sldChg chg="modSp mod">
        <pc:chgData name="Lý Thanh Ngô" userId="d1fb4545a5d636d2" providerId="LiveId" clId="{E4D9CBFD-E110-4D84-9E16-A07CEF4E01B3}" dt="2025-04-05T15:05:40.526" v="3955" actId="255"/>
        <pc:sldMkLst>
          <pc:docMk/>
          <pc:sldMk cId="0" sldId="405"/>
        </pc:sldMkLst>
        <pc:spChg chg="mod">
          <ac:chgData name="Lý Thanh Ngô" userId="d1fb4545a5d636d2" providerId="LiveId" clId="{E4D9CBFD-E110-4D84-9E16-A07CEF4E01B3}" dt="2025-04-05T15:05:40.526" v="3955" actId="255"/>
          <ac:spMkLst>
            <pc:docMk/>
            <pc:sldMk cId="0" sldId="405"/>
            <ac:spMk id="101378" creationId="{8B071663-4B6E-994B-582A-6E6D92613C37}"/>
          </ac:spMkLst>
        </pc:spChg>
      </pc:sldChg>
      <pc:sldChg chg="modSp mod">
        <pc:chgData name="Lý Thanh Ngô" userId="d1fb4545a5d636d2" providerId="LiveId" clId="{E4D9CBFD-E110-4D84-9E16-A07CEF4E01B3}" dt="2025-04-05T15:07:14.813" v="3964" actId="27636"/>
        <pc:sldMkLst>
          <pc:docMk/>
          <pc:sldMk cId="0" sldId="406"/>
        </pc:sldMkLst>
        <pc:spChg chg="mod">
          <ac:chgData name="Lý Thanh Ngô" userId="d1fb4545a5d636d2" providerId="LiveId" clId="{E4D9CBFD-E110-4D84-9E16-A07CEF4E01B3}" dt="2025-04-05T15:07:14.813" v="3964" actId="27636"/>
          <ac:spMkLst>
            <pc:docMk/>
            <pc:sldMk cId="0" sldId="406"/>
            <ac:spMk id="99330" creationId="{8A50B797-F9AB-BABB-1B40-19BCA9033AB2}"/>
          </ac:spMkLst>
        </pc:spChg>
      </pc:sldChg>
      <pc:sldChg chg="modSp del mod">
        <pc:chgData name="Lý Thanh Ngô" userId="d1fb4545a5d636d2" providerId="LiveId" clId="{E4D9CBFD-E110-4D84-9E16-A07CEF4E01B3}" dt="2025-04-05T15:07:21.560" v="3965" actId="47"/>
        <pc:sldMkLst>
          <pc:docMk/>
          <pc:sldMk cId="0" sldId="407"/>
        </pc:sldMkLst>
      </pc:sldChg>
      <pc:sldChg chg="modSp mod">
        <pc:chgData name="Lý Thanh Ngô" userId="d1fb4545a5d636d2" providerId="LiveId" clId="{E4D9CBFD-E110-4D84-9E16-A07CEF4E01B3}" dt="2025-04-05T15:08:03.529" v="3968" actId="255"/>
        <pc:sldMkLst>
          <pc:docMk/>
          <pc:sldMk cId="0" sldId="408"/>
        </pc:sldMkLst>
        <pc:spChg chg="mod">
          <ac:chgData name="Lý Thanh Ngô" userId="d1fb4545a5d636d2" providerId="LiveId" clId="{E4D9CBFD-E110-4D84-9E16-A07CEF4E01B3}" dt="2025-04-05T15:08:03.529" v="3968" actId="255"/>
          <ac:spMkLst>
            <pc:docMk/>
            <pc:sldMk cId="0" sldId="408"/>
            <ac:spMk id="101378" creationId="{05CAE2DE-B2EC-A655-F166-350C09BD7435}"/>
          </ac:spMkLst>
        </pc:spChg>
      </pc:sldChg>
      <pc:sldChg chg="modSp del mod">
        <pc:chgData name="Lý Thanh Ngô" userId="d1fb4545a5d636d2" providerId="LiveId" clId="{E4D9CBFD-E110-4D84-9E16-A07CEF4E01B3}" dt="2025-04-05T15:13:26.369" v="4089" actId="2696"/>
        <pc:sldMkLst>
          <pc:docMk/>
          <pc:sldMk cId="0" sldId="422"/>
        </pc:sldMkLst>
      </pc:sldChg>
      <pc:sldChg chg="modSp mod">
        <pc:chgData name="Lý Thanh Ngô" userId="d1fb4545a5d636d2" providerId="LiveId" clId="{E4D9CBFD-E110-4D84-9E16-A07CEF4E01B3}" dt="2025-04-05T15:14:26.618" v="4091" actId="207"/>
        <pc:sldMkLst>
          <pc:docMk/>
          <pc:sldMk cId="0" sldId="424"/>
        </pc:sldMkLst>
        <pc:spChg chg="mod">
          <ac:chgData name="Lý Thanh Ngô" userId="d1fb4545a5d636d2" providerId="LiveId" clId="{E4D9CBFD-E110-4D84-9E16-A07CEF4E01B3}" dt="2025-04-05T15:14:26.618" v="4091" actId="207"/>
          <ac:spMkLst>
            <pc:docMk/>
            <pc:sldMk cId="0" sldId="424"/>
            <ac:spMk id="106498" creationId="{E3BC3CA2-358F-C6F0-6E92-29F63F658DAF}"/>
          </ac:spMkLst>
        </pc:spChg>
      </pc:sldChg>
      <pc:sldChg chg="addSp delSp modSp del mod">
        <pc:chgData name="Lý Thanh Ngô" userId="d1fb4545a5d636d2" providerId="LiveId" clId="{E4D9CBFD-E110-4D84-9E16-A07CEF4E01B3}" dt="2025-04-03T23:12:48.955" v="1151" actId="47"/>
        <pc:sldMkLst>
          <pc:docMk/>
          <pc:sldMk cId="3769639125" sldId="9788"/>
        </pc:sldMkLst>
      </pc:sldChg>
      <pc:sldChg chg="del">
        <pc:chgData name="Lý Thanh Ngô" userId="d1fb4545a5d636d2" providerId="LiveId" clId="{E4D9CBFD-E110-4D84-9E16-A07CEF4E01B3}" dt="2025-04-03T23:28:32.591" v="1312" actId="47"/>
        <pc:sldMkLst>
          <pc:docMk/>
          <pc:sldMk cId="3917989569" sldId="9789"/>
        </pc:sldMkLst>
      </pc:sldChg>
      <pc:sldChg chg="addSp delSp modSp mod modNotesTx">
        <pc:chgData name="Lý Thanh Ngô" userId="d1fb4545a5d636d2" providerId="LiveId" clId="{E4D9CBFD-E110-4D84-9E16-A07CEF4E01B3}" dt="2025-04-05T15:14:52.143" v="4092" actId="14100"/>
        <pc:sldMkLst>
          <pc:docMk/>
          <pc:sldMk cId="3681698675" sldId="9793"/>
        </pc:sldMkLst>
        <pc:spChg chg="mod">
          <ac:chgData name="Lý Thanh Ngô" userId="d1fb4545a5d636d2" providerId="LiveId" clId="{E4D9CBFD-E110-4D84-9E16-A07CEF4E01B3}" dt="2025-04-05T15:14:52.143" v="4092" actId="14100"/>
          <ac:spMkLst>
            <pc:docMk/>
            <pc:sldMk cId="3681698675" sldId="9793"/>
            <ac:spMk id="2" creationId="{224182AB-1A1E-C15F-0016-71E6D272116A}"/>
          </ac:spMkLst>
        </pc:spChg>
      </pc:sldChg>
      <pc:sldChg chg="del">
        <pc:chgData name="Lý Thanh Ngô" userId="d1fb4545a5d636d2" providerId="LiveId" clId="{E4D9CBFD-E110-4D84-9E16-A07CEF4E01B3}" dt="2025-04-04T15:23:46.487" v="3536" actId="2696"/>
        <pc:sldMkLst>
          <pc:docMk/>
          <pc:sldMk cId="2438411217" sldId="9794"/>
        </pc:sldMkLst>
      </pc:sldChg>
      <pc:sldChg chg="del">
        <pc:chgData name="Lý Thanh Ngô" userId="d1fb4545a5d636d2" providerId="LiveId" clId="{E4D9CBFD-E110-4D84-9E16-A07CEF4E01B3}" dt="2025-04-04T15:23:46.487" v="3536" actId="2696"/>
        <pc:sldMkLst>
          <pc:docMk/>
          <pc:sldMk cId="2324261318" sldId="9795"/>
        </pc:sldMkLst>
      </pc:sldChg>
      <pc:sldChg chg="del">
        <pc:chgData name="Lý Thanh Ngô" userId="d1fb4545a5d636d2" providerId="LiveId" clId="{E4D9CBFD-E110-4D84-9E16-A07CEF4E01B3}" dt="2025-04-04T15:23:46.487" v="3536" actId="2696"/>
        <pc:sldMkLst>
          <pc:docMk/>
          <pc:sldMk cId="3427656459" sldId="9796"/>
        </pc:sldMkLst>
      </pc:sldChg>
      <pc:sldChg chg="del">
        <pc:chgData name="Lý Thanh Ngô" userId="d1fb4545a5d636d2" providerId="LiveId" clId="{E4D9CBFD-E110-4D84-9E16-A07CEF4E01B3}" dt="2025-04-04T15:23:46.487" v="3536" actId="2696"/>
        <pc:sldMkLst>
          <pc:docMk/>
          <pc:sldMk cId="2672676719" sldId="9797"/>
        </pc:sldMkLst>
      </pc:sldChg>
      <pc:sldChg chg="del">
        <pc:chgData name="Lý Thanh Ngô" userId="d1fb4545a5d636d2" providerId="LiveId" clId="{E4D9CBFD-E110-4D84-9E16-A07CEF4E01B3}" dt="2025-04-04T15:23:46.487" v="3536" actId="2696"/>
        <pc:sldMkLst>
          <pc:docMk/>
          <pc:sldMk cId="1902892374" sldId="9798"/>
        </pc:sldMkLst>
      </pc:sldChg>
      <pc:sldChg chg="modSp mod modNotesTx">
        <pc:chgData name="Lý Thanh Ngô" userId="d1fb4545a5d636d2" providerId="LiveId" clId="{E4D9CBFD-E110-4D84-9E16-A07CEF4E01B3}" dt="2025-04-04T14:39:08.715" v="2162" actId="255"/>
        <pc:sldMkLst>
          <pc:docMk/>
          <pc:sldMk cId="288514113" sldId="9799"/>
        </pc:sldMkLst>
        <pc:spChg chg="mod">
          <ac:chgData name="Lý Thanh Ngô" userId="d1fb4545a5d636d2" providerId="LiveId" clId="{E4D9CBFD-E110-4D84-9E16-A07CEF4E01B3}" dt="2025-04-04T14:39:08.715" v="2162" actId="255"/>
          <ac:spMkLst>
            <pc:docMk/>
            <pc:sldMk cId="288514113" sldId="9799"/>
            <ac:spMk id="2" creationId="{AD79F752-64A9-AEFA-6988-B977A51087C2}"/>
          </ac:spMkLst>
        </pc:spChg>
      </pc:sldChg>
      <pc:sldChg chg="addSp modSp mod">
        <pc:chgData name="Lý Thanh Ngô" userId="d1fb4545a5d636d2" providerId="LiveId" clId="{E4D9CBFD-E110-4D84-9E16-A07CEF4E01B3}" dt="2025-04-05T15:20:06.469" v="4094" actId="114"/>
        <pc:sldMkLst>
          <pc:docMk/>
          <pc:sldMk cId="1307668271" sldId="9800"/>
        </pc:sldMkLst>
        <pc:spChg chg="mod">
          <ac:chgData name="Lý Thanh Ngô" userId="d1fb4545a5d636d2" providerId="LiveId" clId="{E4D9CBFD-E110-4D84-9E16-A07CEF4E01B3}" dt="2025-04-05T15:20:06.469" v="4094" actId="114"/>
          <ac:spMkLst>
            <pc:docMk/>
            <pc:sldMk cId="1307668271" sldId="9800"/>
            <ac:spMk id="2" creationId="{4712D805-4723-9CE9-42DA-7AE8EBF9C314}"/>
          </ac:spMkLst>
        </pc:spChg>
      </pc:sldChg>
      <pc:sldChg chg="del">
        <pc:chgData name="Lý Thanh Ngô" userId="d1fb4545a5d636d2" providerId="LiveId" clId="{E4D9CBFD-E110-4D84-9E16-A07CEF4E01B3}" dt="2025-04-04T14:31:36.163" v="2071" actId="47"/>
        <pc:sldMkLst>
          <pc:docMk/>
          <pc:sldMk cId="3126393781" sldId="9801"/>
        </pc:sldMkLst>
      </pc:sldChg>
      <pc:sldChg chg="addSp delSp modSp del mod">
        <pc:chgData name="Lý Thanh Ngô" userId="d1fb4545a5d636d2" providerId="LiveId" clId="{E4D9CBFD-E110-4D84-9E16-A07CEF4E01B3}" dt="2025-04-03T23:20:21.800" v="1214" actId="47"/>
        <pc:sldMkLst>
          <pc:docMk/>
          <pc:sldMk cId="3297558619" sldId="9802"/>
        </pc:sldMkLst>
      </pc:sldChg>
      <pc:sldChg chg="modSp mod modNotesTx">
        <pc:chgData name="Lý Thanh Ngô" userId="d1fb4545a5d636d2" providerId="LiveId" clId="{E4D9CBFD-E110-4D84-9E16-A07CEF4E01B3}" dt="2025-04-05T15:25:41.092" v="4104" actId="123"/>
        <pc:sldMkLst>
          <pc:docMk/>
          <pc:sldMk cId="1342301587" sldId="9803"/>
        </pc:sldMkLst>
        <pc:spChg chg="mod">
          <ac:chgData name="Lý Thanh Ngô" userId="d1fb4545a5d636d2" providerId="LiveId" clId="{E4D9CBFD-E110-4D84-9E16-A07CEF4E01B3}" dt="2025-04-05T15:25:41.092" v="4104" actId="123"/>
          <ac:spMkLst>
            <pc:docMk/>
            <pc:sldMk cId="1342301587" sldId="9803"/>
            <ac:spMk id="2" creationId="{D9FDB8AF-DBC1-FC77-9BEB-926C6D7AF5D6}"/>
          </ac:spMkLst>
        </pc:spChg>
      </pc:sldChg>
      <pc:sldChg chg="del">
        <pc:chgData name="Lý Thanh Ngô" userId="d1fb4545a5d636d2" providerId="LiveId" clId="{E4D9CBFD-E110-4D84-9E16-A07CEF4E01B3}" dt="2025-03-30T06:37:17.055" v="321" actId="47"/>
        <pc:sldMkLst>
          <pc:docMk/>
          <pc:sldMk cId="3407074290" sldId="9804"/>
        </pc:sldMkLst>
      </pc:sldChg>
      <pc:sldChg chg="del">
        <pc:chgData name="Lý Thanh Ngô" userId="d1fb4545a5d636d2" providerId="LiveId" clId="{E4D9CBFD-E110-4D84-9E16-A07CEF4E01B3}" dt="2025-03-30T06:37:17.055" v="321" actId="47"/>
        <pc:sldMkLst>
          <pc:docMk/>
          <pc:sldMk cId="3731749232" sldId="9805"/>
        </pc:sldMkLst>
      </pc:sldChg>
      <pc:sldChg chg="del">
        <pc:chgData name="Lý Thanh Ngô" userId="d1fb4545a5d636d2" providerId="LiveId" clId="{E4D9CBFD-E110-4D84-9E16-A07CEF4E01B3}" dt="2025-03-30T06:37:17.055" v="321" actId="47"/>
        <pc:sldMkLst>
          <pc:docMk/>
          <pc:sldMk cId="2605310120" sldId="9806"/>
        </pc:sldMkLst>
      </pc:sldChg>
      <pc:sldChg chg="modSp mod modNotesTx">
        <pc:chgData name="Lý Thanh Ngô" userId="d1fb4545a5d636d2" providerId="LiveId" clId="{E4D9CBFD-E110-4D84-9E16-A07CEF4E01B3}" dt="2025-04-04T14:55:16.591" v="2803" actId="255"/>
        <pc:sldMkLst>
          <pc:docMk/>
          <pc:sldMk cId="3768715522" sldId="9808"/>
        </pc:sldMkLst>
        <pc:spChg chg="mod">
          <ac:chgData name="Lý Thanh Ngô" userId="d1fb4545a5d636d2" providerId="LiveId" clId="{E4D9CBFD-E110-4D84-9E16-A07CEF4E01B3}" dt="2025-04-04T14:55:16.591" v="2803" actId="255"/>
          <ac:spMkLst>
            <pc:docMk/>
            <pc:sldMk cId="3768715522" sldId="9808"/>
            <ac:spMk id="2" creationId="{A94A499C-A97E-79EF-ED19-E090AEBBEC19}"/>
          </ac:spMkLst>
        </pc:spChg>
      </pc:sldChg>
      <pc:sldChg chg="del">
        <pc:chgData name="Lý Thanh Ngô" userId="d1fb4545a5d636d2" providerId="LiveId" clId="{E4D9CBFD-E110-4D84-9E16-A07CEF4E01B3}" dt="2025-04-04T13:48:01.043" v="1617" actId="47"/>
        <pc:sldMkLst>
          <pc:docMk/>
          <pc:sldMk cId="3329939368" sldId="9809"/>
        </pc:sldMkLst>
      </pc:sldChg>
      <pc:sldChg chg="del">
        <pc:chgData name="Lý Thanh Ngô" userId="d1fb4545a5d636d2" providerId="LiveId" clId="{E4D9CBFD-E110-4D84-9E16-A07CEF4E01B3}" dt="2025-04-03T23:28:08.969" v="1303" actId="47"/>
        <pc:sldMkLst>
          <pc:docMk/>
          <pc:sldMk cId="1592849602" sldId="9813"/>
        </pc:sldMkLst>
      </pc:sldChg>
      <pc:sldChg chg="modSp mod modNotesTx">
        <pc:chgData name="Lý Thanh Ngô" userId="d1fb4545a5d636d2" providerId="LiveId" clId="{E4D9CBFD-E110-4D84-9E16-A07CEF4E01B3}" dt="2025-04-04T15:29:56.702" v="3646" actId="20577"/>
        <pc:sldMkLst>
          <pc:docMk/>
          <pc:sldMk cId="627141964" sldId="9814"/>
        </pc:sldMkLst>
        <pc:spChg chg="mod">
          <ac:chgData name="Lý Thanh Ngô" userId="d1fb4545a5d636d2" providerId="LiveId" clId="{E4D9CBFD-E110-4D84-9E16-A07CEF4E01B3}" dt="2025-04-04T15:29:41.060" v="3590" actId="123"/>
          <ac:spMkLst>
            <pc:docMk/>
            <pc:sldMk cId="627141964" sldId="9814"/>
            <ac:spMk id="2" creationId="{ED4DBA0B-0F80-9FB8-2416-207E64980B46}"/>
          </ac:spMkLst>
        </pc:spChg>
      </pc:sldChg>
      <pc:sldChg chg="del">
        <pc:chgData name="Lý Thanh Ngô" userId="d1fb4545a5d636d2" providerId="LiveId" clId="{E4D9CBFD-E110-4D84-9E16-A07CEF4E01B3}" dt="2025-03-30T06:46:28.729" v="450" actId="47"/>
        <pc:sldMkLst>
          <pc:docMk/>
          <pc:sldMk cId="1691264668" sldId="9815"/>
        </pc:sldMkLst>
      </pc:sldChg>
      <pc:sldChg chg="del">
        <pc:chgData name="Lý Thanh Ngô" userId="d1fb4545a5d636d2" providerId="LiveId" clId="{E4D9CBFD-E110-4D84-9E16-A07CEF4E01B3}" dt="2025-04-04T14:36:34.626" v="2128" actId="47"/>
        <pc:sldMkLst>
          <pc:docMk/>
          <pc:sldMk cId="1432816605" sldId="9816"/>
        </pc:sldMkLst>
      </pc:sldChg>
      <pc:sldChg chg="del">
        <pc:chgData name="Lý Thanh Ngô" userId="d1fb4545a5d636d2" providerId="LiveId" clId="{E4D9CBFD-E110-4D84-9E16-A07CEF4E01B3}" dt="2025-03-30T06:47:45.153" v="566" actId="47"/>
        <pc:sldMkLst>
          <pc:docMk/>
          <pc:sldMk cId="448704284" sldId="9817"/>
        </pc:sldMkLst>
      </pc:sldChg>
      <pc:sldChg chg="del">
        <pc:chgData name="Lý Thanh Ngô" userId="d1fb4545a5d636d2" providerId="LiveId" clId="{E4D9CBFD-E110-4D84-9E16-A07CEF4E01B3}" dt="2025-03-30T06:36:43.140" v="306" actId="47"/>
        <pc:sldMkLst>
          <pc:docMk/>
          <pc:sldMk cId="2205802082" sldId="9818"/>
        </pc:sldMkLst>
      </pc:sldChg>
      <pc:sldChg chg="del">
        <pc:chgData name="Lý Thanh Ngô" userId="d1fb4545a5d636d2" providerId="LiveId" clId="{E4D9CBFD-E110-4D84-9E16-A07CEF4E01B3}" dt="2025-03-30T06:36:43.140" v="306" actId="47"/>
        <pc:sldMkLst>
          <pc:docMk/>
          <pc:sldMk cId="1646080519" sldId="9819"/>
        </pc:sldMkLst>
      </pc:sldChg>
      <pc:sldChg chg="del">
        <pc:chgData name="Lý Thanh Ngô" userId="d1fb4545a5d636d2" providerId="LiveId" clId="{E4D9CBFD-E110-4D84-9E16-A07CEF4E01B3}" dt="2025-03-30T06:36:43.140" v="306" actId="47"/>
        <pc:sldMkLst>
          <pc:docMk/>
          <pc:sldMk cId="1398243246" sldId="9820"/>
        </pc:sldMkLst>
      </pc:sldChg>
      <pc:sldChg chg="del">
        <pc:chgData name="Lý Thanh Ngô" userId="d1fb4545a5d636d2" providerId="LiveId" clId="{E4D9CBFD-E110-4D84-9E16-A07CEF4E01B3}" dt="2025-03-30T06:36:43.140" v="306" actId="47"/>
        <pc:sldMkLst>
          <pc:docMk/>
          <pc:sldMk cId="4135302213" sldId="9821"/>
        </pc:sldMkLst>
      </pc:sldChg>
      <pc:sldChg chg="del">
        <pc:chgData name="Lý Thanh Ngô" userId="d1fb4545a5d636d2" providerId="LiveId" clId="{E4D9CBFD-E110-4D84-9E16-A07CEF4E01B3}" dt="2025-03-30T06:36:43.140" v="306" actId="47"/>
        <pc:sldMkLst>
          <pc:docMk/>
          <pc:sldMk cId="148545705" sldId="9822"/>
        </pc:sldMkLst>
      </pc:sldChg>
      <pc:sldChg chg="del">
        <pc:chgData name="Lý Thanh Ngô" userId="d1fb4545a5d636d2" providerId="LiveId" clId="{E4D9CBFD-E110-4D84-9E16-A07CEF4E01B3}" dt="2025-03-30T06:36:43.140" v="306" actId="47"/>
        <pc:sldMkLst>
          <pc:docMk/>
          <pc:sldMk cId="832378762" sldId="9823"/>
        </pc:sldMkLst>
      </pc:sldChg>
      <pc:sldChg chg="del">
        <pc:chgData name="Lý Thanh Ngô" userId="d1fb4545a5d636d2" providerId="LiveId" clId="{E4D9CBFD-E110-4D84-9E16-A07CEF4E01B3}" dt="2025-03-30T06:36:43.140" v="306" actId="47"/>
        <pc:sldMkLst>
          <pc:docMk/>
          <pc:sldMk cId="2506181314" sldId="9824"/>
        </pc:sldMkLst>
      </pc:sldChg>
      <pc:sldChg chg="del">
        <pc:chgData name="Lý Thanh Ngô" userId="d1fb4545a5d636d2" providerId="LiveId" clId="{E4D9CBFD-E110-4D84-9E16-A07CEF4E01B3}" dt="2025-03-30T06:36:43.140" v="306" actId="47"/>
        <pc:sldMkLst>
          <pc:docMk/>
          <pc:sldMk cId="609497434" sldId="9825"/>
        </pc:sldMkLst>
      </pc:sldChg>
      <pc:sldChg chg="del">
        <pc:chgData name="Lý Thanh Ngô" userId="d1fb4545a5d636d2" providerId="LiveId" clId="{E4D9CBFD-E110-4D84-9E16-A07CEF4E01B3}" dt="2025-03-30T06:36:43.140" v="306" actId="47"/>
        <pc:sldMkLst>
          <pc:docMk/>
          <pc:sldMk cId="1250538440" sldId="9826"/>
        </pc:sldMkLst>
      </pc:sldChg>
      <pc:sldChg chg="modSp mod modNotesTx">
        <pc:chgData name="Lý Thanh Ngô" userId="d1fb4545a5d636d2" providerId="LiveId" clId="{E4D9CBFD-E110-4D84-9E16-A07CEF4E01B3}" dt="2025-04-04T15:20:19.386" v="3450" actId="123"/>
        <pc:sldMkLst>
          <pc:docMk/>
          <pc:sldMk cId="2958806556" sldId="9827"/>
        </pc:sldMkLst>
        <pc:spChg chg="mod">
          <ac:chgData name="Lý Thanh Ngô" userId="d1fb4545a5d636d2" providerId="LiveId" clId="{E4D9CBFD-E110-4D84-9E16-A07CEF4E01B3}" dt="2025-04-04T15:20:19.386" v="3450" actId="123"/>
          <ac:spMkLst>
            <pc:docMk/>
            <pc:sldMk cId="2958806556" sldId="9827"/>
            <ac:spMk id="2" creationId="{D0DB7A7C-C6BF-BBBA-3631-B0614733E958}"/>
          </ac:spMkLst>
        </pc:spChg>
      </pc:sldChg>
      <pc:sldChg chg="del">
        <pc:chgData name="Lý Thanh Ngô" userId="d1fb4545a5d636d2" providerId="LiveId" clId="{E4D9CBFD-E110-4D84-9E16-A07CEF4E01B3}" dt="2025-03-30T06:47:59.406" v="570" actId="47"/>
        <pc:sldMkLst>
          <pc:docMk/>
          <pc:sldMk cId="3958862344" sldId="9828"/>
        </pc:sldMkLst>
      </pc:sldChg>
      <pc:sldChg chg="del">
        <pc:chgData name="Lý Thanh Ngô" userId="d1fb4545a5d636d2" providerId="LiveId" clId="{E4D9CBFD-E110-4D84-9E16-A07CEF4E01B3}" dt="2025-03-30T06:37:04.178" v="312" actId="47"/>
        <pc:sldMkLst>
          <pc:docMk/>
          <pc:sldMk cId="1647823718" sldId="9829"/>
        </pc:sldMkLst>
      </pc:sldChg>
      <pc:sldChg chg="del">
        <pc:chgData name="Lý Thanh Ngô" userId="d1fb4545a5d636d2" providerId="LiveId" clId="{E4D9CBFD-E110-4D84-9E16-A07CEF4E01B3}" dt="2025-03-30T06:37:04.178" v="312" actId="47"/>
        <pc:sldMkLst>
          <pc:docMk/>
          <pc:sldMk cId="3449617028" sldId="9830"/>
        </pc:sldMkLst>
      </pc:sldChg>
      <pc:sldChg chg="del">
        <pc:chgData name="Lý Thanh Ngô" userId="d1fb4545a5d636d2" providerId="LiveId" clId="{E4D9CBFD-E110-4D84-9E16-A07CEF4E01B3}" dt="2025-03-30T06:37:04.178" v="312" actId="47"/>
        <pc:sldMkLst>
          <pc:docMk/>
          <pc:sldMk cId="1592406097" sldId="9831"/>
        </pc:sldMkLst>
      </pc:sldChg>
      <pc:sldChg chg="del">
        <pc:chgData name="Lý Thanh Ngô" userId="d1fb4545a5d636d2" providerId="LiveId" clId="{E4D9CBFD-E110-4D84-9E16-A07CEF4E01B3}" dt="2025-03-30T06:37:04.178" v="312" actId="47"/>
        <pc:sldMkLst>
          <pc:docMk/>
          <pc:sldMk cId="3410915460" sldId="9832"/>
        </pc:sldMkLst>
      </pc:sldChg>
      <pc:sldChg chg="del">
        <pc:chgData name="Lý Thanh Ngô" userId="d1fb4545a5d636d2" providerId="LiveId" clId="{E4D9CBFD-E110-4D84-9E16-A07CEF4E01B3}" dt="2025-03-30T06:37:04.178" v="312" actId="47"/>
        <pc:sldMkLst>
          <pc:docMk/>
          <pc:sldMk cId="272661577" sldId="9833"/>
        </pc:sldMkLst>
      </pc:sldChg>
      <pc:sldChg chg="del">
        <pc:chgData name="Lý Thanh Ngô" userId="d1fb4545a5d636d2" providerId="LiveId" clId="{E4D9CBFD-E110-4D84-9E16-A07CEF4E01B3}" dt="2025-03-30T06:37:04.178" v="312" actId="47"/>
        <pc:sldMkLst>
          <pc:docMk/>
          <pc:sldMk cId="1232266678" sldId="9834"/>
        </pc:sldMkLst>
      </pc:sldChg>
      <pc:sldChg chg="del">
        <pc:chgData name="Lý Thanh Ngô" userId="d1fb4545a5d636d2" providerId="LiveId" clId="{E4D9CBFD-E110-4D84-9E16-A07CEF4E01B3}" dt="2025-03-30T06:37:04.178" v="312" actId="47"/>
        <pc:sldMkLst>
          <pc:docMk/>
          <pc:sldMk cId="496433219" sldId="9835"/>
        </pc:sldMkLst>
      </pc:sldChg>
      <pc:sldChg chg="del">
        <pc:chgData name="Lý Thanh Ngô" userId="d1fb4545a5d636d2" providerId="LiveId" clId="{E4D9CBFD-E110-4D84-9E16-A07CEF4E01B3}" dt="2025-03-30T06:37:04.178" v="312" actId="47"/>
        <pc:sldMkLst>
          <pc:docMk/>
          <pc:sldMk cId="331621706" sldId="9836"/>
        </pc:sldMkLst>
      </pc:sldChg>
      <pc:sldChg chg="del">
        <pc:chgData name="Lý Thanh Ngô" userId="d1fb4545a5d636d2" providerId="LiveId" clId="{E4D9CBFD-E110-4D84-9E16-A07CEF4E01B3}" dt="2025-03-30T06:37:04.178" v="312" actId="47"/>
        <pc:sldMkLst>
          <pc:docMk/>
          <pc:sldMk cId="3840654511" sldId="9837"/>
        </pc:sldMkLst>
      </pc:sldChg>
      <pc:sldChg chg="del">
        <pc:chgData name="Lý Thanh Ngô" userId="d1fb4545a5d636d2" providerId="LiveId" clId="{E4D9CBFD-E110-4D84-9E16-A07CEF4E01B3}" dt="2025-03-30T06:37:04.178" v="312" actId="47"/>
        <pc:sldMkLst>
          <pc:docMk/>
          <pc:sldMk cId="3105827102" sldId="9838"/>
        </pc:sldMkLst>
      </pc:sldChg>
      <pc:sldChg chg="del">
        <pc:chgData name="Lý Thanh Ngô" userId="d1fb4545a5d636d2" providerId="LiveId" clId="{E4D9CBFD-E110-4D84-9E16-A07CEF4E01B3}" dt="2025-03-30T06:37:04.178" v="312" actId="47"/>
        <pc:sldMkLst>
          <pc:docMk/>
          <pc:sldMk cId="1302606052" sldId="9839"/>
        </pc:sldMkLst>
      </pc:sldChg>
      <pc:sldChg chg="del">
        <pc:chgData name="Lý Thanh Ngô" userId="d1fb4545a5d636d2" providerId="LiveId" clId="{E4D9CBFD-E110-4D84-9E16-A07CEF4E01B3}" dt="2025-03-30T06:37:04.178" v="312" actId="47"/>
        <pc:sldMkLst>
          <pc:docMk/>
          <pc:sldMk cId="2880974531" sldId="9840"/>
        </pc:sldMkLst>
      </pc:sldChg>
      <pc:sldChg chg="del">
        <pc:chgData name="Lý Thanh Ngô" userId="d1fb4545a5d636d2" providerId="LiveId" clId="{E4D9CBFD-E110-4D84-9E16-A07CEF4E01B3}" dt="2025-03-30T06:37:04.178" v="312" actId="47"/>
        <pc:sldMkLst>
          <pc:docMk/>
          <pc:sldMk cId="331976115" sldId="9841"/>
        </pc:sldMkLst>
      </pc:sldChg>
      <pc:sldChg chg="del">
        <pc:chgData name="Lý Thanh Ngô" userId="d1fb4545a5d636d2" providerId="LiveId" clId="{E4D9CBFD-E110-4D84-9E16-A07CEF4E01B3}" dt="2025-03-30T06:37:04.178" v="312" actId="47"/>
        <pc:sldMkLst>
          <pc:docMk/>
          <pc:sldMk cId="974659310" sldId="9842"/>
        </pc:sldMkLst>
      </pc:sldChg>
      <pc:sldChg chg="del">
        <pc:chgData name="Lý Thanh Ngô" userId="d1fb4545a5d636d2" providerId="LiveId" clId="{E4D9CBFD-E110-4D84-9E16-A07CEF4E01B3}" dt="2025-03-30T06:37:04.178" v="312" actId="47"/>
        <pc:sldMkLst>
          <pc:docMk/>
          <pc:sldMk cId="3839078036" sldId="9843"/>
        </pc:sldMkLst>
      </pc:sldChg>
      <pc:sldChg chg="del">
        <pc:chgData name="Lý Thanh Ngô" userId="d1fb4545a5d636d2" providerId="LiveId" clId="{E4D9CBFD-E110-4D84-9E16-A07CEF4E01B3}" dt="2025-03-30T06:37:04.178" v="312" actId="47"/>
        <pc:sldMkLst>
          <pc:docMk/>
          <pc:sldMk cId="848203935" sldId="9844"/>
        </pc:sldMkLst>
      </pc:sldChg>
      <pc:sldChg chg="del">
        <pc:chgData name="Lý Thanh Ngô" userId="d1fb4545a5d636d2" providerId="LiveId" clId="{E4D9CBFD-E110-4D84-9E16-A07CEF4E01B3}" dt="2025-03-30T06:37:04.178" v="312" actId="47"/>
        <pc:sldMkLst>
          <pc:docMk/>
          <pc:sldMk cId="2393921006" sldId="9845"/>
        </pc:sldMkLst>
      </pc:sldChg>
      <pc:sldChg chg="del">
        <pc:chgData name="Lý Thanh Ngô" userId="d1fb4545a5d636d2" providerId="LiveId" clId="{E4D9CBFD-E110-4D84-9E16-A07CEF4E01B3}" dt="2025-03-30T06:48:27.681" v="592" actId="47"/>
        <pc:sldMkLst>
          <pc:docMk/>
          <pc:sldMk cId="1623123200" sldId="9846"/>
        </pc:sldMkLst>
      </pc:sldChg>
      <pc:sldChg chg="modSp mod modNotesTx">
        <pc:chgData name="Lý Thanh Ngô" userId="d1fb4545a5d636d2" providerId="LiveId" clId="{E4D9CBFD-E110-4D84-9E16-A07CEF4E01B3}" dt="2025-04-04T14:38:55.562" v="2159" actId="255"/>
        <pc:sldMkLst>
          <pc:docMk/>
          <pc:sldMk cId="3438506491" sldId="9847"/>
        </pc:sldMkLst>
      </pc:sldChg>
      <pc:sldChg chg="modSp mod modNotesTx">
        <pc:chgData name="Lý Thanh Ngô" userId="d1fb4545a5d636d2" providerId="LiveId" clId="{E4D9CBFD-E110-4D84-9E16-A07CEF4E01B3}" dt="2025-04-04T14:39:03.281" v="2161" actId="255"/>
        <pc:sldMkLst>
          <pc:docMk/>
          <pc:sldMk cId="3111587494" sldId="9848"/>
        </pc:sldMkLst>
        <pc:spChg chg="mod">
          <ac:chgData name="Lý Thanh Ngô" userId="d1fb4545a5d636d2" providerId="LiveId" clId="{E4D9CBFD-E110-4D84-9E16-A07CEF4E01B3}" dt="2025-04-04T14:39:03.281" v="2161" actId="255"/>
          <ac:spMkLst>
            <pc:docMk/>
            <pc:sldMk cId="3111587494" sldId="9848"/>
            <ac:spMk id="2" creationId="{63F0A5E2-77DC-7B9F-1C02-600C97B0A748}"/>
          </ac:spMkLst>
        </pc:spChg>
      </pc:sldChg>
      <pc:sldChg chg="modSp mod modNotesTx">
        <pc:chgData name="Lý Thanh Ngô" userId="d1fb4545a5d636d2" providerId="LiveId" clId="{E4D9CBFD-E110-4D84-9E16-A07CEF4E01B3}" dt="2025-04-04T14:39:17.247" v="2163" actId="255"/>
        <pc:sldMkLst>
          <pc:docMk/>
          <pc:sldMk cId="3414643596" sldId="9849"/>
        </pc:sldMkLst>
        <pc:spChg chg="mod">
          <ac:chgData name="Lý Thanh Ngô" userId="d1fb4545a5d636d2" providerId="LiveId" clId="{E4D9CBFD-E110-4D84-9E16-A07CEF4E01B3}" dt="2025-04-04T14:39:17.247" v="2163" actId="255"/>
          <ac:spMkLst>
            <pc:docMk/>
            <pc:sldMk cId="3414643596" sldId="9849"/>
            <ac:spMk id="2" creationId="{875313AE-8DE9-EF7A-A539-00E8E5418705}"/>
          </ac:spMkLst>
        </pc:spChg>
      </pc:sldChg>
      <pc:sldChg chg="modSp mod">
        <pc:chgData name="Lý Thanh Ngô" userId="d1fb4545a5d636d2" providerId="LiveId" clId="{E4D9CBFD-E110-4D84-9E16-A07CEF4E01B3}" dt="2025-04-04T14:39:23.735" v="2165" actId="255"/>
        <pc:sldMkLst>
          <pc:docMk/>
          <pc:sldMk cId="3238211235" sldId="9850"/>
        </pc:sldMkLst>
        <pc:spChg chg="mod">
          <ac:chgData name="Lý Thanh Ngô" userId="d1fb4545a5d636d2" providerId="LiveId" clId="{E4D9CBFD-E110-4D84-9E16-A07CEF4E01B3}" dt="2025-04-04T14:39:23.735" v="2165" actId="255"/>
          <ac:spMkLst>
            <pc:docMk/>
            <pc:sldMk cId="3238211235" sldId="9850"/>
            <ac:spMk id="2" creationId="{9EB41746-D780-1DA4-8C37-16E02E72EE06}"/>
          </ac:spMkLst>
        </pc:spChg>
      </pc:sldChg>
      <pc:sldChg chg="del">
        <pc:chgData name="Lý Thanh Ngô" userId="d1fb4545a5d636d2" providerId="LiveId" clId="{E4D9CBFD-E110-4D84-9E16-A07CEF4E01B3}" dt="2025-04-04T14:39:33.933" v="2169" actId="47"/>
        <pc:sldMkLst>
          <pc:docMk/>
          <pc:sldMk cId="1186045386" sldId="9851"/>
        </pc:sldMkLst>
      </pc:sldChg>
      <pc:sldChg chg="del">
        <pc:chgData name="Lý Thanh Ngô" userId="d1fb4545a5d636d2" providerId="LiveId" clId="{E4D9CBFD-E110-4D84-9E16-A07CEF4E01B3}" dt="2025-04-04T14:39:35.520" v="2170" actId="47"/>
        <pc:sldMkLst>
          <pc:docMk/>
          <pc:sldMk cId="887314122" sldId="9852"/>
        </pc:sldMkLst>
      </pc:sldChg>
      <pc:sldChg chg="modSp mod modNotesTx">
        <pc:chgData name="Lý Thanh Ngô" userId="d1fb4545a5d636d2" providerId="LiveId" clId="{E4D9CBFD-E110-4D84-9E16-A07CEF4E01B3}" dt="2025-04-04T14:40:22.207" v="2186" actId="255"/>
        <pc:sldMkLst>
          <pc:docMk/>
          <pc:sldMk cId="2696584302" sldId="9853"/>
        </pc:sldMkLst>
      </pc:sldChg>
      <pc:sldChg chg="del">
        <pc:chgData name="Lý Thanh Ngô" userId="d1fb4545a5d636d2" providerId="LiveId" clId="{E4D9CBFD-E110-4D84-9E16-A07CEF4E01B3}" dt="2025-04-04T14:40:42.164" v="2188" actId="47"/>
        <pc:sldMkLst>
          <pc:docMk/>
          <pc:sldMk cId="3862663970" sldId="9854"/>
        </pc:sldMkLst>
      </pc:sldChg>
      <pc:sldChg chg="del">
        <pc:chgData name="Lý Thanh Ngô" userId="d1fb4545a5d636d2" providerId="LiveId" clId="{E4D9CBFD-E110-4D84-9E16-A07CEF4E01B3}" dt="2025-04-04T14:41:14.598" v="2195" actId="47"/>
        <pc:sldMkLst>
          <pc:docMk/>
          <pc:sldMk cId="3848865846" sldId="9855"/>
        </pc:sldMkLst>
      </pc:sldChg>
      <pc:sldChg chg="del">
        <pc:chgData name="Lý Thanh Ngô" userId="d1fb4545a5d636d2" providerId="LiveId" clId="{E4D9CBFD-E110-4D84-9E16-A07CEF4E01B3}" dt="2025-04-04T14:41:16.132" v="2196" actId="47"/>
        <pc:sldMkLst>
          <pc:docMk/>
          <pc:sldMk cId="1777329158" sldId="9856"/>
        </pc:sldMkLst>
      </pc:sldChg>
      <pc:sldChg chg="modSp mod">
        <pc:chgData name="Lý Thanh Ngô" userId="d1fb4545a5d636d2" providerId="LiveId" clId="{E4D9CBFD-E110-4D84-9E16-A07CEF4E01B3}" dt="2025-04-04T14:46:41.297" v="2635" actId="122"/>
        <pc:sldMkLst>
          <pc:docMk/>
          <pc:sldMk cId="1640538101" sldId="9857"/>
        </pc:sldMkLst>
        <pc:spChg chg="mod">
          <ac:chgData name="Lý Thanh Ngô" userId="d1fb4545a5d636d2" providerId="LiveId" clId="{E4D9CBFD-E110-4D84-9E16-A07CEF4E01B3}" dt="2025-04-04T14:42:38.836" v="2221" actId="20577"/>
          <ac:spMkLst>
            <pc:docMk/>
            <pc:sldMk cId="1640538101" sldId="9857"/>
            <ac:spMk id="4" creationId="{C83C1662-DE3B-485E-D039-6DAF01222417}"/>
          </ac:spMkLst>
        </pc:spChg>
        <pc:spChg chg="mod">
          <ac:chgData name="Lý Thanh Ngô" userId="d1fb4545a5d636d2" providerId="LiveId" clId="{E4D9CBFD-E110-4D84-9E16-A07CEF4E01B3}" dt="2025-04-04T14:46:41.297" v="2635" actId="122"/>
          <ac:spMkLst>
            <pc:docMk/>
            <pc:sldMk cId="1640538101" sldId="9857"/>
            <ac:spMk id="5" creationId="{885A7151-12D0-D5E7-4150-116F20C67271}"/>
          </ac:spMkLst>
        </pc:spChg>
        <pc:spChg chg="mod">
          <ac:chgData name="Lý Thanh Ngô" userId="d1fb4545a5d636d2" providerId="LiveId" clId="{E4D9CBFD-E110-4D84-9E16-A07CEF4E01B3}" dt="2025-04-04T14:44:55.863" v="2509" actId="1076"/>
          <ac:spMkLst>
            <pc:docMk/>
            <pc:sldMk cId="1640538101" sldId="9857"/>
            <ac:spMk id="7" creationId="{27682D36-7139-D43C-8AC6-2259120A3B6A}"/>
          </ac:spMkLst>
        </pc:spChg>
      </pc:sldChg>
      <pc:sldChg chg="del">
        <pc:chgData name="Lý Thanh Ngô" userId="d1fb4545a5d636d2" providerId="LiveId" clId="{E4D9CBFD-E110-4D84-9E16-A07CEF4E01B3}" dt="2025-04-04T15:23:46.487" v="3536" actId="2696"/>
        <pc:sldMkLst>
          <pc:docMk/>
          <pc:sldMk cId="130758898" sldId="9858"/>
        </pc:sldMkLst>
      </pc:sldChg>
      <pc:sldChg chg="del">
        <pc:chgData name="Lý Thanh Ngô" userId="d1fb4545a5d636d2" providerId="LiveId" clId="{E4D9CBFD-E110-4D84-9E16-A07CEF4E01B3}" dt="2025-04-04T15:23:46.487" v="3536" actId="2696"/>
        <pc:sldMkLst>
          <pc:docMk/>
          <pc:sldMk cId="826091572" sldId="9859"/>
        </pc:sldMkLst>
      </pc:sldChg>
      <pc:sldChg chg="del">
        <pc:chgData name="Lý Thanh Ngô" userId="d1fb4545a5d636d2" providerId="LiveId" clId="{E4D9CBFD-E110-4D84-9E16-A07CEF4E01B3}" dt="2025-04-04T15:23:46.487" v="3536" actId="2696"/>
        <pc:sldMkLst>
          <pc:docMk/>
          <pc:sldMk cId="3848815841" sldId="9860"/>
        </pc:sldMkLst>
      </pc:sldChg>
      <pc:sldChg chg="del">
        <pc:chgData name="Lý Thanh Ngô" userId="d1fb4545a5d636d2" providerId="LiveId" clId="{E4D9CBFD-E110-4D84-9E16-A07CEF4E01B3}" dt="2025-04-04T15:23:46.487" v="3536" actId="2696"/>
        <pc:sldMkLst>
          <pc:docMk/>
          <pc:sldMk cId="3207059514" sldId="9861"/>
        </pc:sldMkLst>
      </pc:sldChg>
      <pc:sldChg chg="del">
        <pc:chgData name="Lý Thanh Ngô" userId="d1fb4545a5d636d2" providerId="LiveId" clId="{E4D9CBFD-E110-4D84-9E16-A07CEF4E01B3}" dt="2025-04-04T15:23:46.487" v="3536" actId="2696"/>
        <pc:sldMkLst>
          <pc:docMk/>
          <pc:sldMk cId="416133720" sldId="9862"/>
        </pc:sldMkLst>
      </pc:sldChg>
      <pc:sldChg chg="del">
        <pc:chgData name="Lý Thanh Ngô" userId="d1fb4545a5d636d2" providerId="LiveId" clId="{E4D9CBFD-E110-4D84-9E16-A07CEF4E01B3}" dt="2025-04-04T15:23:46.487" v="3536" actId="2696"/>
        <pc:sldMkLst>
          <pc:docMk/>
          <pc:sldMk cId="2711831379" sldId="9863"/>
        </pc:sldMkLst>
      </pc:sldChg>
      <pc:sldChg chg="modSp mod">
        <pc:chgData name="Lý Thanh Ngô" userId="d1fb4545a5d636d2" providerId="LiveId" clId="{E4D9CBFD-E110-4D84-9E16-A07CEF4E01B3}" dt="2025-04-05T15:25:18.021" v="4103" actId="115"/>
        <pc:sldMkLst>
          <pc:docMk/>
          <pc:sldMk cId="2722460507" sldId="9864"/>
        </pc:sldMkLst>
        <pc:spChg chg="mod">
          <ac:chgData name="Lý Thanh Ngô" userId="d1fb4545a5d636d2" providerId="LiveId" clId="{E4D9CBFD-E110-4D84-9E16-A07CEF4E01B3}" dt="2025-04-04T15:07:12.736" v="3150" actId="20577"/>
          <ac:spMkLst>
            <pc:docMk/>
            <pc:sldMk cId="2722460507" sldId="9864"/>
            <ac:spMk id="2" creationId="{C5AC7524-1DCF-5012-325A-112DC29DE05E}"/>
          </ac:spMkLst>
        </pc:spChg>
        <pc:spChg chg="mod">
          <ac:chgData name="Lý Thanh Ngô" userId="d1fb4545a5d636d2" providerId="LiveId" clId="{E4D9CBFD-E110-4D84-9E16-A07CEF4E01B3}" dt="2025-04-05T15:25:18.021" v="4103" actId="115"/>
          <ac:spMkLst>
            <pc:docMk/>
            <pc:sldMk cId="2722460507" sldId="9864"/>
            <ac:spMk id="4" creationId="{9B130C5D-607E-1CBB-D591-F748074BB843}"/>
          </ac:spMkLst>
        </pc:spChg>
      </pc:sldChg>
      <pc:sldChg chg="modSp mod">
        <pc:chgData name="Lý Thanh Ngô" userId="d1fb4545a5d636d2" providerId="LiveId" clId="{E4D9CBFD-E110-4D84-9E16-A07CEF4E01B3}" dt="2025-04-05T14:22:55.901" v="3698" actId="122"/>
        <pc:sldMkLst>
          <pc:docMk/>
          <pc:sldMk cId="2160185228" sldId="9889"/>
        </pc:sldMkLst>
        <pc:spChg chg="mod">
          <ac:chgData name="Lý Thanh Ngô" userId="d1fb4545a5d636d2" providerId="LiveId" clId="{E4D9CBFD-E110-4D84-9E16-A07CEF4E01B3}" dt="2025-04-05T14:22:55.901" v="3698" actId="122"/>
          <ac:spMkLst>
            <pc:docMk/>
            <pc:sldMk cId="2160185228" sldId="9889"/>
            <ac:spMk id="46082" creationId="{7F10E4E4-09C3-1CB5-C4A2-CFBEECAD9E94}"/>
          </ac:spMkLst>
        </pc:spChg>
      </pc:sldChg>
      <pc:sldChg chg="modSp mod">
        <pc:chgData name="Lý Thanh Ngô" userId="d1fb4545a5d636d2" providerId="LiveId" clId="{E4D9CBFD-E110-4D84-9E16-A07CEF4E01B3}" dt="2025-04-05T14:24:58.879" v="3721" actId="27636"/>
        <pc:sldMkLst>
          <pc:docMk/>
          <pc:sldMk cId="3359446926" sldId="9892"/>
        </pc:sldMkLst>
        <pc:spChg chg="mod">
          <ac:chgData name="Lý Thanh Ngô" userId="d1fb4545a5d636d2" providerId="LiveId" clId="{E4D9CBFD-E110-4D84-9E16-A07CEF4E01B3}" dt="2025-04-05T14:24:58.879" v="3721" actId="27636"/>
          <ac:spMkLst>
            <pc:docMk/>
            <pc:sldMk cId="3359446926" sldId="9892"/>
            <ac:spMk id="46082" creationId="{3893F0D4-65DD-5D42-B970-F583E8012BD1}"/>
          </ac:spMkLst>
        </pc:spChg>
      </pc:sldChg>
      <pc:sldChg chg="modSp mod">
        <pc:chgData name="Lý Thanh Ngô" userId="d1fb4545a5d636d2" providerId="LiveId" clId="{E4D9CBFD-E110-4D84-9E16-A07CEF4E01B3}" dt="2025-04-05T14:32:58.614" v="3833" actId="403"/>
        <pc:sldMkLst>
          <pc:docMk/>
          <pc:sldMk cId="3719311503" sldId="9893"/>
        </pc:sldMkLst>
        <pc:spChg chg="mod">
          <ac:chgData name="Lý Thanh Ngô" userId="d1fb4545a5d636d2" providerId="LiveId" clId="{E4D9CBFD-E110-4D84-9E16-A07CEF4E01B3}" dt="2025-04-05T14:32:58.614" v="3833" actId="403"/>
          <ac:spMkLst>
            <pc:docMk/>
            <pc:sldMk cId="3719311503" sldId="9893"/>
            <ac:spMk id="87042" creationId="{9D6177F0-5E6C-608E-3A88-D9044B9315F4}"/>
          </ac:spMkLst>
        </pc:spChg>
      </pc:sldChg>
      <pc:sldChg chg="modSp del mod">
        <pc:chgData name="Lý Thanh Ngô" userId="d1fb4545a5d636d2" providerId="LiveId" clId="{E4D9CBFD-E110-4D84-9E16-A07CEF4E01B3}" dt="2025-04-05T14:26:25.452" v="3735" actId="47"/>
        <pc:sldMkLst>
          <pc:docMk/>
          <pc:sldMk cId="316058304" sldId="9894"/>
        </pc:sldMkLst>
      </pc:sldChg>
      <pc:sldChg chg="modSp mod">
        <pc:chgData name="Lý Thanh Ngô" userId="d1fb4545a5d636d2" providerId="LiveId" clId="{E4D9CBFD-E110-4D84-9E16-A07CEF4E01B3}" dt="2025-04-05T14:33:12.952" v="3837" actId="255"/>
        <pc:sldMkLst>
          <pc:docMk/>
          <pc:sldMk cId="1521856680" sldId="9895"/>
        </pc:sldMkLst>
        <pc:spChg chg="mod">
          <ac:chgData name="Lý Thanh Ngô" userId="d1fb4545a5d636d2" providerId="LiveId" clId="{E4D9CBFD-E110-4D84-9E16-A07CEF4E01B3}" dt="2025-04-05T14:33:12.952" v="3837" actId="255"/>
          <ac:spMkLst>
            <pc:docMk/>
            <pc:sldMk cId="1521856680" sldId="9895"/>
            <ac:spMk id="87042" creationId="{5E4C3294-384A-CFC9-ED45-0243B0AA62AF}"/>
          </ac:spMkLst>
        </pc:spChg>
      </pc:sldChg>
      <pc:sldChg chg="modSp del mod">
        <pc:chgData name="Lý Thanh Ngô" userId="d1fb4545a5d636d2" providerId="LiveId" clId="{E4D9CBFD-E110-4D84-9E16-A07CEF4E01B3}" dt="2025-04-05T14:28:15.727" v="3790" actId="47"/>
        <pc:sldMkLst>
          <pc:docMk/>
          <pc:sldMk cId="367318003" sldId="9896"/>
        </pc:sldMkLst>
      </pc:sldChg>
      <pc:sldChg chg="modSp mod">
        <pc:chgData name="Lý Thanh Ngô" userId="d1fb4545a5d636d2" providerId="LiveId" clId="{E4D9CBFD-E110-4D84-9E16-A07CEF4E01B3}" dt="2025-04-05T14:33:40.051" v="3840" actId="255"/>
        <pc:sldMkLst>
          <pc:docMk/>
          <pc:sldMk cId="121284145" sldId="9897"/>
        </pc:sldMkLst>
        <pc:spChg chg="mod">
          <ac:chgData name="Lý Thanh Ngô" userId="d1fb4545a5d636d2" providerId="LiveId" clId="{E4D9CBFD-E110-4D84-9E16-A07CEF4E01B3}" dt="2025-04-05T14:33:40.051" v="3840" actId="255"/>
          <ac:spMkLst>
            <pc:docMk/>
            <pc:sldMk cId="121284145" sldId="9897"/>
            <ac:spMk id="87042" creationId="{EF956515-5E3A-1C60-EEC1-B8BC2F8729E5}"/>
          </ac:spMkLst>
        </pc:spChg>
      </pc:sldChg>
      <pc:sldChg chg="modSp mod">
        <pc:chgData name="Lý Thanh Ngô" userId="d1fb4545a5d636d2" providerId="LiveId" clId="{E4D9CBFD-E110-4D84-9E16-A07CEF4E01B3}" dt="2025-04-05T14:35:28.241" v="3842" actId="207"/>
        <pc:sldMkLst>
          <pc:docMk/>
          <pc:sldMk cId="2539266509" sldId="9899"/>
        </pc:sldMkLst>
        <pc:spChg chg="mod">
          <ac:chgData name="Lý Thanh Ngô" userId="d1fb4545a5d636d2" providerId="LiveId" clId="{E4D9CBFD-E110-4D84-9E16-A07CEF4E01B3}" dt="2025-04-05T14:35:28.241" v="3842" actId="207"/>
          <ac:spMkLst>
            <pc:docMk/>
            <pc:sldMk cId="2539266509" sldId="9899"/>
            <ac:spMk id="87042" creationId="{2B2286D7-605B-DB63-0781-00C69EDA5C3E}"/>
          </ac:spMkLst>
        </pc:spChg>
      </pc:sldChg>
      <pc:sldChg chg="del">
        <pc:chgData name="Lý Thanh Ngô" userId="d1fb4545a5d636d2" providerId="LiveId" clId="{E4D9CBFD-E110-4D84-9E16-A07CEF4E01B3}" dt="2025-04-05T14:36:55.241" v="3843" actId="2696"/>
        <pc:sldMkLst>
          <pc:docMk/>
          <pc:sldMk cId="1290835927" sldId="9903"/>
        </pc:sldMkLst>
      </pc:sldChg>
      <pc:sldChg chg="modSp mod">
        <pc:chgData name="Lý Thanh Ngô" userId="d1fb4545a5d636d2" providerId="LiveId" clId="{E4D9CBFD-E110-4D84-9E16-A07CEF4E01B3}" dt="2025-04-05T14:37:18.551" v="3858" actId="6549"/>
        <pc:sldMkLst>
          <pc:docMk/>
          <pc:sldMk cId="4150645961" sldId="9904"/>
        </pc:sldMkLst>
        <pc:spChg chg="mod">
          <ac:chgData name="Lý Thanh Ngô" userId="d1fb4545a5d636d2" providerId="LiveId" clId="{E4D9CBFD-E110-4D84-9E16-A07CEF4E01B3}" dt="2025-04-05T14:37:18.551" v="3858" actId="6549"/>
          <ac:spMkLst>
            <pc:docMk/>
            <pc:sldMk cId="4150645961" sldId="9904"/>
            <ac:spMk id="46082" creationId="{236B643C-42FE-0444-4FEE-828177A8F322}"/>
          </ac:spMkLst>
        </pc:spChg>
      </pc:sldChg>
      <pc:sldChg chg="modSp mod">
        <pc:chgData name="Lý Thanh Ngô" userId="d1fb4545a5d636d2" providerId="LiveId" clId="{E4D9CBFD-E110-4D84-9E16-A07CEF4E01B3}" dt="2025-04-05T14:39:52.599" v="3863" actId="255"/>
        <pc:sldMkLst>
          <pc:docMk/>
          <pc:sldMk cId="574032678" sldId="9918"/>
        </pc:sldMkLst>
        <pc:spChg chg="mod">
          <ac:chgData name="Lý Thanh Ngô" userId="d1fb4545a5d636d2" providerId="LiveId" clId="{E4D9CBFD-E110-4D84-9E16-A07CEF4E01B3}" dt="2025-04-05T14:39:52.599" v="3863" actId="255"/>
          <ac:spMkLst>
            <pc:docMk/>
            <pc:sldMk cId="574032678" sldId="9918"/>
            <ac:spMk id="46082" creationId="{61F1A4DB-79ED-8B9A-714E-8288BF017CD5}"/>
          </ac:spMkLst>
        </pc:spChg>
      </pc:sldChg>
      <pc:sldChg chg="modSp mod">
        <pc:chgData name="Lý Thanh Ngô" userId="d1fb4545a5d636d2" providerId="LiveId" clId="{E4D9CBFD-E110-4D84-9E16-A07CEF4E01B3}" dt="2025-04-05T14:51:27.754" v="3865" actId="123"/>
        <pc:sldMkLst>
          <pc:docMk/>
          <pc:sldMk cId="2840395799" sldId="9936"/>
        </pc:sldMkLst>
        <pc:spChg chg="mod">
          <ac:chgData name="Lý Thanh Ngô" userId="d1fb4545a5d636d2" providerId="LiveId" clId="{E4D9CBFD-E110-4D84-9E16-A07CEF4E01B3}" dt="2025-04-05T14:51:27.754" v="3865" actId="123"/>
          <ac:spMkLst>
            <pc:docMk/>
            <pc:sldMk cId="2840395799" sldId="9936"/>
            <ac:spMk id="66562" creationId="{21102977-3B5A-1558-31A1-C4E1BFDE937F}"/>
          </ac:spMkLst>
        </pc:spChg>
      </pc:sldChg>
      <pc:sldChg chg="del">
        <pc:chgData name="Lý Thanh Ngô" userId="d1fb4545a5d636d2" providerId="LiveId" clId="{E4D9CBFD-E110-4D84-9E16-A07CEF4E01B3}" dt="2025-04-05T14:57:44.231" v="3914" actId="47"/>
        <pc:sldMkLst>
          <pc:docMk/>
          <pc:sldMk cId="1696849316" sldId="9937"/>
        </pc:sldMkLst>
      </pc:sldChg>
      <pc:sldChg chg="add">
        <pc:chgData name="Lý Thanh Ngô" userId="d1fb4545a5d636d2" providerId="LiveId" clId="{E4D9CBFD-E110-4D84-9E16-A07CEF4E01B3}" dt="2025-03-30T06:24:12.228" v="0" actId="2890"/>
        <pc:sldMkLst>
          <pc:docMk/>
          <pc:sldMk cId="3153557228" sldId="9938"/>
        </pc:sldMkLst>
      </pc:sldChg>
      <pc:sldChg chg="modSp add mod modNotesTx">
        <pc:chgData name="Lý Thanh Ngô" userId="d1fb4545a5d636d2" providerId="LiveId" clId="{E4D9CBFD-E110-4D84-9E16-A07CEF4E01B3}" dt="2025-04-04T14:55:42.549" v="2808" actId="20577"/>
        <pc:sldMkLst>
          <pc:docMk/>
          <pc:sldMk cId="813544249" sldId="9939"/>
        </pc:sldMkLst>
        <pc:spChg chg="mod">
          <ac:chgData name="Lý Thanh Ngô" userId="d1fb4545a5d636d2" providerId="LiveId" clId="{E4D9CBFD-E110-4D84-9E16-A07CEF4E01B3}" dt="2025-04-04T14:55:32.984" v="2806" actId="255"/>
          <ac:spMkLst>
            <pc:docMk/>
            <pc:sldMk cId="813544249" sldId="9939"/>
            <ac:spMk id="2" creationId="{0FDF8E87-4413-7DB9-20AC-EF6EA30AFFF6}"/>
          </ac:spMkLst>
        </pc:spChg>
      </pc:sldChg>
      <pc:sldChg chg="modSp add mod modNotesTx">
        <pc:chgData name="Lý Thanh Ngô" userId="d1fb4545a5d636d2" providerId="LiveId" clId="{E4D9CBFD-E110-4D84-9E16-A07CEF4E01B3}" dt="2025-04-04T14:57:25.293" v="2825" actId="255"/>
        <pc:sldMkLst>
          <pc:docMk/>
          <pc:sldMk cId="268761183" sldId="9940"/>
        </pc:sldMkLst>
        <pc:spChg chg="mod">
          <ac:chgData name="Lý Thanh Ngô" userId="d1fb4545a5d636d2" providerId="LiveId" clId="{E4D9CBFD-E110-4D84-9E16-A07CEF4E01B3}" dt="2025-04-04T14:57:25.293" v="2825" actId="255"/>
          <ac:spMkLst>
            <pc:docMk/>
            <pc:sldMk cId="268761183" sldId="9940"/>
            <ac:spMk id="2" creationId="{D74C8315-A309-A147-0C1E-6D1C1ABAA66F}"/>
          </ac:spMkLst>
        </pc:spChg>
      </pc:sldChg>
      <pc:sldChg chg="modSp add mod ord">
        <pc:chgData name="Lý Thanh Ngô" userId="d1fb4545a5d636d2" providerId="LiveId" clId="{E4D9CBFD-E110-4D84-9E16-A07CEF4E01B3}" dt="2025-04-04T14:45:07.970" v="2514" actId="20577"/>
        <pc:sldMkLst>
          <pc:docMk/>
          <pc:sldMk cId="990936998" sldId="9941"/>
        </pc:sldMkLst>
        <pc:spChg chg="mod">
          <ac:chgData name="Lý Thanh Ngô" userId="d1fb4545a5d636d2" providerId="LiveId" clId="{E4D9CBFD-E110-4D84-9E16-A07CEF4E01B3}" dt="2025-04-04T14:45:07.970" v="2514" actId="20577"/>
          <ac:spMkLst>
            <pc:docMk/>
            <pc:sldMk cId="990936998" sldId="9941"/>
            <ac:spMk id="2" creationId="{F7C3BBC3-CF78-1F09-8F73-5276A745A17C}"/>
          </ac:spMkLst>
        </pc:spChg>
      </pc:sldChg>
      <pc:sldChg chg="addSp delSp modSp add del mod setBg addAnim delDesignElem">
        <pc:chgData name="Lý Thanh Ngô" userId="d1fb4545a5d636d2" providerId="LiveId" clId="{E4D9CBFD-E110-4D84-9E16-A07CEF4E01B3}" dt="2025-03-30T06:45:31.535" v="372" actId="47"/>
        <pc:sldMkLst>
          <pc:docMk/>
          <pc:sldMk cId="3030894678" sldId="9941"/>
        </pc:sldMkLst>
      </pc:sldChg>
      <pc:sldChg chg="modSp add mod ord">
        <pc:chgData name="Lý Thanh Ngô" userId="d1fb4545a5d636d2" providerId="LiveId" clId="{E4D9CBFD-E110-4D84-9E16-A07CEF4E01B3}" dt="2025-04-04T14:53:48.328" v="2776" actId="27636"/>
        <pc:sldMkLst>
          <pc:docMk/>
          <pc:sldMk cId="2810394137" sldId="9942"/>
        </pc:sldMkLst>
        <pc:spChg chg="mod">
          <ac:chgData name="Lý Thanh Ngô" userId="d1fb4545a5d636d2" providerId="LiveId" clId="{E4D9CBFD-E110-4D84-9E16-A07CEF4E01B3}" dt="2025-04-04T14:53:48.328" v="2776" actId="27636"/>
          <ac:spMkLst>
            <pc:docMk/>
            <pc:sldMk cId="2810394137" sldId="9942"/>
            <ac:spMk id="2" creationId="{312F32DC-9B83-B46C-8BF4-6344E3FAAC74}"/>
          </ac:spMkLst>
        </pc:spChg>
      </pc:sldChg>
      <pc:sldChg chg="modSp add mod ord">
        <pc:chgData name="Lý Thanh Ngô" userId="d1fb4545a5d636d2" providerId="LiveId" clId="{E4D9CBFD-E110-4D84-9E16-A07CEF4E01B3}" dt="2025-04-04T15:12:15.111" v="3231" actId="27636"/>
        <pc:sldMkLst>
          <pc:docMk/>
          <pc:sldMk cId="378811415" sldId="9943"/>
        </pc:sldMkLst>
        <pc:spChg chg="mod">
          <ac:chgData name="Lý Thanh Ngô" userId="d1fb4545a5d636d2" providerId="LiveId" clId="{E4D9CBFD-E110-4D84-9E16-A07CEF4E01B3}" dt="2025-04-04T15:12:15.111" v="3231" actId="27636"/>
          <ac:spMkLst>
            <pc:docMk/>
            <pc:sldMk cId="378811415" sldId="9943"/>
            <ac:spMk id="2" creationId="{DC1B0499-28FB-DE88-7ED6-4994F19B6B34}"/>
          </ac:spMkLst>
        </pc:spChg>
      </pc:sldChg>
      <pc:sldChg chg="modSp add mod ord">
        <pc:chgData name="Lý Thanh Ngô" userId="d1fb4545a5d636d2" providerId="LiveId" clId="{E4D9CBFD-E110-4D84-9E16-A07CEF4E01B3}" dt="2025-04-04T15:23:06.636" v="3535" actId="20577"/>
        <pc:sldMkLst>
          <pc:docMk/>
          <pc:sldMk cId="3779287100" sldId="9944"/>
        </pc:sldMkLst>
        <pc:spChg chg="mod">
          <ac:chgData name="Lý Thanh Ngô" userId="d1fb4545a5d636d2" providerId="LiveId" clId="{E4D9CBFD-E110-4D84-9E16-A07CEF4E01B3}" dt="2025-04-04T15:23:06.636" v="3535" actId="20577"/>
          <ac:spMkLst>
            <pc:docMk/>
            <pc:sldMk cId="3779287100" sldId="9944"/>
            <ac:spMk id="2" creationId="{2084C655-90FD-8D43-D091-30E94757F522}"/>
          </ac:spMkLst>
        </pc:spChg>
      </pc:sldChg>
      <pc:sldChg chg="addSp delSp modSp add mod setBg">
        <pc:chgData name="Lý Thanh Ngô" userId="d1fb4545a5d636d2" providerId="LiveId" clId="{E4D9CBFD-E110-4D84-9E16-A07CEF4E01B3}" dt="2025-04-05T15:27:27.079" v="4121"/>
        <pc:sldMkLst>
          <pc:docMk/>
          <pc:sldMk cId="2454869540" sldId="9945"/>
        </pc:sldMkLst>
        <pc:spChg chg="add mod">
          <ac:chgData name="Lý Thanh Ngô" userId="d1fb4545a5d636d2" providerId="LiveId" clId="{E4D9CBFD-E110-4D84-9E16-A07CEF4E01B3}" dt="2025-04-04T13:37:21.096" v="1313" actId="2711"/>
          <ac:spMkLst>
            <pc:docMk/>
            <pc:sldMk cId="2454869540" sldId="9945"/>
            <ac:spMk id="13" creationId="{71869B43-3F2C-19D6-D0DA-39ABE8B36ADE}"/>
          </ac:spMkLst>
        </pc:spChg>
        <pc:spChg chg="add mod">
          <ac:chgData name="Lý Thanh Ngô" userId="d1fb4545a5d636d2" providerId="LiveId" clId="{E4D9CBFD-E110-4D84-9E16-A07CEF4E01B3}" dt="2025-04-04T13:40:35.204" v="1446" actId="2085"/>
          <ac:spMkLst>
            <pc:docMk/>
            <pc:sldMk cId="2454869540" sldId="9945"/>
            <ac:spMk id="14" creationId="{508DD08E-8C99-DFA9-6A8B-8A4ACC50DF72}"/>
          </ac:spMkLst>
        </pc:spChg>
        <pc:spChg chg="add mod">
          <ac:chgData name="Lý Thanh Ngô" userId="d1fb4545a5d636d2" providerId="LiveId" clId="{E4D9CBFD-E110-4D84-9E16-A07CEF4E01B3}" dt="2025-04-05T15:27:27.079" v="4121"/>
          <ac:spMkLst>
            <pc:docMk/>
            <pc:sldMk cId="2454869540" sldId="9945"/>
            <ac:spMk id="15" creationId="{C6A41391-A817-7ACA-7186-E5CB90A28449}"/>
          </ac:spMkLst>
        </pc:spChg>
        <pc:picChg chg="add mod ord">
          <ac:chgData name="Lý Thanh Ngô" userId="d1fb4545a5d636d2" providerId="LiveId" clId="{E4D9CBFD-E110-4D84-9E16-A07CEF4E01B3}" dt="2025-04-03T23:05:04.910" v="1018" actId="26606"/>
          <ac:picMkLst>
            <pc:docMk/>
            <pc:sldMk cId="2454869540" sldId="9945"/>
            <ac:picMk id="12" creationId="{DC7CB448-D008-3FF2-DF07-3502D8D92D3B}"/>
          </ac:picMkLst>
        </pc:picChg>
      </pc:sldChg>
      <pc:sldChg chg="addSp delSp add del setBg delDesignElem">
        <pc:chgData name="Lý Thanh Ngô" userId="d1fb4545a5d636d2" providerId="LiveId" clId="{E4D9CBFD-E110-4D84-9E16-A07CEF4E01B3}" dt="2025-04-03T23:13:18.578" v="1154"/>
        <pc:sldMkLst>
          <pc:docMk/>
          <pc:sldMk cId="1533085762" sldId="9946"/>
        </pc:sldMkLst>
      </pc:sldChg>
      <pc:sldChg chg="addSp delSp modSp add del mod ord">
        <pc:chgData name="Lý Thanh Ngô" userId="d1fb4545a5d636d2" providerId="LiveId" clId="{E4D9CBFD-E110-4D84-9E16-A07CEF4E01B3}" dt="2025-04-04T13:41:58.213" v="1453" actId="47"/>
        <pc:sldMkLst>
          <pc:docMk/>
          <pc:sldMk cId="3701650730" sldId="9946"/>
        </pc:sldMkLst>
      </pc:sldChg>
      <pc:sldChg chg="add del">
        <pc:chgData name="Lý Thanh Ngô" userId="d1fb4545a5d636d2" providerId="LiveId" clId="{E4D9CBFD-E110-4D84-9E16-A07CEF4E01B3}" dt="2025-04-03T23:16:04.067" v="1205" actId="2890"/>
        <pc:sldMkLst>
          <pc:docMk/>
          <pc:sldMk cId="290238042" sldId="9947"/>
        </pc:sldMkLst>
      </pc:sldChg>
      <pc:sldChg chg="addSp delSp modSp add mod modTransition setBg addAnim delAnim modAnim setClrOvrMap">
        <pc:chgData name="Lý Thanh Ngô" userId="d1fb4545a5d636d2" providerId="LiveId" clId="{E4D9CBFD-E110-4D84-9E16-A07CEF4E01B3}" dt="2025-04-04T14:49:31.423" v="2680"/>
        <pc:sldMkLst>
          <pc:docMk/>
          <pc:sldMk cId="3944630175" sldId="9947"/>
        </pc:sldMkLst>
      </pc:sldChg>
      <pc:sldChg chg="addSp delSp add del setBg delDesignElem">
        <pc:chgData name="Lý Thanh Ngô" userId="d1fb4545a5d636d2" providerId="LiveId" clId="{E4D9CBFD-E110-4D84-9E16-A07CEF4E01B3}" dt="2025-04-03T23:28:21.068" v="1308"/>
        <pc:sldMkLst>
          <pc:docMk/>
          <pc:sldMk cId="391373228" sldId="9948"/>
        </pc:sldMkLst>
      </pc:sldChg>
      <pc:sldChg chg="add del ord">
        <pc:chgData name="Lý Thanh Ngô" userId="d1fb4545a5d636d2" providerId="LiveId" clId="{E4D9CBFD-E110-4D84-9E16-A07CEF4E01B3}" dt="2025-04-04T15:21:34.119" v="3459" actId="47"/>
        <pc:sldMkLst>
          <pc:docMk/>
          <pc:sldMk cId="2125520960" sldId="9948"/>
        </pc:sldMkLst>
      </pc:sldChg>
      <pc:sldChg chg="addSp delSp modSp add mod ord modTransition">
        <pc:chgData name="Lý Thanh Ngô" userId="d1fb4545a5d636d2" providerId="LiveId" clId="{E4D9CBFD-E110-4D84-9E16-A07CEF4E01B3}" dt="2025-04-04T15:40:47.317" v="3687"/>
        <pc:sldMkLst>
          <pc:docMk/>
          <pc:sldMk cId="3262154031" sldId="9949"/>
        </pc:sldMkLst>
      </pc:sldChg>
      <pc:sldChg chg="addSp delSp modSp add mod ord modTransition setBg delAnim modAnim delDesignElem">
        <pc:chgData name="Lý Thanh Ngô" userId="d1fb4545a5d636d2" providerId="LiveId" clId="{E4D9CBFD-E110-4D84-9E16-A07CEF4E01B3}" dt="2025-04-04T15:41:48.147" v="3688"/>
        <pc:sldMkLst>
          <pc:docMk/>
          <pc:sldMk cId="721610287" sldId="9950"/>
        </pc:sldMkLst>
      </pc:sldChg>
      <pc:sldChg chg="modSp add mod ord modTransition modAnim">
        <pc:chgData name="Lý Thanh Ngô" userId="d1fb4545a5d636d2" providerId="LiveId" clId="{E4D9CBFD-E110-4D84-9E16-A07CEF4E01B3}" dt="2025-04-05T15:27:48.763" v="4124" actId="1036"/>
        <pc:sldMkLst>
          <pc:docMk/>
          <pc:sldMk cId="4124360639" sldId="9951"/>
        </pc:sldMkLst>
      </pc:sldChg>
      <pc:sldChg chg="add del ord">
        <pc:chgData name="Lý Thanh Ngô" userId="d1fb4545a5d636d2" providerId="LiveId" clId="{E4D9CBFD-E110-4D84-9E16-A07CEF4E01B3}" dt="2025-04-04T14:20:22.693" v="1834" actId="47"/>
        <pc:sldMkLst>
          <pc:docMk/>
          <pc:sldMk cId="4203696164" sldId="9951"/>
        </pc:sldMkLst>
      </pc:sldChg>
      <pc:sldChg chg="add ord">
        <pc:chgData name="Lý Thanh Ngô" userId="d1fb4545a5d636d2" providerId="LiveId" clId="{E4D9CBFD-E110-4D84-9E16-A07CEF4E01B3}" dt="2025-04-04T14:39:31.490" v="2168"/>
        <pc:sldMkLst>
          <pc:docMk/>
          <pc:sldMk cId="624180952" sldId="9952"/>
        </pc:sldMkLst>
      </pc:sldChg>
      <pc:sldChg chg="modSp add mod">
        <pc:chgData name="Lý Thanh Ngô" userId="d1fb4545a5d636d2" providerId="LiveId" clId="{E4D9CBFD-E110-4D84-9E16-A07CEF4E01B3}" dt="2025-04-04T14:40:59.660" v="2191" actId="255"/>
        <pc:sldMkLst>
          <pc:docMk/>
          <pc:sldMk cId="185798073" sldId="9953"/>
        </pc:sldMkLst>
      </pc:sldChg>
      <pc:sldChg chg="add ord">
        <pc:chgData name="Lý Thanh Ngô" userId="d1fb4545a5d636d2" providerId="LiveId" clId="{E4D9CBFD-E110-4D84-9E16-A07CEF4E01B3}" dt="2025-04-04T14:41:12.810" v="2194"/>
        <pc:sldMkLst>
          <pc:docMk/>
          <pc:sldMk cId="1054668953" sldId="9954"/>
        </pc:sldMkLst>
      </pc:sldChg>
      <pc:sldChg chg="add">
        <pc:chgData name="Lý Thanh Ngô" userId="d1fb4545a5d636d2" providerId="LiveId" clId="{E4D9CBFD-E110-4D84-9E16-A07CEF4E01B3}" dt="2025-04-04T14:57:04.084" v="2821" actId="2890"/>
        <pc:sldMkLst>
          <pc:docMk/>
          <pc:sldMk cId="516085141" sldId="9955"/>
        </pc:sldMkLst>
      </pc:sldChg>
      <pc:sldChg chg="modSp add mod ord">
        <pc:chgData name="Lý Thanh Ngô" userId="d1fb4545a5d636d2" providerId="LiveId" clId="{E4D9CBFD-E110-4D84-9E16-A07CEF4E01B3}" dt="2025-04-04T14:58:14.286" v="2833"/>
        <pc:sldMkLst>
          <pc:docMk/>
          <pc:sldMk cId="1431207373" sldId="9956"/>
        </pc:sldMkLst>
      </pc:sldChg>
      <pc:sldChg chg="modSp add mod ord replId">
        <pc:chgData name="Lý Thanh Ngô" userId="d1fb4545a5d636d2" providerId="LiveId" clId="{E4D9CBFD-E110-4D84-9E16-A07CEF4E01B3}" dt="2025-04-04T14:58:28.455" v="2837" actId="20577"/>
        <pc:sldMkLst>
          <pc:docMk/>
          <pc:sldMk cId="3987162015" sldId="9957"/>
        </pc:sldMkLst>
      </pc:sldChg>
      <pc:sldChg chg="add ord">
        <pc:chgData name="Lý Thanh Ngô" userId="d1fb4545a5d636d2" providerId="LiveId" clId="{E4D9CBFD-E110-4D84-9E16-A07CEF4E01B3}" dt="2025-04-04T14:58:40.539" v="2840"/>
        <pc:sldMkLst>
          <pc:docMk/>
          <pc:sldMk cId="2282112537" sldId="9958"/>
        </pc:sldMkLst>
      </pc:sldChg>
      <pc:sldChg chg="add ord replId">
        <pc:chgData name="Lý Thanh Ngô" userId="d1fb4545a5d636d2" providerId="LiveId" clId="{E4D9CBFD-E110-4D84-9E16-A07CEF4E01B3}" dt="2025-04-04T14:58:40.539" v="2840"/>
        <pc:sldMkLst>
          <pc:docMk/>
          <pc:sldMk cId="165752441" sldId="9959"/>
        </pc:sldMkLst>
      </pc:sldChg>
      <pc:sldChg chg="add del">
        <pc:chgData name="Lý Thanh Ngô" userId="d1fb4545a5d636d2" providerId="LiveId" clId="{E4D9CBFD-E110-4D84-9E16-A07CEF4E01B3}" dt="2025-04-04T15:05:03.382" v="3119" actId="47"/>
        <pc:sldMkLst>
          <pc:docMk/>
          <pc:sldMk cId="1705467564" sldId="9960"/>
        </pc:sldMkLst>
      </pc:sldChg>
      <pc:sldChg chg="delSp modSp add mod">
        <pc:chgData name="Lý Thanh Ngô" userId="d1fb4545a5d636d2" providerId="LiveId" clId="{E4D9CBFD-E110-4D84-9E16-A07CEF4E01B3}" dt="2025-04-04T15:07:08.452" v="3149" actId="20577"/>
        <pc:sldMkLst>
          <pc:docMk/>
          <pc:sldMk cId="3408874133" sldId="9960"/>
        </pc:sldMkLst>
      </pc:sldChg>
      <pc:sldChg chg="modSp add mod">
        <pc:chgData name="Lý Thanh Ngô" userId="d1fb4545a5d636d2" providerId="LiveId" clId="{E4D9CBFD-E110-4D84-9E16-A07CEF4E01B3}" dt="2025-04-04T15:08:18.563" v="3158" actId="255"/>
        <pc:sldMkLst>
          <pc:docMk/>
          <pc:sldMk cId="1306729375" sldId="9961"/>
        </pc:sldMkLst>
        <pc:spChg chg="mod">
          <ac:chgData name="Lý Thanh Ngô" userId="d1fb4545a5d636d2" providerId="LiveId" clId="{E4D9CBFD-E110-4D84-9E16-A07CEF4E01B3}" dt="2025-04-04T15:08:18.563" v="3158" actId="255"/>
          <ac:spMkLst>
            <pc:docMk/>
            <pc:sldMk cId="1306729375" sldId="9961"/>
            <ac:spMk id="118786" creationId="{92D4C300-2034-9AFA-5F60-80E2C8FE73DB}"/>
          </ac:spMkLst>
        </pc:spChg>
      </pc:sldChg>
      <pc:sldChg chg="modSp add mod">
        <pc:chgData name="Lý Thanh Ngô" userId="d1fb4545a5d636d2" providerId="LiveId" clId="{E4D9CBFD-E110-4D84-9E16-A07CEF4E01B3}" dt="2025-04-05T15:25:45.555" v="4105" actId="123"/>
        <pc:sldMkLst>
          <pc:docMk/>
          <pc:sldMk cId="624766837" sldId="9962"/>
        </pc:sldMkLst>
        <pc:spChg chg="mod">
          <ac:chgData name="Lý Thanh Ngô" userId="d1fb4545a5d636d2" providerId="LiveId" clId="{E4D9CBFD-E110-4D84-9E16-A07CEF4E01B3}" dt="2025-04-05T15:25:45.555" v="4105" actId="123"/>
          <ac:spMkLst>
            <pc:docMk/>
            <pc:sldMk cId="624766837" sldId="9962"/>
            <ac:spMk id="2" creationId="{BD44D9BF-8FAF-06D2-C497-C7325FD962E4}"/>
          </ac:spMkLst>
        </pc:spChg>
      </pc:sldChg>
      <pc:sldChg chg="modSp add mod">
        <pc:chgData name="Lý Thanh Ngô" userId="d1fb4545a5d636d2" providerId="LiveId" clId="{E4D9CBFD-E110-4D84-9E16-A07CEF4E01B3}" dt="2025-04-05T15:25:48.898" v="4106" actId="123"/>
        <pc:sldMkLst>
          <pc:docMk/>
          <pc:sldMk cId="3695098983" sldId="9963"/>
        </pc:sldMkLst>
        <pc:spChg chg="mod">
          <ac:chgData name="Lý Thanh Ngô" userId="d1fb4545a5d636d2" providerId="LiveId" clId="{E4D9CBFD-E110-4D84-9E16-A07CEF4E01B3}" dt="2025-04-05T15:25:48.898" v="4106" actId="123"/>
          <ac:spMkLst>
            <pc:docMk/>
            <pc:sldMk cId="3695098983" sldId="9963"/>
            <ac:spMk id="2" creationId="{9DFE1CDA-F7C0-DFA3-CE14-4A3AE39E6BBA}"/>
          </ac:spMkLst>
        </pc:spChg>
      </pc:sldChg>
      <pc:sldChg chg="modSp add mod">
        <pc:chgData name="Lý Thanh Ngô" userId="d1fb4545a5d636d2" providerId="LiveId" clId="{E4D9CBFD-E110-4D84-9E16-A07CEF4E01B3}" dt="2025-04-05T15:25:51.559" v="4107" actId="123"/>
        <pc:sldMkLst>
          <pc:docMk/>
          <pc:sldMk cId="3393974807" sldId="9964"/>
        </pc:sldMkLst>
        <pc:spChg chg="mod">
          <ac:chgData name="Lý Thanh Ngô" userId="d1fb4545a5d636d2" providerId="LiveId" clId="{E4D9CBFD-E110-4D84-9E16-A07CEF4E01B3}" dt="2025-04-05T15:25:51.559" v="4107" actId="123"/>
          <ac:spMkLst>
            <pc:docMk/>
            <pc:sldMk cId="3393974807" sldId="9964"/>
            <ac:spMk id="2" creationId="{3905EDAE-1302-69EE-349A-5A614EA702FF}"/>
          </ac:spMkLst>
        </pc:spChg>
      </pc:sldChg>
      <pc:sldChg chg="modSp add mod ord">
        <pc:chgData name="Lý Thanh Ngô" userId="d1fb4545a5d636d2" providerId="LiveId" clId="{E4D9CBFD-E110-4D84-9E16-A07CEF4E01B3}" dt="2025-04-05T15:25:55.564" v="4108" actId="123"/>
        <pc:sldMkLst>
          <pc:docMk/>
          <pc:sldMk cId="1366274867" sldId="9965"/>
        </pc:sldMkLst>
        <pc:spChg chg="mod">
          <ac:chgData name="Lý Thanh Ngô" userId="d1fb4545a5d636d2" providerId="LiveId" clId="{E4D9CBFD-E110-4D84-9E16-A07CEF4E01B3}" dt="2025-04-05T15:25:55.564" v="4108" actId="123"/>
          <ac:spMkLst>
            <pc:docMk/>
            <pc:sldMk cId="1366274867" sldId="9965"/>
            <ac:spMk id="2" creationId="{68744D67-9CCE-ACF0-7B66-ED1BE1AB6929}"/>
          </ac:spMkLst>
        </pc:spChg>
      </pc:sldChg>
      <pc:sldChg chg="modSp add mod ord replId">
        <pc:chgData name="Lý Thanh Ngô" userId="d1fb4545a5d636d2" providerId="LiveId" clId="{E4D9CBFD-E110-4D84-9E16-A07CEF4E01B3}" dt="2025-04-05T15:25:58.068" v="4109" actId="123"/>
        <pc:sldMkLst>
          <pc:docMk/>
          <pc:sldMk cId="2478253930" sldId="9966"/>
        </pc:sldMkLst>
        <pc:spChg chg="mod">
          <ac:chgData name="Lý Thanh Ngô" userId="d1fb4545a5d636d2" providerId="LiveId" clId="{E4D9CBFD-E110-4D84-9E16-A07CEF4E01B3}" dt="2025-04-05T15:25:58.068" v="4109" actId="123"/>
          <ac:spMkLst>
            <pc:docMk/>
            <pc:sldMk cId="2478253930" sldId="9966"/>
            <ac:spMk id="2" creationId="{84D71C44-9F8C-8117-7112-6861DCEED389}"/>
          </ac:spMkLst>
        </pc:spChg>
      </pc:sldChg>
      <pc:sldChg chg="modSp add mod ord">
        <pc:chgData name="Lý Thanh Ngô" userId="d1fb4545a5d636d2" providerId="LiveId" clId="{E4D9CBFD-E110-4D84-9E16-A07CEF4E01B3}" dt="2025-04-05T15:26:04.110" v="4110" actId="123"/>
        <pc:sldMkLst>
          <pc:docMk/>
          <pc:sldMk cId="747948205" sldId="9967"/>
        </pc:sldMkLst>
      </pc:sldChg>
      <pc:sldChg chg="modSp add mod ord replId">
        <pc:chgData name="Lý Thanh Ngô" userId="d1fb4545a5d636d2" providerId="LiveId" clId="{E4D9CBFD-E110-4D84-9E16-A07CEF4E01B3}" dt="2025-04-05T15:26:17.414" v="4111" actId="123"/>
        <pc:sldMkLst>
          <pc:docMk/>
          <pc:sldMk cId="631962786" sldId="9968"/>
        </pc:sldMkLst>
      </pc:sldChg>
      <pc:sldChg chg="modSp add mod ord">
        <pc:chgData name="Lý Thanh Ngô" userId="d1fb4545a5d636d2" providerId="LiveId" clId="{E4D9CBFD-E110-4D84-9E16-A07CEF4E01B3}" dt="2025-04-05T15:26:21.383" v="4112" actId="123"/>
        <pc:sldMkLst>
          <pc:docMk/>
          <pc:sldMk cId="3954064163" sldId="9969"/>
        </pc:sldMkLst>
      </pc:sldChg>
      <pc:sldChg chg="modSp add mod ord replId">
        <pc:chgData name="Lý Thanh Ngô" userId="d1fb4545a5d636d2" providerId="LiveId" clId="{E4D9CBFD-E110-4D84-9E16-A07CEF4E01B3}" dt="2025-04-05T15:26:26.164" v="4113" actId="123"/>
        <pc:sldMkLst>
          <pc:docMk/>
          <pc:sldMk cId="525939841" sldId="9970"/>
        </pc:sldMkLst>
      </pc:sldChg>
      <pc:sldChg chg="modSp add mod ord">
        <pc:chgData name="Lý Thanh Ngô" userId="d1fb4545a5d636d2" providerId="LiveId" clId="{E4D9CBFD-E110-4D84-9E16-A07CEF4E01B3}" dt="2025-04-05T15:26:29.768" v="4114" actId="123"/>
        <pc:sldMkLst>
          <pc:docMk/>
          <pc:sldMk cId="1664256530" sldId="9971"/>
        </pc:sldMkLst>
      </pc:sldChg>
      <pc:sldChg chg="modSp add mod ord replId">
        <pc:chgData name="Lý Thanh Ngô" userId="d1fb4545a5d636d2" providerId="LiveId" clId="{E4D9CBFD-E110-4D84-9E16-A07CEF4E01B3}" dt="2025-04-05T15:26:34.860" v="4115" actId="123"/>
        <pc:sldMkLst>
          <pc:docMk/>
          <pc:sldMk cId="3471029095" sldId="9972"/>
        </pc:sldMkLst>
      </pc:sldChg>
      <pc:sldChg chg="modSp add mod ord">
        <pc:chgData name="Lý Thanh Ngô" userId="d1fb4545a5d636d2" providerId="LiveId" clId="{E4D9CBFD-E110-4D84-9E16-A07CEF4E01B3}" dt="2025-04-05T15:26:39.275" v="4116" actId="123"/>
        <pc:sldMkLst>
          <pc:docMk/>
          <pc:sldMk cId="3500693299" sldId="9973"/>
        </pc:sldMkLst>
      </pc:sldChg>
      <pc:sldChg chg="modSp add mod ord replId">
        <pc:chgData name="Lý Thanh Ngô" userId="d1fb4545a5d636d2" providerId="LiveId" clId="{E4D9CBFD-E110-4D84-9E16-A07CEF4E01B3}" dt="2025-04-05T15:26:41.533" v="4117" actId="123"/>
        <pc:sldMkLst>
          <pc:docMk/>
          <pc:sldMk cId="3417300399" sldId="9974"/>
        </pc:sldMkLst>
      </pc:sldChg>
      <pc:sldChg chg="modSp add mod">
        <pc:chgData name="Lý Thanh Ngô" userId="d1fb4545a5d636d2" providerId="LiveId" clId="{E4D9CBFD-E110-4D84-9E16-A07CEF4E01B3}" dt="2025-04-04T15:20:14.887" v="3449" actId="123"/>
        <pc:sldMkLst>
          <pc:docMk/>
          <pc:sldMk cId="1284839365" sldId="9975"/>
        </pc:sldMkLst>
        <pc:spChg chg="mod">
          <ac:chgData name="Lý Thanh Ngô" userId="d1fb4545a5d636d2" providerId="LiveId" clId="{E4D9CBFD-E110-4D84-9E16-A07CEF4E01B3}" dt="2025-04-04T15:20:14.887" v="3449" actId="123"/>
          <ac:spMkLst>
            <pc:docMk/>
            <pc:sldMk cId="1284839365" sldId="9975"/>
            <ac:spMk id="2" creationId="{C79F052F-BCA6-166F-AEC4-767EBEF53B1F}"/>
          </ac:spMkLst>
        </pc:spChg>
      </pc:sldChg>
      <pc:sldChg chg="modSp add mod">
        <pc:chgData name="Lý Thanh Ngô" userId="d1fb4545a5d636d2" providerId="LiveId" clId="{E4D9CBFD-E110-4D84-9E16-A07CEF4E01B3}" dt="2025-04-04T15:20:53.727" v="3454" actId="404"/>
        <pc:sldMkLst>
          <pc:docMk/>
          <pc:sldMk cId="165486286" sldId="9976"/>
        </pc:sldMkLst>
        <pc:spChg chg="mod">
          <ac:chgData name="Lý Thanh Ngô" userId="d1fb4545a5d636d2" providerId="LiveId" clId="{E4D9CBFD-E110-4D84-9E16-A07CEF4E01B3}" dt="2025-04-04T15:20:53.727" v="3454" actId="404"/>
          <ac:spMkLst>
            <pc:docMk/>
            <pc:sldMk cId="165486286" sldId="9976"/>
            <ac:spMk id="2" creationId="{A1D82AA7-F1D0-AEA4-1FAD-4748502A37C4}"/>
          </ac:spMkLst>
        </pc:spChg>
      </pc:sldChg>
      <pc:sldChg chg="modSp add mod">
        <pc:chgData name="Lý Thanh Ngô" userId="d1fb4545a5d636d2" providerId="LiveId" clId="{E4D9CBFD-E110-4D84-9E16-A07CEF4E01B3}" dt="2025-04-04T15:21:18.927" v="3458" actId="255"/>
        <pc:sldMkLst>
          <pc:docMk/>
          <pc:sldMk cId="3587934167" sldId="9977"/>
        </pc:sldMkLst>
        <pc:spChg chg="mod">
          <ac:chgData name="Lý Thanh Ngô" userId="d1fb4545a5d636d2" providerId="LiveId" clId="{E4D9CBFD-E110-4D84-9E16-A07CEF4E01B3}" dt="2025-04-04T15:21:18.927" v="3458" actId="255"/>
          <ac:spMkLst>
            <pc:docMk/>
            <pc:sldMk cId="3587934167" sldId="9977"/>
            <ac:spMk id="2" creationId="{6880B61F-5F7A-1892-A99C-045C6383F15E}"/>
          </ac:spMkLst>
        </pc:spChg>
      </pc:sldChg>
      <pc:sldChg chg="add ord modTransition">
        <pc:chgData name="Lý Thanh Ngô" userId="d1fb4545a5d636d2" providerId="LiveId" clId="{E4D9CBFD-E110-4D84-9E16-A07CEF4E01B3}" dt="2025-04-04T15:22:14.367" v="3463"/>
        <pc:sldMkLst>
          <pc:docMk/>
          <pc:sldMk cId="3904146026" sldId="9978"/>
        </pc:sldMkLst>
      </pc:sldChg>
      <pc:sldChg chg="modSp add mod modNotesTx">
        <pc:chgData name="Lý Thanh Ngô" userId="d1fb4545a5d636d2" providerId="LiveId" clId="{E4D9CBFD-E110-4D84-9E16-A07CEF4E01B3}" dt="2025-04-04T15:30:24.600" v="3653"/>
        <pc:sldMkLst>
          <pc:docMk/>
          <pc:sldMk cId="1474904797" sldId="9979"/>
        </pc:sldMkLst>
        <pc:spChg chg="mod">
          <ac:chgData name="Lý Thanh Ngô" userId="d1fb4545a5d636d2" providerId="LiveId" clId="{E4D9CBFD-E110-4D84-9E16-A07CEF4E01B3}" dt="2025-04-04T15:30:24.600" v="3653"/>
          <ac:spMkLst>
            <pc:docMk/>
            <pc:sldMk cId="1474904797" sldId="9979"/>
            <ac:spMk id="2" creationId="{9565030A-77B7-AF6C-4507-19108EDCD44B}"/>
          </ac:spMkLst>
        </pc:spChg>
      </pc:sldChg>
      <pc:sldChg chg="modSp add mod modNotesTx">
        <pc:chgData name="Lý Thanh Ngô" userId="d1fb4545a5d636d2" providerId="LiveId" clId="{E4D9CBFD-E110-4D84-9E16-A07CEF4E01B3}" dt="2025-04-04T15:30:52.970" v="3658" actId="20577"/>
        <pc:sldMkLst>
          <pc:docMk/>
          <pc:sldMk cId="359517249" sldId="9980"/>
        </pc:sldMkLst>
        <pc:spChg chg="mod">
          <ac:chgData name="Lý Thanh Ngô" userId="d1fb4545a5d636d2" providerId="LiveId" clId="{E4D9CBFD-E110-4D84-9E16-A07CEF4E01B3}" dt="2025-04-04T15:30:52.970" v="3658" actId="20577"/>
          <ac:spMkLst>
            <pc:docMk/>
            <pc:sldMk cId="359517249" sldId="9980"/>
            <ac:spMk id="2" creationId="{3E920A8F-4979-A34A-7B28-174A4193BDAA}"/>
          </ac:spMkLst>
        </pc:spChg>
      </pc:sldChg>
      <pc:sldChg chg="modSp add mod">
        <pc:chgData name="Lý Thanh Ngô" userId="d1fb4545a5d636d2" providerId="LiveId" clId="{E4D9CBFD-E110-4D84-9E16-A07CEF4E01B3}" dt="2025-04-04T15:31:17.511" v="3661"/>
        <pc:sldMkLst>
          <pc:docMk/>
          <pc:sldMk cId="3935681365" sldId="9981"/>
        </pc:sldMkLst>
      </pc:sldChg>
      <pc:sldChg chg="modSp add mod">
        <pc:chgData name="Lý Thanh Ngô" userId="d1fb4545a5d636d2" providerId="LiveId" clId="{E4D9CBFD-E110-4D84-9E16-A07CEF4E01B3}" dt="2025-04-04T15:31:31.867" v="3664"/>
        <pc:sldMkLst>
          <pc:docMk/>
          <pc:sldMk cId="3286551496" sldId="9982"/>
        </pc:sldMkLst>
      </pc:sldChg>
      <pc:sldChg chg="add ord">
        <pc:chgData name="Lý Thanh Ngô" userId="d1fb4545a5d636d2" providerId="LiveId" clId="{E4D9CBFD-E110-4D84-9E16-A07CEF4E01B3}" dt="2025-04-04T15:31:42.256" v="3667"/>
        <pc:sldMkLst>
          <pc:docMk/>
          <pc:sldMk cId="1816306348" sldId="9983"/>
        </pc:sldMkLst>
      </pc:sldChg>
      <pc:sldChg chg="modSp add mod">
        <pc:chgData name="Lý Thanh Ngô" userId="d1fb4545a5d636d2" providerId="LiveId" clId="{E4D9CBFD-E110-4D84-9E16-A07CEF4E01B3}" dt="2025-04-05T15:06:32.391" v="3960" actId="27636"/>
        <pc:sldMkLst>
          <pc:docMk/>
          <pc:sldMk cId="263607885" sldId="9984"/>
        </pc:sldMkLst>
        <pc:spChg chg="mod">
          <ac:chgData name="Lý Thanh Ngô" userId="d1fb4545a5d636d2" providerId="LiveId" clId="{E4D9CBFD-E110-4D84-9E16-A07CEF4E01B3}" dt="2025-04-05T15:06:32.391" v="3960" actId="27636"/>
          <ac:spMkLst>
            <pc:docMk/>
            <pc:sldMk cId="263607885" sldId="9984"/>
            <ac:spMk id="101378" creationId="{E8B5C425-1613-646D-3D74-69D653656685}"/>
          </ac:spMkLst>
        </pc:spChg>
      </pc:sldChg>
      <pc:sldChg chg="modSp add mod">
        <pc:chgData name="Lý Thanh Ngô" userId="d1fb4545a5d636d2" providerId="LiveId" clId="{E4D9CBFD-E110-4D84-9E16-A07CEF4E01B3}" dt="2025-04-05T15:10:14.843" v="4083"/>
        <pc:sldMkLst>
          <pc:docMk/>
          <pc:sldMk cId="2501544215" sldId="9985"/>
        </pc:sldMkLst>
        <pc:spChg chg="mod">
          <ac:chgData name="Lý Thanh Ngô" userId="d1fb4545a5d636d2" providerId="LiveId" clId="{E4D9CBFD-E110-4D84-9E16-A07CEF4E01B3}" dt="2025-04-05T15:10:14.843" v="4083"/>
          <ac:spMkLst>
            <pc:docMk/>
            <pc:sldMk cId="2501544215" sldId="9985"/>
            <ac:spMk id="102402" creationId="{48725B39-9AEA-3831-39AD-A3C80A34459D}"/>
          </ac:spMkLst>
        </pc:spChg>
      </pc:sldChg>
    </pc:docChg>
  </pc:docChgLst>
  <pc:docChgLst>
    <pc:chgData name="Lý Thanh Ngô" userId="d1fb4545a5d636d2" providerId="LiveId" clId="{3EBE4935-0AA5-7D46-87F5-3833BB1987ED}"/>
    <pc:docChg chg="undo custSel addSld modSld sldOrd">
      <pc:chgData name="Lý Thanh Ngô" userId="d1fb4545a5d636d2" providerId="LiveId" clId="{3EBE4935-0AA5-7D46-87F5-3833BB1987ED}" dt="2025-03-29T16:43:48.894" v="478" actId="20577"/>
      <pc:docMkLst>
        <pc:docMk/>
      </pc:docMkLst>
      <pc:sldChg chg="modSp">
        <pc:chgData name="Lý Thanh Ngô" userId="d1fb4545a5d636d2" providerId="LiveId" clId="{3EBE4935-0AA5-7D46-87F5-3833BB1987ED}" dt="2025-03-27T01:41:42.704" v="1" actId="1076"/>
        <pc:sldMkLst>
          <pc:docMk/>
          <pc:sldMk cId="2472502028" sldId="385"/>
        </pc:sldMkLst>
      </pc:sldChg>
      <pc:sldChg chg="modSp">
        <pc:chgData name="Lý Thanh Ngô" userId="d1fb4545a5d636d2" providerId="LiveId" clId="{3EBE4935-0AA5-7D46-87F5-3833BB1987ED}" dt="2025-03-29T16:43:48.894" v="478" actId="20577"/>
        <pc:sldMkLst>
          <pc:docMk/>
          <pc:sldMk cId="1623123200" sldId="9846"/>
        </pc:sldMkLst>
      </pc:sldChg>
      <pc:sldChg chg="modSp add ord">
        <pc:chgData name="Lý Thanh Ngô" userId="d1fb4545a5d636d2" providerId="LiveId" clId="{3EBE4935-0AA5-7D46-87F5-3833BB1987ED}" dt="2025-03-28T23:15:48.217" v="290" actId="20577"/>
        <pc:sldMkLst>
          <pc:docMk/>
          <pc:sldMk cId="2722460507" sldId="9864"/>
        </pc:sldMkLst>
        <pc:spChg chg="mod">
          <ac:chgData name="Lý Thanh Ngô" userId="d1fb4545a5d636d2" providerId="LiveId" clId="{3EBE4935-0AA5-7D46-87F5-3833BB1987ED}" dt="2025-03-28T23:15:48.217" v="290" actId="20577"/>
          <ac:spMkLst>
            <pc:docMk/>
            <pc:sldMk cId="2722460507" sldId="9864"/>
            <ac:spMk id="2" creationId="{C5AC7524-1DCF-5012-325A-112DC29DE05E}"/>
          </ac:spMkLst>
        </pc:spChg>
        <pc:spChg chg="mod">
          <ac:chgData name="Lý Thanh Ngô" userId="d1fb4545a5d636d2" providerId="LiveId" clId="{3EBE4935-0AA5-7D46-87F5-3833BB1987ED}" dt="2025-03-28T23:13:58.894" v="241" actId="20577"/>
          <ac:spMkLst>
            <pc:docMk/>
            <pc:sldMk cId="2722460507" sldId="9864"/>
            <ac:spMk id="4" creationId="{9B130C5D-607E-1CBB-D591-F748074BB843}"/>
          </ac:spMkLst>
        </pc:spChg>
      </pc:sldChg>
    </pc:docChg>
  </pc:docChgLst>
  <pc:docChgLst>
    <pc:chgData name="Lý Thanh Ngô" userId="d1fb4545a5d636d2" providerId="Windows Live" clId="Web-{D102BF66-124C-43F9-B354-0B520A23B620}"/>
    <pc:docChg chg="addSld delSld modSld sldOrd">
      <pc:chgData name="Lý Thanh Ngô" userId="d1fb4545a5d636d2" providerId="Windows Live" clId="Web-{D102BF66-124C-43F9-B354-0B520A23B620}" dt="2025-04-20T23:27:04.567" v="212" actId="20577"/>
      <pc:docMkLst>
        <pc:docMk/>
      </pc:docMkLst>
      <pc:sldChg chg="addSp modSp">
        <pc:chgData name="Lý Thanh Ngô" userId="d1fb4545a5d636d2" providerId="Windows Live" clId="Web-{D102BF66-124C-43F9-B354-0B520A23B620}" dt="2025-04-20T23:22:24.635" v="139" actId="20577"/>
        <pc:sldMkLst>
          <pc:docMk/>
          <pc:sldMk cId="3709593179" sldId="992"/>
        </pc:sldMkLst>
        <pc:spChg chg="add mod">
          <ac:chgData name="Lý Thanh Ngô" userId="d1fb4545a5d636d2" providerId="Windows Live" clId="Web-{D102BF66-124C-43F9-B354-0B520A23B620}" dt="2025-04-20T23:20:48.147" v="110" actId="20577"/>
          <ac:spMkLst>
            <pc:docMk/>
            <pc:sldMk cId="3709593179" sldId="992"/>
            <ac:spMk id="2" creationId="{C57F27C5-F0BD-6C31-DD7A-EE663B2AC4BF}"/>
          </ac:spMkLst>
        </pc:spChg>
        <pc:spChg chg="mod">
          <ac:chgData name="Lý Thanh Ngô" userId="d1fb4545a5d636d2" providerId="Windows Live" clId="Web-{D102BF66-124C-43F9-B354-0B520A23B620}" dt="2025-04-20T23:22:24.635" v="139" actId="20577"/>
          <ac:spMkLst>
            <pc:docMk/>
            <pc:sldMk cId="3709593179" sldId="992"/>
            <ac:spMk id="46082" creationId="{00000000-0000-0000-0000-000000000000}"/>
          </ac:spMkLst>
        </pc:spChg>
      </pc:sldChg>
      <pc:sldChg chg="modSp">
        <pc:chgData name="Lý Thanh Ngô" userId="d1fb4545a5d636d2" providerId="Windows Live" clId="Web-{D102BF66-124C-43F9-B354-0B520A23B620}" dt="2025-04-20T23:25:54.737" v="194" actId="20577"/>
        <pc:sldMkLst>
          <pc:docMk/>
          <pc:sldMk cId="926735322" sldId="1000"/>
        </pc:sldMkLst>
        <pc:spChg chg="mod">
          <ac:chgData name="Lý Thanh Ngô" userId="d1fb4545a5d636d2" providerId="Windows Live" clId="Web-{D102BF66-124C-43F9-B354-0B520A23B620}" dt="2025-04-20T23:25:54.737" v="194" actId="20577"/>
          <ac:spMkLst>
            <pc:docMk/>
            <pc:sldMk cId="926735322" sldId="1000"/>
            <ac:spMk id="86018" creationId="{00000000-0000-0000-0000-000000000000}"/>
          </ac:spMkLst>
        </pc:spChg>
      </pc:sldChg>
      <pc:sldChg chg="modSp">
        <pc:chgData name="Lý Thanh Ngô" userId="d1fb4545a5d636d2" providerId="Windows Live" clId="Web-{D102BF66-124C-43F9-B354-0B520A23B620}" dt="2025-04-20T23:26:13.050" v="200" actId="20577"/>
        <pc:sldMkLst>
          <pc:docMk/>
          <pc:sldMk cId="2279159345" sldId="1001"/>
        </pc:sldMkLst>
        <pc:spChg chg="mod">
          <ac:chgData name="Lý Thanh Ngô" userId="d1fb4545a5d636d2" providerId="Windows Live" clId="Web-{D102BF66-124C-43F9-B354-0B520A23B620}" dt="2025-04-20T23:26:13.050" v="200" actId="20577"/>
          <ac:spMkLst>
            <pc:docMk/>
            <pc:sldMk cId="2279159345" sldId="1001"/>
            <ac:spMk id="87042" creationId="{00000000-0000-0000-0000-000000000000}"/>
          </ac:spMkLst>
        </pc:spChg>
      </pc:sldChg>
      <pc:sldChg chg="modSp">
        <pc:chgData name="Lý Thanh Ngô" userId="d1fb4545a5d636d2" providerId="Windows Live" clId="Web-{D102BF66-124C-43F9-B354-0B520A23B620}" dt="2025-04-20T23:22:53.589" v="146" actId="20577"/>
        <pc:sldMkLst>
          <pc:docMk/>
          <pc:sldMk cId="164018825" sldId="9868"/>
        </pc:sldMkLst>
        <pc:spChg chg="mod">
          <ac:chgData name="Lý Thanh Ngô" userId="d1fb4545a5d636d2" providerId="Windows Live" clId="Web-{D102BF66-124C-43F9-B354-0B520A23B620}" dt="2025-04-20T23:22:53.589" v="146" actId="20577"/>
          <ac:spMkLst>
            <pc:docMk/>
            <pc:sldMk cId="164018825" sldId="9868"/>
            <ac:spMk id="46082" creationId="{C11C8183-3786-BCD8-8D04-15856141B202}"/>
          </ac:spMkLst>
        </pc:spChg>
      </pc:sldChg>
      <pc:sldChg chg="del">
        <pc:chgData name="Lý Thanh Ngô" userId="d1fb4545a5d636d2" providerId="Windows Live" clId="Web-{D102BF66-124C-43F9-B354-0B520A23B620}" dt="2025-04-20T23:24:06.014" v="176"/>
        <pc:sldMkLst>
          <pc:docMk/>
          <pc:sldMk cId="2013522262" sldId="9869"/>
        </pc:sldMkLst>
      </pc:sldChg>
      <pc:sldChg chg="del">
        <pc:chgData name="Lý Thanh Ngô" userId="d1fb4545a5d636d2" providerId="Windows Live" clId="Web-{D102BF66-124C-43F9-B354-0B520A23B620}" dt="2025-04-20T23:24:06.014" v="175"/>
        <pc:sldMkLst>
          <pc:docMk/>
          <pc:sldMk cId="3673572297" sldId="9870"/>
        </pc:sldMkLst>
      </pc:sldChg>
      <pc:sldChg chg="del">
        <pc:chgData name="Lý Thanh Ngô" userId="d1fb4545a5d636d2" providerId="Windows Live" clId="Web-{D102BF66-124C-43F9-B354-0B520A23B620}" dt="2025-04-20T23:24:09.951" v="180"/>
        <pc:sldMkLst>
          <pc:docMk/>
          <pc:sldMk cId="908324352" sldId="9871"/>
        </pc:sldMkLst>
      </pc:sldChg>
      <pc:sldChg chg="del">
        <pc:chgData name="Lý Thanh Ngô" userId="d1fb4545a5d636d2" providerId="Windows Live" clId="Web-{D102BF66-124C-43F9-B354-0B520A23B620}" dt="2025-04-20T23:24:09.951" v="179"/>
        <pc:sldMkLst>
          <pc:docMk/>
          <pc:sldMk cId="2985367123" sldId="9872"/>
        </pc:sldMkLst>
      </pc:sldChg>
      <pc:sldChg chg="del">
        <pc:chgData name="Lý Thanh Ngô" userId="d1fb4545a5d636d2" providerId="Windows Live" clId="Web-{D102BF66-124C-43F9-B354-0B520A23B620}" dt="2025-04-20T23:24:09.951" v="178"/>
        <pc:sldMkLst>
          <pc:docMk/>
          <pc:sldMk cId="3195392803" sldId="9873"/>
        </pc:sldMkLst>
      </pc:sldChg>
      <pc:sldChg chg="del">
        <pc:chgData name="Lý Thanh Ngô" userId="d1fb4545a5d636d2" providerId="Windows Live" clId="Web-{D102BF66-124C-43F9-B354-0B520A23B620}" dt="2025-04-20T23:24:09.951" v="177"/>
        <pc:sldMkLst>
          <pc:docMk/>
          <pc:sldMk cId="2946253812" sldId="9874"/>
        </pc:sldMkLst>
      </pc:sldChg>
      <pc:sldChg chg="modSp">
        <pc:chgData name="Lý Thanh Ngô" userId="d1fb4545a5d636d2" providerId="Windows Live" clId="Web-{D102BF66-124C-43F9-B354-0B520A23B620}" dt="2025-04-20T23:26:28.972" v="204" actId="20577"/>
        <pc:sldMkLst>
          <pc:docMk/>
          <pc:sldMk cId="746019610" sldId="9876"/>
        </pc:sldMkLst>
        <pc:spChg chg="mod">
          <ac:chgData name="Lý Thanh Ngô" userId="d1fb4545a5d636d2" providerId="Windows Live" clId="Web-{D102BF66-124C-43F9-B354-0B520A23B620}" dt="2025-04-20T23:26:28.972" v="204" actId="20577"/>
          <ac:spMkLst>
            <pc:docMk/>
            <pc:sldMk cId="746019610" sldId="9876"/>
            <ac:spMk id="87042" creationId="{A5EF2E5F-0C1C-E7B3-90DB-68BB610F6C55}"/>
          </ac:spMkLst>
        </pc:spChg>
      </pc:sldChg>
      <pc:sldChg chg="modSp">
        <pc:chgData name="Lý Thanh Ngô" userId="d1fb4545a5d636d2" providerId="Windows Live" clId="Web-{D102BF66-124C-43F9-B354-0B520A23B620}" dt="2025-04-20T23:26:54.676" v="208" actId="20577"/>
        <pc:sldMkLst>
          <pc:docMk/>
          <pc:sldMk cId="2746057718" sldId="9877"/>
        </pc:sldMkLst>
        <pc:spChg chg="mod">
          <ac:chgData name="Lý Thanh Ngô" userId="d1fb4545a5d636d2" providerId="Windows Live" clId="Web-{D102BF66-124C-43F9-B354-0B520A23B620}" dt="2025-04-20T23:26:54.676" v="208" actId="20577"/>
          <ac:spMkLst>
            <pc:docMk/>
            <pc:sldMk cId="2746057718" sldId="9877"/>
            <ac:spMk id="87042" creationId="{082AC1DB-1601-1A29-A69E-4B030B8CA4DC}"/>
          </ac:spMkLst>
        </pc:spChg>
      </pc:sldChg>
      <pc:sldChg chg="modSp">
        <pc:chgData name="Lý Thanh Ngô" userId="d1fb4545a5d636d2" providerId="Windows Live" clId="Web-{D102BF66-124C-43F9-B354-0B520A23B620}" dt="2025-04-20T23:27:04.567" v="212" actId="20577"/>
        <pc:sldMkLst>
          <pc:docMk/>
          <pc:sldMk cId="1631203887" sldId="9878"/>
        </pc:sldMkLst>
        <pc:spChg chg="mod">
          <ac:chgData name="Lý Thanh Ngô" userId="d1fb4545a5d636d2" providerId="Windows Live" clId="Web-{D102BF66-124C-43F9-B354-0B520A23B620}" dt="2025-04-20T23:27:04.567" v="212" actId="20577"/>
          <ac:spMkLst>
            <pc:docMk/>
            <pc:sldMk cId="1631203887" sldId="9878"/>
            <ac:spMk id="87042" creationId="{9CD209B4-C587-CC4B-44C2-38608CFC7E4A}"/>
          </ac:spMkLst>
        </pc:spChg>
      </pc:sldChg>
      <pc:sldChg chg="modSp mod setBg">
        <pc:chgData name="Lý Thanh Ngô" userId="d1fb4545a5d636d2" providerId="Windows Live" clId="Web-{D102BF66-124C-43F9-B354-0B520A23B620}" dt="2025-04-20T23:12:54.036" v="45" actId="1076"/>
        <pc:sldMkLst>
          <pc:docMk/>
          <pc:sldMk cId="3725756604" sldId="10092"/>
        </pc:sldMkLst>
        <pc:spChg chg="mod">
          <ac:chgData name="Lý Thanh Ngô" userId="d1fb4545a5d636d2" providerId="Windows Live" clId="Web-{D102BF66-124C-43F9-B354-0B520A23B620}" dt="2025-04-20T23:12:54.036" v="45" actId="1076"/>
          <ac:spMkLst>
            <pc:docMk/>
            <pc:sldMk cId="3725756604" sldId="10092"/>
            <ac:spMk id="2" creationId="{0F6A5CE5-B4D8-BCF6-5EFF-F208569F478C}"/>
          </ac:spMkLst>
        </pc:spChg>
        <pc:spChg chg="mod">
          <ac:chgData name="Lý Thanh Ngô" userId="d1fb4545a5d636d2" providerId="Windows Live" clId="Web-{D102BF66-124C-43F9-B354-0B520A23B620}" dt="2025-04-20T23:07:09.066" v="17" actId="1076"/>
          <ac:spMkLst>
            <pc:docMk/>
            <pc:sldMk cId="3725756604" sldId="10092"/>
            <ac:spMk id="13" creationId="{C79F8ACD-B8D8-2529-26AB-4599224970D9}"/>
          </ac:spMkLst>
        </pc:spChg>
        <pc:spChg chg="mod">
          <ac:chgData name="Lý Thanh Ngô" userId="d1fb4545a5d636d2" providerId="Windows Live" clId="Web-{D102BF66-124C-43F9-B354-0B520A23B620}" dt="2025-04-20T23:12:49.989" v="44" actId="20577"/>
          <ac:spMkLst>
            <pc:docMk/>
            <pc:sldMk cId="3725756604" sldId="10092"/>
            <ac:spMk id="14" creationId="{DE350219-EF26-FDCA-6A74-0CFB9B7CEA3D}"/>
          </ac:spMkLst>
        </pc:spChg>
      </pc:sldChg>
      <pc:sldChg chg="del">
        <pc:chgData name="Lý Thanh Ngô" userId="d1fb4545a5d636d2" providerId="Windows Live" clId="Web-{D102BF66-124C-43F9-B354-0B520A23B620}" dt="2025-04-20T23:08:01.958" v="21"/>
        <pc:sldMkLst>
          <pc:docMk/>
          <pc:sldMk cId="1904792399" sldId="10273"/>
        </pc:sldMkLst>
      </pc:sldChg>
      <pc:sldChg chg="del">
        <pc:chgData name="Lý Thanh Ngô" userId="d1fb4545a5d636d2" providerId="Windows Live" clId="Web-{D102BF66-124C-43F9-B354-0B520A23B620}" dt="2025-04-20T23:08:13.818" v="24"/>
        <pc:sldMkLst>
          <pc:docMk/>
          <pc:sldMk cId="2298115398" sldId="10276"/>
        </pc:sldMkLst>
      </pc:sldChg>
      <pc:sldChg chg="del">
        <pc:chgData name="Lý Thanh Ngô" userId="d1fb4545a5d636d2" providerId="Windows Live" clId="Web-{D102BF66-124C-43F9-B354-0B520A23B620}" dt="2025-04-20T23:08:39.679" v="33"/>
        <pc:sldMkLst>
          <pc:docMk/>
          <pc:sldMk cId="1565759562" sldId="10277"/>
        </pc:sldMkLst>
      </pc:sldChg>
      <pc:sldChg chg="del">
        <pc:chgData name="Lý Thanh Ngô" userId="d1fb4545a5d636d2" providerId="Windows Live" clId="Web-{D102BF66-124C-43F9-B354-0B520A23B620}" dt="2025-04-20T23:08:47.741" v="36"/>
        <pc:sldMkLst>
          <pc:docMk/>
          <pc:sldMk cId="2059986902" sldId="10278"/>
        </pc:sldMkLst>
      </pc:sldChg>
      <pc:sldChg chg="del">
        <pc:chgData name="Lý Thanh Ngô" userId="d1fb4545a5d636d2" providerId="Windows Live" clId="Web-{D102BF66-124C-43F9-B354-0B520A23B620}" dt="2025-04-20T23:08:29.053" v="30"/>
        <pc:sldMkLst>
          <pc:docMk/>
          <pc:sldMk cId="3038942686" sldId="10279"/>
        </pc:sldMkLst>
      </pc:sldChg>
      <pc:sldChg chg="del">
        <pc:chgData name="Lý Thanh Ngô" userId="d1fb4545a5d636d2" providerId="Windows Live" clId="Web-{D102BF66-124C-43F9-B354-0B520A23B620}" dt="2025-04-20T23:08:22.490" v="27"/>
        <pc:sldMkLst>
          <pc:docMk/>
          <pc:sldMk cId="3743221985" sldId="10314"/>
        </pc:sldMkLst>
      </pc:sldChg>
      <pc:sldChg chg="add mod ord replId setBg">
        <pc:chgData name="Lý Thanh Ngô" userId="d1fb4545a5d636d2" providerId="Windows Live" clId="Web-{D102BF66-124C-43F9-B354-0B520A23B620}" dt="2025-04-20T23:11:19.434" v="38"/>
        <pc:sldMkLst>
          <pc:docMk/>
          <pc:sldMk cId="1297061217" sldId="10339"/>
        </pc:sldMkLst>
      </pc:sldChg>
      <pc:sldChg chg="add del mod ord replId setBg">
        <pc:chgData name="Lý Thanh Ngô" userId="d1fb4545a5d636d2" providerId="Windows Live" clId="Web-{D102BF66-124C-43F9-B354-0B520A23B620}" dt="2025-04-20T23:14:01.820" v="80"/>
        <pc:sldMkLst>
          <pc:docMk/>
          <pc:sldMk cId="1429353144" sldId="10340"/>
        </pc:sldMkLst>
      </pc:sldChg>
      <pc:sldChg chg="add del mod ord replId setBg">
        <pc:chgData name="Lý Thanh Ngô" userId="d1fb4545a5d636d2" providerId="Windows Live" clId="Web-{D102BF66-124C-43F9-B354-0B520A23B620}" dt="2025-04-20T23:14:12.274" v="83"/>
        <pc:sldMkLst>
          <pc:docMk/>
          <pc:sldMk cId="2038434055" sldId="10341"/>
        </pc:sldMkLst>
      </pc:sldChg>
      <pc:sldChg chg="add del mod ord replId setBg">
        <pc:chgData name="Lý Thanh Ngô" userId="d1fb4545a5d636d2" providerId="Windows Live" clId="Web-{D102BF66-124C-43F9-B354-0B520A23B620}" dt="2025-04-20T23:14:20.586" v="86"/>
        <pc:sldMkLst>
          <pc:docMk/>
          <pc:sldMk cId="4275852868" sldId="10342"/>
        </pc:sldMkLst>
      </pc:sldChg>
      <pc:sldChg chg="add del mod ord replId setBg">
        <pc:chgData name="Lý Thanh Ngô" userId="d1fb4545a5d636d2" providerId="Windows Live" clId="Web-{D102BF66-124C-43F9-B354-0B520A23B620}" dt="2025-04-20T23:14:30.665" v="89"/>
        <pc:sldMkLst>
          <pc:docMk/>
          <pc:sldMk cId="379401526" sldId="10343"/>
        </pc:sldMkLst>
      </pc:sldChg>
      <pc:sldChg chg="add del mod ord replId setBg">
        <pc:chgData name="Lý Thanh Ngô" userId="d1fb4545a5d636d2" providerId="Windows Live" clId="Web-{D102BF66-124C-43F9-B354-0B520A23B620}" dt="2025-04-20T23:14:47.556" v="92"/>
        <pc:sldMkLst>
          <pc:docMk/>
          <pc:sldMk cId="14268833" sldId="10344"/>
        </pc:sldMkLst>
      </pc:sldChg>
      <pc:sldChg chg="add del replId">
        <pc:chgData name="Lý Thanh Ngô" userId="d1fb4545a5d636d2" providerId="Windows Live" clId="Web-{D102BF66-124C-43F9-B354-0B520A23B620}" dt="2025-04-20T23:13:42.507" v="72"/>
        <pc:sldMkLst>
          <pc:docMk/>
          <pc:sldMk cId="2906770932" sldId="10345"/>
        </pc:sldMkLst>
      </pc:sldChg>
      <pc:sldChg chg="add del replId">
        <pc:chgData name="Lý Thanh Ngô" userId="d1fb4545a5d636d2" providerId="Windows Live" clId="Web-{D102BF66-124C-43F9-B354-0B520A23B620}" dt="2025-04-20T23:13:42.772" v="73"/>
        <pc:sldMkLst>
          <pc:docMk/>
          <pc:sldMk cId="1980861627" sldId="10346"/>
        </pc:sldMkLst>
      </pc:sldChg>
      <pc:sldChg chg="add del replId">
        <pc:chgData name="Lý Thanh Ngô" userId="d1fb4545a5d636d2" providerId="Windows Live" clId="Web-{D102BF66-124C-43F9-B354-0B520A23B620}" dt="2025-04-20T23:13:43.038" v="74"/>
        <pc:sldMkLst>
          <pc:docMk/>
          <pc:sldMk cId="3892877944" sldId="10347"/>
        </pc:sldMkLst>
      </pc:sldChg>
      <pc:sldChg chg="add">
        <pc:chgData name="Lý Thanh Ngô" userId="d1fb4545a5d636d2" providerId="Windows Live" clId="Web-{D102BF66-124C-43F9-B354-0B520A23B620}" dt="2025-04-20T23:13:48.429" v="75"/>
        <pc:sldMkLst>
          <pc:docMk/>
          <pc:sldMk cId="1650330413" sldId="10348"/>
        </pc:sldMkLst>
      </pc:sldChg>
      <pc:sldChg chg="add ord replId">
        <pc:chgData name="Lý Thanh Ngô" userId="d1fb4545a5d636d2" providerId="Windows Live" clId="Web-{D102BF66-124C-43F9-B354-0B520A23B620}" dt="2025-04-20T23:14:08.805" v="82"/>
        <pc:sldMkLst>
          <pc:docMk/>
          <pc:sldMk cId="34406757" sldId="10349"/>
        </pc:sldMkLst>
      </pc:sldChg>
      <pc:sldChg chg="add del">
        <pc:chgData name="Lý Thanh Ngô" userId="d1fb4545a5d636d2" providerId="Windows Live" clId="Web-{D102BF66-124C-43F9-B354-0B520A23B620}" dt="2025-04-20T23:13:59.523" v="79"/>
        <pc:sldMkLst>
          <pc:docMk/>
          <pc:sldMk cId="515834520" sldId="10349"/>
        </pc:sldMkLst>
      </pc:sldChg>
      <pc:sldChg chg="add ord replId">
        <pc:chgData name="Lý Thanh Ngô" userId="d1fb4545a5d636d2" providerId="Windows Live" clId="Web-{D102BF66-124C-43F9-B354-0B520A23B620}" dt="2025-04-20T23:14:18.618" v="85"/>
        <pc:sldMkLst>
          <pc:docMk/>
          <pc:sldMk cId="1297571981" sldId="10350"/>
        </pc:sldMkLst>
      </pc:sldChg>
      <pc:sldChg chg="add del">
        <pc:chgData name="Lý Thanh Ngô" userId="d1fb4545a5d636d2" providerId="Windows Live" clId="Web-{D102BF66-124C-43F9-B354-0B520A23B620}" dt="2025-04-20T23:13:59.523" v="78"/>
        <pc:sldMkLst>
          <pc:docMk/>
          <pc:sldMk cId="3428822464" sldId="10350"/>
        </pc:sldMkLst>
      </pc:sldChg>
      <pc:sldChg chg="add ord replId">
        <pc:chgData name="Lý Thanh Ngô" userId="d1fb4545a5d636d2" providerId="Windows Live" clId="Web-{D102BF66-124C-43F9-B354-0B520A23B620}" dt="2025-04-20T23:14:28.571" v="88"/>
        <pc:sldMkLst>
          <pc:docMk/>
          <pc:sldMk cId="3854325399" sldId="10351"/>
        </pc:sldMkLst>
      </pc:sldChg>
      <pc:sldChg chg="add ord replId">
        <pc:chgData name="Lý Thanh Ngô" userId="d1fb4545a5d636d2" providerId="Windows Live" clId="Web-{D102BF66-124C-43F9-B354-0B520A23B620}" dt="2025-04-20T23:14:44.650" v="91"/>
        <pc:sldMkLst>
          <pc:docMk/>
          <pc:sldMk cId="1644976485" sldId="10352"/>
        </pc:sldMkLst>
      </pc:sldChg>
      <pc:sldChg chg="modSp add replId">
        <pc:chgData name="Lý Thanh Ngô" userId="d1fb4545a5d636d2" providerId="Windows Live" clId="Web-{D102BF66-124C-43F9-B354-0B520A23B620}" dt="2025-04-20T23:23:21.262" v="162" actId="20577"/>
        <pc:sldMkLst>
          <pc:docMk/>
          <pc:sldMk cId="3178957577" sldId="10353"/>
        </pc:sldMkLst>
        <pc:spChg chg="mod">
          <ac:chgData name="Lý Thanh Ngô" userId="d1fb4545a5d636d2" providerId="Windows Live" clId="Web-{D102BF66-124C-43F9-B354-0B520A23B620}" dt="2025-04-20T23:23:21.262" v="162" actId="20577"/>
          <ac:spMkLst>
            <pc:docMk/>
            <pc:sldMk cId="3178957577" sldId="10353"/>
            <ac:spMk id="46082" creationId="{85C17735-7BAA-CD89-B52A-1F4BFF494069}"/>
          </ac:spMkLst>
        </pc:spChg>
      </pc:sldChg>
      <pc:sldChg chg="modSp add replId">
        <pc:chgData name="Lý Thanh Ngô" userId="d1fb4545a5d636d2" providerId="Windows Live" clId="Web-{D102BF66-124C-43F9-B354-0B520A23B620}" dt="2025-04-20T23:23:44.747" v="169" actId="20577"/>
        <pc:sldMkLst>
          <pc:docMk/>
          <pc:sldMk cId="2521317777" sldId="10354"/>
        </pc:sldMkLst>
        <pc:spChg chg="mod">
          <ac:chgData name="Lý Thanh Ngô" userId="d1fb4545a5d636d2" providerId="Windows Live" clId="Web-{D102BF66-124C-43F9-B354-0B520A23B620}" dt="2025-04-20T23:23:44.747" v="169" actId="20577"/>
          <ac:spMkLst>
            <pc:docMk/>
            <pc:sldMk cId="2521317777" sldId="10354"/>
            <ac:spMk id="46082" creationId="{C3A5766B-4D44-0F7E-1A28-3CDA078B45CA}"/>
          </ac:spMkLst>
        </pc:spChg>
      </pc:sldChg>
      <pc:sldChg chg="modSp add ord replId">
        <pc:chgData name="Lý Thanh Ngô" userId="d1fb4545a5d636d2" providerId="Windows Live" clId="Web-{D102BF66-124C-43F9-B354-0B520A23B620}" dt="2025-04-20T23:24:00.092" v="174" actId="20577"/>
        <pc:sldMkLst>
          <pc:docMk/>
          <pc:sldMk cId="70965490" sldId="10355"/>
        </pc:sldMkLst>
        <pc:spChg chg="mod">
          <ac:chgData name="Lý Thanh Ngô" userId="d1fb4545a5d636d2" providerId="Windows Live" clId="Web-{D102BF66-124C-43F9-B354-0B520A23B620}" dt="2025-04-20T23:24:00.092" v="174" actId="20577"/>
          <ac:spMkLst>
            <pc:docMk/>
            <pc:sldMk cId="70965490" sldId="10355"/>
            <ac:spMk id="46082" creationId="{CE50AFAC-2F18-11DB-748C-1801D7FA0169}"/>
          </ac:spMkLst>
        </pc:spChg>
      </pc:sldChg>
      <pc:sldChg chg="modSp add ord replId">
        <pc:chgData name="Lý Thanh Ngô" userId="d1fb4545a5d636d2" providerId="Windows Live" clId="Web-{D102BF66-124C-43F9-B354-0B520A23B620}" dt="2025-04-20T23:25:36.517" v="189" actId="20577"/>
        <pc:sldMkLst>
          <pc:docMk/>
          <pc:sldMk cId="1907014761" sldId="10356"/>
        </pc:sldMkLst>
        <pc:spChg chg="mod">
          <ac:chgData name="Lý Thanh Ngô" userId="d1fb4545a5d636d2" providerId="Windows Live" clId="Web-{D102BF66-124C-43F9-B354-0B520A23B620}" dt="2025-04-20T23:25:36.517" v="189" actId="20577"/>
          <ac:spMkLst>
            <pc:docMk/>
            <pc:sldMk cId="1907014761" sldId="10356"/>
            <ac:spMk id="46082" creationId="{3C7A8091-E4E8-CEF6-4BE6-C20A9169193C}"/>
          </ac:spMkLst>
        </pc:spChg>
      </pc:sldChg>
    </pc:docChg>
  </pc:docChgLst>
  <pc:docChgLst>
    <pc:chgData name="Lý Thanh Ngô" userId="d1fb4545a5d636d2" providerId="Windows Live" clId="Web-{67FDAF1C-37A2-4320-8278-2F03C36EE5D4}"/>
    <pc:docChg chg="modSld">
      <pc:chgData name="Lý Thanh Ngô" userId="d1fb4545a5d636d2" providerId="Windows Live" clId="Web-{67FDAF1C-37A2-4320-8278-2F03C36EE5D4}" dt="2025-04-19T06:36:49.909" v="0" actId="14100"/>
      <pc:docMkLst>
        <pc:docMk/>
      </pc:docMkLst>
      <pc:sldChg chg="modSp">
        <pc:chgData name="Lý Thanh Ngô" userId="d1fb4545a5d636d2" providerId="Windows Live" clId="Web-{67FDAF1C-37A2-4320-8278-2F03C36EE5D4}" dt="2025-04-19T06:36:49.909" v="0" actId="14100"/>
        <pc:sldMkLst>
          <pc:docMk/>
          <pc:sldMk cId="2157675428" sldId="10252"/>
        </pc:sldMkLst>
        <pc:spChg chg="mod">
          <ac:chgData name="Lý Thanh Ngô" userId="d1fb4545a5d636d2" providerId="Windows Live" clId="Web-{67FDAF1C-37A2-4320-8278-2F03C36EE5D4}" dt="2025-04-19T06:36:49.909" v="0" actId="14100"/>
          <ac:spMkLst>
            <pc:docMk/>
            <pc:sldMk cId="2157675428" sldId="10252"/>
            <ac:spMk id="2" creationId="{7245C7E0-AD08-9DB0-D243-A28F8F7A3746}"/>
          </ac:spMkLst>
        </pc:spChg>
      </pc:sldChg>
    </pc:docChg>
  </pc:docChgLst>
  <pc:docChgLst>
    <pc:chgData name="Người dùng Khách" providerId="Windows Live" clId="Web-{1B100269-CCA5-42B0-A349-0021EC7AED96}"/>
    <pc:docChg chg="addSld delSld modSld">
      <pc:chgData name="Người dùng Khách" userId="" providerId="Windows Live" clId="Web-{1B100269-CCA5-42B0-A349-0021EC7AED96}" dt="2025-03-29T17:05:52.474" v="107"/>
      <pc:docMkLst>
        <pc:docMk/>
      </pc:docMkLst>
      <pc:sldChg chg="modTransition">
        <pc:chgData name="Người dùng Khách" userId="" providerId="Windows Live" clId="Web-{1B100269-CCA5-42B0-A349-0021EC7AED96}" dt="2025-03-29T17:05:49.302" v="106"/>
        <pc:sldMkLst>
          <pc:docMk/>
          <pc:sldMk cId="3297558619" sldId="9802"/>
        </pc:sldMkLst>
      </pc:sldChg>
      <pc:sldChg chg="modSp">
        <pc:chgData name="Người dùng Khách" userId="" providerId="Windows Live" clId="Web-{1B100269-CCA5-42B0-A349-0021EC7AED96}" dt="2025-03-29T17:03:17.563" v="101"/>
        <pc:sldMkLst>
          <pc:docMk/>
          <pc:sldMk cId="3407074290" sldId="9804"/>
        </pc:sldMkLst>
      </pc:sldChg>
      <pc:sldChg chg="modSp">
        <pc:chgData name="Người dùng Khách" userId="" providerId="Windows Live" clId="Web-{1B100269-CCA5-42B0-A349-0021EC7AED96}" dt="2025-03-29T16:56:35.910" v="59" actId="20577"/>
        <pc:sldMkLst>
          <pc:docMk/>
          <pc:sldMk cId="3731749232" sldId="9805"/>
        </pc:sldMkLst>
      </pc:sldChg>
      <pc:sldChg chg="modSp add del">
        <pc:chgData name="Người dùng Khách" userId="" providerId="Windows Live" clId="Web-{1B100269-CCA5-42B0-A349-0021EC7AED96}" dt="2025-03-29T17:01:56.827" v="94"/>
        <pc:sldMkLst>
          <pc:docMk/>
          <pc:sldMk cId="2605310120" sldId="9806"/>
        </pc:sldMkLst>
      </pc:sldChg>
      <pc:sldChg chg="del">
        <pc:chgData name="Người dùng Khách" userId="" providerId="Windows Live" clId="Web-{1B100269-CCA5-42B0-A349-0021EC7AED96}" dt="2025-03-29T17:02:02.608" v="95"/>
        <pc:sldMkLst>
          <pc:docMk/>
          <pc:sldMk cId="1065535235" sldId="9807"/>
        </pc:sldMkLst>
      </pc:sldChg>
      <pc:sldChg chg="modTransition">
        <pc:chgData name="Người dùng Khách" userId="" providerId="Windows Live" clId="Web-{1B100269-CCA5-42B0-A349-0021EC7AED96}" dt="2025-03-29T17:05:52.474" v="107"/>
        <pc:sldMkLst>
          <pc:docMk/>
          <pc:sldMk cId="1592849602" sldId="9813"/>
        </pc:sldMkLst>
      </pc:sldChg>
      <pc:sldChg chg="modSp">
        <pc:chgData name="Người dùng Khách" userId="" providerId="Windows Live" clId="Web-{1B100269-CCA5-42B0-A349-0021EC7AED96}" dt="2025-03-29T17:03:20.360" v="102"/>
        <pc:sldMkLst>
          <pc:docMk/>
          <pc:sldMk cId="2958806556" sldId="9827"/>
        </pc:sldMkLst>
        <pc:spChg chg="mod">
          <ac:chgData name="Người dùng Khách" userId="" providerId="Windows Live" clId="Web-{1B100269-CCA5-42B0-A349-0021EC7AED96}" dt="2025-03-29T17:03:20.360" v="102"/>
          <ac:spMkLst>
            <pc:docMk/>
            <pc:sldMk cId="2958806556" sldId="9827"/>
            <ac:spMk id="2" creationId="{D0DB7A7C-C6BF-BBBA-3631-B0614733E958}"/>
          </ac:spMkLst>
        </pc:spChg>
      </pc:sldChg>
      <pc:sldChg chg="modSp">
        <pc:chgData name="Người dùng Khách" userId="" providerId="Windows Live" clId="Web-{1B100269-CCA5-42B0-A349-0021EC7AED96}" dt="2025-03-29T16:45:46.704" v="6" actId="20577"/>
        <pc:sldMkLst>
          <pc:docMk/>
          <pc:sldMk cId="1623123200" sldId="9846"/>
        </pc:sldMkLst>
      </pc:sldChg>
      <pc:sldChg chg="modSp">
        <pc:chgData name="Người dùng Khách" userId="" providerId="Windows Live" clId="Web-{1B100269-CCA5-42B0-A349-0021EC7AED96}" dt="2025-03-29T17:04:03.440" v="105"/>
        <pc:sldMkLst>
          <pc:docMk/>
          <pc:sldMk cId="2722460507" sldId="9864"/>
        </pc:sldMkLst>
        <pc:spChg chg="mod">
          <ac:chgData name="Người dùng Khách" userId="" providerId="Windows Live" clId="Web-{1B100269-CCA5-42B0-A349-0021EC7AED96}" dt="2025-03-29T17:04:03.440" v="105"/>
          <ac:spMkLst>
            <pc:docMk/>
            <pc:sldMk cId="2722460507" sldId="9864"/>
            <ac:spMk id="2" creationId="{C5AC7524-1DCF-5012-325A-112DC29DE05E}"/>
          </ac:spMkLst>
        </pc:spChg>
        <pc:spChg chg="mod">
          <ac:chgData name="Người dùng Khách" userId="" providerId="Windows Live" clId="Web-{1B100269-CCA5-42B0-A349-0021EC7AED96}" dt="2025-03-29T17:03:51.049" v="104"/>
          <ac:spMkLst>
            <pc:docMk/>
            <pc:sldMk cId="2722460507" sldId="9864"/>
            <ac:spMk id="4" creationId="{9B130C5D-607E-1CBB-D591-F748074BB843}"/>
          </ac:spMkLst>
        </pc:spChg>
      </pc:sldChg>
    </pc:docChg>
  </pc:docChgLst>
  <pc:docChgLst>
    <pc:chgData name="Lý Thanh Ngô" userId="d1fb4545a5d636d2" providerId="LiveId" clId="{572A53DC-FA1E-40D6-9AFD-601B456BF9DD}"/>
    <pc:docChg chg="undo custSel addSld delSld modSld">
      <pc:chgData name="Lý Thanh Ngô" userId="d1fb4545a5d636d2" providerId="LiveId" clId="{572A53DC-FA1E-40D6-9AFD-601B456BF9DD}" dt="2025-04-13T02:16:12.493" v="104" actId="14100"/>
      <pc:docMkLst>
        <pc:docMk/>
      </pc:docMkLst>
      <pc:sldChg chg="modSp mod">
        <pc:chgData name="Lý Thanh Ngô" userId="d1fb4545a5d636d2" providerId="LiveId" clId="{572A53DC-FA1E-40D6-9AFD-601B456BF9DD}" dt="2025-04-13T02:15:53.319" v="103" actId="403"/>
        <pc:sldMkLst>
          <pc:docMk/>
          <pc:sldMk cId="591027290" sldId="257"/>
        </pc:sldMkLst>
        <pc:spChg chg="mod">
          <ac:chgData name="Lý Thanh Ngô" userId="d1fb4545a5d636d2" providerId="LiveId" clId="{572A53DC-FA1E-40D6-9AFD-601B456BF9DD}" dt="2025-04-13T02:15:53.319" v="103" actId="403"/>
          <ac:spMkLst>
            <pc:docMk/>
            <pc:sldMk cId="591027290" sldId="257"/>
            <ac:spMk id="3" creationId="{00000000-0000-0000-0000-000000000000}"/>
          </ac:spMkLst>
        </pc:spChg>
      </pc:sldChg>
      <pc:sldChg chg="modSp mod">
        <pc:chgData name="Lý Thanh Ngô" userId="d1fb4545a5d636d2" providerId="LiveId" clId="{572A53DC-FA1E-40D6-9AFD-601B456BF9DD}" dt="2025-04-13T02:16:12.493" v="104" actId="14100"/>
        <pc:sldMkLst>
          <pc:docMk/>
          <pc:sldMk cId="2171119766" sldId="258"/>
        </pc:sldMkLst>
        <pc:spChg chg="mod">
          <ac:chgData name="Lý Thanh Ngô" userId="d1fb4545a5d636d2" providerId="LiveId" clId="{572A53DC-FA1E-40D6-9AFD-601B456BF9DD}" dt="2025-04-13T02:16:12.493" v="104" actId="14100"/>
          <ac:spMkLst>
            <pc:docMk/>
            <pc:sldMk cId="2171119766" sldId="258"/>
            <ac:spMk id="7170" creationId="{00000000-0000-0000-0000-000000000000}"/>
          </ac:spMkLst>
        </pc:spChg>
      </pc:sldChg>
      <pc:sldChg chg="modSp mod">
        <pc:chgData name="Lý Thanh Ngô" userId="d1fb4545a5d636d2" providerId="LiveId" clId="{572A53DC-FA1E-40D6-9AFD-601B456BF9DD}" dt="2025-04-13T02:11:57.845" v="20" actId="20577"/>
        <pc:sldMkLst>
          <pc:docMk/>
          <pc:sldMk cId="3057438887" sldId="259"/>
        </pc:sldMkLst>
        <pc:spChg chg="mod">
          <ac:chgData name="Lý Thanh Ngô" userId="d1fb4545a5d636d2" providerId="LiveId" clId="{572A53DC-FA1E-40D6-9AFD-601B456BF9DD}" dt="2025-04-13T02:11:57.845" v="20" actId="20577"/>
          <ac:spMkLst>
            <pc:docMk/>
            <pc:sldMk cId="3057438887" sldId="259"/>
            <ac:spMk id="3" creationId="{00000000-0000-0000-0000-000000000000}"/>
          </ac:spMkLst>
        </pc:spChg>
      </pc:sldChg>
      <pc:sldChg chg="modSp mod">
        <pc:chgData name="Lý Thanh Ngô" userId="d1fb4545a5d636d2" providerId="LiveId" clId="{572A53DC-FA1E-40D6-9AFD-601B456BF9DD}" dt="2025-04-13T02:12:12.258" v="26" actId="20577"/>
        <pc:sldMkLst>
          <pc:docMk/>
          <pc:sldMk cId="532766581" sldId="260"/>
        </pc:sldMkLst>
        <pc:spChg chg="mod">
          <ac:chgData name="Lý Thanh Ngô" userId="d1fb4545a5d636d2" providerId="LiveId" clId="{572A53DC-FA1E-40D6-9AFD-601B456BF9DD}" dt="2025-04-13T02:12:12.258" v="26" actId="20577"/>
          <ac:spMkLst>
            <pc:docMk/>
            <pc:sldMk cId="532766581" sldId="260"/>
            <ac:spMk id="7170" creationId="{00000000-0000-0000-0000-000000000000}"/>
          </ac:spMkLst>
        </pc:spChg>
      </pc:sldChg>
      <pc:sldChg chg="modSp mod">
        <pc:chgData name="Lý Thanh Ngô" userId="d1fb4545a5d636d2" providerId="LiveId" clId="{572A53DC-FA1E-40D6-9AFD-601B456BF9DD}" dt="2025-04-13T02:12:28.041" v="33" actId="20577"/>
        <pc:sldMkLst>
          <pc:docMk/>
          <pc:sldMk cId="1487358291" sldId="261"/>
        </pc:sldMkLst>
        <pc:spChg chg="mod">
          <ac:chgData name="Lý Thanh Ngô" userId="d1fb4545a5d636d2" providerId="LiveId" clId="{572A53DC-FA1E-40D6-9AFD-601B456BF9DD}" dt="2025-04-13T02:12:28.041" v="33" actId="20577"/>
          <ac:spMkLst>
            <pc:docMk/>
            <pc:sldMk cId="1487358291" sldId="261"/>
            <ac:spMk id="7170" creationId="{00000000-0000-0000-0000-000000000000}"/>
          </ac:spMkLst>
        </pc:spChg>
      </pc:sldChg>
      <pc:sldChg chg="modSp mod">
        <pc:chgData name="Lý Thanh Ngô" userId="d1fb4545a5d636d2" providerId="LiveId" clId="{572A53DC-FA1E-40D6-9AFD-601B456BF9DD}" dt="2025-04-13T02:13:01.536" v="47" actId="20577"/>
        <pc:sldMkLst>
          <pc:docMk/>
          <pc:sldMk cId="1140672165" sldId="263"/>
        </pc:sldMkLst>
        <pc:spChg chg="mod">
          <ac:chgData name="Lý Thanh Ngô" userId="d1fb4545a5d636d2" providerId="LiveId" clId="{572A53DC-FA1E-40D6-9AFD-601B456BF9DD}" dt="2025-04-13T02:13:01.536" v="47" actId="20577"/>
          <ac:spMkLst>
            <pc:docMk/>
            <pc:sldMk cId="1140672165" sldId="263"/>
            <ac:spMk id="7170" creationId="{00000000-0000-0000-0000-000000000000}"/>
          </ac:spMkLst>
        </pc:spChg>
      </pc:sldChg>
      <pc:sldChg chg="modSp mod">
        <pc:chgData name="Lý Thanh Ngô" userId="d1fb4545a5d636d2" providerId="LiveId" clId="{572A53DC-FA1E-40D6-9AFD-601B456BF9DD}" dt="2025-04-13T02:13:11.801" v="50" actId="27636"/>
        <pc:sldMkLst>
          <pc:docMk/>
          <pc:sldMk cId="1434756872" sldId="265"/>
        </pc:sldMkLst>
        <pc:spChg chg="mod">
          <ac:chgData name="Lý Thanh Ngô" userId="d1fb4545a5d636d2" providerId="LiveId" clId="{572A53DC-FA1E-40D6-9AFD-601B456BF9DD}" dt="2025-04-13T02:13:11.801" v="50" actId="27636"/>
          <ac:spMkLst>
            <pc:docMk/>
            <pc:sldMk cId="1434756872" sldId="265"/>
            <ac:spMk id="7170" creationId="{00000000-0000-0000-0000-000000000000}"/>
          </ac:spMkLst>
        </pc:spChg>
      </pc:sldChg>
      <pc:sldChg chg="modSp mod">
        <pc:chgData name="Lý Thanh Ngô" userId="d1fb4545a5d636d2" providerId="LiveId" clId="{572A53DC-FA1E-40D6-9AFD-601B456BF9DD}" dt="2025-04-13T02:13:25.104" v="53" actId="27636"/>
        <pc:sldMkLst>
          <pc:docMk/>
          <pc:sldMk cId="1191164645" sldId="266"/>
        </pc:sldMkLst>
        <pc:spChg chg="mod">
          <ac:chgData name="Lý Thanh Ngô" userId="d1fb4545a5d636d2" providerId="LiveId" clId="{572A53DC-FA1E-40D6-9AFD-601B456BF9DD}" dt="2025-04-13T02:13:25.104" v="53" actId="27636"/>
          <ac:spMkLst>
            <pc:docMk/>
            <pc:sldMk cId="1191164645" sldId="266"/>
            <ac:spMk id="7170" creationId="{00000000-0000-0000-0000-000000000000}"/>
          </ac:spMkLst>
        </pc:spChg>
      </pc:sldChg>
      <pc:sldChg chg="modSp add mod">
        <pc:chgData name="Lý Thanh Ngô" userId="d1fb4545a5d636d2" providerId="LiveId" clId="{572A53DC-FA1E-40D6-9AFD-601B456BF9DD}" dt="2025-04-13T02:14:13.720" v="74" actId="255"/>
        <pc:sldMkLst>
          <pc:docMk/>
          <pc:sldMk cId="3745318228" sldId="10025"/>
        </pc:sldMkLst>
        <pc:spChg chg="mod">
          <ac:chgData name="Lý Thanh Ngô" userId="d1fb4545a5d636d2" providerId="LiveId" clId="{572A53DC-FA1E-40D6-9AFD-601B456BF9DD}" dt="2025-04-13T02:14:13.720" v="74" actId="255"/>
          <ac:spMkLst>
            <pc:docMk/>
            <pc:sldMk cId="3745318228" sldId="10025"/>
            <ac:spMk id="7170" creationId="{B03D3875-C065-9232-5CCB-9E4598D6B32B}"/>
          </ac:spMkLst>
        </pc:spChg>
      </pc:sldChg>
      <pc:sldChg chg="add del">
        <pc:chgData name="Lý Thanh Ngô" userId="d1fb4545a5d636d2" providerId="LiveId" clId="{572A53DC-FA1E-40D6-9AFD-601B456BF9DD}" dt="2025-04-13T02:15:41.047" v="102" actId="47"/>
        <pc:sldMkLst>
          <pc:docMk/>
          <pc:sldMk cId="4186013731" sldId="10026"/>
        </pc:sldMkLst>
      </pc:sldChg>
      <pc:sldChg chg="modSp add mod">
        <pc:chgData name="Lý Thanh Ngô" userId="d1fb4545a5d636d2" providerId="LiveId" clId="{572A53DC-FA1E-40D6-9AFD-601B456BF9DD}" dt="2025-04-13T02:14:42.368" v="85" actId="20577"/>
        <pc:sldMkLst>
          <pc:docMk/>
          <pc:sldMk cId="2805427209" sldId="10027"/>
        </pc:sldMkLst>
        <pc:spChg chg="mod">
          <ac:chgData name="Lý Thanh Ngô" userId="d1fb4545a5d636d2" providerId="LiveId" clId="{572A53DC-FA1E-40D6-9AFD-601B456BF9DD}" dt="2025-04-13T02:14:42.368" v="85" actId="20577"/>
          <ac:spMkLst>
            <pc:docMk/>
            <pc:sldMk cId="2805427209" sldId="10027"/>
            <ac:spMk id="7170" creationId="{6C388B8F-92EB-F8BC-C719-6F704A7EB62E}"/>
          </ac:spMkLst>
        </pc:spChg>
      </pc:sldChg>
      <pc:sldChg chg="modSp add mod">
        <pc:chgData name="Lý Thanh Ngô" userId="d1fb4545a5d636d2" providerId="LiveId" clId="{572A53DC-FA1E-40D6-9AFD-601B456BF9DD}" dt="2025-04-13T02:14:55.407" v="87"/>
        <pc:sldMkLst>
          <pc:docMk/>
          <pc:sldMk cId="400344294" sldId="10028"/>
        </pc:sldMkLst>
        <pc:spChg chg="mod">
          <ac:chgData name="Lý Thanh Ngô" userId="d1fb4545a5d636d2" providerId="LiveId" clId="{572A53DC-FA1E-40D6-9AFD-601B456BF9DD}" dt="2025-04-13T02:14:55.407" v="87"/>
          <ac:spMkLst>
            <pc:docMk/>
            <pc:sldMk cId="400344294" sldId="10028"/>
            <ac:spMk id="7170" creationId="{74836C57-81A1-171A-0033-498FC909B48D}"/>
          </ac:spMkLst>
        </pc:spChg>
      </pc:sldChg>
      <pc:sldChg chg="modSp add mod">
        <pc:chgData name="Lý Thanh Ngô" userId="d1fb4545a5d636d2" providerId="LiveId" clId="{572A53DC-FA1E-40D6-9AFD-601B456BF9DD}" dt="2025-04-13T02:15:15.361" v="92" actId="20577"/>
        <pc:sldMkLst>
          <pc:docMk/>
          <pc:sldMk cId="2530891263" sldId="10029"/>
        </pc:sldMkLst>
        <pc:spChg chg="mod">
          <ac:chgData name="Lý Thanh Ngô" userId="d1fb4545a5d636d2" providerId="LiveId" clId="{572A53DC-FA1E-40D6-9AFD-601B456BF9DD}" dt="2025-04-13T02:15:15.361" v="92" actId="20577"/>
          <ac:spMkLst>
            <pc:docMk/>
            <pc:sldMk cId="2530891263" sldId="10029"/>
            <ac:spMk id="7170" creationId="{1725084F-0C50-CE5E-ED27-E9FD6D0F6769}"/>
          </ac:spMkLst>
        </pc:spChg>
      </pc:sldChg>
      <pc:sldChg chg="modSp add mod">
        <pc:chgData name="Lý Thanh Ngô" userId="d1fb4545a5d636d2" providerId="LiveId" clId="{572A53DC-FA1E-40D6-9AFD-601B456BF9DD}" dt="2025-04-13T02:15:39.547" v="101" actId="207"/>
        <pc:sldMkLst>
          <pc:docMk/>
          <pc:sldMk cId="4195677237" sldId="10030"/>
        </pc:sldMkLst>
        <pc:spChg chg="mod">
          <ac:chgData name="Lý Thanh Ngô" userId="d1fb4545a5d636d2" providerId="LiveId" clId="{572A53DC-FA1E-40D6-9AFD-601B456BF9DD}" dt="2025-04-13T02:15:39.547" v="101" actId="207"/>
          <ac:spMkLst>
            <pc:docMk/>
            <pc:sldMk cId="4195677237" sldId="10030"/>
            <ac:spMk id="7170" creationId="{1FA55E2C-9F42-E4AD-447A-B8389F4E6E51}"/>
          </ac:spMkLst>
        </pc:spChg>
      </pc:sldChg>
    </pc:docChg>
  </pc:docChgLst>
  <pc:docChgLst>
    <pc:chgData name="Lý Thanh Ngô" userId="d1fb4545a5d636d2" providerId="LiveId" clId="{ABD4904B-081A-47C6-B87B-1F2506E329D6}"/>
    <pc:docChg chg="undo redo custSel addSld delSld modSld sldOrd delMainMaster">
      <pc:chgData name="Lý Thanh Ngô" userId="d1fb4545a5d636d2" providerId="LiveId" clId="{ABD4904B-081A-47C6-B87B-1F2506E329D6}" dt="2025-03-30T06:10:53.274" v="2014" actId="123"/>
      <pc:docMkLst>
        <pc:docMk/>
      </pc:docMkLst>
      <pc:sldChg chg="modSp mod">
        <pc:chgData name="Lý Thanh Ngô" userId="d1fb4545a5d636d2" providerId="LiveId" clId="{ABD4904B-081A-47C6-B87B-1F2506E329D6}" dt="2025-03-30T04:54:23.912" v="1799" actId="122"/>
        <pc:sldMkLst>
          <pc:docMk/>
          <pc:sldMk cId="0" sldId="304"/>
        </pc:sldMkLst>
        <pc:spChg chg="mod">
          <ac:chgData name="Lý Thanh Ngô" userId="d1fb4545a5d636d2" providerId="LiveId" clId="{ABD4904B-081A-47C6-B87B-1F2506E329D6}" dt="2025-03-30T04:54:23.912" v="1799" actId="122"/>
          <ac:spMkLst>
            <pc:docMk/>
            <pc:sldMk cId="0" sldId="304"/>
            <ac:spMk id="46082" creationId="{E17C6E24-CB11-9ED3-E73D-25EE4CA00827}"/>
          </ac:spMkLst>
        </pc:spChg>
      </pc:sldChg>
      <pc:sldChg chg="modSp mod">
        <pc:chgData name="Lý Thanh Ngô" userId="d1fb4545a5d636d2" providerId="LiveId" clId="{ABD4904B-081A-47C6-B87B-1F2506E329D6}" dt="2025-03-30T04:52:57.906" v="1763" actId="123"/>
        <pc:sldMkLst>
          <pc:docMk/>
          <pc:sldMk cId="0" sldId="321"/>
        </pc:sldMkLst>
        <pc:spChg chg="mod">
          <ac:chgData name="Lý Thanh Ngô" userId="d1fb4545a5d636d2" providerId="LiveId" clId="{ABD4904B-081A-47C6-B87B-1F2506E329D6}" dt="2025-03-30T04:52:57.906" v="1763" actId="123"/>
          <ac:spMkLst>
            <pc:docMk/>
            <pc:sldMk cId="0" sldId="321"/>
            <ac:spMk id="66562" creationId="{D884BA29-1F76-D50D-3220-7C4834945777}"/>
          </ac:spMkLst>
        </pc:spChg>
      </pc:sldChg>
      <pc:sldChg chg="modSp mod">
        <pc:chgData name="Lý Thanh Ngô" userId="d1fb4545a5d636d2" providerId="LiveId" clId="{ABD4904B-081A-47C6-B87B-1F2506E329D6}" dt="2025-03-30T04:53:05.836" v="1765" actId="123"/>
        <pc:sldMkLst>
          <pc:docMk/>
          <pc:sldMk cId="0" sldId="322"/>
        </pc:sldMkLst>
        <pc:spChg chg="mod">
          <ac:chgData name="Lý Thanh Ngô" userId="d1fb4545a5d636d2" providerId="LiveId" clId="{ABD4904B-081A-47C6-B87B-1F2506E329D6}" dt="2025-03-30T04:53:05.836" v="1765" actId="123"/>
          <ac:spMkLst>
            <pc:docMk/>
            <pc:sldMk cId="0" sldId="322"/>
            <ac:spMk id="66562" creationId="{DB96D1C1-1479-6C6E-261C-24F0694D7BDD}"/>
          </ac:spMkLst>
        </pc:spChg>
      </pc:sldChg>
      <pc:sldChg chg="modSp mod">
        <pc:chgData name="Lý Thanh Ngô" userId="d1fb4545a5d636d2" providerId="LiveId" clId="{ABD4904B-081A-47C6-B87B-1F2506E329D6}" dt="2025-03-30T04:53:10.913" v="1766" actId="123"/>
        <pc:sldMkLst>
          <pc:docMk/>
          <pc:sldMk cId="0" sldId="323"/>
        </pc:sldMkLst>
        <pc:spChg chg="mod">
          <ac:chgData name="Lý Thanh Ngô" userId="d1fb4545a5d636d2" providerId="LiveId" clId="{ABD4904B-081A-47C6-B87B-1F2506E329D6}" dt="2025-03-30T04:53:10.913" v="1766" actId="123"/>
          <ac:spMkLst>
            <pc:docMk/>
            <pc:sldMk cId="0" sldId="323"/>
            <ac:spMk id="66562" creationId="{C3F13C7A-5304-48FF-CAD8-39A6B663E1B7}"/>
          </ac:spMkLst>
        </pc:spChg>
      </pc:sldChg>
      <pc:sldChg chg="modSp mod">
        <pc:chgData name="Lý Thanh Ngô" userId="d1fb4545a5d636d2" providerId="LiveId" clId="{ABD4904B-081A-47C6-B87B-1F2506E329D6}" dt="2025-03-30T04:53:17.920" v="1768" actId="123"/>
        <pc:sldMkLst>
          <pc:docMk/>
          <pc:sldMk cId="0" sldId="324"/>
        </pc:sldMkLst>
        <pc:spChg chg="mod">
          <ac:chgData name="Lý Thanh Ngô" userId="d1fb4545a5d636d2" providerId="LiveId" clId="{ABD4904B-081A-47C6-B87B-1F2506E329D6}" dt="2025-03-30T04:53:17.920" v="1768" actId="123"/>
          <ac:spMkLst>
            <pc:docMk/>
            <pc:sldMk cId="0" sldId="324"/>
            <ac:spMk id="66562" creationId="{030630BD-3423-7E1C-CA80-A2B4DAF1EA01}"/>
          </ac:spMkLst>
        </pc:spChg>
      </pc:sldChg>
      <pc:sldChg chg="modSp mod">
        <pc:chgData name="Lý Thanh Ngô" userId="d1fb4545a5d636d2" providerId="LiveId" clId="{ABD4904B-081A-47C6-B87B-1F2506E329D6}" dt="2025-03-30T05:03:04.716" v="1993" actId="404"/>
        <pc:sldMkLst>
          <pc:docMk/>
          <pc:sldMk cId="0" sldId="341"/>
        </pc:sldMkLst>
        <pc:spChg chg="mod">
          <ac:chgData name="Lý Thanh Ngô" userId="d1fb4545a5d636d2" providerId="LiveId" clId="{ABD4904B-081A-47C6-B87B-1F2506E329D6}" dt="2025-03-30T05:03:04.716" v="1993" actId="404"/>
          <ac:spMkLst>
            <pc:docMk/>
            <pc:sldMk cId="0" sldId="341"/>
            <ac:spMk id="66562" creationId="{A4D685C3-35A5-ED4F-2DCC-7FD5DCCE7257}"/>
          </ac:spMkLst>
        </pc:spChg>
      </pc:sldChg>
      <pc:sldChg chg="modSp mod">
        <pc:chgData name="Lý Thanh Ngô" userId="d1fb4545a5d636d2" providerId="LiveId" clId="{ABD4904B-081A-47C6-B87B-1F2506E329D6}" dt="2025-03-30T04:25:33.214" v="996" actId="20577"/>
        <pc:sldMkLst>
          <pc:docMk/>
          <pc:sldMk cId="0" sldId="342"/>
        </pc:sldMkLst>
        <pc:spChg chg="mod">
          <ac:chgData name="Lý Thanh Ngô" userId="d1fb4545a5d636d2" providerId="LiveId" clId="{ABD4904B-081A-47C6-B87B-1F2506E329D6}" dt="2025-03-30T04:25:33.214" v="996" actId="20577"/>
          <ac:spMkLst>
            <pc:docMk/>
            <pc:sldMk cId="0" sldId="342"/>
            <ac:spMk id="66562" creationId="{ACD56851-6628-4177-9AD5-458996848715}"/>
          </ac:spMkLst>
        </pc:spChg>
      </pc:sldChg>
      <pc:sldChg chg="modSp mod">
        <pc:chgData name="Lý Thanh Ngô" userId="d1fb4545a5d636d2" providerId="LiveId" clId="{ABD4904B-081A-47C6-B87B-1F2506E329D6}" dt="2025-03-30T04:30:22.957" v="1197" actId="20577"/>
        <pc:sldMkLst>
          <pc:docMk/>
          <pc:sldMk cId="0" sldId="343"/>
        </pc:sldMkLst>
        <pc:spChg chg="mod">
          <ac:chgData name="Lý Thanh Ngô" userId="d1fb4545a5d636d2" providerId="LiveId" clId="{ABD4904B-081A-47C6-B87B-1F2506E329D6}" dt="2025-03-30T04:30:22.957" v="1197" actId="20577"/>
          <ac:spMkLst>
            <pc:docMk/>
            <pc:sldMk cId="0" sldId="343"/>
            <ac:spMk id="66562" creationId="{9BFAB20C-8B8D-DA6D-B8B2-28F039EE254E}"/>
          </ac:spMkLst>
        </pc:spChg>
      </pc:sldChg>
      <pc:sldChg chg="modSp mod">
        <pc:chgData name="Lý Thanh Ngô" userId="d1fb4545a5d636d2" providerId="LiveId" clId="{ABD4904B-081A-47C6-B87B-1F2506E329D6}" dt="2025-03-30T04:32:47.457" v="1237" actId="255"/>
        <pc:sldMkLst>
          <pc:docMk/>
          <pc:sldMk cId="0" sldId="344"/>
        </pc:sldMkLst>
        <pc:spChg chg="mod">
          <ac:chgData name="Lý Thanh Ngô" userId="d1fb4545a5d636d2" providerId="LiveId" clId="{ABD4904B-081A-47C6-B87B-1F2506E329D6}" dt="2025-03-30T04:32:47.457" v="1237" actId="255"/>
          <ac:spMkLst>
            <pc:docMk/>
            <pc:sldMk cId="0" sldId="344"/>
            <ac:spMk id="66562" creationId="{81C76A0F-EF95-2F19-13C9-0D53F5BE8601}"/>
          </ac:spMkLst>
        </pc:spChg>
      </pc:sldChg>
      <pc:sldChg chg="modSp mod">
        <pc:chgData name="Lý Thanh Ngô" userId="d1fb4545a5d636d2" providerId="LiveId" clId="{ABD4904B-081A-47C6-B87B-1F2506E329D6}" dt="2025-03-30T04:34:45.903" v="1259" actId="27636"/>
        <pc:sldMkLst>
          <pc:docMk/>
          <pc:sldMk cId="0" sldId="345"/>
        </pc:sldMkLst>
        <pc:spChg chg="mod">
          <ac:chgData name="Lý Thanh Ngô" userId="d1fb4545a5d636d2" providerId="LiveId" clId="{ABD4904B-081A-47C6-B87B-1F2506E329D6}" dt="2025-03-30T04:34:45.903" v="1259" actId="27636"/>
          <ac:spMkLst>
            <pc:docMk/>
            <pc:sldMk cId="0" sldId="345"/>
            <ac:spMk id="66562" creationId="{AB065F11-4BDC-5D36-3AC6-A4C4BFF5DBC3}"/>
          </ac:spMkLst>
        </pc:spChg>
      </pc:sldChg>
      <pc:sldChg chg="modSp mod">
        <pc:chgData name="Lý Thanh Ngô" userId="d1fb4545a5d636d2" providerId="LiveId" clId="{ABD4904B-081A-47C6-B87B-1F2506E329D6}" dt="2025-03-30T04:35:53.052" v="1281" actId="6549"/>
        <pc:sldMkLst>
          <pc:docMk/>
          <pc:sldMk cId="0" sldId="346"/>
        </pc:sldMkLst>
        <pc:spChg chg="mod">
          <ac:chgData name="Lý Thanh Ngô" userId="d1fb4545a5d636d2" providerId="LiveId" clId="{ABD4904B-081A-47C6-B87B-1F2506E329D6}" dt="2025-03-30T04:35:53.052" v="1281" actId="6549"/>
          <ac:spMkLst>
            <pc:docMk/>
            <pc:sldMk cId="0" sldId="346"/>
            <ac:spMk id="66562" creationId="{C4A6B55D-2891-6BDC-DED5-E5F0D700E625}"/>
          </ac:spMkLst>
        </pc:spChg>
      </pc:sldChg>
      <pc:sldChg chg="modSp mod">
        <pc:chgData name="Lý Thanh Ngô" userId="d1fb4545a5d636d2" providerId="LiveId" clId="{ABD4904B-081A-47C6-B87B-1F2506E329D6}" dt="2025-03-30T04:36:57.323" v="1302" actId="403"/>
        <pc:sldMkLst>
          <pc:docMk/>
          <pc:sldMk cId="0" sldId="347"/>
        </pc:sldMkLst>
        <pc:spChg chg="mod">
          <ac:chgData name="Lý Thanh Ngô" userId="d1fb4545a5d636d2" providerId="LiveId" clId="{ABD4904B-081A-47C6-B87B-1F2506E329D6}" dt="2025-03-30T04:36:57.323" v="1302" actId="403"/>
          <ac:spMkLst>
            <pc:docMk/>
            <pc:sldMk cId="0" sldId="347"/>
            <ac:spMk id="66562" creationId="{4D6D1884-2BBD-1374-8C27-4DF14DF2DBF6}"/>
          </ac:spMkLst>
        </pc:spChg>
      </pc:sldChg>
      <pc:sldChg chg="modSp mod">
        <pc:chgData name="Lý Thanh Ngô" userId="d1fb4545a5d636d2" providerId="LiveId" clId="{ABD4904B-081A-47C6-B87B-1F2506E329D6}" dt="2025-03-30T04:38:51.572" v="1358" actId="27636"/>
        <pc:sldMkLst>
          <pc:docMk/>
          <pc:sldMk cId="0" sldId="348"/>
        </pc:sldMkLst>
        <pc:spChg chg="mod">
          <ac:chgData name="Lý Thanh Ngô" userId="d1fb4545a5d636d2" providerId="LiveId" clId="{ABD4904B-081A-47C6-B87B-1F2506E329D6}" dt="2025-03-30T04:38:51.572" v="1358" actId="27636"/>
          <ac:spMkLst>
            <pc:docMk/>
            <pc:sldMk cId="0" sldId="348"/>
            <ac:spMk id="66562" creationId="{33CC4CD7-1B60-C439-112A-F5719E6F93AB}"/>
          </ac:spMkLst>
        </pc:spChg>
      </pc:sldChg>
      <pc:sldChg chg="modSp mod">
        <pc:chgData name="Lý Thanh Ngô" userId="d1fb4545a5d636d2" providerId="LiveId" clId="{ABD4904B-081A-47C6-B87B-1F2506E329D6}" dt="2025-03-30T04:39:46.769" v="1372" actId="27636"/>
        <pc:sldMkLst>
          <pc:docMk/>
          <pc:sldMk cId="0" sldId="349"/>
        </pc:sldMkLst>
        <pc:spChg chg="mod">
          <ac:chgData name="Lý Thanh Ngô" userId="d1fb4545a5d636d2" providerId="LiveId" clId="{ABD4904B-081A-47C6-B87B-1F2506E329D6}" dt="2025-03-30T04:39:46.769" v="1372" actId="27636"/>
          <ac:spMkLst>
            <pc:docMk/>
            <pc:sldMk cId="0" sldId="349"/>
            <ac:spMk id="66562" creationId="{C0F1FE32-B775-A81C-6666-6F3DFFF789A0}"/>
          </ac:spMkLst>
        </pc:spChg>
      </pc:sldChg>
      <pc:sldChg chg="modSp mod">
        <pc:chgData name="Lý Thanh Ngô" userId="d1fb4545a5d636d2" providerId="LiveId" clId="{ABD4904B-081A-47C6-B87B-1F2506E329D6}" dt="2025-03-30T04:40:14.375" v="1384" actId="403"/>
        <pc:sldMkLst>
          <pc:docMk/>
          <pc:sldMk cId="0" sldId="350"/>
        </pc:sldMkLst>
        <pc:spChg chg="mod">
          <ac:chgData name="Lý Thanh Ngô" userId="d1fb4545a5d636d2" providerId="LiveId" clId="{ABD4904B-081A-47C6-B87B-1F2506E329D6}" dt="2025-03-30T04:40:14.375" v="1384" actId="403"/>
          <ac:spMkLst>
            <pc:docMk/>
            <pc:sldMk cId="0" sldId="350"/>
            <ac:spMk id="66562" creationId="{F76B668E-C196-E29B-D15F-AFB22C66E040}"/>
          </ac:spMkLst>
        </pc:spChg>
      </pc:sldChg>
      <pc:sldChg chg="modSp mod">
        <pc:chgData name="Lý Thanh Ngô" userId="d1fb4545a5d636d2" providerId="LiveId" clId="{ABD4904B-081A-47C6-B87B-1F2506E329D6}" dt="2025-03-30T04:42:53.021" v="1535" actId="403"/>
        <pc:sldMkLst>
          <pc:docMk/>
          <pc:sldMk cId="0" sldId="351"/>
        </pc:sldMkLst>
        <pc:spChg chg="mod">
          <ac:chgData name="Lý Thanh Ngô" userId="d1fb4545a5d636d2" providerId="LiveId" clId="{ABD4904B-081A-47C6-B87B-1F2506E329D6}" dt="2025-03-30T04:42:53.021" v="1535" actId="403"/>
          <ac:spMkLst>
            <pc:docMk/>
            <pc:sldMk cId="0" sldId="351"/>
            <ac:spMk id="66562" creationId="{B66FF892-2DFC-35F5-832D-65ECBE15DADD}"/>
          </ac:spMkLst>
        </pc:spChg>
      </pc:sldChg>
      <pc:sldChg chg="modSp mod">
        <pc:chgData name="Lý Thanh Ngô" userId="d1fb4545a5d636d2" providerId="LiveId" clId="{ABD4904B-081A-47C6-B87B-1F2506E329D6}" dt="2025-03-30T04:44:46.538" v="1586" actId="120"/>
        <pc:sldMkLst>
          <pc:docMk/>
          <pc:sldMk cId="0" sldId="352"/>
        </pc:sldMkLst>
        <pc:spChg chg="mod">
          <ac:chgData name="Lý Thanh Ngô" userId="d1fb4545a5d636d2" providerId="LiveId" clId="{ABD4904B-081A-47C6-B87B-1F2506E329D6}" dt="2025-03-30T04:44:46.538" v="1586" actId="120"/>
          <ac:spMkLst>
            <pc:docMk/>
            <pc:sldMk cId="0" sldId="352"/>
            <ac:spMk id="66562" creationId="{BE0D3BF3-E3D0-B397-F77F-20BAF3B2FA4A}"/>
          </ac:spMkLst>
        </pc:spChg>
      </pc:sldChg>
      <pc:sldChg chg="modSp mod">
        <pc:chgData name="Lý Thanh Ngô" userId="d1fb4545a5d636d2" providerId="LiveId" clId="{ABD4904B-081A-47C6-B87B-1F2506E329D6}" dt="2025-03-30T04:48:59.585" v="1669" actId="120"/>
        <pc:sldMkLst>
          <pc:docMk/>
          <pc:sldMk cId="0" sldId="353"/>
        </pc:sldMkLst>
        <pc:spChg chg="mod">
          <ac:chgData name="Lý Thanh Ngô" userId="d1fb4545a5d636d2" providerId="LiveId" clId="{ABD4904B-081A-47C6-B87B-1F2506E329D6}" dt="2025-03-30T04:48:59.585" v="1669" actId="120"/>
          <ac:spMkLst>
            <pc:docMk/>
            <pc:sldMk cId="0" sldId="353"/>
            <ac:spMk id="66562" creationId="{EA9068C9-9945-05A1-E593-DF0FB5AFE597}"/>
          </ac:spMkLst>
        </pc:spChg>
      </pc:sldChg>
      <pc:sldChg chg="modSp mod">
        <pc:chgData name="Lý Thanh Ngô" userId="d1fb4545a5d636d2" providerId="LiveId" clId="{ABD4904B-081A-47C6-B87B-1F2506E329D6}" dt="2025-03-30T04:49:51.228" v="1699" actId="207"/>
        <pc:sldMkLst>
          <pc:docMk/>
          <pc:sldMk cId="0" sldId="354"/>
        </pc:sldMkLst>
        <pc:spChg chg="mod">
          <ac:chgData name="Lý Thanh Ngô" userId="d1fb4545a5d636d2" providerId="LiveId" clId="{ABD4904B-081A-47C6-B87B-1F2506E329D6}" dt="2025-03-30T04:49:51.228" v="1699" actId="207"/>
          <ac:spMkLst>
            <pc:docMk/>
            <pc:sldMk cId="0" sldId="354"/>
            <ac:spMk id="66562" creationId="{433D330E-1ADA-A91D-179B-B45C0AD17696}"/>
          </ac:spMkLst>
        </pc:spChg>
      </pc:sldChg>
      <pc:sldChg chg="modSp mod">
        <pc:chgData name="Lý Thanh Ngô" userId="d1fb4545a5d636d2" providerId="LiveId" clId="{ABD4904B-081A-47C6-B87B-1F2506E329D6}" dt="2025-03-30T04:50:10.327" v="1705" actId="207"/>
        <pc:sldMkLst>
          <pc:docMk/>
          <pc:sldMk cId="0" sldId="355"/>
        </pc:sldMkLst>
        <pc:spChg chg="mod">
          <ac:chgData name="Lý Thanh Ngô" userId="d1fb4545a5d636d2" providerId="LiveId" clId="{ABD4904B-081A-47C6-B87B-1F2506E329D6}" dt="2025-03-30T04:50:10.327" v="1705" actId="207"/>
          <ac:spMkLst>
            <pc:docMk/>
            <pc:sldMk cId="0" sldId="355"/>
            <ac:spMk id="66562" creationId="{B29CBAD3-9A59-1290-3F2E-48D6B157815B}"/>
          </ac:spMkLst>
        </pc:spChg>
      </pc:sldChg>
      <pc:sldChg chg="modSp mod">
        <pc:chgData name="Lý Thanh Ngô" userId="d1fb4545a5d636d2" providerId="LiveId" clId="{ABD4904B-081A-47C6-B87B-1F2506E329D6}" dt="2025-03-30T04:52:20.889" v="1756" actId="403"/>
        <pc:sldMkLst>
          <pc:docMk/>
          <pc:sldMk cId="0" sldId="356"/>
        </pc:sldMkLst>
        <pc:spChg chg="mod">
          <ac:chgData name="Lý Thanh Ngô" userId="d1fb4545a5d636d2" providerId="LiveId" clId="{ABD4904B-081A-47C6-B87B-1F2506E329D6}" dt="2025-03-30T04:52:20.889" v="1756" actId="403"/>
          <ac:spMkLst>
            <pc:docMk/>
            <pc:sldMk cId="0" sldId="356"/>
            <ac:spMk id="91138" creationId="{7897A9CE-D9A3-DFCA-186C-54A0F3C6308C}"/>
          </ac:spMkLst>
        </pc:spChg>
      </pc:sldChg>
      <pc:sldChg chg="modSp mod">
        <pc:chgData name="Lý Thanh Ngô" userId="d1fb4545a5d636d2" providerId="LiveId" clId="{ABD4904B-081A-47C6-B87B-1F2506E329D6}" dt="2025-03-30T04:51:47.981" v="1742" actId="27636"/>
        <pc:sldMkLst>
          <pc:docMk/>
          <pc:sldMk cId="0" sldId="357"/>
        </pc:sldMkLst>
        <pc:spChg chg="mod">
          <ac:chgData name="Lý Thanh Ngô" userId="d1fb4545a5d636d2" providerId="LiveId" clId="{ABD4904B-081A-47C6-B87B-1F2506E329D6}" dt="2025-03-30T04:51:47.981" v="1742" actId="27636"/>
          <ac:spMkLst>
            <pc:docMk/>
            <pc:sldMk cId="0" sldId="357"/>
            <ac:spMk id="66562" creationId="{8CAC1D55-A1D3-AA61-1F0B-406CD71DF7FD}"/>
          </ac:spMkLst>
        </pc:spChg>
      </pc:sldChg>
      <pc:sldChg chg="modSp mod setBg">
        <pc:chgData name="Lý Thanh Ngô" userId="d1fb4545a5d636d2" providerId="LiveId" clId="{ABD4904B-081A-47C6-B87B-1F2506E329D6}" dt="2025-03-30T04:51:32.892" v="1733" actId="403"/>
        <pc:sldMkLst>
          <pc:docMk/>
          <pc:sldMk cId="0" sldId="358"/>
        </pc:sldMkLst>
        <pc:spChg chg="mod">
          <ac:chgData name="Lý Thanh Ngô" userId="d1fb4545a5d636d2" providerId="LiveId" clId="{ABD4904B-081A-47C6-B87B-1F2506E329D6}" dt="2025-03-30T04:51:32.892" v="1733" actId="403"/>
          <ac:spMkLst>
            <pc:docMk/>
            <pc:sldMk cId="0" sldId="358"/>
            <ac:spMk id="66562" creationId="{0EBC0F20-DD81-3105-D8C6-A7937474A117}"/>
          </ac:spMkLst>
        </pc:spChg>
      </pc:sldChg>
      <pc:sldChg chg="modSp mod">
        <pc:chgData name="Lý Thanh Ngô" userId="d1fb4545a5d636d2" providerId="LiveId" clId="{ABD4904B-081A-47C6-B87B-1F2506E329D6}" dt="2025-03-30T04:51:25.241" v="1730" actId="403"/>
        <pc:sldMkLst>
          <pc:docMk/>
          <pc:sldMk cId="0" sldId="359"/>
        </pc:sldMkLst>
        <pc:spChg chg="mod">
          <ac:chgData name="Lý Thanh Ngô" userId="d1fb4545a5d636d2" providerId="LiveId" clId="{ABD4904B-081A-47C6-B87B-1F2506E329D6}" dt="2025-03-30T04:51:25.241" v="1730" actId="403"/>
          <ac:spMkLst>
            <pc:docMk/>
            <pc:sldMk cId="0" sldId="359"/>
            <ac:spMk id="59394" creationId="{E52F8858-16E8-FD5D-17B5-C5641CE3D4ED}"/>
          </ac:spMkLst>
        </pc:spChg>
      </pc:sldChg>
      <pc:sldChg chg="modSp mod">
        <pc:chgData name="Lý Thanh Ngô" userId="d1fb4545a5d636d2" providerId="LiveId" clId="{ABD4904B-081A-47C6-B87B-1F2506E329D6}" dt="2025-03-30T04:46:23.095" v="1611" actId="27636"/>
        <pc:sldMkLst>
          <pc:docMk/>
          <pc:sldMk cId="0" sldId="365"/>
        </pc:sldMkLst>
        <pc:spChg chg="mod">
          <ac:chgData name="Lý Thanh Ngô" userId="d1fb4545a5d636d2" providerId="LiveId" clId="{ABD4904B-081A-47C6-B87B-1F2506E329D6}" dt="2025-03-30T04:46:23.095" v="1611" actId="27636"/>
          <ac:spMkLst>
            <pc:docMk/>
            <pc:sldMk cId="0" sldId="365"/>
            <ac:spMk id="102402" creationId="{1084ADDA-DAB6-AF8E-BD14-B16348A1FBD9}"/>
          </ac:spMkLst>
        </pc:spChg>
      </pc:sldChg>
      <pc:sldChg chg="modSp mod">
        <pc:chgData name="Lý Thanh Ngô" userId="d1fb4545a5d636d2" providerId="LiveId" clId="{ABD4904B-081A-47C6-B87B-1F2506E329D6}" dt="2025-03-30T04:46:10.645" v="1605" actId="403"/>
        <pc:sldMkLst>
          <pc:docMk/>
          <pc:sldMk cId="0" sldId="366"/>
        </pc:sldMkLst>
        <pc:spChg chg="mod">
          <ac:chgData name="Lý Thanh Ngô" userId="d1fb4545a5d636d2" providerId="LiveId" clId="{ABD4904B-081A-47C6-B87B-1F2506E329D6}" dt="2025-03-30T04:46:10.645" v="1605" actId="403"/>
          <ac:spMkLst>
            <pc:docMk/>
            <pc:sldMk cId="0" sldId="366"/>
            <ac:spMk id="103426" creationId="{4757C4C1-B1EF-BBE0-782B-EA4BAADC21D5}"/>
          </ac:spMkLst>
        </pc:spChg>
      </pc:sldChg>
      <pc:sldChg chg="modSp mod">
        <pc:chgData name="Lý Thanh Ngô" userId="d1fb4545a5d636d2" providerId="LiveId" clId="{ABD4904B-081A-47C6-B87B-1F2506E329D6}" dt="2025-03-30T04:53:02.270" v="1764" actId="123"/>
        <pc:sldMkLst>
          <pc:docMk/>
          <pc:sldMk cId="0" sldId="371"/>
        </pc:sldMkLst>
        <pc:spChg chg="mod">
          <ac:chgData name="Lý Thanh Ngô" userId="d1fb4545a5d636d2" providerId="LiveId" clId="{ABD4904B-081A-47C6-B87B-1F2506E329D6}" dt="2025-03-30T04:53:02.270" v="1764" actId="123"/>
          <ac:spMkLst>
            <pc:docMk/>
            <pc:sldMk cId="0" sldId="371"/>
            <ac:spMk id="5122" creationId="{3A534A11-9DFE-A5EC-8139-2FB818022E44}"/>
          </ac:spMkLst>
        </pc:spChg>
      </pc:sldChg>
      <pc:sldChg chg="addSp delSp modSp mod modTransition">
        <pc:chgData name="Lý Thanh Ngô" userId="d1fb4545a5d636d2" providerId="LiveId" clId="{ABD4904B-081A-47C6-B87B-1F2506E329D6}" dt="2025-03-27T07:50:57.978" v="473" actId="1076"/>
        <pc:sldMkLst>
          <pc:docMk/>
          <pc:sldMk cId="2472502028" sldId="385"/>
        </pc:sldMkLst>
        <pc:spChg chg="mod">
          <ac:chgData name="Lý Thanh Ngô" userId="d1fb4545a5d636d2" providerId="LiveId" clId="{ABD4904B-081A-47C6-B87B-1F2506E329D6}" dt="2025-03-27T07:49:52.966" v="450" actId="1076"/>
          <ac:spMkLst>
            <pc:docMk/>
            <pc:sldMk cId="2472502028" sldId="385"/>
            <ac:spMk id="4" creationId="{00000000-0000-0000-0000-000000000000}"/>
          </ac:spMkLst>
        </pc:spChg>
        <pc:spChg chg="add mod">
          <ac:chgData name="Lý Thanh Ngô" userId="d1fb4545a5d636d2" providerId="LiveId" clId="{ABD4904B-081A-47C6-B87B-1F2506E329D6}" dt="2025-03-27T07:50:54.110" v="472" actId="1076"/>
          <ac:spMkLst>
            <pc:docMk/>
            <pc:sldMk cId="2472502028" sldId="385"/>
            <ac:spMk id="5" creationId="{EC9E90A0-57EF-B562-11BD-EFA379BF3A1F}"/>
          </ac:spMkLst>
        </pc:spChg>
        <pc:spChg chg="add mod">
          <ac:chgData name="Lý Thanh Ngô" userId="d1fb4545a5d636d2" providerId="LiveId" clId="{ABD4904B-081A-47C6-B87B-1F2506E329D6}" dt="2025-03-27T07:50:57.978" v="473" actId="1076"/>
          <ac:spMkLst>
            <pc:docMk/>
            <pc:sldMk cId="2472502028" sldId="385"/>
            <ac:spMk id="7" creationId="{FA7210C8-01DF-51DB-3853-C95430401C95}"/>
          </ac:spMkLst>
        </pc:spChg>
      </pc:sldChg>
      <pc:sldChg chg="modSp del mod modTransition">
        <pc:chgData name="Lý Thanh Ngô" userId="d1fb4545a5d636d2" providerId="LiveId" clId="{ABD4904B-081A-47C6-B87B-1F2506E329D6}" dt="2025-03-27T07:54:44.862" v="623" actId="47"/>
        <pc:sldMkLst>
          <pc:docMk/>
          <pc:sldMk cId="1775292808" sldId="390"/>
        </pc:sldMkLst>
      </pc:sldChg>
      <pc:sldChg chg="modSp mod">
        <pc:chgData name="Lý Thanh Ngô" userId="d1fb4545a5d636d2" providerId="LiveId" clId="{ABD4904B-081A-47C6-B87B-1F2506E329D6}" dt="2025-03-30T04:52:34.414" v="1762" actId="207"/>
        <pc:sldMkLst>
          <pc:docMk/>
          <pc:sldMk cId="0" sldId="401"/>
        </pc:sldMkLst>
        <pc:spChg chg="mod">
          <ac:chgData name="Lý Thanh Ngô" userId="d1fb4545a5d636d2" providerId="LiveId" clId="{ABD4904B-081A-47C6-B87B-1F2506E329D6}" dt="2025-03-30T04:52:34.414" v="1762" actId="207"/>
          <ac:spMkLst>
            <pc:docMk/>
            <pc:sldMk cId="0" sldId="401"/>
            <ac:spMk id="5122" creationId="{24DA8356-44F2-FA16-4947-37F52C5817CB}"/>
          </ac:spMkLst>
        </pc:spChg>
      </pc:sldChg>
      <pc:sldChg chg="modSp mod">
        <pc:chgData name="Lý Thanh Ngô" userId="d1fb4545a5d636d2" providerId="LiveId" clId="{ABD4904B-081A-47C6-B87B-1F2506E329D6}" dt="2025-03-30T04:52:05.124" v="1749" actId="6549"/>
        <pc:sldMkLst>
          <pc:docMk/>
          <pc:sldMk cId="0" sldId="402"/>
        </pc:sldMkLst>
        <pc:spChg chg="mod">
          <ac:chgData name="Lý Thanh Ngô" userId="d1fb4545a5d636d2" providerId="LiveId" clId="{ABD4904B-081A-47C6-B87B-1F2506E329D6}" dt="2025-03-30T04:52:05.124" v="1749" actId="6549"/>
          <ac:spMkLst>
            <pc:docMk/>
            <pc:sldMk cId="0" sldId="402"/>
            <ac:spMk id="92162" creationId="{1F9C0583-6028-786C-0F2C-B6F741646725}"/>
          </ac:spMkLst>
        </pc:spChg>
      </pc:sldChg>
      <pc:sldChg chg="modSp mod">
        <pc:chgData name="Lý Thanh Ngô" userId="d1fb4545a5d636d2" providerId="LiveId" clId="{ABD4904B-081A-47C6-B87B-1F2506E329D6}" dt="2025-03-30T04:51:19.252" v="1727" actId="27636"/>
        <pc:sldMkLst>
          <pc:docMk/>
          <pc:sldMk cId="0" sldId="403"/>
        </pc:sldMkLst>
        <pc:spChg chg="mod">
          <ac:chgData name="Lý Thanh Ngô" userId="d1fb4545a5d636d2" providerId="LiveId" clId="{ABD4904B-081A-47C6-B87B-1F2506E329D6}" dt="2025-03-30T04:51:19.252" v="1727" actId="27636"/>
          <ac:spMkLst>
            <pc:docMk/>
            <pc:sldMk cId="0" sldId="403"/>
            <ac:spMk id="5122" creationId="{4999B0E5-5D06-2694-2C01-33327C15E3DC}"/>
          </ac:spMkLst>
        </pc:spChg>
      </pc:sldChg>
      <pc:sldChg chg="modSp mod">
        <pc:chgData name="Lý Thanh Ngô" userId="d1fb4545a5d636d2" providerId="LiveId" clId="{ABD4904B-081A-47C6-B87B-1F2506E329D6}" dt="2025-03-30T04:47:32.942" v="1640" actId="403"/>
        <pc:sldMkLst>
          <pc:docMk/>
          <pc:sldMk cId="0" sldId="405"/>
        </pc:sldMkLst>
        <pc:spChg chg="mod">
          <ac:chgData name="Lý Thanh Ngô" userId="d1fb4545a5d636d2" providerId="LiveId" clId="{ABD4904B-081A-47C6-B87B-1F2506E329D6}" dt="2025-03-30T04:47:32.942" v="1640" actId="403"/>
          <ac:spMkLst>
            <pc:docMk/>
            <pc:sldMk cId="0" sldId="405"/>
            <ac:spMk id="101378" creationId="{8B071663-4B6E-994B-582A-6E6D92613C37}"/>
          </ac:spMkLst>
        </pc:spChg>
      </pc:sldChg>
      <pc:sldChg chg="modSp mod">
        <pc:chgData name="Lý Thanh Ngô" userId="d1fb4545a5d636d2" providerId="LiveId" clId="{ABD4904B-081A-47C6-B87B-1F2506E329D6}" dt="2025-03-30T04:47:02.750" v="1626" actId="403"/>
        <pc:sldMkLst>
          <pc:docMk/>
          <pc:sldMk cId="0" sldId="406"/>
        </pc:sldMkLst>
        <pc:spChg chg="mod">
          <ac:chgData name="Lý Thanh Ngô" userId="d1fb4545a5d636d2" providerId="LiveId" clId="{ABD4904B-081A-47C6-B87B-1F2506E329D6}" dt="2025-03-30T04:47:02.750" v="1626" actId="403"/>
          <ac:spMkLst>
            <pc:docMk/>
            <pc:sldMk cId="0" sldId="406"/>
            <ac:spMk id="99330" creationId="{8A50B797-F9AB-BABB-1B40-19BCA9033AB2}"/>
          </ac:spMkLst>
        </pc:spChg>
      </pc:sldChg>
      <pc:sldChg chg="modSp mod">
        <pc:chgData name="Lý Thanh Ngô" userId="d1fb4545a5d636d2" providerId="LiveId" clId="{ABD4904B-081A-47C6-B87B-1F2506E329D6}" dt="2025-03-30T04:46:46.660" v="1619" actId="403"/>
        <pc:sldMkLst>
          <pc:docMk/>
          <pc:sldMk cId="0" sldId="407"/>
        </pc:sldMkLst>
      </pc:sldChg>
      <pc:sldChg chg="modSp mod">
        <pc:chgData name="Lý Thanh Ngô" userId="d1fb4545a5d636d2" providerId="LiveId" clId="{ABD4904B-081A-47C6-B87B-1F2506E329D6}" dt="2025-03-30T04:46:36.099" v="1614" actId="207"/>
        <pc:sldMkLst>
          <pc:docMk/>
          <pc:sldMk cId="0" sldId="408"/>
        </pc:sldMkLst>
        <pc:spChg chg="mod">
          <ac:chgData name="Lý Thanh Ngô" userId="d1fb4545a5d636d2" providerId="LiveId" clId="{ABD4904B-081A-47C6-B87B-1F2506E329D6}" dt="2025-03-30T04:46:36.099" v="1614" actId="207"/>
          <ac:spMkLst>
            <pc:docMk/>
            <pc:sldMk cId="0" sldId="408"/>
            <ac:spMk id="101378" creationId="{05CAE2DE-B2EC-A655-F166-350C09BD7435}"/>
          </ac:spMkLst>
        </pc:spChg>
      </pc:sldChg>
      <pc:sldChg chg="modSp mod">
        <pc:chgData name="Lý Thanh Ngô" userId="d1fb4545a5d636d2" providerId="LiveId" clId="{ABD4904B-081A-47C6-B87B-1F2506E329D6}" dt="2025-03-30T04:23:56.539" v="921" actId="27636"/>
        <pc:sldMkLst>
          <pc:docMk/>
          <pc:sldMk cId="0" sldId="409"/>
        </pc:sldMkLst>
        <pc:spChg chg="mod">
          <ac:chgData name="Lý Thanh Ngô" userId="d1fb4545a5d636d2" providerId="LiveId" clId="{ABD4904B-081A-47C6-B87B-1F2506E329D6}" dt="2025-03-30T04:23:56.539" v="921" actId="27636"/>
          <ac:spMkLst>
            <pc:docMk/>
            <pc:sldMk cId="0" sldId="409"/>
            <ac:spMk id="5122" creationId="{93146006-FC1B-E6F9-1314-494063FCD611}"/>
          </ac:spMkLst>
        </pc:spChg>
      </pc:sldChg>
      <pc:sldChg chg="modSp mod">
        <pc:chgData name="Lý Thanh Ngô" userId="d1fb4545a5d636d2" providerId="LiveId" clId="{ABD4904B-081A-47C6-B87B-1F2506E329D6}" dt="2025-03-30T04:38:17.474" v="1342" actId="20577"/>
        <pc:sldMkLst>
          <pc:docMk/>
          <pc:sldMk cId="0" sldId="412"/>
        </pc:sldMkLst>
        <pc:spChg chg="mod">
          <ac:chgData name="Lý Thanh Ngô" userId="d1fb4545a5d636d2" providerId="LiveId" clId="{ABD4904B-081A-47C6-B87B-1F2506E329D6}" dt="2025-03-30T04:38:17.474" v="1342" actId="20577"/>
          <ac:spMkLst>
            <pc:docMk/>
            <pc:sldMk cId="0" sldId="412"/>
            <ac:spMk id="5122" creationId="{F3468EC2-34F2-4845-07D9-246E727B0E59}"/>
          </ac:spMkLst>
        </pc:spChg>
      </pc:sldChg>
      <pc:sldChg chg="modSp mod">
        <pc:chgData name="Lý Thanh Ngô" userId="d1fb4545a5d636d2" providerId="LiveId" clId="{ABD4904B-081A-47C6-B87B-1F2506E329D6}" dt="2025-03-30T04:43:42.148" v="1565" actId="27636"/>
        <pc:sldMkLst>
          <pc:docMk/>
          <pc:sldMk cId="0" sldId="413"/>
        </pc:sldMkLst>
        <pc:spChg chg="mod">
          <ac:chgData name="Lý Thanh Ngô" userId="d1fb4545a5d636d2" providerId="LiveId" clId="{ABD4904B-081A-47C6-B87B-1F2506E329D6}" dt="2025-03-30T04:43:42.148" v="1565" actId="27636"/>
          <ac:spMkLst>
            <pc:docMk/>
            <pc:sldMk cId="0" sldId="413"/>
            <ac:spMk id="5122" creationId="{D09B7431-80A5-5A29-5F59-7AE97BB61221}"/>
          </ac:spMkLst>
        </pc:spChg>
      </pc:sldChg>
      <pc:sldChg chg="modSp mod">
        <pc:chgData name="Lý Thanh Ngô" userId="d1fb4545a5d636d2" providerId="LiveId" clId="{ABD4904B-081A-47C6-B87B-1F2506E329D6}" dt="2025-03-30T04:49:30.407" v="1691" actId="403"/>
        <pc:sldMkLst>
          <pc:docMk/>
          <pc:sldMk cId="0" sldId="415"/>
        </pc:sldMkLst>
        <pc:spChg chg="mod">
          <ac:chgData name="Lý Thanh Ngô" userId="d1fb4545a5d636d2" providerId="LiveId" clId="{ABD4904B-081A-47C6-B87B-1F2506E329D6}" dt="2025-03-30T04:49:30.407" v="1691" actId="403"/>
          <ac:spMkLst>
            <pc:docMk/>
            <pc:sldMk cId="0" sldId="415"/>
            <ac:spMk id="5122" creationId="{2B9A6706-C428-3E6A-5662-C680C893E988}"/>
          </ac:spMkLst>
        </pc:spChg>
      </pc:sldChg>
      <pc:sldChg chg="modSp mod">
        <pc:chgData name="Lý Thanh Ngô" userId="d1fb4545a5d636d2" providerId="LiveId" clId="{ABD4904B-081A-47C6-B87B-1F2506E329D6}" dt="2025-03-30T06:10:53.274" v="2014" actId="123"/>
        <pc:sldMkLst>
          <pc:docMk/>
          <pc:sldMk cId="0" sldId="417"/>
        </pc:sldMkLst>
        <pc:spChg chg="mod">
          <ac:chgData name="Lý Thanh Ngô" userId="d1fb4545a5d636d2" providerId="LiveId" clId="{ABD4904B-081A-47C6-B87B-1F2506E329D6}" dt="2025-03-30T06:10:53.274" v="2014" actId="123"/>
          <ac:spMkLst>
            <pc:docMk/>
            <pc:sldMk cId="0" sldId="417"/>
            <ac:spMk id="5122" creationId="{FAEBB9A1-4055-E178-C71E-8310588A2AB3}"/>
          </ac:spMkLst>
        </pc:spChg>
      </pc:sldChg>
      <pc:sldChg chg="modSp mod">
        <pc:chgData name="Lý Thanh Ngô" userId="d1fb4545a5d636d2" providerId="LiveId" clId="{ABD4904B-081A-47C6-B87B-1F2506E329D6}" dt="2025-03-30T04:35:24.079" v="1271" actId="6549"/>
        <pc:sldMkLst>
          <pc:docMk/>
          <pc:sldMk cId="0" sldId="418"/>
        </pc:sldMkLst>
        <pc:spChg chg="mod">
          <ac:chgData name="Lý Thanh Ngô" userId="d1fb4545a5d636d2" providerId="LiveId" clId="{ABD4904B-081A-47C6-B87B-1F2506E329D6}" dt="2025-03-30T04:35:24.079" v="1271" actId="6549"/>
          <ac:spMkLst>
            <pc:docMk/>
            <pc:sldMk cId="0" sldId="418"/>
            <ac:spMk id="5122" creationId="{B841D53A-75CD-A498-2FF8-51D3779388B8}"/>
          </ac:spMkLst>
        </pc:spChg>
      </pc:sldChg>
      <pc:sldChg chg="modSp mod">
        <pc:chgData name="Lý Thanh Ngô" userId="d1fb4545a5d636d2" providerId="LiveId" clId="{ABD4904B-081A-47C6-B87B-1F2506E329D6}" dt="2025-03-30T04:42:18.685" v="1524" actId="20577"/>
        <pc:sldMkLst>
          <pc:docMk/>
          <pc:sldMk cId="0" sldId="419"/>
        </pc:sldMkLst>
        <pc:spChg chg="mod">
          <ac:chgData name="Lý Thanh Ngô" userId="d1fb4545a5d636d2" providerId="LiveId" clId="{ABD4904B-081A-47C6-B87B-1F2506E329D6}" dt="2025-03-30T04:42:18.685" v="1524" actId="20577"/>
          <ac:spMkLst>
            <pc:docMk/>
            <pc:sldMk cId="0" sldId="419"/>
            <ac:spMk id="5122" creationId="{662F0F59-F73C-087E-1261-EE0E44712400}"/>
          </ac:spMkLst>
        </pc:spChg>
      </pc:sldChg>
      <pc:sldChg chg="modSp mod">
        <pc:chgData name="Lý Thanh Ngô" userId="d1fb4545a5d636d2" providerId="LiveId" clId="{ABD4904B-081A-47C6-B87B-1F2506E329D6}" dt="2025-03-30T04:45:56.103" v="1600" actId="255"/>
        <pc:sldMkLst>
          <pc:docMk/>
          <pc:sldMk cId="0" sldId="422"/>
        </pc:sldMkLst>
      </pc:sldChg>
      <pc:sldChg chg="modSp mod">
        <pc:chgData name="Lý Thanh Ngô" userId="d1fb4545a5d636d2" providerId="LiveId" clId="{ABD4904B-081A-47C6-B87B-1F2506E329D6}" dt="2025-03-30T04:45:39.579" v="1594" actId="207"/>
        <pc:sldMkLst>
          <pc:docMk/>
          <pc:sldMk cId="0" sldId="423"/>
        </pc:sldMkLst>
        <pc:spChg chg="mod">
          <ac:chgData name="Lý Thanh Ngô" userId="d1fb4545a5d636d2" providerId="LiveId" clId="{ABD4904B-081A-47C6-B87B-1F2506E329D6}" dt="2025-03-30T04:45:39.579" v="1594" actId="207"/>
          <ac:spMkLst>
            <pc:docMk/>
            <pc:sldMk cId="0" sldId="423"/>
            <ac:spMk id="105474" creationId="{41602E03-DCD1-488B-D053-47495648D28F}"/>
          </ac:spMkLst>
        </pc:spChg>
      </pc:sldChg>
      <pc:sldChg chg="modSp mod">
        <pc:chgData name="Lý Thanh Ngô" userId="d1fb4545a5d636d2" providerId="LiveId" clId="{ABD4904B-081A-47C6-B87B-1F2506E329D6}" dt="2025-03-30T04:45:22.350" v="1590" actId="207"/>
        <pc:sldMkLst>
          <pc:docMk/>
          <pc:sldMk cId="0" sldId="424"/>
        </pc:sldMkLst>
        <pc:spChg chg="mod">
          <ac:chgData name="Lý Thanh Ngô" userId="d1fb4545a5d636d2" providerId="LiveId" clId="{ABD4904B-081A-47C6-B87B-1F2506E329D6}" dt="2025-03-30T04:45:22.350" v="1590" actId="207"/>
          <ac:spMkLst>
            <pc:docMk/>
            <pc:sldMk cId="0" sldId="424"/>
            <ac:spMk id="106498" creationId="{E3BC3CA2-358F-C6F0-6E92-29F63F658DAF}"/>
          </ac:spMkLst>
        </pc:spChg>
      </pc:sldChg>
      <pc:sldChg chg="del">
        <pc:chgData name="Lý Thanh Ngô" userId="d1fb4545a5d636d2" providerId="LiveId" clId="{ABD4904B-081A-47C6-B87B-1F2506E329D6}" dt="2025-03-30T04:47:44.445" v="1641" actId="47"/>
        <pc:sldMkLst>
          <pc:docMk/>
          <pc:sldMk cId="0" sldId="432"/>
        </pc:sldMkLst>
      </pc:sldChg>
      <pc:sldChg chg="modSp mod">
        <pc:chgData name="Lý Thanh Ngô" userId="d1fb4545a5d636d2" providerId="LiveId" clId="{ABD4904B-081A-47C6-B87B-1F2506E329D6}" dt="2025-03-30T04:20:16.669" v="713" actId="20577"/>
        <pc:sldMkLst>
          <pc:docMk/>
          <pc:sldMk cId="3709593179" sldId="992"/>
        </pc:sldMkLst>
        <pc:spChg chg="mod">
          <ac:chgData name="Lý Thanh Ngô" userId="d1fb4545a5d636d2" providerId="LiveId" clId="{ABD4904B-081A-47C6-B87B-1F2506E329D6}" dt="2025-03-30T04:20:16.669" v="713" actId="20577"/>
          <ac:spMkLst>
            <pc:docMk/>
            <pc:sldMk cId="3709593179" sldId="992"/>
            <ac:spMk id="46082" creationId="{00000000-0000-0000-0000-000000000000}"/>
          </ac:spMkLst>
        </pc:spChg>
      </pc:sldChg>
      <pc:sldChg chg="modSp mod">
        <pc:chgData name="Lý Thanh Ngô" userId="d1fb4545a5d636d2" providerId="LiveId" clId="{ABD4904B-081A-47C6-B87B-1F2506E329D6}" dt="2025-03-30T04:54:28.909" v="1800" actId="122"/>
        <pc:sldMkLst>
          <pc:docMk/>
          <pc:sldMk cId="926735322" sldId="1000"/>
        </pc:sldMkLst>
        <pc:spChg chg="mod">
          <ac:chgData name="Lý Thanh Ngô" userId="d1fb4545a5d636d2" providerId="LiveId" clId="{ABD4904B-081A-47C6-B87B-1F2506E329D6}" dt="2025-03-30T04:54:28.909" v="1800" actId="122"/>
          <ac:spMkLst>
            <pc:docMk/>
            <pc:sldMk cId="926735322" sldId="1000"/>
            <ac:spMk id="86018" creationId="{00000000-0000-0000-0000-000000000000}"/>
          </ac:spMkLst>
        </pc:spChg>
      </pc:sldChg>
      <pc:sldChg chg="modSp mod">
        <pc:chgData name="Lý Thanh Ngô" userId="d1fb4545a5d636d2" providerId="LiveId" clId="{ABD4904B-081A-47C6-B87B-1F2506E329D6}" dt="2025-03-30T04:53:37.152" v="1772" actId="123"/>
        <pc:sldMkLst>
          <pc:docMk/>
          <pc:sldMk cId="2279159345" sldId="1001"/>
        </pc:sldMkLst>
        <pc:spChg chg="mod">
          <ac:chgData name="Lý Thanh Ngô" userId="d1fb4545a5d636d2" providerId="LiveId" clId="{ABD4904B-081A-47C6-B87B-1F2506E329D6}" dt="2025-03-30T04:53:37.152" v="1772" actId="123"/>
          <ac:spMkLst>
            <pc:docMk/>
            <pc:sldMk cId="2279159345" sldId="1001"/>
            <ac:spMk id="87042" creationId="{00000000-0000-0000-0000-000000000000}"/>
          </ac:spMkLst>
        </pc:spChg>
      </pc:sldChg>
      <pc:sldChg chg="modSp mod modTransition">
        <pc:chgData name="Lý Thanh Ngô" userId="d1fb4545a5d636d2" providerId="LiveId" clId="{ABD4904B-081A-47C6-B87B-1F2506E329D6}" dt="2025-03-27T01:37:25.084" v="6"/>
        <pc:sldMkLst>
          <pc:docMk/>
          <pc:sldMk cId="3769639125" sldId="9788"/>
        </pc:sldMkLst>
      </pc:sldChg>
      <pc:sldChg chg="modTransition">
        <pc:chgData name="Lý Thanh Ngô" userId="d1fb4545a5d636d2" providerId="LiveId" clId="{ABD4904B-081A-47C6-B87B-1F2506E329D6}" dt="2025-03-27T01:37:25.084" v="6"/>
        <pc:sldMkLst>
          <pc:docMk/>
          <pc:sldMk cId="3917989569" sldId="9789"/>
        </pc:sldMkLst>
      </pc:sldChg>
      <pc:sldChg chg="addSp delSp modSp mod modTransition">
        <pc:chgData name="Lý Thanh Ngô" userId="d1fb4545a5d636d2" providerId="LiveId" clId="{ABD4904B-081A-47C6-B87B-1F2506E329D6}" dt="2025-03-27T07:59:12.257" v="636" actId="26606"/>
        <pc:sldMkLst>
          <pc:docMk/>
          <pc:sldMk cId="3681698675" sldId="9793"/>
        </pc:sldMkLst>
        <pc:spChg chg="mod">
          <ac:chgData name="Lý Thanh Ngô" userId="d1fb4545a5d636d2" providerId="LiveId" clId="{ABD4904B-081A-47C6-B87B-1F2506E329D6}" dt="2025-03-27T07:59:12.257" v="636" actId="26606"/>
          <ac:spMkLst>
            <pc:docMk/>
            <pc:sldMk cId="3681698675" sldId="9793"/>
            <ac:spMk id="2" creationId="{224182AB-1A1E-C15F-0016-71E6D272116A}"/>
          </ac:spMkLst>
        </pc:spChg>
      </pc:sldChg>
      <pc:sldChg chg="modTransition">
        <pc:chgData name="Lý Thanh Ngô" userId="d1fb4545a5d636d2" providerId="LiveId" clId="{ABD4904B-081A-47C6-B87B-1F2506E329D6}" dt="2025-03-27T01:37:25.084" v="6"/>
        <pc:sldMkLst>
          <pc:docMk/>
          <pc:sldMk cId="2438411217" sldId="9794"/>
        </pc:sldMkLst>
      </pc:sldChg>
      <pc:sldChg chg="modTransition">
        <pc:chgData name="Lý Thanh Ngô" userId="d1fb4545a5d636d2" providerId="LiveId" clId="{ABD4904B-081A-47C6-B87B-1F2506E329D6}" dt="2025-03-27T01:37:25.084" v="6"/>
        <pc:sldMkLst>
          <pc:docMk/>
          <pc:sldMk cId="2324261318" sldId="9795"/>
        </pc:sldMkLst>
      </pc:sldChg>
      <pc:sldChg chg="modTransition">
        <pc:chgData name="Lý Thanh Ngô" userId="d1fb4545a5d636d2" providerId="LiveId" clId="{ABD4904B-081A-47C6-B87B-1F2506E329D6}" dt="2025-03-27T01:37:25.084" v="6"/>
        <pc:sldMkLst>
          <pc:docMk/>
          <pc:sldMk cId="3427656459" sldId="9796"/>
        </pc:sldMkLst>
      </pc:sldChg>
      <pc:sldChg chg="modTransition">
        <pc:chgData name="Lý Thanh Ngô" userId="d1fb4545a5d636d2" providerId="LiveId" clId="{ABD4904B-081A-47C6-B87B-1F2506E329D6}" dt="2025-03-27T01:37:25.084" v="6"/>
        <pc:sldMkLst>
          <pc:docMk/>
          <pc:sldMk cId="2672676719" sldId="9797"/>
        </pc:sldMkLst>
      </pc:sldChg>
      <pc:sldChg chg="modTransition">
        <pc:chgData name="Lý Thanh Ngô" userId="d1fb4545a5d636d2" providerId="LiveId" clId="{ABD4904B-081A-47C6-B87B-1F2506E329D6}" dt="2025-03-27T01:37:25.084" v="6"/>
        <pc:sldMkLst>
          <pc:docMk/>
          <pc:sldMk cId="1902892374" sldId="9798"/>
        </pc:sldMkLst>
      </pc:sldChg>
      <pc:sldChg chg="modSp mod modTransition modNotesTx">
        <pc:chgData name="Lý Thanh Ngô" userId="d1fb4545a5d636d2" providerId="LiveId" clId="{ABD4904B-081A-47C6-B87B-1F2506E329D6}" dt="2025-03-27T07:32:12.597" v="89"/>
        <pc:sldMkLst>
          <pc:docMk/>
          <pc:sldMk cId="288514113" sldId="9799"/>
        </pc:sldMkLst>
        <pc:spChg chg="mod">
          <ac:chgData name="Lý Thanh Ngô" userId="d1fb4545a5d636d2" providerId="LiveId" clId="{ABD4904B-081A-47C6-B87B-1F2506E329D6}" dt="2025-03-27T07:32:12.597" v="89"/>
          <ac:spMkLst>
            <pc:docMk/>
            <pc:sldMk cId="288514113" sldId="9799"/>
            <ac:spMk id="2" creationId="{AD79F752-64A9-AEFA-6988-B977A51087C2}"/>
          </ac:spMkLst>
        </pc:spChg>
      </pc:sldChg>
      <pc:sldChg chg="modTransition">
        <pc:chgData name="Lý Thanh Ngô" userId="d1fb4545a5d636d2" providerId="LiveId" clId="{ABD4904B-081A-47C6-B87B-1F2506E329D6}" dt="2025-03-27T01:37:25.084" v="6"/>
        <pc:sldMkLst>
          <pc:docMk/>
          <pc:sldMk cId="1307668271" sldId="9800"/>
        </pc:sldMkLst>
      </pc:sldChg>
      <pc:sldChg chg="modTransition">
        <pc:chgData name="Lý Thanh Ngô" userId="d1fb4545a5d636d2" providerId="LiveId" clId="{ABD4904B-081A-47C6-B87B-1F2506E329D6}" dt="2025-03-27T01:37:25.084" v="6"/>
        <pc:sldMkLst>
          <pc:docMk/>
          <pc:sldMk cId="3126393781" sldId="9801"/>
        </pc:sldMkLst>
      </pc:sldChg>
      <pc:sldChg chg="modTransition">
        <pc:chgData name="Lý Thanh Ngô" userId="d1fb4545a5d636d2" providerId="LiveId" clId="{ABD4904B-081A-47C6-B87B-1F2506E329D6}" dt="2025-03-27T08:06:03.339" v="671"/>
        <pc:sldMkLst>
          <pc:docMk/>
          <pc:sldMk cId="3297558619" sldId="9802"/>
        </pc:sldMkLst>
      </pc:sldChg>
      <pc:sldChg chg="modTransition">
        <pc:chgData name="Lý Thanh Ngô" userId="d1fb4545a5d636d2" providerId="LiveId" clId="{ABD4904B-081A-47C6-B87B-1F2506E329D6}" dt="2025-03-27T01:37:25.084" v="6"/>
        <pc:sldMkLst>
          <pc:docMk/>
          <pc:sldMk cId="1342301587" sldId="9803"/>
        </pc:sldMkLst>
      </pc:sldChg>
      <pc:sldChg chg="modTransition">
        <pc:chgData name="Lý Thanh Ngô" userId="d1fb4545a5d636d2" providerId="LiveId" clId="{ABD4904B-081A-47C6-B87B-1F2506E329D6}" dt="2025-03-27T01:37:25.084" v="6"/>
        <pc:sldMkLst>
          <pc:docMk/>
          <pc:sldMk cId="3407074290" sldId="9804"/>
        </pc:sldMkLst>
      </pc:sldChg>
      <pc:sldChg chg="modTransition">
        <pc:chgData name="Lý Thanh Ngô" userId="d1fb4545a5d636d2" providerId="LiveId" clId="{ABD4904B-081A-47C6-B87B-1F2506E329D6}" dt="2025-03-27T01:37:25.084" v="6"/>
        <pc:sldMkLst>
          <pc:docMk/>
          <pc:sldMk cId="3731749232" sldId="9805"/>
        </pc:sldMkLst>
      </pc:sldChg>
      <pc:sldChg chg="modTransition">
        <pc:chgData name="Lý Thanh Ngô" userId="d1fb4545a5d636d2" providerId="LiveId" clId="{ABD4904B-081A-47C6-B87B-1F2506E329D6}" dt="2025-03-27T01:37:25.084" v="6"/>
        <pc:sldMkLst>
          <pc:docMk/>
          <pc:sldMk cId="2605310120" sldId="9806"/>
        </pc:sldMkLst>
      </pc:sldChg>
      <pc:sldChg chg="modTransition">
        <pc:chgData name="Lý Thanh Ngô" userId="d1fb4545a5d636d2" providerId="LiveId" clId="{ABD4904B-081A-47C6-B87B-1F2506E329D6}" dt="2025-03-27T01:37:25.084" v="6"/>
        <pc:sldMkLst>
          <pc:docMk/>
          <pc:sldMk cId="1065535235" sldId="9807"/>
        </pc:sldMkLst>
      </pc:sldChg>
      <pc:sldChg chg="modTransition">
        <pc:chgData name="Lý Thanh Ngô" userId="d1fb4545a5d636d2" providerId="LiveId" clId="{ABD4904B-081A-47C6-B87B-1F2506E329D6}" dt="2025-03-27T01:37:25.084" v="6"/>
        <pc:sldMkLst>
          <pc:docMk/>
          <pc:sldMk cId="3768715522" sldId="9808"/>
        </pc:sldMkLst>
      </pc:sldChg>
      <pc:sldChg chg="modTransition setBg">
        <pc:chgData name="Lý Thanh Ngô" userId="d1fb4545a5d636d2" providerId="LiveId" clId="{ABD4904B-081A-47C6-B87B-1F2506E329D6}" dt="2025-03-27T08:06:36.822" v="673"/>
        <pc:sldMkLst>
          <pc:docMk/>
          <pc:sldMk cId="3329939368" sldId="9809"/>
        </pc:sldMkLst>
      </pc:sldChg>
      <pc:sldChg chg="modTransition">
        <pc:chgData name="Lý Thanh Ngô" userId="d1fb4545a5d636d2" providerId="LiveId" clId="{ABD4904B-081A-47C6-B87B-1F2506E329D6}" dt="2025-03-27T01:37:25.084" v="6"/>
        <pc:sldMkLst>
          <pc:docMk/>
          <pc:sldMk cId="2775538961" sldId="9810"/>
        </pc:sldMkLst>
      </pc:sldChg>
      <pc:sldChg chg="modTransition">
        <pc:chgData name="Lý Thanh Ngô" userId="d1fb4545a5d636d2" providerId="LiveId" clId="{ABD4904B-081A-47C6-B87B-1F2506E329D6}" dt="2025-03-27T01:37:25.084" v="6"/>
        <pc:sldMkLst>
          <pc:docMk/>
          <pc:sldMk cId="734214333" sldId="9811"/>
        </pc:sldMkLst>
      </pc:sldChg>
      <pc:sldChg chg="modTransition">
        <pc:chgData name="Lý Thanh Ngô" userId="d1fb4545a5d636d2" providerId="LiveId" clId="{ABD4904B-081A-47C6-B87B-1F2506E329D6}" dt="2025-03-27T01:37:25.084" v="6"/>
        <pc:sldMkLst>
          <pc:docMk/>
          <pc:sldMk cId="3396412669" sldId="9812"/>
        </pc:sldMkLst>
      </pc:sldChg>
      <pc:sldChg chg="modTransition">
        <pc:chgData name="Lý Thanh Ngô" userId="d1fb4545a5d636d2" providerId="LiveId" clId="{ABD4904B-081A-47C6-B87B-1F2506E329D6}" dt="2025-03-27T08:03:45.274" v="661"/>
        <pc:sldMkLst>
          <pc:docMk/>
          <pc:sldMk cId="1592849602" sldId="9813"/>
        </pc:sldMkLst>
      </pc:sldChg>
      <pc:sldChg chg="modSp mod modTransition">
        <pc:chgData name="Lý Thanh Ngô" userId="d1fb4545a5d636d2" providerId="LiveId" clId="{ABD4904B-081A-47C6-B87B-1F2506E329D6}" dt="2025-03-27T01:37:25.084" v="6"/>
        <pc:sldMkLst>
          <pc:docMk/>
          <pc:sldMk cId="627141964" sldId="9814"/>
        </pc:sldMkLst>
        <pc:spChg chg="mod">
          <ac:chgData name="Lý Thanh Ngô" userId="d1fb4545a5d636d2" providerId="LiveId" clId="{ABD4904B-081A-47C6-B87B-1F2506E329D6}" dt="2025-03-27T01:35:00.838" v="1" actId="113"/>
          <ac:spMkLst>
            <pc:docMk/>
            <pc:sldMk cId="627141964" sldId="9814"/>
            <ac:spMk id="2" creationId="{ED4DBA0B-0F80-9FB8-2416-207E64980B46}"/>
          </ac:spMkLst>
        </pc:spChg>
      </pc:sldChg>
      <pc:sldChg chg="modSp mod modTransition">
        <pc:chgData name="Lý Thanh Ngô" userId="d1fb4545a5d636d2" providerId="LiveId" clId="{ABD4904B-081A-47C6-B87B-1F2506E329D6}" dt="2025-03-27T07:57:01.325" v="632" actId="255"/>
        <pc:sldMkLst>
          <pc:docMk/>
          <pc:sldMk cId="1691264668" sldId="9815"/>
        </pc:sldMkLst>
      </pc:sldChg>
      <pc:sldChg chg="modTransition">
        <pc:chgData name="Lý Thanh Ngô" userId="d1fb4545a5d636d2" providerId="LiveId" clId="{ABD4904B-081A-47C6-B87B-1F2506E329D6}" dt="2025-03-27T01:37:25.084" v="6"/>
        <pc:sldMkLst>
          <pc:docMk/>
          <pc:sldMk cId="1432816605" sldId="9816"/>
        </pc:sldMkLst>
      </pc:sldChg>
      <pc:sldChg chg="modSp mod modTransition">
        <pc:chgData name="Lý Thanh Ngô" userId="d1fb4545a5d636d2" providerId="LiveId" clId="{ABD4904B-081A-47C6-B87B-1F2506E329D6}" dt="2025-03-27T07:56:39.364" v="627" actId="14100"/>
        <pc:sldMkLst>
          <pc:docMk/>
          <pc:sldMk cId="448704284" sldId="9817"/>
        </pc:sldMkLst>
      </pc:sldChg>
      <pc:sldChg chg="modTransition">
        <pc:chgData name="Lý Thanh Ngô" userId="d1fb4545a5d636d2" providerId="LiveId" clId="{ABD4904B-081A-47C6-B87B-1F2506E329D6}" dt="2025-03-27T01:37:25.084" v="6"/>
        <pc:sldMkLst>
          <pc:docMk/>
          <pc:sldMk cId="2205802082" sldId="9818"/>
        </pc:sldMkLst>
      </pc:sldChg>
      <pc:sldChg chg="modTransition">
        <pc:chgData name="Lý Thanh Ngô" userId="d1fb4545a5d636d2" providerId="LiveId" clId="{ABD4904B-081A-47C6-B87B-1F2506E329D6}" dt="2025-03-27T01:37:25.084" v="6"/>
        <pc:sldMkLst>
          <pc:docMk/>
          <pc:sldMk cId="1646080519" sldId="9819"/>
        </pc:sldMkLst>
      </pc:sldChg>
      <pc:sldChg chg="modTransition">
        <pc:chgData name="Lý Thanh Ngô" userId="d1fb4545a5d636d2" providerId="LiveId" clId="{ABD4904B-081A-47C6-B87B-1F2506E329D6}" dt="2025-03-27T01:37:25.084" v="6"/>
        <pc:sldMkLst>
          <pc:docMk/>
          <pc:sldMk cId="1398243246" sldId="9820"/>
        </pc:sldMkLst>
      </pc:sldChg>
      <pc:sldChg chg="modTransition">
        <pc:chgData name="Lý Thanh Ngô" userId="d1fb4545a5d636d2" providerId="LiveId" clId="{ABD4904B-081A-47C6-B87B-1F2506E329D6}" dt="2025-03-27T01:37:25.084" v="6"/>
        <pc:sldMkLst>
          <pc:docMk/>
          <pc:sldMk cId="4135302213" sldId="9821"/>
        </pc:sldMkLst>
      </pc:sldChg>
      <pc:sldChg chg="modTransition">
        <pc:chgData name="Lý Thanh Ngô" userId="d1fb4545a5d636d2" providerId="LiveId" clId="{ABD4904B-081A-47C6-B87B-1F2506E329D6}" dt="2025-03-27T01:37:25.084" v="6"/>
        <pc:sldMkLst>
          <pc:docMk/>
          <pc:sldMk cId="148545705" sldId="9822"/>
        </pc:sldMkLst>
      </pc:sldChg>
      <pc:sldChg chg="modTransition">
        <pc:chgData name="Lý Thanh Ngô" userId="d1fb4545a5d636d2" providerId="LiveId" clId="{ABD4904B-081A-47C6-B87B-1F2506E329D6}" dt="2025-03-27T01:37:25.084" v="6"/>
        <pc:sldMkLst>
          <pc:docMk/>
          <pc:sldMk cId="832378762" sldId="9823"/>
        </pc:sldMkLst>
      </pc:sldChg>
      <pc:sldChg chg="modTransition">
        <pc:chgData name="Lý Thanh Ngô" userId="d1fb4545a5d636d2" providerId="LiveId" clId="{ABD4904B-081A-47C6-B87B-1F2506E329D6}" dt="2025-03-27T01:37:25.084" v="6"/>
        <pc:sldMkLst>
          <pc:docMk/>
          <pc:sldMk cId="2506181314" sldId="9824"/>
        </pc:sldMkLst>
      </pc:sldChg>
      <pc:sldChg chg="modTransition">
        <pc:chgData name="Lý Thanh Ngô" userId="d1fb4545a5d636d2" providerId="LiveId" clId="{ABD4904B-081A-47C6-B87B-1F2506E329D6}" dt="2025-03-27T01:37:25.084" v="6"/>
        <pc:sldMkLst>
          <pc:docMk/>
          <pc:sldMk cId="609497434" sldId="9825"/>
        </pc:sldMkLst>
      </pc:sldChg>
      <pc:sldChg chg="modTransition">
        <pc:chgData name="Lý Thanh Ngô" userId="d1fb4545a5d636d2" providerId="LiveId" clId="{ABD4904B-081A-47C6-B87B-1F2506E329D6}" dt="2025-03-27T01:37:25.084" v="6"/>
        <pc:sldMkLst>
          <pc:docMk/>
          <pc:sldMk cId="1250538440" sldId="9826"/>
        </pc:sldMkLst>
      </pc:sldChg>
      <pc:sldChg chg="modTransition">
        <pc:chgData name="Lý Thanh Ngô" userId="d1fb4545a5d636d2" providerId="LiveId" clId="{ABD4904B-081A-47C6-B87B-1F2506E329D6}" dt="2025-03-27T01:37:25.084" v="6"/>
        <pc:sldMkLst>
          <pc:docMk/>
          <pc:sldMk cId="2958806556" sldId="9827"/>
        </pc:sldMkLst>
      </pc:sldChg>
      <pc:sldChg chg="modSp mod modTransition">
        <pc:chgData name="Lý Thanh Ngô" userId="d1fb4545a5d636d2" providerId="LiveId" clId="{ABD4904B-081A-47C6-B87B-1F2506E329D6}" dt="2025-03-27T07:57:38.855" v="633" actId="255"/>
        <pc:sldMkLst>
          <pc:docMk/>
          <pc:sldMk cId="3958862344" sldId="9828"/>
        </pc:sldMkLst>
      </pc:sldChg>
      <pc:sldChg chg="modTransition">
        <pc:chgData name="Lý Thanh Ngô" userId="d1fb4545a5d636d2" providerId="LiveId" clId="{ABD4904B-081A-47C6-B87B-1F2506E329D6}" dt="2025-03-27T01:37:25.084" v="6"/>
        <pc:sldMkLst>
          <pc:docMk/>
          <pc:sldMk cId="1647823718" sldId="9829"/>
        </pc:sldMkLst>
      </pc:sldChg>
      <pc:sldChg chg="modTransition">
        <pc:chgData name="Lý Thanh Ngô" userId="d1fb4545a5d636d2" providerId="LiveId" clId="{ABD4904B-081A-47C6-B87B-1F2506E329D6}" dt="2025-03-27T01:37:25.084" v="6"/>
        <pc:sldMkLst>
          <pc:docMk/>
          <pc:sldMk cId="3449617028" sldId="9830"/>
        </pc:sldMkLst>
      </pc:sldChg>
      <pc:sldChg chg="modTransition">
        <pc:chgData name="Lý Thanh Ngô" userId="d1fb4545a5d636d2" providerId="LiveId" clId="{ABD4904B-081A-47C6-B87B-1F2506E329D6}" dt="2025-03-27T01:37:25.084" v="6"/>
        <pc:sldMkLst>
          <pc:docMk/>
          <pc:sldMk cId="1592406097" sldId="9831"/>
        </pc:sldMkLst>
      </pc:sldChg>
      <pc:sldChg chg="modTransition">
        <pc:chgData name="Lý Thanh Ngô" userId="d1fb4545a5d636d2" providerId="LiveId" clId="{ABD4904B-081A-47C6-B87B-1F2506E329D6}" dt="2025-03-27T01:37:25.084" v="6"/>
        <pc:sldMkLst>
          <pc:docMk/>
          <pc:sldMk cId="3410915460" sldId="9832"/>
        </pc:sldMkLst>
      </pc:sldChg>
      <pc:sldChg chg="modTransition">
        <pc:chgData name="Lý Thanh Ngô" userId="d1fb4545a5d636d2" providerId="LiveId" clId="{ABD4904B-081A-47C6-B87B-1F2506E329D6}" dt="2025-03-27T01:37:25.084" v="6"/>
        <pc:sldMkLst>
          <pc:docMk/>
          <pc:sldMk cId="272661577" sldId="9833"/>
        </pc:sldMkLst>
      </pc:sldChg>
      <pc:sldChg chg="modTransition">
        <pc:chgData name="Lý Thanh Ngô" userId="d1fb4545a5d636d2" providerId="LiveId" clId="{ABD4904B-081A-47C6-B87B-1F2506E329D6}" dt="2025-03-27T01:37:25.084" v="6"/>
        <pc:sldMkLst>
          <pc:docMk/>
          <pc:sldMk cId="1232266678" sldId="9834"/>
        </pc:sldMkLst>
      </pc:sldChg>
      <pc:sldChg chg="modTransition">
        <pc:chgData name="Lý Thanh Ngô" userId="d1fb4545a5d636d2" providerId="LiveId" clId="{ABD4904B-081A-47C6-B87B-1F2506E329D6}" dt="2025-03-27T01:37:25.084" v="6"/>
        <pc:sldMkLst>
          <pc:docMk/>
          <pc:sldMk cId="496433219" sldId="9835"/>
        </pc:sldMkLst>
      </pc:sldChg>
      <pc:sldChg chg="modTransition">
        <pc:chgData name="Lý Thanh Ngô" userId="d1fb4545a5d636d2" providerId="LiveId" clId="{ABD4904B-081A-47C6-B87B-1F2506E329D6}" dt="2025-03-27T01:37:25.084" v="6"/>
        <pc:sldMkLst>
          <pc:docMk/>
          <pc:sldMk cId="331621706" sldId="9836"/>
        </pc:sldMkLst>
      </pc:sldChg>
      <pc:sldChg chg="modTransition">
        <pc:chgData name="Lý Thanh Ngô" userId="d1fb4545a5d636d2" providerId="LiveId" clId="{ABD4904B-081A-47C6-B87B-1F2506E329D6}" dt="2025-03-27T01:37:25.084" v="6"/>
        <pc:sldMkLst>
          <pc:docMk/>
          <pc:sldMk cId="3840654511" sldId="9837"/>
        </pc:sldMkLst>
      </pc:sldChg>
      <pc:sldChg chg="modTransition">
        <pc:chgData name="Lý Thanh Ngô" userId="d1fb4545a5d636d2" providerId="LiveId" clId="{ABD4904B-081A-47C6-B87B-1F2506E329D6}" dt="2025-03-27T01:37:25.084" v="6"/>
        <pc:sldMkLst>
          <pc:docMk/>
          <pc:sldMk cId="3105827102" sldId="9838"/>
        </pc:sldMkLst>
      </pc:sldChg>
      <pc:sldChg chg="modTransition">
        <pc:chgData name="Lý Thanh Ngô" userId="d1fb4545a5d636d2" providerId="LiveId" clId="{ABD4904B-081A-47C6-B87B-1F2506E329D6}" dt="2025-03-27T01:37:25.084" v="6"/>
        <pc:sldMkLst>
          <pc:docMk/>
          <pc:sldMk cId="1302606052" sldId="9839"/>
        </pc:sldMkLst>
      </pc:sldChg>
      <pc:sldChg chg="modTransition">
        <pc:chgData name="Lý Thanh Ngô" userId="d1fb4545a5d636d2" providerId="LiveId" clId="{ABD4904B-081A-47C6-B87B-1F2506E329D6}" dt="2025-03-27T01:37:25.084" v="6"/>
        <pc:sldMkLst>
          <pc:docMk/>
          <pc:sldMk cId="2880974531" sldId="9840"/>
        </pc:sldMkLst>
      </pc:sldChg>
      <pc:sldChg chg="modTransition">
        <pc:chgData name="Lý Thanh Ngô" userId="d1fb4545a5d636d2" providerId="LiveId" clId="{ABD4904B-081A-47C6-B87B-1F2506E329D6}" dt="2025-03-27T01:37:25.084" v="6"/>
        <pc:sldMkLst>
          <pc:docMk/>
          <pc:sldMk cId="331976115" sldId="9841"/>
        </pc:sldMkLst>
      </pc:sldChg>
      <pc:sldChg chg="modTransition">
        <pc:chgData name="Lý Thanh Ngô" userId="d1fb4545a5d636d2" providerId="LiveId" clId="{ABD4904B-081A-47C6-B87B-1F2506E329D6}" dt="2025-03-27T01:37:25.084" v="6"/>
        <pc:sldMkLst>
          <pc:docMk/>
          <pc:sldMk cId="974659310" sldId="9842"/>
        </pc:sldMkLst>
      </pc:sldChg>
      <pc:sldChg chg="modTransition">
        <pc:chgData name="Lý Thanh Ngô" userId="d1fb4545a5d636d2" providerId="LiveId" clId="{ABD4904B-081A-47C6-B87B-1F2506E329D6}" dt="2025-03-27T01:37:25.084" v="6"/>
        <pc:sldMkLst>
          <pc:docMk/>
          <pc:sldMk cId="3839078036" sldId="9843"/>
        </pc:sldMkLst>
      </pc:sldChg>
      <pc:sldChg chg="modTransition">
        <pc:chgData name="Lý Thanh Ngô" userId="d1fb4545a5d636d2" providerId="LiveId" clId="{ABD4904B-081A-47C6-B87B-1F2506E329D6}" dt="2025-03-27T01:37:25.084" v="6"/>
        <pc:sldMkLst>
          <pc:docMk/>
          <pc:sldMk cId="848203935" sldId="9844"/>
        </pc:sldMkLst>
      </pc:sldChg>
      <pc:sldChg chg="modTransition">
        <pc:chgData name="Lý Thanh Ngô" userId="d1fb4545a5d636d2" providerId="LiveId" clId="{ABD4904B-081A-47C6-B87B-1F2506E329D6}" dt="2025-03-27T01:37:25.084" v="6"/>
        <pc:sldMkLst>
          <pc:docMk/>
          <pc:sldMk cId="2393921006" sldId="9845"/>
        </pc:sldMkLst>
      </pc:sldChg>
      <pc:sldChg chg="modSp mod modTransition">
        <pc:chgData name="Lý Thanh Ngô" userId="d1fb4545a5d636d2" providerId="LiveId" clId="{ABD4904B-081A-47C6-B87B-1F2506E329D6}" dt="2025-03-27T08:07:08.232" v="675" actId="20577"/>
        <pc:sldMkLst>
          <pc:docMk/>
          <pc:sldMk cId="1623123200" sldId="9846"/>
        </pc:sldMkLst>
      </pc:sldChg>
      <pc:sldChg chg="add">
        <pc:chgData name="Lý Thanh Ngô" userId="d1fb4545a5d636d2" providerId="LiveId" clId="{ABD4904B-081A-47C6-B87B-1F2506E329D6}" dt="2025-03-27T07:31:35.061" v="8" actId="2890"/>
        <pc:sldMkLst>
          <pc:docMk/>
          <pc:sldMk cId="3438506491" sldId="9847"/>
        </pc:sldMkLst>
      </pc:sldChg>
      <pc:sldChg chg="modSp add mod">
        <pc:chgData name="Lý Thanh Ngô" userId="d1fb4545a5d636d2" providerId="LiveId" clId="{ABD4904B-081A-47C6-B87B-1F2506E329D6}" dt="2025-03-27T07:32:23.398" v="92"/>
        <pc:sldMkLst>
          <pc:docMk/>
          <pc:sldMk cId="3111587494" sldId="9848"/>
        </pc:sldMkLst>
        <pc:spChg chg="mod">
          <ac:chgData name="Lý Thanh Ngô" userId="d1fb4545a5d636d2" providerId="LiveId" clId="{ABD4904B-081A-47C6-B87B-1F2506E329D6}" dt="2025-03-27T07:32:23.398" v="92"/>
          <ac:spMkLst>
            <pc:docMk/>
            <pc:sldMk cId="3111587494" sldId="9848"/>
            <ac:spMk id="2" creationId="{63F0A5E2-77DC-7B9F-1C02-600C97B0A748}"/>
          </ac:spMkLst>
        </pc:spChg>
      </pc:sldChg>
      <pc:sldChg chg="modSp add mod modNotesTx">
        <pc:chgData name="Lý Thanh Ngô" userId="d1fb4545a5d636d2" providerId="LiveId" clId="{ABD4904B-081A-47C6-B87B-1F2506E329D6}" dt="2025-03-27T07:33:07.719" v="179" actId="20577"/>
        <pc:sldMkLst>
          <pc:docMk/>
          <pc:sldMk cId="3414643596" sldId="9849"/>
        </pc:sldMkLst>
        <pc:spChg chg="mod">
          <ac:chgData name="Lý Thanh Ngô" userId="d1fb4545a5d636d2" providerId="LiveId" clId="{ABD4904B-081A-47C6-B87B-1F2506E329D6}" dt="2025-03-27T07:33:07.719" v="179" actId="20577"/>
          <ac:spMkLst>
            <pc:docMk/>
            <pc:sldMk cId="3414643596" sldId="9849"/>
            <ac:spMk id="2" creationId="{875313AE-8DE9-EF7A-A539-00E8E5418705}"/>
          </ac:spMkLst>
        </pc:spChg>
      </pc:sldChg>
      <pc:sldChg chg="modSp add mod">
        <pc:chgData name="Lý Thanh Ngô" userId="d1fb4545a5d636d2" providerId="LiveId" clId="{ABD4904B-081A-47C6-B87B-1F2506E329D6}" dt="2025-03-27T07:33:14.037" v="181"/>
        <pc:sldMkLst>
          <pc:docMk/>
          <pc:sldMk cId="3238211235" sldId="9850"/>
        </pc:sldMkLst>
        <pc:spChg chg="mod">
          <ac:chgData name="Lý Thanh Ngô" userId="d1fb4545a5d636d2" providerId="LiveId" clId="{ABD4904B-081A-47C6-B87B-1F2506E329D6}" dt="2025-03-27T07:33:14.037" v="181"/>
          <ac:spMkLst>
            <pc:docMk/>
            <pc:sldMk cId="3238211235" sldId="9850"/>
            <ac:spMk id="2" creationId="{9EB41746-D780-1DA4-8C37-16E02E72EE06}"/>
          </ac:spMkLst>
        </pc:spChg>
      </pc:sldChg>
      <pc:sldChg chg="add">
        <pc:chgData name="Lý Thanh Ngô" userId="d1fb4545a5d636d2" providerId="LiveId" clId="{ABD4904B-081A-47C6-B87B-1F2506E329D6}" dt="2025-03-27T07:33:19.449" v="182"/>
        <pc:sldMkLst>
          <pc:docMk/>
          <pc:sldMk cId="1186045386" sldId="9851"/>
        </pc:sldMkLst>
      </pc:sldChg>
      <pc:sldChg chg="add">
        <pc:chgData name="Lý Thanh Ngô" userId="d1fb4545a5d636d2" providerId="LiveId" clId="{ABD4904B-081A-47C6-B87B-1F2506E329D6}" dt="2025-03-27T07:33:19.449" v="182"/>
        <pc:sldMkLst>
          <pc:docMk/>
          <pc:sldMk cId="887314122" sldId="9852"/>
        </pc:sldMkLst>
      </pc:sldChg>
      <pc:sldChg chg="modSp add mod modNotesTx">
        <pc:chgData name="Lý Thanh Ngô" userId="d1fb4545a5d636d2" providerId="LiveId" clId="{ABD4904B-081A-47C6-B87B-1F2506E329D6}" dt="2025-03-27T07:33:41.081" v="265" actId="20577"/>
        <pc:sldMkLst>
          <pc:docMk/>
          <pc:sldMk cId="2696584302" sldId="9853"/>
        </pc:sldMkLst>
      </pc:sldChg>
      <pc:sldChg chg="modSp add mod">
        <pc:chgData name="Lý Thanh Ngô" userId="d1fb4545a5d636d2" providerId="LiveId" clId="{ABD4904B-081A-47C6-B87B-1F2506E329D6}" dt="2025-03-27T07:33:47.606" v="267"/>
        <pc:sldMkLst>
          <pc:docMk/>
          <pc:sldMk cId="3862663970" sldId="9854"/>
        </pc:sldMkLst>
      </pc:sldChg>
      <pc:sldChg chg="add">
        <pc:chgData name="Lý Thanh Ngô" userId="d1fb4545a5d636d2" providerId="LiveId" clId="{ABD4904B-081A-47C6-B87B-1F2506E329D6}" dt="2025-03-27T07:33:51.314" v="268"/>
        <pc:sldMkLst>
          <pc:docMk/>
          <pc:sldMk cId="3848865846" sldId="9855"/>
        </pc:sldMkLst>
      </pc:sldChg>
      <pc:sldChg chg="add">
        <pc:chgData name="Lý Thanh Ngô" userId="d1fb4545a5d636d2" providerId="LiveId" clId="{ABD4904B-081A-47C6-B87B-1F2506E329D6}" dt="2025-03-27T07:33:51.314" v="268"/>
        <pc:sldMkLst>
          <pc:docMk/>
          <pc:sldMk cId="1777329158" sldId="9856"/>
        </pc:sldMkLst>
      </pc:sldChg>
      <pc:sldChg chg="modSp add mod ord">
        <pc:chgData name="Lý Thanh Ngô" userId="d1fb4545a5d636d2" providerId="LiveId" clId="{ABD4904B-081A-47C6-B87B-1F2506E329D6}" dt="2025-03-27T07:55:45.767" v="625"/>
        <pc:sldMkLst>
          <pc:docMk/>
          <pc:sldMk cId="1640538101" sldId="9857"/>
        </pc:sldMkLst>
        <pc:spChg chg="mod">
          <ac:chgData name="Lý Thanh Ngô" userId="d1fb4545a5d636d2" providerId="LiveId" clId="{ABD4904B-081A-47C6-B87B-1F2506E329D6}" dt="2025-03-27T07:52:54.768" v="489" actId="20577"/>
          <ac:spMkLst>
            <pc:docMk/>
            <pc:sldMk cId="1640538101" sldId="9857"/>
            <ac:spMk id="4" creationId="{C83C1662-DE3B-485E-D039-6DAF01222417}"/>
          </ac:spMkLst>
        </pc:spChg>
        <pc:spChg chg="mod">
          <ac:chgData name="Lý Thanh Ngô" userId="d1fb4545a5d636d2" providerId="LiveId" clId="{ABD4904B-081A-47C6-B87B-1F2506E329D6}" dt="2025-03-27T07:54:15.964" v="618" actId="1076"/>
          <ac:spMkLst>
            <pc:docMk/>
            <pc:sldMk cId="1640538101" sldId="9857"/>
            <ac:spMk id="5" creationId="{885A7151-12D0-D5E7-4150-116F20C67271}"/>
          </ac:spMkLst>
        </pc:spChg>
        <pc:spChg chg="mod">
          <ac:chgData name="Lý Thanh Ngô" userId="d1fb4545a5d636d2" providerId="LiveId" clId="{ABD4904B-081A-47C6-B87B-1F2506E329D6}" dt="2025-03-27T07:54:40.690" v="622" actId="113"/>
          <ac:spMkLst>
            <pc:docMk/>
            <pc:sldMk cId="1640538101" sldId="9857"/>
            <ac:spMk id="7" creationId="{27682D36-7139-D43C-8AC6-2259120A3B6A}"/>
          </ac:spMkLst>
        </pc:spChg>
      </pc:sldChg>
      <pc:sldChg chg="modSp add mod setBg modNotesTx">
        <pc:chgData name="Lý Thanh Ngô" userId="d1fb4545a5d636d2" providerId="LiveId" clId="{ABD4904B-081A-47C6-B87B-1F2506E329D6}" dt="2025-03-27T08:01:14.171" v="640" actId="20577"/>
        <pc:sldMkLst>
          <pc:docMk/>
          <pc:sldMk cId="130758898" sldId="9858"/>
        </pc:sldMkLst>
      </pc:sldChg>
      <pc:sldChg chg="modSp add mod setBg modNotesTx">
        <pc:chgData name="Lý Thanh Ngô" userId="d1fb4545a5d636d2" providerId="LiveId" clId="{ABD4904B-081A-47C6-B87B-1F2506E329D6}" dt="2025-03-27T08:01:56.112" v="648" actId="255"/>
        <pc:sldMkLst>
          <pc:docMk/>
          <pc:sldMk cId="826091572" sldId="9859"/>
        </pc:sldMkLst>
      </pc:sldChg>
      <pc:sldChg chg="modSp add mod setBg modNotesTx">
        <pc:chgData name="Lý Thanh Ngô" userId="d1fb4545a5d636d2" providerId="LiveId" clId="{ABD4904B-081A-47C6-B87B-1F2506E329D6}" dt="2025-03-27T08:02:17.352" v="653" actId="20577"/>
        <pc:sldMkLst>
          <pc:docMk/>
          <pc:sldMk cId="3848815841" sldId="9860"/>
        </pc:sldMkLst>
      </pc:sldChg>
      <pc:sldChg chg="add setBg">
        <pc:chgData name="Lý Thanh Ngô" userId="d1fb4545a5d636d2" providerId="LiveId" clId="{ABD4904B-081A-47C6-B87B-1F2506E329D6}" dt="2025-03-27T08:02:37.387" v="654"/>
        <pc:sldMkLst>
          <pc:docMk/>
          <pc:sldMk cId="3207059514" sldId="9861"/>
        </pc:sldMkLst>
      </pc:sldChg>
      <pc:sldChg chg="add setBg">
        <pc:chgData name="Lý Thanh Ngô" userId="d1fb4545a5d636d2" providerId="LiveId" clId="{ABD4904B-081A-47C6-B87B-1F2506E329D6}" dt="2025-03-27T08:02:37.387" v="654"/>
        <pc:sldMkLst>
          <pc:docMk/>
          <pc:sldMk cId="416133720" sldId="9862"/>
        </pc:sldMkLst>
      </pc:sldChg>
      <pc:sldChg chg="add">
        <pc:chgData name="Lý Thanh Ngô" userId="d1fb4545a5d636d2" providerId="LiveId" clId="{ABD4904B-081A-47C6-B87B-1F2506E329D6}" dt="2025-03-27T08:02:37.387" v="654"/>
        <pc:sldMkLst>
          <pc:docMk/>
          <pc:sldMk cId="2711831379" sldId="9863"/>
        </pc:sldMkLst>
      </pc:sldChg>
      <pc:sldChg chg="modSp mod">
        <pc:chgData name="Lý Thanh Ngô" userId="d1fb4545a5d636d2" providerId="LiveId" clId="{ABD4904B-081A-47C6-B87B-1F2506E329D6}" dt="2025-03-30T04:53:14.930" v="1767" actId="123"/>
        <pc:sldMkLst>
          <pc:docMk/>
          <pc:sldMk cId="607866452" sldId="9865"/>
        </pc:sldMkLst>
        <pc:spChg chg="mod">
          <ac:chgData name="Lý Thanh Ngô" userId="d1fb4545a5d636d2" providerId="LiveId" clId="{ABD4904B-081A-47C6-B87B-1F2506E329D6}" dt="2025-03-30T04:53:14.930" v="1767" actId="123"/>
          <ac:spMkLst>
            <pc:docMk/>
            <pc:sldMk cId="607866452" sldId="9865"/>
            <ac:spMk id="66562" creationId="{82047D14-E417-5DE6-C9C7-9B82C82EDE0B}"/>
          </ac:spMkLst>
        </pc:spChg>
      </pc:sldChg>
      <pc:sldChg chg="modSp mod">
        <pc:chgData name="Lý Thanh Ngô" userId="d1fb4545a5d636d2" providerId="LiveId" clId="{ABD4904B-081A-47C6-B87B-1F2506E329D6}" dt="2025-03-30T04:53:20.900" v="1769" actId="123"/>
        <pc:sldMkLst>
          <pc:docMk/>
          <pc:sldMk cId="1170284011" sldId="9866"/>
        </pc:sldMkLst>
        <pc:spChg chg="mod">
          <ac:chgData name="Lý Thanh Ngô" userId="d1fb4545a5d636d2" providerId="LiveId" clId="{ABD4904B-081A-47C6-B87B-1F2506E329D6}" dt="2025-03-30T04:53:20.900" v="1769" actId="123"/>
          <ac:spMkLst>
            <pc:docMk/>
            <pc:sldMk cId="1170284011" sldId="9866"/>
            <ac:spMk id="66562" creationId="{4C5D4E35-9549-4095-21EF-FC5243A37787}"/>
          </ac:spMkLst>
        </pc:spChg>
      </pc:sldChg>
      <pc:sldChg chg="modSp mod">
        <pc:chgData name="Lý Thanh Ngô" userId="d1fb4545a5d636d2" providerId="LiveId" clId="{ABD4904B-081A-47C6-B87B-1F2506E329D6}" dt="2025-03-30T04:53:23.724" v="1770" actId="123"/>
        <pc:sldMkLst>
          <pc:docMk/>
          <pc:sldMk cId="1063818607" sldId="9867"/>
        </pc:sldMkLst>
        <pc:spChg chg="mod">
          <ac:chgData name="Lý Thanh Ngô" userId="d1fb4545a5d636d2" providerId="LiveId" clId="{ABD4904B-081A-47C6-B87B-1F2506E329D6}" dt="2025-03-30T04:53:23.724" v="1770" actId="123"/>
          <ac:spMkLst>
            <pc:docMk/>
            <pc:sldMk cId="1063818607" sldId="9867"/>
            <ac:spMk id="66562" creationId="{FF75AC47-1F6D-EA79-ADBF-809C6278BEEB}"/>
          </ac:spMkLst>
        </pc:spChg>
      </pc:sldChg>
      <pc:sldChg chg="modSp mod">
        <pc:chgData name="Lý Thanh Ngô" userId="d1fb4545a5d636d2" providerId="LiveId" clId="{ABD4904B-081A-47C6-B87B-1F2506E329D6}" dt="2025-03-30T04:53:49.285" v="1778" actId="20577"/>
        <pc:sldMkLst>
          <pc:docMk/>
          <pc:sldMk cId="746019610" sldId="9876"/>
        </pc:sldMkLst>
        <pc:spChg chg="mod">
          <ac:chgData name="Lý Thanh Ngô" userId="d1fb4545a5d636d2" providerId="LiveId" clId="{ABD4904B-081A-47C6-B87B-1F2506E329D6}" dt="2025-03-30T04:53:49.285" v="1778" actId="20577"/>
          <ac:spMkLst>
            <pc:docMk/>
            <pc:sldMk cId="746019610" sldId="9876"/>
            <ac:spMk id="87042" creationId="{A5EF2E5F-0C1C-E7B3-90DB-68BB610F6C55}"/>
          </ac:spMkLst>
        </pc:spChg>
      </pc:sldChg>
      <pc:sldChg chg="modSp mod">
        <pc:chgData name="Lý Thanh Ngô" userId="d1fb4545a5d636d2" providerId="LiveId" clId="{ABD4904B-081A-47C6-B87B-1F2506E329D6}" dt="2025-03-30T04:53:54.239" v="1779" actId="123"/>
        <pc:sldMkLst>
          <pc:docMk/>
          <pc:sldMk cId="2746057718" sldId="9877"/>
        </pc:sldMkLst>
        <pc:spChg chg="mod">
          <ac:chgData name="Lý Thanh Ngô" userId="d1fb4545a5d636d2" providerId="LiveId" clId="{ABD4904B-081A-47C6-B87B-1F2506E329D6}" dt="2025-03-30T04:53:54.239" v="1779" actId="123"/>
          <ac:spMkLst>
            <pc:docMk/>
            <pc:sldMk cId="2746057718" sldId="9877"/>
            <ac:spMk id="87042" creationId="{082AC1DB-1601-1A29-A69E-4B030B8CA4DC}"/>
          </ac:spMkLst>
        </pc:spChg>
      </pc:sldChg>
      <pc:sldChg chg="modSp mod">
        <pc:chgData name="Lý Thanh Ngô" userId="d1fb4545a5d636d2" providerId="LiveId" clId="{ABD4904B-081A-47C6-B87B-1F2506E329D6}" dt="2025-03-30T04:54:14.872" v="1797" actId="404"/>
        <pc:sldMkLst>
          <pc:docMk/>
          <pc:sldMk cId="1631203887" sldId="9878"/>
        </pc:sldMkLst>
        <pc:spChg chg="mod">
          <ac:chgData name="Lý Thanh Ngô" userId="d1fb4545a5d636d2" providerId="LiveId" clId="{ABD4904B-081A-47C6-B87B-1F2506E329D6}" dt="2025-03-30T04:54:14.872" v="1797" actId="404"/>
          <ac:spMkLst>
            <pc:docMk/>
            <pc:sldMk cId="1631203887" sldId="9878"/>
            <ac:spMk id="87042" creationId="{9CD209B4-C587-CC4B-44C2-38608CFC7E4A}"/>
          </ac:spMkLst>
        </pc:spChg>
      </pc:sldChg>
      <pc:sldChg chg="modSp mod">
        <pc:chgData name="Lý Thanh Ngô" userId="d1fb4545a5d636d2" providerId="LiveId" clId="{ABD4904B-081A-47C6-B87B-1F2506E329D6}" dt="2025-03-30T04:54:35.635" v="1801" actId="123"/>
        <pc:sldMkLst>
          <pc:docMk/>
          <pc:sldMk cId="2568018836" sldId="9879"/>
        </pc:sldMkLst>
        <pc:spChg chg="mod">
          <ac:chgData name="Lý Thanh Ngô" userId="d1fb4545a5d636d2" providerId="LiveId" clId="{ABD4904B-081A-47C6-B87B-1F2506E329D6}" dt="2025-03-30T04:54:35.635" v="1801" actId="123"/>
          <ac:spMkLst>
            <pc:docMk/>
            <pc:sldMk cId="2568018836" sldId="9879"/>
            <ac:spMk id="87042" creationId="{B23F1D18-B7C7-5D52-9DE7-348C04BB5C0B}"/>
          </ac:spMkLst>
        </pc:spChg>
      </pc:sldChg>
      <pc:sldChg chg="modSp mod">
        <pc:chgData name="Lý Thanh Ngô" userId="d1fb4545a5d636d2" providerId="LiveId" clId="{ABD4904B-081A-47C6-B87B-1F2506E329D6}" dt="2025-03-30T04:54:37.445" v="1802" actId="123"/>
        <pc:sldMkLst>
          <pc:docMk/>
          <pc:sldMk cId="181995151" sldId="9880"/>
        </pc:sldMkLst>
        <pc:spChg chg="mod">
          <ac:chgData name="Lý Thanh Ngô" userId="d1fb4545a5d636d2" providerId="LiveId" clId="{ABD4904B-081A-47C6-B87B-1F2506E329D6}" dt="2025-03-30T04:54:37.445" v="1802" actId="123"/>
          <ac:spMkLst>
            <pc:docMk/>
            <pc:sldMk cId="181995151" sldId="9880"/>
            <ac:spMk id="87042" creationId="{E23A55D2-39BC-5ACF-FF01-3A1F0C6DE876}"/>
          </ac:spMkLst>
        </pc:spChg>
      </pc:sldChg>
      <pc:sldChg chg="modSp mod">
        <pc:chgData name="Lý Thanh Ngô" userId="d1fb4545a5d636d2" providerId="LiveId" clId="{ABD4904B-081A-47C6-B87B-1F2506E329D6}" dt="2025-03-30T04:54:39.610" v="1803" actId="123"/>
        <pc:sldMkLst>
          <pc:docMk/>
          <pc:sldMk cId="1703213285" sldId="9881"/>
        </pc:sldMkLst>
        <pc:spChg chg="mod">
          <ac:chgData name="Lý Thanh Ngô" userId="d1fb4545a5d636d2" providerId="LiveId" clId="{ABD4904B-081A-47C6-B87B-1F2506E329D6}" dt="2025-03-30T04:54:39.610" v="1803" actId="123"/>
          <ac:spMkLst>
            <pc:docMk/>
            <pc:sldMk cId="1703213285" sldId="9881"/>
            <ac:spMk id="87042" creationId="{7A7F8A57-795D-5BE7-E136-BD0DC0766313}"/>
          </ac:spMkLst>
        </pc:spChg>
      </pc:sldChg>
      <pc:sldChg chg="modSp mod">
        <pc:chgData name="Lý Thanh Ngô" userId="d1fb4545a5d636d2" providerId="LiveId" clId="{ABD4904B-081A-47C6-B87B-1F2506E329D6}" dt="2025-03-30T04:54:43.176" v="1804" actId="123"/>
        <pc:sldMkLst>
          <pc:docMk/>
          <pc:sldMk cId="1438407309" sldId="9882"/>
        </pc:sldMkLst>
        <pc:spChg chg="mod">
          <ac:chgData name="Lý Thanh Ngô" userId="d1fb4545a5d636d2" providerId="LiveId" clId="{ABD4904B-081A-47C6-B87B-1F2506E329D6}" dt="2025-03-30T04:54:43.176" v="1804" actId="123"/>
          <ac:spMkLst>
            <pc:docMk/>
            <pc:sldMk cId="1438407309" sldId="9882"/>
            <ac:spMk id="87042" creationId="{1D590097-05BA-8268-85A9-60C2D6A2446A}"/>
          </ac:spMkLst>
        </pc:spChg>
      </pc:sldChg>
      <pc:sldChg chg="modSp mod">
        <pc:chgData name="Lý Thanh Ngô" userId="d1fb4545a5d636d2" providerId="LiveId" clId="{ABD4904B-081A-47C6-B87B-1F2506E329D6}" dt="2025-03-30T04:55:20.520" v="1816" actId="404"/>
        <pc:sldMkLst>
          <pc:docMk/>
          <pc:sldMk cId="1954565109" sldId="9883"/>
        </pc:sldMkLst>
        <pc:spChg chg="mod">
          <ac:chgData name="Lý Thanh Ngô" userId="d1fb4545a5d636d2" providerId="LiveId" clId="{ABD4904B-081A-47C6-B87B-1F2506E329D6}" dt="2025-03-30T04:55:20.520" v="1816" actId="404"/>
          <ac:spMkLst>
            <pc:docMk/>
            <pc:sldMk cId="1954565109" sldId="9883"/>
            <ac:spMk id="87042" creationId="{22699D2C-8763-156D-F51D-1784997923B6}"/>
          </ac:spMkLst>
        </pc:spChg>
      </pc:sldChg>
      <pc:sldChg chg="modSp mod">
        <pc:chgData name="Lý Thanh Ngô" userId="d1fb4545a5d636d2" providerId="LiveId" clId="{ABD4904B-081A-47C6-B87B-1F2506E329D6}" dt="2025-03-30T04:55:44.735" v="1826" actId="123"/>
        <pc:sldMkLst>
          <pc:docMk/>
          <pc:sldMk cId="2188824168" sldId="9884"/>
        </pc:sldMkLst>
        <pc:spChg chg="mod">
          <ac:chgData name="Lý Thanh Ngô" userId="d1fb4545a5d636d2" providerId="LiveId" clId="{ABD4904B-081A-47C6-B87B-1F2506E329D6}" dt="2025-03-30T04:55:44.735" v="1826" actId="123"/>
          <ac:spMkLst>
            <pc:docMk/>
            <pc:sldMk cId="2188824168" sldId="9884"/>
            <ac:spMk id="46082" creationId="{8476D6E7-324D-C6DE-B47D-867879947BB0}"/>
          </ac:spMkLst>
        </pc:spChg>
      </pc:sldChg>
      <pc:sldChg chg="modSp mod">
        <pc:chgData name="Lý Thanh Ngô" userId="d1fb4545a5d636d2" providerId="LiveId" clId="{ABD4904B-081A-47C6-B87B-1F2506E329D6}" dt="2025-03-30T04:55:30.455" v="1817" actId="123"/>
        <pc:sldMkLst>
          <pc:docMk/>
          <pc:sldMk cId="662654963" sldId="9885"/>
        </pc:sldMkLst>
        <pc:spChg chg="mod">
          <ac:chgData name="Lý Thanh Ngô" userId="d1fb4545a5d636d2" providerId="LiveId" clId="{ABD4904B-081A-47C6-B87B-1F2506E329D6}" dt="2025-03-30T04:55:30.455" v="1817" actId="123"/>
          <ac:spMkLst>
            <pc:docMk/>
            <pc:sldMk cId="662654963" sldId="9885"/>
            <ac:spMk id="87042" creationId="{D8A71609-0C98-EEF0-2D2E-B1E587497947}"/>
          </ac:spMkLst>
        </pc:spChg>
      </pc:sldChg>
      <pc:sldChg chg="modSp mod">
        <pc:chgData name="Lý Thanh Ngô" userId="d1fb4545a5d636d2" providerId="LiveId" clId="{ABD4904B-081A-47C6-B87B-1F2506E329D6}" dt="2025-03-30T04:57:01.172" v="1877" actId="255"/>
        <pc:sldMkLst>
          <pc:docMk/>
          <pc:sldMk cId="4290998353" sldId="9886"/>
        </pc:sldMkLst>
        <pc:spChg chg="mod">
          <ac:chgData name="Lý Thanh Ngô" userId="d1fb4545a5d636d2" providerId="LiveId" clId="{ABD4904B-081A-47C6-B87B-1F2506E329D6}" dt="2025-03-30T04:57:01.172" v="1877" actId="255"/>
          <ac:spMkLst>
            <pc:docMk/>
            <pc:sldMk cId="4290998353" sldId="9886"/>
            <ac:spMk id="87042" creationId="{4F796875-2FDD-ED52-CF5B-B6F4CA724F54}"/>
          </ac:spMkLst>
        </pc:spChg>
      </pc:sldChg>
      <pc:sldChg chg="modSp mod">
        <pc:chgData name="Lý Thanh Ngô" userId="d1fb4545a5d636d2" providerId="LiveId" clId="{ABD4904B-081A-47C6-B87B-1F2506E329D6}" dt="2025-03-30T04:57:28.801" v="1886" actId="255"/>
        <pc:sldMkLst>
          <pc:docMk/>
          <pc:sldMk cId="3520831965" sldId="9887"/>
        </pc:sldMkLst>
        <pc:spChg chg="mod">
          <ac:chgData name="Lý Thanh Ngô" userId="d1fb4545a5d636d2" providerId="LiveId" clId="{ABD4904B-081A-47C6-B87B-1F2506E329D6}" dt="2025-03-30T04:57:28.801" v="1886" actId="255"/>
          <ac:spMkLst>
            <pc:docMk/>
            <pc:sldMk cId="3520831965" sldId="9887"/>
            <ac:spMk id="87042" creationId="{47B993B1-4E7E-3623-5845-358F89A38981}"/>
          </ac:spMkLst>
        </pc:spChg>
      </pc:sldChg>
      <pc:sldChg chg="modSp del mod">
        <pc:chgData name="Lý Thanh Ngô" userId="d1fb4545a5d636d2" providerId="LiveId" clId="{ABD4904B-081A-47C6-B87B-1F2506E329D6}" dt="2025-03-30T04:57:32.745" v="1887" actId="47"/>
        <pc:sldMkLst>
          <pc:docMk/>
          <pc:sldMk cId="1525044725" sldId="9888"/>
        </pc:sldMkLst>
      </pc:sldChg>
      <pc:sldChg chg="modSp mod">
        <pc:chgData name="Lý Thanh Ngô" userId="d1fb4545a5d636d2" providerId="LiveId" clId="{ABD4904B-081A-47C6-B87B-1F2506E329D6}" dt="2025-03-30T04:20:46.642" v="768" actId="20577"/>
        <pc:sldMkLst>
          <pc:docMk/>
          <pc:sldMk cId="2160185228" sldId="9889"/>
        </pc:sldMkLst>
        <pc:spChg chg="mod">
          <ac:chgData name="Lý Thanh Ngô" userId="d1fb4545a5d636d2" providerId="LiveId" clId="{ABD4904B-081A-47C6-B87B-1F2506E329D6}" dt="2025-03-30T04:20:46.642" v="768" actId="20577"/>
          <ac:spMkLst>
            <pc:docMk/>
            <pc:sldMk cId="2160185228" sldId="9889"/>
            <ac:spMk id="46082" creationId="{7F10E4E4-09C3-1CB5-C4A2-CFBEECAD9E94}"/>
          </ac:spMkLst>
        </pc:spChg>
      </pc:sldChg>
      <pc:sldChg chg="modSp mod">
        <pc:chgData name="Lý Thanh Ngô" userId="d1fb4545a5d636d2" providerId="LiveId" clId="{ABD4904B-081A-47C6-B87B-1F2506E329D6}" dt="2025-03-30T04:58:20.969" v="1904" actId="255"/>
        <pc:sldMkLst>
          <pc:docMk/>
          <pc:sldMk cId="13721989" sldId="9890"/>
        </pc:sldMkLst>
        <pc:spChg chg="mod">
          <ac:chgData name="Lý Thanh Ngô" userId="d1fb4545a5d636d2" providerId="LiveId" clId="{ABD4904B-081A-47C6-B87B-1F2506E329D6}" dt="2025-03-30T04:58:20.969" v="1904" actId="255"/>
          <ac:spMkLst>
            <pc:docMk/>
            <pc:sldMk cId="13721989" sldId="9890"/>
            <ac:spMk id="87042" creationId="{EA32DEC4-77F7-E4F0-E43C-66DB26030237}"/>
          </ac:spMkLst>
        </pc:spChg>
      </pc:sldChg>
      <pc:sldChg chg="modSp mod">
        <pc:chgData name="Lý Thanh Ngô" userId="d1fb4545a5d636d2" providerId="LiveId" clId="{ABD4904B-081A-47C6-B87B-1F2506E329D6}" dt="2025-03-30T04:58:28.020" v="1905" actId="123"/>
        <pc:sldMkLst>
          <pc:docMk/>
          <pc:sldMk cId="1952414727" sldId="9891"/>
        </pc:sldMkLst>
        <pc:spChg chg="mod">
          <ac:chgData name="Lý Thanh Ngô" userId="d1fb4545a5d636d2" providerId="LiveId" clId="{ABD4904B-081A-47C6-B87B-1F2506E329D6}" dt="2025-03-30T04:58:28.020" v="1905" actId="123"/>
          <ac:spMkLst>
            <pc:docMk/>
            <pc:sldMk cId="1952414727" sldId="9891"/>
            <ac:spMk id="87042" creationId="{8B5415F9-5B1C-F1AB-A470-19E098C759C2}"/>
          </ac:spMkLst>
        </pc:spChg>
      </pc:sldChg>
      <pc:sldChg chg="modSp mod">
        <pc:chgData name="Lý Thanh Ngô" userId="d1fb4545a5d636d2" providerId="LiveId" clId="{ABD4904B-081A-47C6-B87B-1F2506E329D6}" dt="2025-03-30T04:20:55.749" v="802" actId="20577"/>
        <pc:sldMkLst>
          <pc:docMk/>
          <pc:sldMk cId="3359446926" sldId="9892"/>
        </pc:sldMkLst>
        <pc:spChg chg="mod">
          <ac:chgData name="Lý Thanh Ngô" userId="d1fb4545a5d636d2" providerId="LiveId" clId="{ABD4904B-081A-47C6-B87B-1F2506E329D6}" dt="2025-03-30T04:20:55.749" v="802" actId="20577"/>
          <ac:spMkLst>
            <pc:docMk/>
            <pc:sldMk cId="3359446926" sldId="9892"/>
            <ac:spMk id="46082" creationId="{3893F0D4-65DD-5D42-B970-F583E8012BD1}"/>
          </ac:spMkLst>
        </pc:spChg>
      </pc:sldChg>
      <pc:sldChg chg="modSp mod">
        <pc:chgData name="Lý Thanh Ngô" userId="d1fb4545a5d636d2" providerId="LiveId" clId="{ABD4904B-081A-47C6-B87B-1F2506E329D6}" dt="2025-03-30T04:58:42.064" v="1906" actId="123"/>
        <pc:sldMkLst>
          <pc:docMk/>
          <pc:sldMk cId="3719311503" sldId="9893"/>
        </pc:sldMkLst>
        <pc:spChg chg="mod">
          <ac:chgData name="Lý Thanh Ngô" userId="d1fb4545a5d636d2" providerId="LiveId" clId="{ABD4904B-081A-47C6-B87B-1F2506E329D6}" dt="2025-03-30T04:58:42.064" v="1906" actId="123"/>
          <ac:spMkLst>
            <pc:docMk/>
            <pc:sldMk cId="3719311503" sldId="9893"/>
            <ac:spMk id="87042" creationId="{9D6177F0-5E6C-608E-3A88-D9044B9315F4}"/>
          </ac:spMkLst>
        </pc:spChg>
      </pc:sldChg>
      <pc:sldChg chg="modSp mod">
        <pc:chgData name="Lý Thanh Ngô" userId="d1fb4545a5d636d2" providerId="LiveId" clId="{ABD4904B-081A-47C6-B87B-1F2506E329D6}" dt="2025-03-30T04:58:45.926" v="1907" actId="123"/>
        <pc:sldMkLst>
          <pc:docMk/>
          <pc:sldMk cId="316058304" sldId="9894"/>
        </pc:sldMkLst>
      </pc:sldChg>
      <pc:sldChg chg="modSp mod">
        <pc:chgData name="Lý Thanh Ngô" userId="d1fb4545a5d636d2" providerId="LiveId" clId="{ABD4904B-081A-47C6-B87B-1F2506E329D6}" dt="2025-03-30T04:58:48.681" v="1908" actId="123"/>
        <pc:sldMkLst>
          <pc:docMk/>
          <pc:sldMk cId="1521856680" sldId="9895"/>
        </pc:sldMkLst>
        <pc:spChg chg="mod">
          <ac:chgData name="Lý Thanh Ngô" userId="d1fb4545a5d636d2" providerId="LiveId" clId="{ABD4904B-081A-47C6-B87B-1F2506E329D6}" dt="2025-03-30T04:58:48.681" v="1908" actId="123"/>
          <ac:spMkLst>
            <pc:docMk/>
            <pc:sldMk cId="1521856680" sldId="9895"/>
            <ac:spMk id="87042" creationId="{5E4C3294-384A-CFC9-ED45-0243B0AA62AF}"/>
          </ac:spMkLst>
        </pc:spChg>
      </pc:sldChg>
      <pc:sldChg chg="modSp mod">
        <pc:chgData name="Lý Thanh Ngô" userId="d1fb4545a5d636d2" providerId="LiveId" clId="{ABD4904B-081A-47C6-B87B-1F2506E329D6}" dt="2025-03-30T04:58:51.566" v="1909" actId="123"/>
        <pc:sldMkLst>
          <pc:docMk/>
          <pc:sldMk cId="367318003" sldId="9896"/>
        </pc:sldMkLst>
      </pc:sldChg>
      <pc:sldChg chg="modSp mod">
        <pc:chgData name="Lý Thanh Ngô" userId="d1fb4545a5d636d2" providerId="LiveId" clId="{ABD4904B-081A-47C6-B87B-1F2506E329D6}" dt="2025-03-30T04:58:55.482" v="1910" actId="123"/>
        <pc:sldMkLst>
          <pc:docMk/>
          <pc:sldMk cId="121284145" sldId="9897"/>
        </pc:sldMkLst>
        <pc:spChg chg="mod">
          <ac:chgData name="Lý Thanh Ngô" userId="d1fb4545a5d636d2" providerId="LiveId" clId="{ABD4904B-081A-47C6-B87B-1F2506E329D6}" dt="2025-03-30T04:58:55.482" v="1910" actId="123"/>
          <ac:spMkLst>
            <pc:docMk/>
            <pc:sldMk cId="121284145" sldId="9897"/>
            <ac:spMk id="87042" creationId="{EF956515-5E3A-1C60-EEC1-B8BC2F8729E5}"/>
          </ac:spMkLst>
        </pc:spChg>
      </pc:sldChg>
      <pc:sldChg chg="modSp mod">
        <pc:chgData name="Lý Thanh Ngô" userId="d1fb4545a5d636d2" providerId="LiveId" clId="{ABD4904B-081A-47C6-B87B-1F2506E329D6}" dt="2025-03-30T04:59:10.744" v="1916" actId="122"/>
        <pc:sldMkLst>
          <pc:docMk/>
          <pc:sldMk cId="1078366241" sldId="9900"/>
        </pc:sldMkLst>
        <pc:spChg chg="mod">
          <ac:chgData name="Lý Thanh Ngô" userId="d1fb4545a5d636d2" providerId="LiveId" clId="{ABD4904B-081A-47C6-B87B-1F2506E329D6}" dt="2025-03-30T04:59:10.744" v="1916" actId="122"/>
          <ac:spMkLst>
            <pc:docMk/>
            <pc:sldMk cId="1078366241" sldId="9900"/>
            <ac:spMk id="46082" creationId="{44F3A9AE-039F-15BA-D2A3-30FDFA699F44}"/>
          </ac:spMkLst>
        </pc:spChg>
      </pc:sldChg>
      <pc:sldChg chg="modSp mod">
        <pc:chgData name="Lý Thanh Ngô" userId="d1fb4545a5d636d2" providerId="LiveId" clId="{ABD4904B-081A-47C6-B87B-1F2506E329D6}" dt="2025-03-30T04:59:15.465" v="1917" actId="123"/>
        <pc:sldMkLst>
          <pc:docMk/>
          <pc:sldMk cId="1608661232" sldId="9901"/>
        </pc:sldMkLst>
        <pc:spChg chg="mod">
          <ac:chgData name="Lý Thanh Ngô" userId="d1fb4545a5d636d2" providerId="LiveId" clId="{ABD4904B-081A-47C6-B87B-1F2506E329D6}" dt="2025-03-30T04:59:15.465" v="1917" actId="123"/>
          <ac:spMkLst>
            <pc:docMk/>
            <pc:sldMk cId="1608661232" sldId="9901"/>
            <ac:spMk id="46082" creationId="{FF7D9A66-A37E-54A8-65CA-B9AC17CC62FF}"/>
          </ac:spMkLst>
        </pc:spChg>
      </pc:sldChg>
      <pc:sldChg chg="modSp mod">
        <pc:chgData name="Lý Thanh Ngô" userId="d1fb4545a5d636d2" providerId="LiveId" clId="{ABD4904B-081A-47C6-B87B-1F2506E329D6}" dt="2025-03-30T04:59:18.933" v="1918" actId="123"/>
        <pc:sldMkLst>
          <pc:docMk/>
          <pc:sldMk cId="2629207321" sldId="9902"/>
        </pc:sldMkLst>
        <pc:spChg chg="mod">
          <ac:chgData name="Lý Thanh Ngô" userId="d1fb4545a5d636d2" providerId="LiveId" clId="{ABD4904B-081A-47C6-B87B-1F2506E329D6}" dt="2025-03-30T04:59:18.933" v="1918" actId="123"/>
          <ac:spMkLst>
            <pc:docMk/>
            <pc:sldMk cId="2629207321" sldId="9902"/>
            <ac:spMk id="46082" creationId="{6246C1CF-B2C1-5F3F-9394-7F923C0F61E1}"/>
          </ac:spMkLst>
        </pc:spChg>
      </pc:sldChg>
      <pc:sldChg chg="modSp mod">
        <pc:chgData name="Lý Thanh Ngô" userId="d1fb4545a5d636d2" providerId="LiveId" clId="{ABD4904B-081A-47C6-B87B-1F2506E329D6}" dt="2025-03-30T04:59:22.598" v="1919" actId="123"/>
        <pc:sldMkLst>
          <pc:docMk/>
          <pc:sldMk cId="1290835927" sldId="9903"/>
        </pc:sldMkLst>
      </pc:sldChg>
      <pc:sldChg chg="modSp mod">
        <pc:chgData name="Lý Thanh Ngô" userId="d1fb4545a5d636d2" providerId="LiveId" clId="{ABD4904B-081A-47C6-B87B-1F2506E329D6}" dt="2025-03-30T04:59:25.909" v="1920" actId="123"/>
        <pc:sldMkLst>
          <pc:docMk/>
          <pc:sldMk cId="4150645961" sldId="9904"/>
        </pc:sldMkLst>
        <pc:spChg chg="mod">
          <ac:chgData name="Lý Thanh Ngô" userId="d1fb4545a5d636d2" providerId="LiveId" clId="{ABD4904B-081A-47C6-B87B-1F2506E329D6}" dt="2025-03-30T04:59:25.909" v="1920" actId="123"/>
          <ac:spMkLst>
            <pc:docMk/>
            <pc:sldMk cId="4150645961" sldId="9904"/>
            <ac:spMk id="46082" creationId="{236B643C-42FE-0444-4FEE-828177A8F322}"/>
          </ac:spMkLst>
        </pc:spChg>
      </pc:sldChg>
      <pc:sldChg chg="modSp mod">
        <pc:chgData name="Lý Thanh Ngô" userId="d1fb4545a5d636d2" providerId="LiveId" clId="{ABD4904B-081A-47C6-B87B-1F2506E329D6}" dt="2025-03-30T04:59:28.436" v="1921" actId="123"/>
        <pc:sldMkLst>
          <pc:docMk/>
          <pc:sldMk cId="3470603365" sldId="9905"/>
        </pc:sldMkLst>
        <pc:spChg chg="mod">
          <ac:chgData name="Lý Thanh Ngô" userId="d1fb4545a5d636d2" providerId="LiveId" clId="{ABD4904B-081A-47C6-B87B-1F2506E329D6}" dt="2025-03-30T04:59:28.436" v="1921" actId="123"/>
          <ac:spMkLst>
            <pc:docMk/>
            <pc:sldMk cId="3470603365" sldId="9905"/>
            <ac:spMk id="46082" creationId="{4855D5D5-42B6-03AA-D0C5-C060017BD8DF}"/>
          </ac:spMkLst>
        </pc:spChg>
      </pc:sldChg>
      <pc:sldChg chg="modSp mod">
        <pc:chgData name="Lý Thanh Ngô" userId="d1fb4545a5d636d2" providerId="LiveId" clId="{ABD4904B-081A-47C6-B87B-1F2506E329D6}" dt="2025-03-30T04:33:39.806" v="1246" actId="207"/>
        <pc:sldMkLst>
          <pc:docMk/>
          <pc:sldMk cId="1613890805" sldId="9906"/>
        </pc:sldMkLst>
        <pc:spChg chg="mod">
          <ac:chgData name="Lý Thanh Ngô" userId="d1fb4545a5d636d2" providerId="LiveId" clId="{ABD4904B-081A-47C6-B87B-1F2506E329D6}" dt="2025-03-30T04:33:39.806" v="1246" actId="207"/>
          <ac:spMkLst>
            <pc:docMk/>
            <pc:sldMk cId="1613890805" sldId="9906"/>
            <ac:spMk id="46082" creationId="{15972B90-D4B5-7307-77D9-8F1546BE592A}"/>
          </ac:spMkLst>
        </pc:spChg>
      </pc:sldChg>
      <pc:sldChg chg="modSp mod">
        <pc:chgData name="Lý Thanh Ngô" userId="d1fb4545a5d636d2" providerId="LiveId" clId="{ABD4904B-081A-47C6-B87B-1F2506E329D6}" dt="2025-03-30T04:59:43.046" v="1927" actId="122"/>
        <pc:sldMkLst>
          <pc:docMk/>
          <pc:sldMk cId="576050836" sldId="9907"/>
        </pc:sldMkLst>
        <pc:spChg chg="mod">
          <ac:chgData name="Lý Thanh Ngô" userId="d1fb4545a5d636d2" providerId="LiveId" clId="{ABD4904B-081A-47C6-B87B-1F2506E329D6}" dt="2025-03-30T04:59:43.046" v="1927" actId="122"/>
          <ac:spMkLst>
            <pc:docMk/>
            <pc:sldMk cId="576050836" sldId="9907"/>
            <ac:spMk id="46082" creationId="{256126B9-69D1-A440-AA9D-73146B07307C}"/>
          </ac:spMkLst>
        </pc:spChg>
      </pc:sldChg>
      <pc:sldChg chg="modSp mod">
        <pc:chgData name="Lý Thanh Ngô" userId="d1fb4545a5d636d2" providerId="LiveId" clId="{ABD4904B-081A-47C6-B87B-1F2506E329D6}" dt="2025-03-30T04:59:48.514" v="1928" actId="123"/>
        <pc:sldMkLst>
          <pc:docMk/>
          <pc:sldMk cId="2827542806" sldId="9908"/>
        </pc:sldMkLst>
        <pc:spChg chg="mod">
          <ac:chgData name="Lý Thanh Ngô" userId="d1fb4545a5d636d2" providerId="LiveId" clId="{ABD4904B-081A-47C6-B87B-1F2506E329D6}" dt="2025-03-30T04:59:48.514" v="1928" actId="123"/>
          <ac:spMkLst>
            <pc:docMk/>
            <pc:sldMk cId="2827542806" sldId="9908"/>
            <ac:spMk id="46082" creationId="{306480E5-0698-C66D-1ED9-AA4B2A88B6EA}"/>
          </ac:spMkLst>
        </pc:spChg>
      </pc:sldChg>
      <pc:sldChg chg="modSp mod">
        <pc:chgData name="Lý Thanh Ngô" userId="d1fb4545a5d636d2" providerId="LiveId" clId="{ABD4904B-081A-47C6-B87B-1F2506E329D6}" dt="2025-03-30T04:59:50.468" v="1929" actId="123"/>
        <pc:sldMkLst>
          <pc:docMk/>
          <pc:sldMk cId="159199625" sldId="9909"/>
        </pc:sldMkLst>
        <pc:spChg chg="mod">
          <ac:chgData name="Lý Thanh Ngô" userId="d1fb4545a5d636d2" providerId="LiveId" clId="{ABD4904B-081A-47C6-B87B-1F2506E329D6}" dt="2025-03-30T04:59:50.468" v="1929" actId="123"/>
          <ac:spMkLst>
            <pc:docMk/>
            <pc:sldMk cId="159199625" sldId="9909"/>
            <ac:spMk id="46082" creationId="{B141D9D1-57C4-8622-8A12-15440C6F1202}"/>
          </ac:spMkLst>
        </pc:spChg>
      </pc:sldChg>
      <pc:sldChg chg="modSp mod">
        <pc:chgData name="Lý Thanh Ngô" userId="d1fb4545a5d636d2" providerId="LiveId" clId="{ABD4904B-081A-47C6-B87B-1F2506E329D6}" dt="2025-03-30T04:59:54.180" v="1930" actId="123"/>
        <pc:sldMkLst>
          <pc:docMk/>
          <pc:sldMk cId="2074675852" sldId="9910"/>
        </pc:sldMkLst>
        <pc:spChg chg="mod">
          <ac:chgData name="Lý Thanh Ngô" userId="d1fb4545a5d636d2" providerId="LiveId" clId="{ABD4904B-081A-47C6-B87B-1F2506E329D6}" dt="2025-03-30T04:59:54.180" v="1930" actId="123"/>
          <ac:spMkLst>
            <pc:docMk/>
            <pc:sldMk cId="2074675852" sldId="9910"/>
            <ac:spMk id="46082" creationId="{758ECD1A-DC89-8A0B-D94A-4526E8992F46}"/>
          </ac:spMkLst>
        </pc:spChg>
      </pc:sldChg>
      <pc:sldChg chg="modSp mod">
        <pc:chgData name="Lý Thanh Ngô" userId="d1fb4545a5d636d2" providerId="LiveId" clId="{ABD4904B-081A-47C6-B87B-1F2506E329D6}" dt="2025-03-30T05:00:01.223" v="1931" actId="123"/>
        <pc:sldMkLst>
          <pc:docMk/>
          <pc:sldMk cId="1253784387" sldId="9911"/>
        </pc:sldMkLst>
        <pc:spChg chg="mod">
          <ac:chgData name="Lý Thanh Ngô" userId="d1fb4545a5d636d2" providerId="LiveId" clId="{ABD4904B-081A-47C6-B87B-1F2506E329D6}" dt="2025-03-30T05:00:01.223" v="1931" actId="123"/>
          <ac:spMkLst>
            <pc:docMk/>
            <pc:sldMk cId="1253784387" sldId="9911"/>
            <ac:spMk id="46082" creationId="{15C01A9F-E3DC-CD0C-C3E1-C8A13A5CEB44}"/>
          </ac:spMkLst>
        </pc:spChg>
      </pc:sldChg>
      <pc:sldChg chg="modSp mod">
        <pc:chgData name="Lý Thanh Ngô" userId="d1fb4545a5d636d2" providerId="LiveId" clId="{ABD4904B-081A-47C6-B87B-1F2506E329D6}" dt="2025-03-30T05:00:04.544" v="1932" actId="123"/>
        <pc:sldMkLst>
          <pc:docMk/>
          <pc:sldMk cId="4061793047" sldId="9912"/>
        </pc:sldMkLst>
        <pc:spChg chg="mod">
          <ac:chgData name="Lý Thanh Ngô" userId="d1fb4545a5d636d2" providerId="LiveId" clId="{ABD4904B-081A-47C6-B87B-1F2506E329D6}" dt="2025-03-30T05:00:04.544" v="1932" actId="123"/>
          <ac:spMkLst>
            <pc:docMk/>
            <pc:sldMk cId="4061793047" sldId="9912"/>
            <ac:spMk id="46082" creationId="{8F726F33-0364-F5A4-C8A3-4F5B58DC56A1}"/>
          </ac:spMkLst>
        </pc:spChg>
      </pc:sldChg>
      <pc:sldChg chg="modSp mod">
        <pc:chgData name="Lý Thanh Ngô" userId="d1fb4545a5d636d2" providerId="LiveId" clId="{ABD4904B-081A-47C6-B87B-1F2506E329D6}" dt="2025-03-30T05:00:18.995" v="1939" actId="20577"/>
        <pc:sldMkLst>
          <pc:docMk/>
          <pc:sldMk cId="3165449530" sldId="9913"/>
        </pc:sldMkLst>
        <pc:spChg chg="mod">
          <ac:chgData name="Lý Thanh Ngô" userId="d1fb4545a5d636d2" providerId="LiveId" clId="{ABD4904B-081A-47C6-B87B-1F2506E329D6}" dt="2025-03-30T05:00:18.995" v="1939" actId="20577"/>
          <ac:spMkLst>
            <pc:docMk/>
            <pc:sldMk cId="3165449530" sldId="9913"/>
            <ac:spMk id="46082" creationId="{E1B29ADE-B01B-C893-7794-6987D636A811}"/>
          </ac:spMkLst>
        </pc:spChg>
      </pc:sldChg>
      <pc:sldChg chg="modSp mod">
        <pc:chgData name="Lý Thanh Ngô" userId="d1fb4545a5d636d2" providerId="LiveId" clId="{ABD4904B-081A-47C6-B87B-1F2506E329D6}" dt="2025-03-30T05:00:26.809" v="1940" actId="123"/>
        <pc:sldMkLst>
          <pc:docMk/>
          <pc:sldMk cId="522233016" sldId="9914"/>
        </pc:sldMkLst>
        <pc:spChg chg="mod">
          <ac:chgData name="Lý Thanh Ngô" userId="d1fb4545a5d636d2" providerId="LiveId" clId="{ABD4904B-081A-47C6-B87B-1F2506E329D6}" dt="2025-03-30T05:00:26.809" v="1940" actId="123"/>
          <ac:spMkLst>
            <pc:docMk/>
            <pc:sldMk cId="522233016" sldId="9914"/>
            <ac:spMk id="46082" creationId="{F6B68CC3-412D-C5F9-6BF0-12DAAFAB7C4C}"/>
          </ac:spMkLst>
        </pc:spChg>
      </pc:sldChg>
      <pc:sldChg chg="modSp mod">
        <pc:chgData name="Lý Thanh Ngô" userId="d1fb4545a5d636d2" providerId="LiveId" clId="{ABD4904B-081A-47C6-B87B-1F2506E329D6}" dt="2025-03-30T05:00:30.588" v="1941" actId="123"/>
        <pc:sldMkLst>
          <pc:docMk/>
          <pc:sldMk cId="2763764899" sldId="9915"/>
        </pc:sldMkLst>
        <pc:spChg chg="mod">
          <ac:chgData name="Lý Thanh Ngô" userId="d1fb4545a5d636d2" providerId="LiveId" clId="{ABD4904B-081A-47C6-B87B-1F2506E329D6}" dt="2025-03-30T05:00:30.588" v="1941" actId="123"/>
          <ac:spMkLst>
            <pc:docMk/>
            <pc:sldMk cId="2763764899" sldId="9915"/>
            <ac:spMk id="46082" creationId="{C4B159FC-D56B-AFDD-468E-8327FB5A59E9}"/>
          </ac:spMkLst>
        </pc:spChg>
      </pc:sldChg>
      <pc:sldChg chg="modSp mod">
        <pc:chgData name="Lý Thanh Ngô" userId="d1fb4545a5d636d2" providerId="LiveId" clId="{ABD4904B-081A-47C6-B87B-1F2506E329D6}" dt="2025-03-30T05:00:34.768" v="1942" actId="123"/>
        <pc:sldMkLst>
          <pc:docMk/>
          <pc:sldMk cId="2276341674" sldId="9916"/>
        </pc:sldMkLst>
        <pc:spChg chg="mod">
          <ac:chgData name="Lý Thanh Ngô" userId="d1fb4545a5d636d2" providerId="LiveId" clId="{ABD4904B-081A-47C6-B87B-1F2506E329D6}" dt="2025-03-30T05:00:34.768" v="1942" actId="123"/>
          <ac:spMkLst>
            <pc:docMk/>
            <pc:sldMk cId="2276341674" sldId="9916"/>
            <ac:spMk id="46082" creationId="{64D8C2BA-B418-ED2B-49CA-A3324EE34F84}"/>
          </ac:spMkLst>
        </pc:spChg>
      </pc:sldChg>
      <pc:sldChg chg="modSp mod">
        <pc:chgData name="Lý Thanh Ngô" userId="d1fb4545a5d636d2" providerId="LiveId" clId="{ABD4904B-081A-47C6-B87B-1F2506E329D6}" dt="2025-03-30T05:00:37.578" v="1943" actId="123"/>
        <pc:sldMkLst>
          <pc:docMk/>
          <pc:sldMk cId="888088382" sldId="9917"/>
        </pc:sldMkLst>
        <pc:spChg chg="mod">
          <ac:chgData name="Lý Thanh Ngô" userId="d1fb4545a5d636d2" providerId="LiveId" clId="{ABD4904B-081A-47C6-B87B-1F2506E329D6}" dt="2025-03-30T05:00:37.578" v="1943" actId="123"/>
          <ac:spMkLst>
            <pc:docMk/>
            <pc:sldMk cId="888088382" sldId="9917"/>
            <ac:spMk id="46082" creationId="{0BDA323C-35E3-FDBD-2A4E-51EF8EC81D80}"/>
          </ac:spMkLst>
        </pc:spChg>
      </pc:sldChg>
      <pc:sldChg chg="modSp mod">
        <pc:chgData name="Lý Thanh Ngô" userId="d1fb4545a5d636d2" providerId="LiveId" clId="{ABD4904B-081A-47C6-B87B-1F2506E329D6}" dt="2025-03-30T05:00:40.431" v="1944" actId="123"/>
        <pc:sldMkLst>
          <pc:docMk/>
          <pc:sldMk cId="574032678" sldId="9918"/>
        </pc:sldMkLst>
        <pc:spChg chg="mod">
          <ac:chgData name="Lý Thanh Ngô" userId="d1fb4545a5d636d2" providerId="LiveId" clId="{ABD4904B-081A-47C6-B87B-1F2506E329D6}" dt="2025-03-30T05:00:40.431" v="1944" actId="123"/>
          <ac:spMkLst>
            <pc:docMk/>
            <pc:sldMk cId="574032678" sldId="9918"/>
            <ac:spMk id="46082" creationId="{61F1A4DB-79ED-8B9A-714E-8288BF017CD5}"/>
          </ac:spMkLst>
        </pc:spChg>
      </pc:sldChg>
      <pc:sldChg chg="modSp mod">
        <pc:chgData name="Lý Thanh Ngô" userId="d1fb4545a5d636d2" providerId="LiveId" clId="{ABD4904B-081A-47C6-B87B-1F2506E329D6}" dt="2025-03-30T05:00:43.285" v="1945" actId="123"/>
        <pc:sldMkLst>
          <pc:docMk/>
          <pc:sldMk cId="3268485197" sldId="9919"/>
        </pc:sldMkLst>
        <pc:spChg chg="mod">
          <ac:chgData name="Lý Thanh Ngô" userId="d1fb4545a5d636d2" providerId="LiveId" clId="{ABD4904B-081A-47C6-B87B-1F2506E329D6}" dt="2025-03-30T05:00:43.285" v="1945" actId="123"/>
          <ac:spMkLst>
            <pc:docMk/>
            <pc:sldMk cId="3268485197" sldId="9919"/>
            <ac:spMk id="46082" creationId="{CA418B87-6FFE-4F3F-0A00-510748A83D7A}"/>
          </ac:spMkLst>
        </pc:spChg>
      </pc:sldChg>
      <pc:sldChg chg="modSp mod">
        <pc:chgData name="Lý Thanh Ngô" userId="d1fb4545a5d636d2" providerId="LiveId" clId="{ABD4904B-081A-47C6-B87B-1F2506E329D6}" dt="2025-03-30T05:00:47.370" v="1946" actId="123"/>
        <pc:sldMkLst>
          <pc:docMk/>
          <pc:sldMk cId="187347292" sldId="9920"/>
        </pc:sldMkLst>
        <pc:spChg chg="mod">
          <ac:chgData name="Lý Thanh Ngô" userId="d1fb4545a5d636d2" providerId="LiveId" clId="{ABD4904B-081A-47C6-B87B-1F2506E329D6}" dt="2025-03-30T05:00:47.370" v="1946" actId="123"/>
          <ac:spMkLst>
            <pc:docMk/>
            <pc:sldMk cId="187347292" sldId="9920"/>
            <ac:spMk id="46082" creationId="{23E3E4F5-F2FC-70A2-4DCB-357274CFE020}"/>
          </ac:spMkLst>
        </pc:spChg>
      </pc:sldChg>
      <pc:sldChg chg="modSp mod">
        <pc:chgData name="Lý Thanh Ngô" userId="d1fb4545a5d636d2" providerId="LiveId" clId="{ABD4904B-081A-47C6-B87B-1F2506E329D6}" dt="2025-03-30T05:00:53.792" v="1947" actId="123"/>
        <pc:sldMkLst>
          <pc:docMk/>
          <pc:sldMk cId="1295548846" sldId="9921"/>
        </pc:sldMkLst>
        <pc:spChg chg="mod">
          <ac:chgData name="Lý Thanh Ngô" userId="d1fb4545a5d636d2" providerId="LiveId" clId="{ABD4904B-081A-47C6-B87B-1F2506E329D6}" dt="2025-03-30T05:00:53.792" v="1947" actId="123"/>
          <ac:spMkLst>
            <pc:docMk/>
            <pc:sldMk cId="1295548846" sldId="9921"/>
            <ac:spMk id="46082" creationId="{AB45D9CD-917A-320C-6C9D-94B009DFE745}"/>
          </ac:spMkLst>
        </pc:spChg>
      </pc:sldChg>
      <pc:sldChg chg="modSp mod">
        <pc:chgData name="Lý Thanh Ngô" userId="d1fb4545a5d636d2" providerId="LiveId" clId="{ABD4904B-081A-47C6-B87B-1F2506E329D6}" dt="2025-03-30T05:00:56.698" v="1948" actId="123"/>
        <pc:sldMkLst>
          <pc:docMk/>
          <pc:sldMk cId="1032720080" sldId="9922"/>
        </pc:sldMkLst>
        <pc:spChg chg="mod">
          <ac:chgData name="Lý Thanh Ngô" userId="d1fb4545a5d636d2" providerId="LiveId" clId="{ABD4904B-081A-47C6-B87B-1F2506E329D6}" dt="2025-03-30T05:00:56.698" v="1948" actId="123"/>
          <ac:spMkLst>
            <pc:docMk/>
            <pc:sldMk cId="1032720080" sldId="9922"/>
            <ac:spMk id="46082" creationId="{B04F7272-7E7A-4D00-E89F-1A611CCD4996}"/>
          </ac:spMkLst>
        </pc:spChg>
      </pc:sldChg>
      <pc:sldChg chg="modSp mod">
        <pc:chgData name="Lý Thanh Ngô" userId="d1fb4545a5d636d2" providerId="LiveId" clId="{ABD4904B-081A-47C6-B87B-1F2506E329D6}" dt="2025-03-30T05:00:59.891" v="1949" actId="123"/>
        <pc:sldMkLst>
          <pc:docMk/>
          <pc:sldMk cId="1660952084" sldId="9923"/>
        </pc:sldMkLst>
        <pc:spChg chg="mod">
          <ac:chgData name="Lý Thanh Ngô" userId="d1fb4545a5d636d2" providerId="LiveId" clId="{ABD4904B-081A-47C6-B87B-1F2506E329D6}" dt="2025-03-30T05:00:59.891" v="1949" actId="123"/>
          <ac:spMkLst>
            <pc:docMk/>
            <pc:sldMk cId="1660952084" sldId="9923"/>
            <ac:spMk id="46082" creationId="{3782FF22-374E-1F13-3700-806F91B3C50D}"/>
          </ac:spMkLst>
        </pc:spChg>
      </pc:sldChg>
      <pc:sldChg chg="modSp mod">
        <pc:chgData name="Lý Thanh Ngô" userId="d1fb4545a5d636d2" providerId="LiveId" clId="{ABD4904B-081A-47C6-B87B-1F2506E329D6}" dt="2025-03-30T05:01:12.170" v="1953" actId="255"/>
        <pc:sldMkLst>
          <pc:docMk/>
          <pc:sldMk cId="135439565" sldId="9924"/>
        </pc:sldMkLst>
        <pc:spChg chg="mod">
          <ac:chgData name="Lý Thanh Ngô" userId="d1fb4545a5d636d2" providerId="LiveId" clId="{ABD4904B-081A-47C6-B87B-1F2506E329D6}" dt="2025-03-30T05:01:12.170" v="1953" actId="255"/>
          <ac:spMkLst>
            <pc:docMk/>
            <pc:sldMk cId="135439565" sldId="9924"/>
            <ac:spMk id="46082" creationId="{A04F28CD-D38D-D8A7-A32D-68EB065C63EC}"/>
          </ac:spMkLst>
        </pc:spChg>
      </pc:sldChg>
      <pc:sldChg chg="modSp mod">
        <pc:chgData name="Lý Thanh Ngô" userId="d1fb4545a5d636d2" providerId="LiveId" clId="{ABD4904B-081A-47C6-B87B-1F2506E329D6}" dt="2025-03-30T05:01:20.441" v="1956" actId="6549"/>
        <pc:sldMkLst>
          <pc:docMk/>
          <pc:sldMk cId="3976937419" sldId="9925"/>
        </pc:sldMkLst>
        <pc:spChg chg="mod">
          <ac:chgData name="Lý Thanh Ngô" userId="d1fb4545a5d636d2" providerId="LiveId" clId="{ABD4904B-081A-47C6-B87B-1F2506E329D6}" dt="2025-03-30T05:01:20.441" v="1956" actId="6549"/>
          <ac:spMkLst>
            <pc:docMk/>
            <pc:sldMk cId="3976937419" sldId="9925"/>
            <ac:spMk id="46082" creationId="{9076FCC7-650B-65D4-2AE8-2FF676493363}"/>
          </ac:spMkLst>
        </pc:spChg>
      </pc:sldChg>
      <pc:sldChg chg="modSp mod">
        <pc:chgData name="Lý Thanh Ngô" userId="d1fb4545a5d636d2" providerId="LiveId" clId="{ABD4904B-081A-47C6-B87B-1F2506E329D6}" dt="2025-03-30T05:01:24.556" v="1957" actId="123"/>
        <pc:sldMkLst>
          <pc:docMk/>
          <pc:sldMk cId="3849524063" sldId="9926"/>
        </pc:sldMkLst>
        <pc:spChg chg="mod">
          <ac:chgData name="Lý Thanh Ngô" userId="d1fb4545a5d636d2" providerId="LiveId" clId="{ABD4904B-081A-47C6-B87B-1F2506E329D6}" dt="2025-03-30T05:01:24.556" v="1957" actId="123"/>
          <ac:spMkLst>
            <pc:docMk/>
            <pc:sldMk cId="3849524063" sldId="9926"/>
            <ac:spMk id="46082" creationId="{4383DA44-7C29-F4D8-2001-51B997A82768}"/>
          </ac:spMkLst>
        </pc:spChg>
      </pc:sldChg>
      <pc:sldChg chg="modSp mod">
        <pc:chgData name="Lý Thanh Ngô" userId="d1fb4545a5d636d2" providerId="LiveId" clId="{ABD4904B-081A-47C6-B87B-1F2506E329D6}" dt="2025-03-30T05:01:31.712" v="1960" actId="20577"/>
        <pc:sldMkLst>
          <pc:docMk/>
          <pc:sldMk cId="4166180669" sldId="9927"/>
        </pc:sldMkLst>
        <pc:spChg chg="mod">
          <ac:chgData name="Lý Thanh Ngô" userId="d1fb4545a5d636d2" providerId="LiveId" clId="{ABD4904B-081A-47C6-B87B-1F2506E329D6}" dt="2025-03-30T05:01:31.712" v="1960" actId="20577"/>
          <ac:spMkLst>
            <pc:docMk/>
            <pc:sldMk cId="4166180669" sldId="9927"/>
            <ac:spMk id="46082" creationId="{345A4EAC-D0D7-F4D1-D9F1-844A947C5F1C}"/>
          </ac:spMkLst>
        </pc:spChg>
      </pc:sldChg>
      <pc:sldChg chg="modSp mod">
        <pc:chgData name="Lý Thanh Ngô" userId="d1fb4545a5d636d2" providerId="LiveId" clId="{ABD4904B-081A-47C6-B87B-1F2506E329D6}" dt="2025-03-30T05:01:44.811" v="1961" actId="123"/>
        <pc:sldMkLst>
          <pc:docMk/>
          <pc:sldMk cId="6715914" sldId="9928"/>
        </pc:sldMkLst>
        <pc:spChg chg="mod">
          <ac:chgData name="Lý Thanh Ngô" userId="d1fb4545a5d636d2" providerId="LiveId" clId="{ABD4904B-081A-47C6-B87B-1F2506E329D6}" dt="2025-03-30T05:01:44.811" v="1961" actId="123"/>
          <ac:spMkLst>
            <pc:docMk/>
            <pc:sldMk cId="6715914" sldId="9928"/>
            <ac:spMk id="46082" creationId="{A6102EEC-F65B-8198-2AD9-D11506836785}"/>
          </ac:spMkLst>
        </pc:spChg>
      </pc:sldChg>
      <pc:sldChg chg="modSp mod">
        <pc:chgData name="Lý Thanh Ngô" userId="d1fb4545a5d636d2" providerId="LiveId" clId="{ABD4904B-081A-47C6-B87B-1F2506E329D6}" dt="2025-03-30T05:01:58.649" v="1967" actId="20577"/>
        <pc:sldMkLst>
          <pc:docMk/>
          <pc:sldMk cId="3588150592" sldId="9929"/>
        </pc:sldMkLst>
        <pc:spChg chg="mod">
          <ac:chgData name="Lý Thanh Ngô" userId="d1fb4545a5d636d2" providerId="LiveId" clId="{ABD4904B-081A-47C6-B87B-1F2506E329D6}" dt="2025-03-30T05:01:58.649" v="1967" actId="20577"/>
          <ac:spMkLst>
            <pc:docMk/>
            <pc:sldMk cId="3588150592" sldId="9929"/>
            <ac:spMk id="46082" creationId="{AFB126A8-ED0F-3443-5038-5E183D1787AA}"/>
          </ac:spMkLst>
        </pc:spChg>
      </pc:sldChg>
      <pc:sldChg chg="modSp mod">
        <pc:chgData name="Lý Thanh Ngô" userId="d1fb4545a5d636d2" providerId="LiveId" clId="{ABD4904B-081A-47C6-B87B-1F2506E329D6}" dt="2025-03-30T05:02:05.390" v="1968" actId="123"/>
        <pc:sldMkLst>
          <pc:docMk/>
          <pc:sldMk cId="2367944318" sldId="9930"/>
        </pc:sldMkLst>
        <pc:spChg chg="mod">
          <ac:chgData name="Lý Thanh Ngô" userId="d1fb4545a5d636d2" providerId="LiveId" clId="{ABD4904B-081A-47C6-B87B-1F2506E329D6}" dt="2025-03-30T05:02:05.390" v="1968" actId="123"/>
          <ac:spMkLst>
            <pc:docMk/>
            <pc:sldMk cId="2367944318" sldId="9930"/>
            <ac:spMk id="46082" creationId="{B1B498CC-D6A0-FD46-C8FD-DB2124503A80}"/>
          </ac:spMkLst>
        </pc:spChg>
      </pc:sldChg>
      <pc:sldChg chg="modSp mod">
        <pc:chgData name="Lý Thanh Ngô" userId="d1fb4545a5d636d2" providerId="LiveId" clId="{ABD4904B-081A-47C6-B87B-1F2506E329D6}" dt="2025-03-30T05:02:10.170" v="1969" actId="123"/>
        <pc:sldMkLst>
          <pc:docMk/>
          <pc:sldMk cId="661416154" sldId="9931"/>
        </pc:sldMkLst>
        <pc:spChg chg="mod">
          <ac:chgData name="Lý Thanh Ngô" userId="d1fb4545a5d636d2" providerId="LiveId" clId="{ABD4904B-081A-47C6-B87B-1F2506E329D6}" dt="2025-03-30T05:02:10.170" v="1969" actId="123"/>
          <ac:spMkLst>
            <pc:docMk/>
            <pc:sldMk cId="661416154" sldId="9931"/>
            <ac:spMk id="46082" creationId="{83C3B709-7413-FADA-D182-7D3D4E2FA35F}"/>
          </ac:spMkLst>
        </pc:spChg>
      </pc:sldChg>
      <pc:sldChg chg="modSp mod">
        <pc:chgData name="Lý Thanh Ngô" userId="d1fb4545a5d636d2" providerId="LiveId" clId="{ABD4904B-081A-47C6-B87B-1F2506E329D6}" dt="2025-03-30T05:02:13.078" v="1970" actId="123"/>
        <pc:sldMkLst>
          <pc:docMk/>
          <pc:sldMk cId="2138796068" sldId="9932"/>
        </pc:sldMkLst>
        <pc:spChg chg="mod">
          <ac:chgData name="Lý Thanh Ngô" userId="d1fb4545a5d636d2" providerId="LiveId" clId="{ABD4904B-081A-47C6-B87B-1F2506E329D6}" dt="2025-03-30T05:02:13.078" v="1970" actId="123"/>
          <ac:spMkLst>
            <pc:docMk/>
            <pc:sldMk cId="2138796068" sldId="9932"/>
            <ac:spMk id="46082" creationId="{2ECB7632-4EC8-3ABB-6B5A-7BAD5CDE8E57}"/>
          </ac:spMkLst>
        </pc:spChg>
      </pc:sldChg>
      <pc:sldChg chg="modSp mod">
        <pc:chgData name="Lý Thanh Ngô" userId="d1fb4545a5d636d2" providerId="LiveId" clId="{ABD4904B-081A-47C6-B87B-1F2506E329D6}" dt="2025-03-30T05:02:32.964" v="1973" actId="255"/>
        <pc:sldMkLst>
          <pc:docMk/>
          <pc:sldMk cId="603951992" sldId="9933"/>
        </pc:sldMkLst>
        <pc:spChg chg="mod">
          <ac:chgData name="Lý Thanh Ngô" userId="d1fb4545a5d636d2" providerId="LiveId" clId="{ABD4904B-081A-47C6-B87B-1F2506E329D6}" dt="2025-03-30T05:02:32.964" v="1973" actId="255"/>
          <ac:spMkLst>
            <pc:docMk/>
            <pc:sldMk cId="603951992" sldId="9933"/>
            <ac:spMk id="46082" creationId="{BEC80A15-78DE-6A11-1B57-BC29ADB87B64}"/>
          </ac:spMkLst>
        </pc:spChg>
      </pc:sldChg>
      <pc:sldChg chg="modSp mod">
        <pc:chgData name="Lý Thanh Ngô" userId="d1fb4545a5d636d2" providerId="LiveId" clId="{ABD4904B-081A-47C6-B87B-1F2506E329D6}" dt="2025-03-30T05:02:41.316" v="1976" actId="403"/>
        <pc:sldMkLst>
          <pc:docMk/>
          <pc:sldMk cId="4139010742" sldId="9934"/>
        </pc:sldMkLst>
        <pc:spChg chg="mod">
          <ac:chgData name="Lý Thanh Ngô" userId="d1fb4545a5d636d2" providerId="LiveId" clId="{ABD4904B-081A-47C6-B87B-1F2506E329D6}" dt="2025-03-30T05:02:41.316" v="1976" actId="403"/>
          <ac:spMkLst>
            <pc:docMk/>
            <pc:sldMk cId="4139010742" sldId="9934"/>
            <ac:spMk id="46082" creationId="{EEF358A9-9BD6-B364-418E-E00F792B9830}"/>
          </ac:spMkLst>
        </pc:spChg>
      </pc:sldChg>
      <pc:sldChg chg="modSp mod">
        <pc:chgData name="Lý Thanh Ngô" userId="d1fb4545a5d636d2" providerId="LiveId" clId="{ABD4904B-081A-47C6-B87B-1F2506E329D6}" dt="2025-03-30T05:02:55.221" v="1990" actId="404"/>
        <pc:sldMkLst>
          <pc:docMk/>
          <pc:sldMk cId="678953230" sldId="9935"/>
        </pc:sldMkLst>
        <pc:spChg chg="mod">
          <ac:chgData name="Lý Thanh Ngô" userId="d1fb4545a5d636d2" providerId="LiveId" clId="{ABD4904B-081A-47C6-B87B-1F2506E329D6}" dt="2025-03-30T05:02:55.221" v="1990" actId="404"/>
          <ac:spMkLst>
            <pc:docMk/>
            <pc:sldMk cId="678953230" sldId="9935"/>
            <ac:spMk id="46082" creationId="{1A28ACAD-F88F-7701-345E-2C6AF61FD97E}"/>
          </ac:spMkLst>
        </pc:spChg>
      </pc:sldChg>
      <pc:sldChg chg="modSp add mod">
        <pc:chgData name="Lý Thanh Ngô" userId="d1fb4545a5d636d2" providerId="LiveId" clId="{ABD4904B-081A-47C6-B87B-1F2506E329D6}" dt="2025-03-30T04:33:10.668" v="1243" actId="403"/>
        <pc:sldMkLst>
          <pc:docMk/>
          <pc:sldMk cId="2840395799" sldId="9936"/>
        </pc:sldMkLst>
        <pc:spChg chg="mod">
          <ac:chgData name="Lý Thanh Ngô" userId="d1fb4545a5d636d2" providerId="LiveId" clId="{ABD4904B-081A-47C6-B87B-1F2506E329D6}" dt="2025-03-30T04:33:10.668" v="1243" actId="403"/>
          <ac:spMkLst>
            <pc:docMk/>
            <pc:sldMk cId="2840395799" sldId="9936"/>
            <ac:spMk id="66562" creationId="{21102977-3B5A-1558-31A1-C4E1BFDE937F}"/>
          </ac:spMkLst>
        </pc:spChg>
      </pc:sldChg>
      <pc:sldChg chg="add del ord">
        <pc:chgData name="Lý Thanh Ngô" userId="d1fb4545a5d636d2" providerId="LiveId" clId="{ABD4904B-081A-47C6-B87B-1F2506E329D6}" dt="2025-03-30T04:30:54.836" v="1203" actId="47"/>
        <pc:sldMkLst>
          <pc:docMk/>
          <pc:sldMk cId="3686030830" sldId="9936"/>
        </pc:sldMkLst>
      </pc:sldChg>
      <pc:sldChg chg="new setBg">
        <pc:chgData name="Lý Thanh Ngô" userId="d1fb4545a5d636d2" providerId="LiveId" clId="{ABD4904B-081A-47C6-B87B-1F2506E329D6}" dt="2025-03-30T04:47:52.793" v="1645"/>
        <pc:sldMkLst>
          <pc:docMk/>
          <pc:sldMk cId="1696849316" sldId="9937"/>
        </pc:sldMkLst>
      </pc:sldChg>
      <pc:sldMasterChg chg="del delSldLayout">
        <pc:chgData name="Lý Thanh Ngô" userId="d1fb4545a5d636d2" providerId="LiveId" clId="{ABD4904B-081A-47C6-B87B-1F2506E329D6}" dt="2025-03-27T07:54:44.862" v="623" actId="47"/>
        <pc:sldMasterMkLst>
          <pc:docMk/>
          <pc:sldMasterMk cId="2331289677" sldId="2147483660"/>
        </pc:sldMasterMkLst>
        <pc:sldLayoutChg chg="del">
          <pc:chgData name="Lý Thanh Ngô" userId="d1fb4545a5d636d2" providerId="LiveId" clId="{ABD4904B-081A-47C6-B87B-1F2506E329D6}" dt="2025-03-27T07:54:44.862" v="623" actId="47"/>
          <pc:sldLayoutMkLst>
            <pc:docMk/>
            <pc:sldMasterMk cId="2331289677" sldId="2147483660"/>
            <pc:sldLayoutMk cId="1477452345" sldId="2147483661"/>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153371939" sldId="2147483662"/>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340841954" sldId="2147483663"/>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861417460" sldId="2147483664"/>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699463424" sldId="2147483665"/>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61573196" sldId="2147483666"/>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30551362" sldId="2147483667"/>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069658008" sldId="2147483668"/>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94302990" sldId="2147483669"/>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533410086" sldId="2147483670"/>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742728602" sldId="2147483671"/>
          </pc:sldLayoutMkLst>
        </pc:sldLayoutChg>
      </pc:sldMasterChg>
    </pc:docChg>
  </pc:docChgLst>
  <pc:docChgLst>
    <pc:chgData name="Lý Thanh Ngô" userId="d1fb4545a5d636d2" providerId="LiveId" clId="{F575B444-C68A-C747-A235-E506A0A29BF4}"/>
    <pc:docChg chg="addSld sldOrd">
      <pc:chgData name="Lý Thanh Ngô" userId="d1fb4545a5d636d2" providerId="LiveId" clId="{F575B444-C68A-C747-A235-E506A0A29BF4}" dt="2025-04-05T22:18:37.504" v="1" actId="1076"/>
      <pc:docMkLst>
        <pc:docMk/>
      </pc:docMkLst>
      <pc:sldChg chg="new ord">
        <pc:chgData name="Lý Thanh Ngô" userId="d1fb4545a5d636d2" providerId="LiveId" clId="{F575B444-C68A-C747-A235-E506A0A29BF4}" dt="2025-04-05T22:18:37.504" v="1" actId="1076"/>
        <pc:sldMkLst>
          <pc:docMk/>
          <pc:sldMk cId="901106724" sldId="99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01FF8C-FB8E-45AF-B0FA-95B6560BE94A}" type="datetimeFigureOut">
              <a:rPr lang="en-US" smtClean="0"/>
              <a:t>5/24/2025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8246CF-7178-41AD-B6F8-BACEEA28FBE0}" type="slidenum">
              <a:rPr lang="en-US" smtClean="0"/>
              <a:t>‹#›</a:t>
            </a:fld>
            <a:endParaRPr lang="en-US"/>
          </a:p>
        </p:txBody>
      </p:sp>
    </p:spTree>
    <p:extLst>
      <p:ext uri="{BB962C8B-B14F-4D97-AF65-F5344CB8AC3E}">
        <p14:creationId xmlns:p14="http://schemas.microsoft.com/office/powerpoint/2010/main" val="1778397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9620F-80F8-1C2F-3332-1ED6D9BACD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49C28A-8C5D-313A-20A1-3E2162FF63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9D76AC-3F1B-1423-1501-E81A459E24B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DD25FDD-B66C-BEE5-643A-6844AB5B0C71}"/>
              </a:ext>
            </a:extLst>
          </p:cNvPr>
          <p:cNvSpPr>
            <a:spLocks noGrp="1"/>
          </p:cNvSpPr>
          <p:nvPr>
            <p:ph type="sldNum" sz="quarter" idx="5"/>
          </p:nvPr>
        </p:nvSpPr>
        <p:spPr/>
        <p:txBody>
          <a:bodyPr/>
          <a:lstStyle/>
          <a:p>
            <a:fld id="{648246CF-7178-41AD-B6F8-BACEEA28FBE0}" type="slidenum">
              <a:rPr lang="en-US" smtClean="0"/>
              <a:t>1</a:t>
            </a:fld>
            <a:endParaRPr lang="en-US"/>
          </a:p>
        </p:txBody>
      </p:sp>
    </p:spTree>
    <p:extLst>
      <p:ext uri="{BB962C8B-B14F-4D97-AF65-F5344CB8AC3E}">
        <p14:creationId xmlns:p14="http://schemas.microsoft.com/office/powerpoint/2010/main" val="23111811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B0E8C-6253-D95B-D6B0-ADD3AD14C6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1F814F-E4EA-8C21-5493-DDF9093DE5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756107-D7A0-0318-B59C-DBA85DD1D4F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E1742E0-4E9A-95F4-326E-0D866D1876B4}"/>
              </a:ext>
            </a:extLst>
          </p:cNvPr>
          <p:cNvSpPr>
            <a:spLocks noGrp="1"/>
          </p:cNvSpPr>
          <p:nvPr>
            <p:ph type="sldNum" sz="quarter" idx="5"/>
          </p:nvPr>
        </p:nvSpPr>
        <p:spPr/>
        <p:txBody>
          <a:bodyPr/>
          <a:lstStyle/>
          <a:p>
            <a:fld id="{648246CF-7178-41AD-B6F8-BACEEA28FBE0}" type="slidenum">
              <a:rPr lang="en-US" smtClean="0"/>
              <a:t>116</a:t>
            </a:fld>
            <a:endParaRPr lang="en-US"/>
          </a:p>
        </p:txBody>
      </p:sp>
    </p:spTree>
    <p:extLst>
      <p:ext uri="{BB962C8B-B14F-4D97-AF65-F5344CB8AC3E}">
        <p14:creationId xmlns:p14="http://schemas.microsoft.com/office/powerpoint/2010/main" val="16870067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1F860-7B8A-D384-D883-B3331C97E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DF2BB-E423-6D65-F074-2074399475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674E9-42B4-2325-5CE9-B4619C627997}"/>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CC3392B-4D7C-11C6-37EC-2C28C88E21B9}"/>
              </a:ext>
            </a:extLst>
          </p:cNvPr>
          <p:cNvSpPr>
            <a:spLocks noGrp="1"/>
          </p:cNvSpPr>
          <p:nvPr>
            <p:ph type="sldNum" sz="quarter" idx="5"/>
          </p:nvPr>
        </p:nvSpPr>
        <p:spPr/>
        <p:txBody>
          <a:bodyPr/>
          <a:lstStyle/>
          <a:p>
            <a:fld id="{648246CF-7178-41AD-B6F8-BACEEA28FBE0}" type="slidenum">
              <a:rPr lang="en-US" smtClean="0"/>
              <a:t>118</a:t>
            </a:fld>
            <a:endParaRPr lang="en-US"/>
          </a:p>
        </p:txBody>
      </p:sp>
    </p:spTree>
    <p:extLst>
      <p:ext uri="{BB962C8B-B14F-4D97-AF65-F5344CB8AC3E}">
        <p14:creationId xmlns:p14="http://schemas.microsoft.com/office/powerpoint/2010/main" val="1370412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3B11E-3875-4468-08A4-F0A07E820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BA566-451A-D95D-48CB-EE92BDFA3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9F9967-55F8-1E3A-5685-E8146330197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EDA3996-6962-2C1A-97F2-640FE4F3D077}"/>
              </a:ext>
            </a:extLst>
          </p:cNvPr>
          <p:cNvSpPr>
            <a:spLocks noGrp="1"/>
          </p:cNvSpPr>
          <p:nvPr>
            <p:ph type="sldNum" sz="quarter" idx="5"/>
          </p:nvPr>
        </p:nvSpPr>
        <p:spPr/>
        <p:txBody>
          <a:bodyPr/>
          <a:lstStyle/>
          <a:p>
            <a:fld id="{648246CF-7178-41AD-B6F8-BACEEA28FBE0}" type="slidenum">
              <a:rPr lang="en-US" smtClean="0"/>
              <a:t>119</a:t>
            </a:fld>
            <a:endParaRPr lang="en-US"/>
          </a:p>
        </p:txBody>
      </p:sp>
    </p:spTree>
    <p:extLst>
      <p:ext uri="{BB962C8B-B14F-4D97-AF65-F5344CB8AC3E}">
        <p14:creationId xmlns:p14="http://schemas.microsoft.com/office/powerpoint/2010/main" val="1186151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98E02-D487-A136-2990-358E92CB96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7A568F-E462-A017-3045-E3EDB91F9F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D7D677-0E16-CDDE-B989-0769832D0F1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078D51D1-A758-BC3E-CDBD-EAA8E7934A04}"/>
              </a:ext>
            </a:extLst>
          </p:cNvPr>
          <p:cNvSpPr>
            <a:spLocks noGrp="1"/>
          </p:cNvSpPr>
          <p:nvPr>
            <p:ph type="sldNum" sz="quarter" idx="5"/>
          </p:nvPr>
        </p:nvSpPr>
        <p:spPr/>
        <p:txBody>
          <a:bodyPr/>
          <a:lstStyle/>
          <a:p>
            <a:fld id="{648246CF-7178-41AD-B6F8-BACEEA28FBE0}" type="slidenum">
              <a:rPr lang="en-US" smtClean="0"/>
              <a:t>120</a:t>
            </a:fld>
            <a:endParaRPr lang="en-US"/>
          </a:p>
        </p:txBody>
      </p:sp>
    </p:spTree>
    <p:extLst>
      <p:ext uri="{BB962C8B-B14F-4D97-AF65-F5344CB8AC3E}">
        <p14:creationId xmlns:p14="http://schemas.microsoft.com/office/powerpoint/2010/main" val="38997035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EDA56-BA17-DA67-A42F-52CFB89F27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410C60-1A63-18CE-FFB1-8F5A87DCC6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335A98-0B82-0DA1-E98D-D773682E5EA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E0FCC77D-41DC-96EA-216E-72BFB0E1D42A}"/>
              </a:ext>
            </a:extLst>
          </p:cNvPr>
          <p:cNvSpPr>
            <a:spLocks noGrp="1"/>
          </p:cNvSpPr>
          <p:nvPr>
            <p:ph type="sldNum" sz="quarter" idx="5"/>
          </p:nvPr>
        </p:nvSpPr>
        <p:spPr/>
        <p:txBody>
          <a:bodyPr/>
          <a:lstStyle/>
          <a:p>
            <a:fld id="{648246CF-7178-41AD-B6F8-BACEEA28FBE0}" type="slidenum">
              <a:rPr lang="en-US" smtClean="0"/>
              <a:t>121</a:t>
            </a:fld>
            <a:endParaRPr lang="en-US"/>
          </a:p>
        </p:txBody>
      </p:sp>
    </p:spTree>
    <p:extLst>
      <p:ext uri="{BB962C8B-B14F-4D97-AF65-F5344CB8AC3E}">
        <p14:creationId xmlns:p14="http://schemas.microsoft.com/office/powerpoint/2010/main" val="12246845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1D53B-0EAF-94D5-F7A8-ED4732561D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36FB4C-24EE-5C30-0070-D5A10B072B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C8F68D-4895-8A4C-664D-BDCD7C80823C}"/>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4D93D84-AE0A-2BC7-A89A-513D822F8446}"/>
              </a:ext>
            </a:extLst>
          </p:cNvPr>
          <p:cNvSpPr>
            <a:spLocks noGrp="1"/>
          </p:cNvSpPr>
          <p:nvPr>
            <p:ph type="sldNum" sz="quarter" idx="5"/>
          </p:nvPr>
        </p:nvSpPr>
        <p:spPr/>
        <p:txBody>
          <a:bodyPr/>
          <a:lstStyle/>
          <a:p>
            <a:fld id="{648246CF-7178-41AD-B6F8-BACEEA28FBE0}" type="slidenum">
              <a:rPr lang="en-US" smtClean="0"/>
              <a:t>122</a:t>
            </a:fld>
            <a:endParaRPr lang="en-US"/>
          </a:p>
        </p:txBody>
      </p:sp>
    </p:spTree>
    <p:extLst>
      <p:ext uri="{BB962C8B-B14F-4D97-AF65-F5344CB8AC3E}">
        <p14:creationId xmlns:p14="http://schemas.microsoft.com/office/powerpoint/2010/main" val="8325066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8E834-4E09-9EDF-FD8A-AF3008BBAC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C08E92-91BA-3C3D-8573-AFD569DCB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20377D-6EBE-C645-0866-41BE3FAFAD06}"/>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7BF34594-9E9F-A54A-C6F1-B143C344435A}"/>
              </a:ext>
            </a:extLst>
          </p:cNvPr>
          <p:cNvSpPr>
            <a:spLocks noGrp="1"/>
          </p:cNvSpPr>
          <p:nvPr>
            <p:ph type="sldNum" sz="quarter" idx="5"/>
          </p:nvPr>
        </p:nvSpPr>
        <p:spPr/>
        <p:txBody>
          <a:bodyPr/>
          <a:lstStyle/>
          <a:p>
            <a:fld id="{648246CF-7178-41AD-B6F8-BACEEA28FBE0}" type="slidenum">
              <a:rPr lang="en-US" smtClean="0"/>
              <a:t>123</a:t>
            </a:fld>
            <a:endParaRPr lang="en-US"/>
          </a:p>
        </p:txBody>
      </p:sp>
    </p:spTree>
    <p:extLst>
      <p:ext uri="{BB962C8B-B14F-4D97-AF65-F5344CB8AC3E}">
        <p14:creationId xmlns:p14="http://schemas.microsoft.com/office/powerpoint/2010/main" val="29596296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19F96-EA28-CF01-ECB8-DD8272FC91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0C5108-4414-C66F-8BAD-896DC0C741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12040B-0CFD-E5DE-16C9-A28E21C67B1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CDB32FF-2CC5-7ACD-497D-5D8CE7CE41C6}"/>
              </a:ext>
            </a:extLst>
          </p:cNvPr>
          <p:cNvSpPr>
            <a:spLocks noGrp="1"/>
          </p:cNvSpPr>
          <p:nvPr>
            <p:ph type="sldNum" sz="quarter" idx="5"/>
          </p:nvPr>
        </p:nvSpPr>
        <p:spPr/>
        <p:txBody>
          <a:bodyPr/>
          <a:lstStyle/>
          <a:p>
            <a:fld id="{648246CF-7178-41AD-B6F8-BACEEA28FBE0}" type="slidenum">
              <a:rPr lang="en-US" smtClean="0"/>
              <a:t>124</a:t>
            </a:fld>
            <a:endParaRPr lang="en-US"/>
          </a:p>
        </p:txBody>
      </p:sp>
    </p:spTree>
    <p:extLst>
      <p:ext uri="{BB962C8B-B14F-4D97-AF65-F5344CB8AC3E}">
        <p14:creationId xmlns:p14="http://schemas.microsoft.com/office/powerpoint/2010/main" val="39876532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3A04E-09C4-5AB9-4D43-930B203EB6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570C04-11AC-1003-B9EF-C1B03D9340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C435AD-25C8-6014-9EB6-1865B893CB8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F039B6AD-E82B-C322-0196-0CC05B198AE5}"/>
              </a:ext>
            </a:extLst>
          </p:cNvPr>
          <p:cNvSpPr>
            <a:spLocks noGrp="1"/>
          </p:cNvSpPr>
          <p:nvPr>
            <p:ph type="sldNum" sz="quarter" idx="5"/>
          </p:nvPr>
        </p:nvSpPr>
        <p:spPr/>
        <p:txBody>
          <a:bodyPr/>
          <a:lstStyle/>
          <a:p>
            <a:fld id="{648246CF-7178-41AD-B6F8-BACEEA28FBE0}" type="slidenum">
              <a:rPr lang="en-US" smtClean="0"/>
              <a:t>125</a:t>
            </a:fld>
            <a:endParaRPr lang="en-US"/>
          </a:p>
        </p:txBody>
      </p:sp>
    </p:spTree>
    <p:extLst>
      <p:ext uri="{BB962C8B-B14F-4D97-AF65-F5344CB8AC3E}">
        <p14:creationId xmlns:p14="http://schemas.microsoft.com/office/powerpoint/2010/main" val="39048396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89527-68A0-540B-3D12-1EB545F0DB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124220-B091-F290-1C3E-55A0CF4CCA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97D3FE-152A-9B06-0F56-33738220A586}"/>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FDB70409-4FCF-49D1-28F1-4E9900A4BFD5}"/>
              </a:ext>
            </a:extLst>
          </p:cNvPr>
          <p:cNvSpPr>
            <a:spLocks noGrp="1"/>
          </p:cNvSpPr>
          <p:nvPr>
            <p:ph type="sldNum" sz="quarter" idx="5"/>
          </p:nvPr>
        </p:nvSpPr>
        <p:spPr/>
        <p:txBody>
          <a:bodyPr/>
          <a:lstStyle/>
          <a:p>
            <a:fld id="{648246CF-7178-41AD-B6F8-BACEEA28FBE0}" type="slidenum">
              <a:rPr lang="en-US" smtClean="0"/>
              <a:t>126</a:t>
            </a:fld>
            <a:endParaRPr lang="en-US"/>
          </a:p>
        </p:txBody>
      </p:sp>
    </p:spTree>
    <p:extLst>
      <p:ext uri="{BB962C8B-B14F-4D97-AF65-F5344CB8AC3E}">
        <p14:creationId xmlns:p14="http://schemas.microsoft.com/office/powerpoint/2010/main" val="6444466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F336B-FD29-E3AF-6D31-BC986662BB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69CA61-2494-A353-20A9-3E3920D289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5BA7D3-227C-DAB2-3123-7C12D5B2276C}"/>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740B4313-E600-F5C7-60A6-65B1B6826B93}"/>
              </a:ext>
            </a:extLst>
          </p:cNvPr>
          <p:cNvSpPr>
            <a:spLocks noGrp="1"/>
          </p:cNvSpPr>
          <p:nvPr>
            <p:ph type="sldNum" sz="quarter" idx="5"/>
          </p:nvPr>
        </p:nvSpPr>
        <p:spPr/>
        <p:txBody>
          <a:bodyPr/>
          <a:lstStyle/>
          <a:p>
            <a:fld id="{648246CF-7178-41AD-B6F8-BACEEA28FBE0}" type="slidenum">
              <a:rPr lang="en-US" smtClean="0"/>
              <a:t>127</a:t>
            </a:fld>
            <a:endParaRPr lang="en-US"/>
          </a:p>
        </p:txBody>
      </p:sp>
    </p:spTree>
    <p:extLst>
      <p:ext uri="{BB962C8B-B14F-4D97-AF65-F5344CB8AC3E}">
        <p14:creationId xmlns:p14="http://schemas.microsoft.com/office/powerpoint/2010/main" val="182044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D0166-ABB1-348F-A85E-5DD90DDE9B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59375C-CEAF-F3F8-9BDB-FB5380D02E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AE1F96-59B8-E124-4FCF-C000CB5CE01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80BF466-A61D-CE29-FA2F-A5F3BD7A84D6}"/>
              </a:ext>
            </a:extLst>
          </p:cNvPr>
          <p:cNvSpPr>
            <a:spLocks noGrp="1"/>
          </p:cNvSpPr>
          <p:nvPr>
            <p:ph type="sldNum" sz="quarter" idx="5"/>
          </p:nvPr>
        </p:nvSpPr>
        <p:spPr/>
        <p:txBody>
          <a:bodyPr/>
          <a:lstStyle/>
          <a:p>
            <a:fld id="{648246CF-7178-41AD-B6F8-BACEEA28FBE0}" type="slidenum">
              <a:rPr lang="en-US" smtClean="0"/>
              <a:t>128</a:t>
            </a:fld>
            <a:endParaRPr lang="en-US"/>
          </a:p>
        </p:txBody>
      </p:sp>
    </p:spTree>
    <p:extLst>
      <p:ext uri="{BB962C8B-B14F-4D97-AF65-F5344CB8AC3E}">
        <p14:creationId xmlns:p14="http://schemas.microsoft.com/office/powerpoint/2010/main" val="608172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233B4-441B-B575-A34C-86CC2C329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4CC08-3F63-2852-DF53-4AE2FDD70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2036C-CEA5-7883-CF73-08CB9005CBA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84F7A40-EC06-8340-3633-63E70C1F5D5B}"/>
              </a:ext>
            </a:extLst>
          </p:cNvPr>
          <p:cNvSpPr>
            <a:spLocks noGrp="1"/>
          </p:cNvSpPr>
          <p:nvPr>
            <p:ph type="sldNum" sz="quarter" idx="5"/>
          </p:nvPr>
        </p:nvSpPr>
        <p:spPr/>
        <p:txBody>
          <a:bodyPr/>
          <a:lstStyle/>
          <a:p>
            <a:fld id="{648246CF-7178-41AD-B6F8-BACEEA28FBE0}" type="slidenum">
              <a:rPr lang="en-US" smtClean="0"/>
              <a:t>130</a:t>
            </a:fld>
            <a:endParaRPr lang="en-US"/>
          </a:p>
        </p:txBody>
      </p:sp>
    </p:spTree>
    <p:extLst>
      <p:ext uri="{BB962C8B-B14F-4D97-AF65-F5344CB8AC3E}">
        <p14:creationId xmlns:p14="http://schemas.microsoft.com/office/powerpoint/2010/main" val="25393154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70A03-DC9A-3481-83DC-245347933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14A3A-C0ED-1C37-4801-E0528D4CC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823AB3-7ECC-09B9-DEB2-3DEC7E47736B}"/>
              </a:ext>
            </a:extLst>
          </p:cNvPr>
          <p:cNvSpPr>
            <a:spLocks noGrp="1"/>
          </p:cNvSpPr>
          <p:nvPr>
            <p:ph type="body" idx="1"/>
          </p:nvPr>
        </p:nvSpPr>
        <p:spPr/>
        <p:txBody>
          <a:bodyPr/>
          <a:lstStyle/>
          <a:p>
            <a:pPr marL="228600" indent="-228600">
              <a:buAutoNum type="arabicPeriod"/>
            </a:pPr>
            <a:r>
              <a:rPr lang="vi-VN" b="0" i="0">
                <a:solidFill>
                  <a:srgbClr val="FF0000"/>
                </a:solidFill>
                <a:effectLst/>
                <a:latin typeface="Arial" panose="020B0604020202020204" pitchFamily="34" charset="0"/>
              </a:rPr>
              <a:t>Khi Chúa đem những người Si-</a:t>
            </a:r>
            <a:r>
              <a:rPr lang="vi-VN" b="0" i="0" err="1">
                <a:solidFill>
                  <a:srgbClr val="FF0000"/>
                </a:solidFill>
                <a:effectLst/>
                <a:latin typeface="Arial" panose="020B0604020202020204" pitchFamily="34" charset="0"/>
              </a:rPr>
              <a:t>on</a:t>
            </a:r>
            <a:r>
              <a:rPr lang="vi-VN" b="0" i="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a:solidFill>
                <a:srgbClr val="FF0000"/>
              </a:solidFill>
              <a:effectLst/>
              <a:latin typeface="Arial" panose="020B0604020202020204" pitchFamily="34" charset="0"/>
            </a:endParaRPr>
          </a:p>
          <a:p>
            <a:pPr marL="0" indent="0">
              <a:buNone/>
            </a:pPr>
            <a:r>
              <a:rPr lang="vi-VN" b="0" i="0" err="1">
                <a:solidFill>
                  <a:srgbClr val="FF0000"/>
                </a:solidFill>
                <a:effectLst/>
                <a:latin typeface="Arial" panose="020B0604020202020204" pitchFamily="34" charset="0"/>
              </a:rPr>
              <a:t>ĐK</a:t>
            </a:r>
            <a:r>
              <a:rPr lang="vi-VN" b="0" i="0">
                <a:solidFill>
                  <a:srgbClr val="FF0000"/>
                </a:solidFill>
                <a:effectLst/>
                <a:latin typeface="Arial" panose="020B0604020202020204" pitchFamily="34" charset="0"/>
              </a:rPr>
              <a:t>: Chúa đã đối xử nhân từ với chúng con, nên chúng con mừng vui bao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a:p>
        </p:txBody>
      </p:sp>
      <p:sp>
        <p:nvSpPr>
          <p:cNvPr id="4" name="Slide Number Placeholder 3">
            <a:extLst>
              <a:ext uri="{FF2B5EF4-FFF2-40B4-BE49-F238E27FC236}">
                <a16:creationId xmlns:a16="http://schemas.microsoft.com/office/drawing/2014/main" id="{F1432954-EC4F-658E-7405-FA5635CD29FC}"/>
              </a:ext>
            </a:extLst>
          </p:cNvPr>
          <p:cNvSpPr>
            <a:spLocks noGrp="1"/>
          </p:cNvSpPr>
          <p:nvPr>
            <p:ph type="sldNum" sz="quarter" idx="5"/>
          </p:nvPr>
        </p:nvSpPr>
        <p:spPr/>
        <p:txBody>
          <a:bodyPr/>
          <a:lstStyle/>
          <a:p>
            <a:fld id="{648246CF-7178-41AD-B6F8-BACEEA28FBE0}" type="slidenum">
              <a:rPr lang="en-US" smtClean="0"/>
              <a:t>131</a:t>
            </a:fld>
            <a:endParaRPr lang="en-US"/>
          </a:p>
        </p:txBody>
      </p:sp>
    </p:spTree>
    <p:extLst>
      <p:ext uri="{BB962C8B-B14F-4D97-AF65-F5344CB8AC3E}">
        <p14:creationId xmlns:p14="http://schemas.microsoft.com/office/powerpoint/2010/main" val="35081294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87E25-D719-49C1-DFCA-8A846CFEF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E6FF1E-E644-B776-0A1C-04F01B7881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4524F4-A3E4-6FF1-3E8A-8B0C51AD0B4C}"/>
              </a:ext>
            </a:extLst>
          </p:cNvPr>
          <p:cNvSpPr>
            <a:spLocks noGrp="1"/>
          </p:cNvSpPr>
          <p:nvPr>
            <p:ph type="body" idx="1"/>
          </p:nvPr>
        </p:nvSpPr>
        <p:spPr/>
        <p:txBody>
          <a:bodyPr/>
          <a:lstStyle/>
          <a:p>
            <a:pPr marL="228600" indent="-228600">
              <a:buAutoNum type="arabicPeriod"/>
            </a:pPr>
            <a:r>
              <a:rPr lang="vi-VN" b="0" i="0">
                <a:solidFill>
                  <a:srgbClr val="FF0000"/>
                </a:solidFill>
                <a:effectLst/>
                <a:latin typeface="Arial" panose="020B0604020202020204" pitchFamily="34" charset="0"/>
              </a:rPr>
              <a:t>Khi Chúa đem những người Si-</a:t>
            </a:r>
            <a:r>
              <a:rPr lang="vi-VN" b="0" i="0" err="1">
                <a:solidFill>
                  <a:srgbClr val="FF0000"/>
                </a:solidFill>
                <a:effectLst/>
                <a:latin typeface="Arial" panose="020B0604020202020204" pitchFamily="34" charset="0"/>
              </a:rPr>
              <a:t>on</a:t>
            </a:r>
            <a:r>
              <a:rPr lang="vi-VN" b="0" i="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a:solidFill>
                <a:srgbClr val="FF0000"/>
              </a:solidFill>
              <a:effectLst/>
              <a:latin typeface="Arial" panose="020B0604020202020204" pitchFamily="34" charset="0"/>
            </a:endParaRPr>
          </a:p>
          <a:p>
            <a:pPr marL="0" indent="0">
              <a:buNone/>
            </a:pPr>
            <a:r>
              <a:rPr lang="vi-VN" b="0" i="0" err="1">
                <a:solidFill>
                  <a:srgbClr val="FF0000"/>
                </a:solidFill>
                <a:effectLst/>
                <a:latin typeface="Arial" panose="020B0604020202020204" pitchFamily="34" charset="0"/>
              </a:rPr>
              <a:t>ĐK</a:t>
            </a:r>
            <a:r>
              <a:rPr lang="vi-VN" b="0" i="0">
                <a:solidFill>
                  <a:srgbClr val="FF0000"/>
                </a:solidFill>
                <a:effectLst/>
                <a:latin typeface="Arial" panose="020B0604020202020204" pitchFamily="34" charset="0"/>
              </a:rPr>
              <a:t>: Chúa đã đối xử nhân từ với chúng con, nên chúng con mừng vui bao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a:p>
        </p:txBody>
      </p:sp>
      <p:sp>
        <p:nvSpPr>
          <p:cNvPr id="4" name="Slide Number Placeholder 3">
            <a:extLst>
              <a:ext uri="{FF2B5EF4-FFF2-40B4-BE49-F238E27FC236}">
                <a16:creationId xmlns:a16="http://schemas.microsoft.com/office/drawing/2014/main" id="{B9371B36-903C-A795-C9F2-E93132CBA848}"/>
              </a:ext>
            </a:extLst>
          </p:cNvPr>
          <p:cNvSpPr>
            <a:spLocks noGrp="1"/>
          </p:cNvSpPr>
          <p:nvPr>
            <p:ph type="sldNum" sz="quarter" idx="5"/>
          </p:nvPr>
        </p:nvSpPr>
        <p:spPr/>
        <p:txBody>
          <a:bodyPr/>
          <a:lstStyle/>
          <a:p>
            <a:fld id="{648246CF-7178-41AD-B6F8-BACEEA28FBE0}" type="slidenum">
              <a:rPr lang="en-US" smtClean="0"/>
              <a:t>132</a:t>
            </a:fld>
            <a:endParaRPr lang="en-US"/>
          </a:p>
        </p:txBody>
      </p:sp>
    </p:spTree>
    <p:extLst>
      <p:ext uri="{BB962C8B-B14F-4D97-AF65-F5344CB8AC3E}">
        <p14:creationId xmlns:p14="http://schemas.microsoft.com/office/powerpoint/2010/main" val="18002275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16DA4-02E6-5422-4DEC-FCFD806A5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D26FC-62E2-8CA6-F5DA-4B0969E8B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C8DCA-A0EF-FCF1-81B8-45428639BBB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E774CAF-F0C2-658F-790E-EE436C09C707}"/>
              </a:ext>
            </a:extLst>
          </p:cNvPr>
          <p:cNvSpPr>
            <a:spLocks noGrp="1"/>
          </p:cNvSpPr>
          <p:nvPr>
            <p:ph type="sldNum" sz="quarter" idx="5"/>
          </p:nvPr>
        </p:nvSpPr>
        <p:spPr/>
        <p:txBody>
          <a:bodyPr/>
          <a:lstStyle/>
          <a:p>
            <a:fld id="{648246CF-7178-41AD-B6F8-BACEEA28FBE0}" type="slidenum">
              <a:rPr lang="en-US" smtClean="0"/>
              <a:t>133</a:t>
            </a:fld>
            <a:endParaRPr lang="en-US"/>
          </a:p>
        </p:txBody>
      </p:sp>
    </p:spTree>
    <p:extLst>
      <p:ext uri="{BB962C8B-B14F-4D97-AF65-F5344CB8AC3E}">
        <p14:creationId xmlns:p14="http://schemas.microsoft.com/office/powerpoint/2010/main" val="42306313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7107B-EFF1-F137-1FFE-111D52727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0B118-40F8-3830-2E94-80701B622D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D9CCA-C90E-BB7D-3310-B84EDE95A6E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62206C5-AB7C-B274-07CE-0F2E50647752}"/>
              </a:ext>
            </a:extLst>
          </p:cNvPr>
          <p:cNvSpPr>
            <a:spLocks noGrp="1"/>
          </p:cNvSpPr>
          <p:nvPr>
            <p:ph type="sldNum" sz="quarter" idx="5"/>
          </p:nvPr>
        </p:nvSpPr>
        <p:spPr/>
        <p:txBody>
          <a:bodyPr/>
          <a:lstStyle/>
          <a:p>
            <a:fld id="{648246CF-7178-41AD-B6F8-BACEEA28FBE0}" type="slidenum">
              <a:rPr lang="en-US" smtClean="0"/>
              <a:t>134</a:t>
            </a:fld>
            <a:endParaRPr lang="en-US"/>
          </a:p>
        </p:txBody>
      </p:sp>
    </p:spTree>
    <p:extLst>
      <p:ext uri="{BB962C8B-B14F-4D97-AF65-F5344CB8AC3E}">
        <p14:creationId xmlns:p14="http://schemas.microsoft.com/office/powerpoint/2010/main" val="37019166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1FE95-2AE4-ACB1-8CB1-4E249F4A5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6C7FD-BC93-7CB0-A9DC-2ECEDCE2CF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EBF0B-9234-CA48-36F8-96D03D262EF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4882310-B234-6576-C182-CCD4B929E9AE}"/>
              </a:ext>
            </a:extLst>
          </p:cNvPr>
          <p:cNvSpPr>
            <a:spLocks noGrp="1"/>
          </p:cNvSpPr>
          <p:nvPr>
            <p:ph type="sldNum" sz="quarter" idx="5"/>
          </p:nvPr>
        </p:nvSpPr>
        <p:spPr/>
        <p:txBody>
          <a:bodyPr/>
          <a:lstStyle/>
          <a:p>
            <a:fld id="{648246CF-7178-41AD-B6F8-BACEEA28FBE0}" type="slidenum">
              <a:rPr lang="en-US" smtClean="0"/>
              <a:t>135</a:t>
            </a:fld>
            <a:endParaRPr lang="en-US"/>
          </a:p>
        </p:txBody>
      </p:sp>
    </p:spTree>
    <p:extLst>
      <p:ext uri="{BB962C8B-B14F-4D97-AF65-F5344CB8AC3E}">
        <p14:creationId xmlns:p14="http://schemas.microsoft.com/office/powerpoint/2010/main" val="3931134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CBDC-8736-B92F-C486-9562F4B145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242A7-FC27-65F8-156A-A37420FC8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E58A7-DA5D-2EF6-ED24-0A8F4509953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7510485-8852-CC0D-CCFD-822C1E829B2E}"/>
              </a:ext>
            </a:extLst>
          </p:cNvPr>
          <p:cNvSpPr>
            <a:spLocks noGrp="1"/>
          </p:cNvSpPr>
          <p:nvPr>
            <p:ph type="sldNum" sz="quarter" idx="5"/>
          </p:nvPr>
        </p:nvSpPr>
        <p:spPr/>
        <p:txBody>
          <a:bodyPr/>
          <a:lstStyle/>
          <a:p>
            <a:fld id="{648246CF-7178-41AD-B6F8-BACEEA28FBE0}" type="slidenum">
              <a:rPr lang="en-US" smtClean="0"/>
              <a:t>136</a:t>
            </a:fld>
            <a:endParaRPr lang="en-US"/>
          </a:p>
        </p:txBody>
      </p:sp>
    </p:spTree>
    <p:extLst>
      <p:ext uri="{BB962C8B-B14F-4D97-AF65-F5344CB8AC3E}">
        <p14:creationId xmlns:p14="http://schemas.microsoft.com/office/powerpoint/2010/main" val="19082177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95019-4FEB-3324-7223-597FDB259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F750A-7037-025E-AD07-B6F93C673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620F-B8A6-ED1A-F551-CE6B6F3B6F1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497FC23-FF37-597A-B2BD-85F34185C06C}"/>
              </a:ext>
            </a:extLst>
          </p:cNvPr>
          <p:cNvSpPr>
            <a:spLocks noGrp="1"/>
          </p:cNvSpPr>
          <p:nvPr>
            <p:ph type="sldNum" sz="quarter" idx="5"/>
          </p:nvPr>
        </p:nvSpPr>
        <p:spPr/>
        <p:txBody>
          <a:bodyPr/>
          <a:lstStyle/>
          <a:p>
            <a:fld id="{648246CF-7178-41AD-B6F8-BACEEA28FBE0}" type="slidenum">
              <a:rPr lang="en-US" smtClean="0"/>
              <a:t>137</a:t>
            </a:fld>
            <a:endParaRPr lang="en-US"/>
          </a:p>
        </p:txBody>
      </p:sp>
    </p:spTree>
    <p:extLst>
      <p:ext uri="{BB962C8B-B14F-4D97-AF65-F5344CB8AC3E}">
        <p14:creationId xmlns:p14="http://schemas.microsoft.com/office/powerpoint/2010/main" val="5031565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26580-40BE-FFE4-6BE3-4E664C2825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86B5C-C1A3-A30A-A61D-51B213BE55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5DF59-EAA6-D166-F2D0-ADED59B4633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A5150CE-4390-97F8-6316-95168C09C7D6}"/>
              </a:ext>
            </a:extLst>
          </p:cNvPr>
          <p:cNvSpPr>
            <a:spLocks noGrp="1"/>
          </p:cNvSpPr>
          <p:nvPr>
            <p:ph type="sldNum" sz="quarter" idx="5"/>
          </p:nvPr>
        </p:nvSpPr>
        <p:spPr/>
        <p:txBody>
          <a:bodyPr/>
          <a:lstStyle/>
          <a:p>
            <a:fld id="{648246CF-7178-41AD-B6F8-BACEEA28FBE0}" type="slidenum">
              <a:rPr lang="en-US" smtClean="0"/>
              <a:t>138</a:t>
            </a:fld>
            <a:endParaRPr lang="en-US"/>
          </a:p>
        </p:txBody>
      </p:sp>
    </p:spTree>
    <p:extLst>
      <p:ext uri="{BB962C8B-B14F-4D97-AF65-F5344CB8AC3E}">
        <p14:creationId xmlns:p14="http://schemas.microsoft.com/office/powerpoint/2010/main" val="794932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7B18A-578D-0B0F-AD15-11E86C456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1F4CA-EE02-CA79-4428-F1B6F91FD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A01164-17B5-FE3E-E0D2-42803B201DC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70C0239-DFCF-0C62-D1E9-B0C982D0B8DB}"/>
              </a:ext>
            </a:extLst>
          </p:cNvPr>
          <p:cNvSpPr>
            <a:spLocks noGrp="1"/>
          </p:cNvSpPr>
          <p:nvPr>
            <p:ph type="sldNum" sz="quarter" idx="5"/>
          </p:nvPr>
        </p:nvSpPr>
        <p:spPr/>
        <p:txBody>
          <a:bodyPr/>
          <a:lstStyle/>
          <a:p>
            <a:fld id="{648246CF-7178-41AD-B6F8-BACEEA28FBE0}" type="slidenum">
              <a:rPr lang="en-US" smtClean="0"/>
              <a:t>139</a:t>
            </a:fld>
            <a:endParaRPr lang="en-US"/>
          </a:p>
        </p:txBody>
      </p:sp>
    </p:spTree>
    <p:extLst>
      <p:ext uri="{BB962C8B-B14F-4D97-AF65-F5344CB8AC3E}">
        <p14:creationId xmlns:p14="http://schemas.microsoft.com/office/powerpoint/2010/main" val="36467630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99E37-C79C-2402-C61C-DF29AD087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08DE3E-3069-B614-1034-CD748759F7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90CEA-65CE-9A02-9452-918251CC48F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264E15-8F80-C654-C2BD-F470F99D6D02}"/>
              </a:ext>
            </a:extLst>
          </p:cNvPr>
          <p:cNvSpPr>
            <a:spLocks noGrp="1"/>
          </p:cNvSpPr>
          <p:nvPr>
            <p:ph type="sldNum" sz="quarter" idx="5"/>
          </p:nvPr>
        </p:nvSpPr>
        <p:spPr/>
        <p:txBody>
          <a:bodyPr/>
          <a:lstStyle/>
          <a:p>
            <a:fld id="{648246CF-7178-41AD-B6F8-BACEEA28FBE0}" type="slidenum">
              <a:rPr lang="en-US" smtClean="0"/>
              <a:t>140</a:t>
            </a:fld>
            <a:endParaRPr lang="en-US"/>
          </a:p>
        </p:txBody>
      </p:sp>
    </p:spTree>
    <p:extLst>
      <p:ext uri="{BB962C8B-B14F-4D97-AF65-F5344CB8AC3E}">
        <p14:creationId xmlns:p14="http://schemas.microsoft.com/office/powerpoint/2010/main" val="35459660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A56F5-3660-899E-98F3-98DA41E4D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3876E-FB67-D1A7-32B3-2A9E4EBCD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D6DDB4-D54C-FD2C-42AE-31F2E939AD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0F13EE3-03E5-8A9A-E08D-B439B8004220}"/>
              </a:ext>
            </a:extLst>
          </p:cNvPr>
          <p:cNvSpPr>
            <a:spLocks noGrp="1"/>
          </p:cNvSpPr>
          <p:nvPr>
            <p:ph type="sldNum" sz="quarter" idx="5"/>
          </p:nvPr>
        </p:nvSpPr>
        <p:spPr/>
        <p:txBody>
          <a:bodyPr/>
          <a:lstStyle/>
          <a:p>
            <a:fld id="{648246CF-7178-41AD-B6F8-BACEEA28FBE0}" type="slidenum">
              <a:rPr lang="en-US" smtClean="0"/>
              <a:t>141</a:t>
            </a:fld>
            <a:endParaRPr lang="en-US"/>
          </a:p>
        </p:txBody>
      </p:sp>
    </p:spTree>
    <p:extLst>
      <p:ext uri="{BB962C8B-B14F-4D97-AF65-F5344CB8AC3E}">
        <p14:creationId xmlns:p14="http://schemas.microsoft.com/office/powerpoint/2010/main" val="23540220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AF5C1-7FEE-C50B-F2B5-EEA430380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9A2E7-FF22-82BB-524A-7F5139F94C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AEC65A-968D-FBA0-457C-69E59450165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E5BE352-E87B-5359-AC20-FF247403538A}"/>
              </a:ext>
            </a:extLst>
          </p:cNvPr>
          <p:cNvSpPr>
            <a:spLocks noGrp="1"/>
          </p:cNvSpPr>
          <p:nvPr>
            <p:ph type="sldNum" sz="quarter" idx="5"/>
          </p:nvPr>
        </p:nvSpPr>
        <p:spPr/>
        <p:txBody>
          <a:bodyPr/>
          <a:lstStyle/>
          <a:p>
            <a:fld id="{648246CF-7178-41AD-B6F8-BACEEA28FBE0}" type="slidenum">
              <a:rPr lang="en-US" smtClean="0"/>
              <a:t>142</a:t>
            </a:fld>
            <a:endParaRPr lang="en-US"/>
          </a:p>
        </p:txBody>
      </p:sp>
    </p:spTree>
    <p:extLst>
      <p:ext uri="{BB962C8B-B14F-4D97-AF65-F5344CB8AC3E}">
        <p14:creationId xmlns:p14="http://schemas.microsoft.com/office/powerpoint/2010/main" val="17230592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FB171-42CE-41F4-160D-7A66DC821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A631B-1852-3D1E-0159-DF1AF03CF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F31AB9-C975-B728-2C11-6DBC4E91AF6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F5BF93D-36DD-E0C3-2970-19418C153211}"/>
              </a:ext>
            </a:extLst>
          </p:cNvPr>
          <p:cNvSpPr>
            <a:spLocks noGrp="1"/>
          </p:cNvSpPr>
          <p:nvPr>
            <p:ph type="sldNum" sz="quarter" idx="5"/>
          </p:nvPr>
        </p:nvSpPr>
        <p:spPr/>
        <p:txBody>
          <a:bodyPr/>
          <a:lstStyle/>
          <a:p>
            <a:fld id="{648246CF-7178-41AD-B6F8-BACEEA28FBE0}" type="slidenum">
              <a:rPr lang="en-US" smtClean="0"/>
              <a:t>143</a:t>
            </a:fld>
            <a:endParaRPr lang="en-US"/>
          </a:p>
        </p:txBody>
      </p:sp>
    </p:spTree>
    <p:extLst>
      <p:ext uri="{BB962C8B-B14F-4D97-AF65-F5344CB8AC3E}">
        <p14:creationId xmlns:p14="http://schemas.microsoft.com/office/powerpoint/2010/main" val="10311552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CB8B2-E860-A145-C1A5-E1C172567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D8F0F-176A-3BE0-355F-DF22F8FA9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67EC9-31FD-8DB8-A6F9-25CBA679CD5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49A14F6-C827-543E-3D53-7B75014D74D3}"/>
              </a:ext>
            </a:extLst>
          </p:cNvPr>
          <p:cNvSpPr>
            <a:spLocks noGrp="1"/>
          </p:cNvSpPr>
          <p:nvPr>
            <p:ph type="sldNum" sz="quarter" idx="5"/>
          </p:nvPr>
        </p:nvSpPr>
        <p:spPr/>
        <p:txBody>
          <a:bodyPr/>
          <a:lstStyle/>
          <a:p>
            <a:fld id="{648246CF-7178-41AD-B6F8-BACEEA28FBE0}" type="slidenum">
              <a:rPr lang="en-US" smtClean="0"/>
              <a:t>144</a:t>
            </a:fld>
            <a:endParaRPr lang="en-US"/>
          </a:p>
        </p:txBody>
      </p:sp>
    </p:spTree>
    <p:extLst>
      <p:ext uri="{BB962C8B-B14F-4D97-AF65-F5344CB8AC3E}">
        <p14:creationId xmlns:p14="http://schemas.microsoft.com/office/powerpoint/2010/main" val="22380067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0869B-8DA8-D780-2519-31674F0282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436C0E-1DCD-3DF7-AE0F-6A9E4D2561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1647A4-8D58-1EB0-8322-9160AA87458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A4B2A36-03AE-CFCE-EE65-7E776B1AFB93}"/>
              </a:ext>
            </a:extLst>
          </p:cNvPr>
          <p:cNvSpPr>
            <a:spLocks noGrp="1"/>
          </p:cNvSpPr>
          <p:nvPr>
            <p:ph type="sldNum" sz="quarter" idx="5"/>
          </p:nvPr>
        </p:nvSpPr>
        <p:spPr/>
        <p:txBody>
          <a:bodyPr/>
          <a:lstStyle/>
          <a:p>
            <a:fld id="{648246CF-7178-41AD-B6F8-BACEEA28FBE0}" type="slidenum">
              <a:rPr lang="en-US" smtClean="0"/>
              <a:t>145</a:t>
            </a:fld>
            <a:endParaRPr lang="en-US"/>
          </a:p>
        </p:txBody>
      </p:sp>
    </p:spTree>
    <p:extLst>
      <p:ext uri="{BB962C8B-B14F-4D97-AF65-F5344CB8AC3E}">
        <p14:creationId xmlns:p14="http://schemas.microsoft.com/office/powerpoint/2010/main" val="13676072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094C6-3A27-CB39-F368-35F4693E7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B7513-F245-BE69-0847-95FC47CFB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73CEC2-6047-CF7B-E75D-61000CB4F72D}"/>
              </a:ext>
            </a:extLst>
          </p:cNvPr>
          <p:cNvSpPr>
            <a:spLocks noGrp="1"/>
          </p:cNvSpPr>
          <p:nvPr>
            <p:ph type="body" idx="1"/>
          </p:nvPr>
        </p:nvSpPr>
        <p:spPr/>
        <p:txBody>
          <a:bodyPr/>
          <a:lstStyle/>
          <a:p>
            <a:pPr marL="228600" indent="-228600">
              <a:buAutoNum type="arabicPeriod"/>
            </a:pPr>
            <a:r>
              <a:rPr lang="vi-VN" b="0" i="0">
                <a:solidFill>
                  <a:srgbClr val="FF0000"/>
                </a:solidFill>
                <a:effectLst/>
                <a:latin typeface="Arial" panose="020B0604020202020204" pitchFamily="34" charset="0"/>
              </a:rPr>
              <a:t>Khi Chúa đem những người Si-</a:t>
            </a:r>
            <a:r>
              <a:rPr lang="vi-VN" b="0" i="0" err="1">
                <a:solidFill>
                  <a:srgbClr val="FF0000"/>
                </a:solidFill>
                <a:effectLst/>
                <a:latin typeface="Arial" panose="020B0604020202020204" pitchFamily="34" charset="0"/>
              </a:rPr>
              <a:t>on</a:t>
            </a:r>
            <a:r>
              <a:rPr lang="vi-VN" b="0" i="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a:solidFill>
                <a:srgbClr val="FF0000"/>
              </a:solidFill>
              <a:effectLst/>
              <a:latin typeface="Arial" panose="020B0604020202020204" pitchFamily="34" charset="0"/>
            </a:endParaRPr>
          </a:p>
          <a:p>
            <a:pPr marL="0" indent="0">
              <a:buNone/>
            </a:pPr>
            <a:r>
              <a:rPr lang="vi-VN" b="0" i="0" err="1">
                <a:solidFill>
                  <a:srgbClr val="FF0000"/>
                </a:solidFill>
                <a:effectLst/>
                <a:latin typeface="Arial" panose="020B0604020202020204" pitchFamily="34" charset="0"/>
              </a:rPr>
              <a:t>ĐK</a:t>
            </a:r>
            <a:r>
              <a:rPr lang="vi-VN" b="0" i="0">
                <a:solidFill>
                  <a:srgbClr val="FF0000"/>
                </a:solidFill>
                <a:effectLst/>
                <a:latin typeface="Arial" panose="020B0604020202020204" pitchFamily="34" charset="0"/>
              </a:rPr>
              <a:t>: Chúa đã đối xử nhân từ với chúng con, nên chúng con mừng vui bao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a:p>
        </p:txBody>
      </p:sp>
      <p:sp>
        <p:nvSpPr>
          <p:cNvPr id="4" name="Slide Number Placeholder 3">
            <a:extLst>
              <a:ext uri="{FF2B5EF4-FFF2-40B4-BE49-F238E27FC236}">
                <a16:creationId xmlns:a16="http://schemas.microsoft.com/office/drawing/2014/main" id="{466CB7D2-ADD4-CA2D-D7E8-843C8ABD57E5}"/>
              </a:ext>
            </a:extLst>
          </p:cNvPr>
          <p:cNvSpPr>
            <a:spLocks noGrp="1"/>
          </p:cNvSpPr>
          <p:nvPr>
            <p:ph type="sldNum" sz="quarter" idx="5"/>
          </p:nvPr>
        </p:nvSpPr>
        <p:spPr/>
        <p:txBody>
          <a:bodyPr/>
          <a:lstStyle/>
          <a:p>
            <a:fld id="{648246CF-7178-41AD-B6F8-BACEEA28FBE0}" type="slidenum">
              <a:rPr lang="en-US" smtClean="0"/>
              <a:t>148</a:t>
            </a:fld>
            <a:endParaRPr lang="en-US"/>
          </a:p>
        </p:txBody>
      </p:sp>
    </p:spTree>
    <p:extLst>
      <p:ext uri="{BB962C8B-B14F-4D97-AF65-F5344CB8AC3E}">
        <p14:creationId xmlns:p14="http://schemas.microsoft.com/office/powerpoint/2010/main" val="1163483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C5B9E-90F2-FBAC-2216-FEBD815580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1DB7F-30BC-58F1-DEA9-E9742C0587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1517ED-EE76-1F46-2514-9D59DC9BD1E2}"/>
              </a:ext>
            </a:extLst>
          </p:cNvPr>
          <p:cNvSpPr>
            <a:spLocks noGrp="1"/>
          </p:cNvSpPr>
          <p:nvPr>
            <p:ph type="body" idx="1"/>
          </p:nvPr>
        </p:nvSpPr>
        <p:spPr/>
        <p:txBody>
          <a:bodyPr/>
          <a:lstStyle/>
          <a:p>
            <a:pPr marL="228600" indent="-228600">
              <a:buAutoNum type="arabicPeriod"/>
            </a:pPr>
            <a:r>
              <a:rPr lang="vi-VN" b="0" i="0">
                <a:solidFill>
                  <a:srgbClr val="FF0000"/>
                </a:solidFill>
                <a:effectLst/>
                <a:latin typeface="Arial" panose="020B0604020202020204" pitchFamily="34" charset="0"/>
              </a:rPr>
              <a:t>Khi Chúa đem những người Si-</a:t>
            </a:r>
            <a:r>
              <a:rPr lang="vi-VN" b="0" i="0" err="1">
                <a:solidFill>
                  <a:srgbClr val="FF0000"/>
                </a:solidFill>
                <a:effectLst/>
                <a:latin typeface="Arial" panose="020B0604020202020204" pitchFamily="34" charset="0"/>
              </a:rPr>
              <a:t>on</a:t>
            </a:r>
            <a:r>
              <a:rPr lang="vi-VN" b="0" i="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a:solidFill>
                <a:srgbClr val="FF0000"/>
              </a:solidFill>
              <a:effectLst/>
              <a:latin typeface="Arial" panose="020B0604020202020204" pitchFamily="34" charset="0"/>
            </a:endParaRPr>
          </a:p>
          <a:p>
            <a:pPr marL="0" indent="0">
              <a:buNone/>
            </a:pPr>
            <a:r>
              <a:rPr lang="vi-VN" b="0" i="0" err="1">
                <a:solidFill>
                  <a:srgbClr val="FF0000"/>
                </a:solidFill>
                <a:effectLst/>
                <a:latin typeface="Arial" panose="020B0604020202020204" pitchFamily="34" charset="0"/>
              </a:rPr>
              <a:t>ĐK</a:t>
            </a:r>
            <a:r>
              <a:rPr lang="vi-VN" b="0" i="0">
                <a:solidFill>
                  <a:srgbClr val="FF0000"/>
                </a:solidFill>
                <a:effectLst/>
                <a:latin typeface="Arial" panose="020B0604020202020204" pitchFamily="34" charset="0"/>
              </a:rPr>
              <a:t>: Chúa đã đối xử nhân từ với chúng con, nên chúng con mừng vui bao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a:p>
        </p:txBody>
      </p:sp>
      <p:sp>
        <p:nvSpPr>
          <p:cNvPr id="4" name="Slide Number Placeholder 3">
            <a:extLst>
              <a:ext uri="{FF2B5EF4-FFF2-40B4-BE49-F238E27FC236}">
                <a16:creationId xmlns:a16="http://schemas.microsoft.com/office/drawing/2014/main" id="{2862832A-0717-BDE5-5819-B3C61860D409}"/>
              </a:ext>
            </a:extLst>
          </p:cNvPr>
          <p:cNvSpPr>
            <a:spLocks noGrp="1"/>
          </p:cNvSpPr>
          <p:nvPr>
            <p:ph type="sldNum" sz="quarter" idx="5"/>
          </p:nvPr>
        </p:nvSpPr>
        <p:spPr/>
        <p:txBody>
          <a:bodyPr/>
          <a:lstStyle/>
          <a:p>
            <a:fld id="{648246CF-7178-41AD-B6F8-BACEEA28FBE0}" type="slidenum">
              <a:rPr lang="en-US" smtClean="0"/>
              <a:t>149</a:t>
            </a:fld>
            <a:endParaRPr lang="en-US"/>
          </a:p>
        </p:txBody>
      </p:sp>
    </p:spTree>
    <p:extLst>
      <p:ext uri="{BB962C8B-B14F-4D97-AF65-F5344CB8AC3E}">
        <p14:creationId xmlns:p14="http://schemas.microsoft.com/office/powerpoint/2010/main" val="36370266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8748E-71E9-4234-C7EF-3068A1AC5A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90C43D-E2E0-3432-4103-BEA2D2635D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A98792-DEC8-7D49-E4FD-3A030DCDF8F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0BE23A7-820D-F50F-A6E0-55139FBF0F5A}"/>
              </a:ext>
            </a:extLst>
          </p:cNvPr>
          <p:cNvSpPr>
            <a:spLocks noGrp="1"/>
          </p:cNvSpPr>
          <p:nvPr>
            <p:ph type="sldNum" sz="quarter" idx="5"/>
          </p:nvPr>
        </p:nvSpPr>
        <p:spPr/>
        <p:txBody>
          <a:bodyPr/>
          <a:lstStyle/>
          <a:p>
            <a:fld id="{648246CF-7178-41AD-B6F8-BACEEA28FBE0}" type="slidenum">
              <a:rPr lang="en-US" smtClean="0"/>
              <a:t>150</a:t>
            </a:fld>
            <a:endParaRPr lang="en-US"/>
          </a:p>
        </p:txBody>
      </p:sp>
    </p:spTree>
    <p:extLst>
      <p:ext uri="{BB962C8B-B14F-4D97-AF65-F5344CB8AC3E}">
        <p14:creationId xmlns:p14="http://schemas.microsoft.com/office/powerpoint/2010/main" val="29994241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E49C7-FB50-2E52-8802-426C1BF725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B2A23D-1398-8F42-3455-9434EFF5FE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483447-EBF2-F824-D38A-3E0CB2C9F76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981BDFEC-CA66-0653-8FA7-271040152C76}"/>
              </a:ext>
            </a:extLst>
          </p:cNvPr>
          <p:cNvSpPr>
            <a:spLocks noGrp="1"/>
          </p:cNvSpPr>
          <p:nvPr>
            <p:ph type="sldNum" sz="quarter" idx="5"/>
          </p:nvPr>
        </p:nvSpPr>
        <p:spPr/>
        <p:txBody>
          <a:bodyPr/>
          <a:lstStyle/>
          <a:p>
            <a:fld id="{648246CF-7178-41AD-B6F8-BACEEA28FBE0}" type="slidenum">
              <a:rPr lang="en-US" smtClean="0"/>
              <a:t>151</a:t>
            </a:fld>
            <a:endParaRPr lang="en-US"/>
          </a:p>
        </p:txBody>
      </p:sp>
    </p:spTree>
    <p:extLst>
      <p:ext uri="{BB962C8B-B14F-4D97-AF65-F5344CB8AC3E}">
        <p14:creationId xmlns:p14="http://schemas.microsoft.com/office/powerpoint/2010/main" val="28097133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8AEC4-AA86-5AA8-1BAD-9D9DEFF6F5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631E8-0B4C-0972-D452-A101CD511D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310888-4DD8-0023-327E-338A628B8B2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79810149-0DE2-50B3-BC3B-5C0D88653BF7}"/>
              </a:ext>
            </a:extLst>
          </p:cNvPr>
          <p:cNvSpPr>
            <a:spLocks noGrp="1"/>
          </p:cNvSpPr>
          <p:nvPr>
            <p:ph type="sldNum" sz="quarter" idx="5"/>
          </p:nvPr>
        </p:nvSpPr>
        <p:spPr/>
        <p:txBody>
          <a:bodyPr/>
          <a:lstStyle/>
          <a:p>
            <a:fld id="{648246CF-7178-41AD-B6F8-BACEEA28FBE0}" type="slidenum">
              <a:rPr lang="en-US" smtClean="0"/>
              <a:t>152</a:t>
            </a:fld>
            <a:endParaRPr lang="en-US"/>
          </a:p>
        </p:txBody>
      </p:sp>
    </p:spTree>
    <p:extLst>
      <p:ext uri="{BB962C8B-B14F-4D97-AF65-F5344CB8AC3E}">
        <p14:creationId xmlns:p14="http://schemas.microsoft.com/office/powerpoint/2010/main" val="35079971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62279-9CF7-755D-5D1A-5CAE759E1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CB2460-8D34-7191-4043-59DFA7669E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EE8D7D-DA2A-257A-D0B2-B19C7AAC86A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16F69E83-1BAF-DC0D-6D4D-C43E25A998C1}"/>
              </a:ext>
            </a:extLst>
          </p:cNvPr>
          <p:cNvSpPr>
            <a:spLocks noGrp="1"/>
          </p:cNvSpPr>
          <p:nvPr>
            <p:ph type="sldNum" sz="quarter" idx="5"/>
          </p:nvPr>
        </p:nvSpPr>
        <p:spPr/>
        <p:txBody>
          <a:bodyPr/>
          <a:lstStyle/>
          <a:p>
            <a:fld id="{648246CF-7178-41AD-B6F8-BACEEA28FBE0}" type="slidenum">
              <a:rPr lang="en-US" smtClean="0"/>
              <a:t>153</a:t>
            </a:fld>
            <a:endParaRPr lang="en-US"/>
          </a:p>
        </p:txBody>
      </p:sp>
    </p:spTree>
    <p:extLst>
      <p:ext uri="{BB962C8B-B14F-4D97-AF65-F5344CB8AC3E}">
        <p14:creationId xmlns:p14="http://schemas.microsoft.com/office/powerpoint/2010/main" val="30883976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D4E4E-88A9-F1AF-530B-AC6C0FB00F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033471-7333-8861-7FB8-A27B5558E2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7DE0A8-8613-6432-271F-7C0D2137A2D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9C9F056-9DF3-5EB0-7EED-955376C3B11F}"/>
              </a:ext>
            </a:extLst>
          </p:cNvPr>
          <p:cNvSpPr>
            <a:spLocks noGrp="1"/>
          </p:cNvSpPr>
          <p:nvPr>
            <p:ph type="sldNum" sz="quarter" idx="5"/>
          </p:nvPr>
        </p:nvSpPr>
        <p:spPr/>
        <p:txBody>
          <a:bodyPr/>
          <a:lstStyle/>
          <a:p>
            <a:fld id="{648246CF-7178-41AD-B6F8-BACEEA28FBE0}" type="slidenum">
              <a:rPr lang="en-US" smtClean="0"/>
              <a:t>154</a:t>
            </a:fld>
            <a:endParaRPr lang="en-US"/>
          </a:p>
        </p:txBody>
      </p:sp>
    </p:spTree>
    <p:extLst>
      <p:ext uri="{BB962C8B-B14F-4D97-AF65-F5344CB8AC3E}">
        <p14:creationId xmlns:p14="http://schemas.microsoft.com/office/powerpoint/2010/main" val="42809292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F8AFE-6231-A13B-614B-15863CF071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5930E0-1C7C-5B2E-7FC1-2A1459463C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346BDA-EE30-D3E2-06D7-C1995AEC3FF5}"/>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47D129AE-039F-D0F9-0850-E1CC4D3B21B3}"/>
              </a:ext>
            </a:extLst>
          </p:cNvPr>
          <p:cNvSpPr>
            <a:spLocks noGrp="1"/>
          </p:cNvSpPr>
          <p:nvPr>
            <p:ph type="sldNum" sz="quarter" idx="5"/>
          </p:nvPr>
        </p:nvSpPr>
        <p:spPr/>
        <p:txBody>
          <a:bodyPr/>
          <a:lstStyle/>
          <a:p>
            <a:fld id="{648246CF-7178-41AD-B6F8-BACEEA28FBE0}" type="slidenum">
              <a:rPr lang="en-US" smtClean="0"/>
              <a:t>155</a:t>
            </a:fld>
            <a:endParaRPr lang="en-US"/>
          </a:p>
        </p:txBody>
      </p:sp>
    </p:spTree>
    <p:extLst>
      <p:ext uri="{BB962C8B-B14F-4D97-AF65-F5344CB8AC3E}">
        <p14:creationId xmlns:p14="http://schemas.microsoft.com/office/powerpoint/2010/main" val="34374514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9CAD0-7F26-F30C-4D60-261239DDEC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32A85C-8ADF-B49A-BFC1-0CE1A0BA18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63B18E-63DD-555D-2831-A3A286B456C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2855011-7816-CD19-0EE5-F2195F45F22F}"/>
              </a:ext>
            </a:extLst>
          </p:cNvPr>
          <p:cNvSpPr>
            <a:spLocks noGrp="1"/>
          </p:cNvSpPr>
          <p:nvPr>
            <p:ph type="sldNum" sz="quarter" idx="5"/>
          </p:nvPr>
        </p:nvSpPr>
        <p:spPr/>
        <p:txBody>
          <a:bodyPr/>
          <a:lstStyle/>
          <a:p>
            <a:fld id="{648246CF-7178-41AD-B6F8-BACEEA28FBE0}" type="slidenum">
              <a:rPr lang="en-US" smtClean="0"/>
              <a:t>160</a:t>
            </a:fld>
            <a:endParaRPr lang="en-US"/>
          </a:p>
        </p:txBody>
      </p:sp>
    </p:spTree>
    <p:extLst>
      <p:ext uri="{BB962C8B-B14F-4D97-AF65-F5344CB8AC3E}">
        <p14:creationId xmlns:p14="http://schemas.microsoft.com/office/powerpoint/2010/main" val="812808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7CFD7-FCE4-FCDA-BBFC-3F85026B49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DC7EFE-4B74-4455-F4CF-B93A990E50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95AD19-D9C0-A359-9457-C3DFEFEFF6A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415614F-8260-2632-1ABB-5F886E7046A1}"/>
              </a:ext>
            </a:extLst>
          </p:cNvPr>
          <p:cNvSpPr>
            <a:spLocks noGrp="1"/>
          </p:cNvSpPr>
          <p:nvPr>
            <p:ph type="sldNum" sz="quarter" idx="5"/>
          </p:nvPr>
        </p:nvSpPr>
        <p:spPr/>
        <p:txBody>
          <a:bodyPr/>
          <a:lstStyle/>
          <a:p>
            <a:fld id="{648246CF-7178-41AD-B6F8-BACEEA28FBE0}" type="slidenum">
              <a:rPr lang="en-US" smtClean="0"/>
              <a:t>184</a:t>
            </a:fld>
            <a:endParaRPr lang="en-US"/>
          </a:p>
        </p:txBody>
      </p:sp>
    </p:spTree>
    <p:extLst>
      <p:ext uri="{BB962C8B-B14F-4D97-AF65-F5344CB8AC3E}">
        <p14:creationId xmlns:p14="http://schemas.microsoft.com/office/powerpoint/2010/main" val="254839303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FDB6F-8C8A-9325-11F4-EE7048E1B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249CCA-D201-D111-F893-67E638D036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3106BD-B16A-0482-04C8-196A33FD08D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51ABB59-91D2-B6B7-580B-36B32E7B65AE}"/>
              </a:ext>
            </a:extLst>
          </p:cNvPr>
          <p:cNvSpPr>
            <a:spLocks noGrp="1"/>
          </p:cNvSpPr>
          <p:nvPr>
            <p:ph type="sldNum" sz="quarter" idx="5"/>
          </p:nvPr>
        </p:nvSpPr>
        <p:spPr/>
        <p:txBody>
          <a:bodyPr/>
          <a:lstStyle/>
          <a:p>
            <a:fld id="{648246CF-7178-41AD-B6F8-BACEEA28FBE0}" type="slidenum">
              <a:rPr lang="en-US" smtClean="0"/>
              <a:t>186</a:t>
            </a:fld>
            <a:endParaRPr lang="en-US"/>
          </a:p>
        </p:txBody>
      </p:sp>
    </p:spTree>
    <p:extLst>
      <p:ext uri="{BB962C8B-B14F-4D97-AF65-F5344CB8AC3E}">
        <p14:creationId xmlns:p14="http://schemas.microsoft.com/office/powerpoint/2010/main" val="18843706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46601-D053-C95F-0EB0-1E361DB43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D6DFD3-F65A-15AD-6DAB-4A5CB8D457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3E88A3-F6F8-EAE9-F77A-2DCC231F2A3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2224023-1BF3-A695-65F4-2C476339F04A}"/>
              </a:ext>
            </a:extLst>
          </p:cNvPr>
          <p:cNvSpPr>
            <a:spLocks noGrp="1"/>
          </p:cNvSpPr>
          <p:nvPr>
            <p:ph type="sldNum" sz="quarter" idx="5"/>
          </p:nvPr>
        </p:nvSpPr>
        <p:spPr/>
        <p:txBody>
          <a:bodyPr/>
          <a:lstStyle/>
          <a:p>
            <a:fld id="{648246CF-7178-41AD-B6F8-BACEEA28FBE0}" type="slidenum">
              <a:rPr lang="en-US" smtClean="0"/>
              <a:t>187</a:t>
            </a:fld>
            <a:endParaRPr lang="en-US"/>
          </a:p>
        </p:txBody>
      </p:sp>
    </p:spTree>
    <p:extLst>
      <p:ext uri="{BB962C8B-B14F-4D97-AF65-F5344CB8AC3E}">
        <p14:creationId xmlns:p14="http://schemas.microsoft.com/office/powerpoint/2010/main" val="33172281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EFBD5-F2C6-9155-992B-257CFF423F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7ADC99-A272-0EFC-BAE7-8C133DF39B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394DC0-08BB-21F0-95E0-5FEBF9F5DDF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EE5B652-F19E-4620-6E9A-2AA00706CB17}"/>
              </a:ext>
            </a:extLst>
          </p:cNvPr>
          <p:cNvSpPr>
            <a:spLocks noGrp="1"/>
          </p:cNvSpPr>
          <p:nvPr>
            <p:ph type="sldNum" sz="quarter" idx="5"/>
          </p:nvPr>
        </p:nvSpPr>
        <p:spPr/>
        <p:txBody>
          <a:bodyPr/>
          <a:lstStyle/>
          <a:p>
            <a:fld id="{648246CF-7178-41AD-B6F8-BACEEA28FBE0}" type="slidenum">
              <a:rPr lang="en-US" smtClean="0"/>
              <a:t>188</a:t>
            </a:fld>
            <a:endParaRPr lang="en-US"/>
          </a:p>
        </p:txBody>
      </p:sp>
    </p:spTree>
    <p:extLst>
      <p:ext uri="{BB962C8B-B14F-4D97-AF65-F5344CB8AC3E}">
        <p14:creationId xmlns:p14="http://schemas.microsoft.com/office/powerpoint/2010/main" val="209840582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BB7DD-9E55-BED0-8CDE-ACE3A8BAF3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764F7A-9FDD-E114-6C62-5B9EF5406C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4D7E7B-1395-910C-6380-FE497E44B24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0C68956-246F-9C98-672C-ED1E445373EE}"/>
              </a:ext>
            </a:extLst>
          </p:cNvPr>
          <p:cNvSpPr>
            <a:spLocks noGrp="1"/>
          </p:cNvSpPr>
          <p:nvPr>
            <p:ph type="sldNum" sz="quarter" idx="5"/>
          </p:nvPr>
        </p:nvSpPr>
        <p:spPr/>
        <p:txBody>
          <a:bodyPr/>
          <a:lstStyle/>
          <a:p>
            <a:fld id="{648246CF-7178-41AD-B6F8-BACEEA28FBE0}" type="slidenum">
              <a:rPr lang="en-US" smtClean="0"/>
              <a:t>189</a:t>
            </a:fld>
            <a:endParaRPr lang="en-US"/>
          </a:p>
        </p:txBody>
      </p:sp>
    </p:spTree>
    <p:extLst>
      <p:ext uri="{BB962C8B-B14F-4D97-AF65-F5344CB8AC3E}">
        <p14:creationId xmlns:p14="http://schemas.microsoft.com/office/powerpoint/2010/main" val="31630064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125DC-FF49-05BF-B518-063EE6D151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2D17D4-7062-53F8-FE55-3EBDFDB954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298F12-4593-7A4C-23E6-10E99455D1C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096810A-3A4C-AC7C-B421-00DFB41EEA0F}"/>
              </a:ext>
            </a:extLst>
          </p:cNvPr>
          <p:cNvSpPr>
            <a:spLocks noGrp="1"/>
          </p:cNvSpPr>
          <p:nvPr>
            <p:ph type="sldNum" sz="quarter" idx="5"/>
          </p:nvPr>
        </p:nvSpPr>
        <p:spPr/>
        <p:txBody>
          <a:bodyPr/>
          <a:lstStyle/>
          <a:p>
            <a:fld id="{648246CF-7178-41AD-B6F8-BACEEA28FBE0}" type="slidenum">
              <a:rPr lang="en-US" smtClean="0"/>
              <a:t>190</a:t>
            </a:fld>
            <a:endParaRPr lang="en-US"/>
          </a:p>
        </p:txBody>
      </p:sp>
    </p:spTree>
    <p:extLst>
      <p:ext uri="{BB962C8B-B14F-4D97-AF65-F5344CB8AC3E}">
        <p14:creationId xmlns:p14="http://schemas.microsoft.com/office/powerpoint/2010/main" val="10516770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5E379-B402-D07E-2160-3548D21293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05A050-7F01-23CB-9FBB-28E2A0B0B2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BC4DFA-3C9A-359E-2A99-286FDF45064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C5A1B70-8812-CF39-DC74-A3B33293AFE5}"/>
              </a:ext>
            </a:extLst>
          </p:cNvPr>
          <p:cNvSpPr>
            <a:spLocks noGrp="1"/>
          </p:cNvSpPr>
          <p:nvPr>
            <p:ph type="sldNum" sz="quarter" idx="5"/>
          </p:nvPr>
        </p:nvSpPr>
        <p:spPr/>
        <p:txBody>
          <a:bodyPr/>
          <a:lstStyle/>
          <a:p>
            <a:fld id="{648246CF-7178-41AD-B6F8-BACEEA28FBE0}" type="slidenum">
              <a:rPr lang="en-US" smtClean="0"/>
              <a:t>191</a:t>
            </a:fld>
            <a:endParaRPr lang="en-US"/>
          </a:p>
        </p:txBody>
      </p:sp>
    </p:spTree>
    <p:extLst>
      <p:ext uri="{BB962C8B-B14F-4D97-AF65-F5344CB8AC3E}">
        <p14:creationId xmlns:p14="http://schemas.microsoft.com/office/powerpoint/2010/main" val="323221033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C9E2F-2020-16A9-3F82-BCD9FDEE0A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BB5A35-4E11-CF61-BD98-D51D2D0C19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A69F1A-28AD-AC6E-B8B2-8CF390F7DF8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8BB8249-66B1-3D42-4023-6F27E1F3ED7D}"/>
              </a:ext>
            </a:extLst>
          </p:cNvPr>
          <p:cNvSpPr>
            <a:spLocks noGrp="1"/>
          </p:cNvSpPr>
          <p:nvPr>
            <p:ph type="sldNum" sz="quarter" idx="5"/>
          </p:nvPr>
        </p:nvSpPr>
        <p:spPr/>
        <p:txBody>
          <a:bodyPr/>
          <a:lstStyle/>
          <a:p>
            <a:fld id="{648246CF-7178-41AD-B6F8-BACEEA28FBE0}" type="slidenum">
              <a:rPr lang="en-US" smtClean="0"/>
              <a:t>192</a:t>
            </a:fld>
            <a:endParaRPr lang="en-US"/>
          </a:p>
        </p:txBody>
      </p:sp>
    </p:spTree>
    <p:extLst>
      <p:ext uri="{BB962C8B-B14F-4D97-AF65-F5344CB8AC3E}">
        <p14:creationId xmlns:p14="http://schemas.microsoft.com/office/powerpoint/2010/main" val="18958528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8F663-7CD1-FB1C-EA7D-DC3B90BBB1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A10D5-C41D-EC6C-7D48-8CCE67D97B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36BBDA-2405-FE4F-E85F-95251DD3C4C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3688ADD-986B-3CA2-4660-CFA56DA5AC13}"/>
              </a:ext>
            </a:extLst>
          </p:cNvPr>
          <p:cNvSpPr>
            <a:spLocks noGrp="1"/>
          </p:cNvSpPr>
          <p:nvPr>
            <p:ph type="sldNum" sz="quarter" idx="5"/>
          </p:nvPr>
        </p:nvSpPr>
        <p:spPr/>
        <p:txBody>
          <a:bodyPr/>
          <a:lstStyle/>
          <a:p>
            <a:fld id="{648246CF-7178-41AD-B6F8-BACEEA28FBE0}" type="slidenum">
              <a:rPr lang="en-US" smtClean="0"/>
              <a:t>193</a:t>
            </a:fld>
            <a:endParaRPr lang="en-US"/>
          </a:p>
        </p:txBody>
      </p:sp>
    </p:spTree>
    <p:extLst>
      <p:ext uri="{BB962C8B-B14F-4D97-AF65-F5344CB8AC3E}">
        <p14:creationId xmlns:p14="http://schemas.microsoft.com/office/powerpoint/2010/main" val="20076900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1A8F7-AAE6-CB5F-5125-B81EE7B476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D30602-AAA8-44B1-41FB-48C872D0D0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E8A3C3-2875-8DA7-0D5B-7E12589E4C9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0C5B941-CA7E-935F-C9F7-B3B16831F717}"/>
              </a:ext>
            </a:extLst>
          </p:cNvPr>
          <p:cNvSpPr>
            <a:spLocks noGrp="1"/>
          </p:cNvSpPr>
          <p:nvPr>
            <p:ph type="sldNum" sz="quarter" idx="5"/>
          </p:nvPr>
        </p:nvSpPr>
        <p:spPr/>
        <p:txBody>
          <a:bodyPr/>
          <a:lstStyle/>
          <a:p>
            <a:fld id="{648246CF-7178-41AD-B6F8-BACEEA28FBE0}" type="slidenum">
              <a:rPr lang="en-US" smtClean="0"/>
              <a:t>194</a:t>
            </a:fld>
            <a:endParaRPr lang="en-US"/>
          </a:p>
        </p:txBody>
      </p:sp>
    </p:spTree>
    <p:extLst>
      <p:ext uri="{BB962C8B-B14F-4D97-AF65-F5344CB8AC3E}">
        <p14:creationId xmlns:p14="http://schemas.microsoft.com/office/powerpoint/2010/main" val="238987047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3420A-58CA-E5A4-F5D7-DE2E83152C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21694-960F-2A9C-7B07-38227BED6C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69E181-673B-9EDF-0DEF-7B4BE8348EF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F40E6B7-7D09-23C5-B130-26E09961A5BA}"/>
              </a:ext>
            </a:extLst>
          </p:cNvPr>
          <p:cNvSpPr>
            <a:spLocks noGrp="1"/>
          </p:cNvSpPr>
          <p:nvPr>
            <p:ph type="sldNum" sz="quarter" idx="5"/>
          </p:nvPr>
        </p:nvSpPr>
        <p:spPr/>
        <p:txBody>
          <a:bodyPr/>
          <a:lstStyle/>
          <a:p>
            <a:fld id="{648246CF-7178-41AD-B6F8-BACEEA28FBE0}" type="slidenum">
              <a:rPr lang="en-US" smtClean="0"/>
              <a:t>195</a:t>
            </a:fld>
            <a:endParaRPr lang="en-US"/>
          </a:p>
        </p:txBody>
      </p:sp>
    </p:spTree>
    <p:extLst>
      <p:ext uri="{BB962C8B-B14F-4D97-AF65-F5344CB8AC3E}">
        <p14:creationId xmlns:p14="http://schemas.microsoft.com/office/powerpoint/2010/main" val="3395295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A7A6D-8D2B-C938-58FE-4BE7DB59DD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2B1102-044A-F9A7-3CCF-8A88AC2A7A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8E3F8F-2BED-56ED-59B7-9244285F9D9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2063F03-B50F-11AD-A47B-14C98310778B}"/>
              </a:ext>
            </a:extLst>
          </p:cNvPr>
          <p:cNvSpPr>
            <a:spLocks noGrp="1"/>
          </p:cNvSpPr>
          <p:nvPr>
            <p:ph type="sldNum" sz="quarter" idx="5"/>
          </p:nvPr>
        </p:nvSpPr>
        <p:spPr/>
        <p:txBody>
          <a:bodyPr/>
          <a:lstStyle/>
          <a:p>
            <a:fld id="{648246CF-7178-41AD-B6F8-BACEEA28FBE0}" type="slidenum">
              <a:rPr lang="en-US" smtClean="0"/>
              <a:t>196</a:t>
            </a:fld>
            <a:endParaRPr lang="en-US"/>
          </a:p>
        </p:txBody>
      </p:sp>
    </p:spTree>
    <p:extLst>
      <p:ext uri="{BB962C8B-B14F-4D97-AF65-F5344CB8AC3E}">
        <p14:creationId xmlns:p14="http://schemas.microsoft.com/office/powerpoint/2010/main" val="6366352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40F7D-583D-1C03-550D-4A6BA17F80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5E7CE-BC22-95C0-2447-20D3DDBF2B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58DE2F-006A-192D-46B8-3980A20DB9C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D3E09E2-C04E-4A74-37AA-740C0812EE63}"/>
              </a:ext>
            </a:extLst>
          </p:cNvPr>
          <p:cNvSpPr>
            <a:spLocks noGrp="1"/>
          </p:cNvSpPr>
          <p:nvPr>
            <p:ph type="sldNum" sz="quarter" idx="5"/>
          </p:nvPr>
        </p:nvSpPr>
        <p:spPr/>
        <p:txBody>
          <a:bodyPr/>
          <a:lstStyle/>
          <a:p>
            <a:fld id="{648246CF-7178-41AD-B6F8-BACEEA28FBE0}" type="slidenum">
              <a:rPr lang="en-US" smtClean="0"/>
              <a:t>197</a:t>
            </a:fld>
            <a:endParaRPr lang="en-US"/>
          </a:p>
        </p:txBody>
      </p:sp>
    </p:spTree>
    <p:extLst>
      <p:ext uri="{BB962C8B-B14F-4D97-AF65-F5344CB8AC3E}">
        <p14:creationId xmlns:p14="http://schemas.microsoft.com/office/powerpoint/2010/main" val="74011012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13018-6AAD-E027-F8D7-10F178FE2E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AC1C50-000A-1E37-DB3E-0E9DC40D7C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785911-5125-CCB7-6989-D134D01328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0C1C421-78C6-297D-5CDB-855020053071}"/>
              </a:ext>
            </a:extLst>
          </p:cNvPr>
          <p:cNvSpPr>
            <a:spLocks noGrp="1"/>
          </p:cNvSpPr>
          <p:nvPr>
            <p:ph type="sldNum" sz="quarter" idx="5"/>
          </p:nvPr>
        </p:nvSpPr>
        <p:spPr/>
        <p:txBody>
          <a:bodyPr/>
          <a:lstStyle/>
          <a:p>
            <a:fld id="{648246CF-7178-41AD-B6F8-BACEEA28FBE0}" type="slidenum">
              <a:rPr lang="en-US" smtClean="0"/>
              <a:t>198</a:t>
            </a:fld>
            <a:endParaRPr lang="en-US"/>
          </a:p>
        </p:txBody>
      </p:sp>
    </p:spTree>
    <p:extLst>
      <p:ext uri="{BB962C8B-B14F-4D97-AF65-F5344CB8AC3E}">
        <p14:creationId xmlns:p14="http://schemas.microsoft.com/office/powerpoint/2010/main" val="332270865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p:cNvSpPr>
            <a:spLocks noGrp="1"/>
          </p:cNvSpPr>
          <p:nvPr>
            <p:ph type="sldNum" sz="quarter" idx="5"/>
          </p:nvPr>
        </p:nvSpPr>
        <p:spPr/>
        <p:txBody>
          <a:bodyPr/>
          <a:lstStyle/>
          <a:p>
            <a:fld id="{648246CF-7178-41AD-B6F8-BACEEA28FBE0}" type="slidenum">
              <a:rPr lang="en-US" smtClean="0"/>
              <a:t>203</a:t>
            </a:fld>
            <a:endParaRPr lang="en-US"/>
          </a:p>
        </p:txBody>
      </p:sp>
    </p:spTree>
    <p:extLst>
      <p:ext uri="{BB962C8B-B14F-4D97-AF65-F5344CB8AC3E}">
        <p14:creationId xmlns:p14="http://schemas.microsoft.com/office/powerpoint/2010/main" val="304362277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B9CDE-72FB-4113-42D5-C9F2BF28AC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1811D4-98D3-2943-68A5-BADB495758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8E294F-3768-48FF-9CC6-ED73E23DC357}"/>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EDFCDC69-1C04-5E10-DA88-B2559B8A1D0C}"/>
              </a:ext>
            </a:extLst>
          </p:cNvPr>
          <p:cNvSpPr>
            <a:spLocks noGrp="1"/>
          </p:cNvSpPr>
          <p:nvPr>
            <p:ph type="sldNum" sz="quarter" idx="5"/>
          </p:nvPr>
        </p:nvSpPr>
        <p:spPr/>
        <p:txBody>
          <a:bodyPr/>
          <a:lstStyle/>
          <a:p>
            <a:fld id="{648246CF-7178-41AD-B6F8-BACEEA28FBE0}" type="slidenum">
              <a:rPr lang="en-US" smtClean="0"/>
              <a:t>204</a:t>
            </a:fld>
            <a:endParaRPr lang="en-US"/>
          </a:p>
        </p:txBody>
      </p:sp>
    </p:spTree>
    <p:extLst>
      <p:ext uri="{BB962C8B-B14F-4D97-AF65-F5344CB8AC3E}">
        <p14:creationId xmlns:p14="http://schemas.microsoft.com/office/powerpoint/2010/main" val="292641796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F5ABF-783E-7C6C-CF3D-665D3240A1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58FEE6-D40C-FCA6-F88B-C7CB157F99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EB6713-F542-9FF4-5B91-A0FC5F48F8DC}"/>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1B9360E1-FA70-881E-6CF3-374E5109323E}"/>
              </a:ext>
            </a:extLst>
          </p:cNvPr>
          <p:cNvSpPr>
            <a:spLocks noGrp="1"/>
          </p:cNvSpPr>
          <p:nvPr>
            <p:ph type="sldNum" sz="quarter" idx="5"/>
          </p:nvPr>
        </p:nvSpPr>
        <p:spPr/>
        <p:txBody>
          <a:bodyPr/>
          <a:lstStyle/>
          <a:p>
            <a:fld id="{648246CF-7178-41AD-B6F8-BACEEA28FBE0}" type="slidenum">
              <a:rPr lang="en-US" smtClean="0"/>
              <a:t>205</a:t>
            </a:fld>
            <a:endParaRPr lang="en-US"/>
          </a:p>
        </p:txBody>
      </p:sp>
    </p:spTree>
    <p:extLst>
      <p:ext uri="{BB962C8B-B14F-4D97-AF65-F5344CB8AC3E}">
        <p14:creationId xmlns:p14="http://schemas.microsoft.com/office/powerpoint/2010/main" val="127354880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560CA-F800-100B-E0E4-51D4AEDBA7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B95CA-6F45-FAA8-5350-291E291A50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56812D-2BB1-61B3-6889-CB5D3DB52F3A}"/>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69BD5AA5-05CB-F07C-BCAB-5C5470470A16}"/>
              </a:ext>
            </a:extLst>
          </p:cNvPr>
          <p:cNvSpPr>
            <a:spLocks noGrp="1"/>
          </p:cNvSpPr>
          <p:nvPr>
            <p:ph type="sldNum" sz="quarter" idx="5"/>
          </p:nvPr>
        </p:nvSpPr>
        <p:spPr/>
        <p:txBody>
          <a:bodyPr/>
          <a:lstStyle/>
          <a:p>
            <a:fld id="{648246CF-7178-41AD-B6F8-BACEEA28FBE0}" type="slidenum">
              <a:rPr lang="en-US" smtClean="0"/>
              <a:t>206</a:t>
            </a:fld>
            <a:endParaRPr lang="en-US"/>
          </a:p>
        </p:txBody>
      </p:sp>
    </p:spTree>
    <p:extLst>
      <p:ext uri="{BB962C8B-B14F-4D97-AF65-F5344CB8AC3E}">
        <p14:creationId xmlns:p14="http://schemas.microsoft.com/office/powerpoint/2010/main" val="253195340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2CFBE-61BB-D156-4126-178CA38BCB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37BFAC-39C1-DA16-891C-ABBCCD6923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75C13E-CFAE-F438-F62A-92359EDED152}"/>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F962413A-967A-F9EA-9B00-86AFE111A9A1}"/>
              </a:ext>
            </a:extLst>
          </p:cNvPr>
          <p:cNvSpPr>
            <a:spLocks noGrp="1"/>
          </p:cNvSpPr>
          <p:nvPr>
            <p:ph type="sldNum" sz="quarter" idx="5"/>
          </p:nvPr>
        </p:nvSpPr>
        <p:spPr/>
        <p:txBody>
          <a:bodyPr/>
          <a:lstStyle/>
          <a:p>
            <a:fld id="{648246CF-7178-41AD-B6F8-BACEEA28FBE0}" type="slidenum">
              <a:rPr lang="en-US" smtClean="0"/>
              <a:t>207</a:t>
            </a:fld>
            <a:endParaRPr lang="en-US"/>
          </a:p>
        </p:txBody>
      </p:sp>
    </p:spTree>
    <p:extLst>
      <p:ext uri="{BB962C8B-B14F-4D97-AF65-F5344CB8AC3E}">
        <p14:creationId xmlns:p14="http://schemas.microsoft.com/office/powerpoint/2010/main" val="189132524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794F6-7A16-ED6F-2DC2-1B60AA3F67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D01198-92D9-BA1D-8639-7B2A45FB33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1682CE-E126-0562-D23C-1017B0E6B187}"/>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180C36DE-1B05-7FDE-3D3F-C0934197D092}"/>
              </a:ext>
            </a:extLst>
          </p:cNvPr>
          <p:cNvSpPr>
            <a:spLocks noGrp="1"/>
          </p:cNvSpPr>
          <p:nvPr>
            <p:ph type="sldNum" sz="quarter" idx="5"/>
          </p:nvPr>
        </p:nvSpPr>
        <p:spPr/>
        <p:txBody>
          <a:bodyPr/>
          <a:lstStyle/>
          <a:p>
            <a:fld id="{648246CF-7178-41AD-B6F8-BACEEA28FBE0}" type="slidenum">
              <a:rPr lang="en-US" smtClean="0"/>
              <a:t>208</a:t>
            </a:fld>
            <a:endParaRPr lang="en-US"/>
          </a:p>
        </p:txBody>
      </p:sp>
    </p:spTree>
    <p:extLst>
      <p:ext uri="{BB962C8B-B14F-4D97-AF65-F5344CB8AC3E}">
        <p14:creationId xmlns:p14="http://schemas.microsoft.com/office/powerpoint/2010/main" val="377436239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71144-DE1D-ED48-E0E4-12DD89018E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9CEC7E-2139-1296-CFB6-ED8DA948B5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9734A7-AA83-D803-FDF6-3120C55CF4EE}"/>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63A97BA9-93EB-AB2D-886A-768FAEE52DB2}"/>
              </a:ext>
            </a:extLst>
          </p:cNvPr>
          <p:cNvSpPr>
            <a:spLocks noGrp="1"/>
          </p:cNvSpPr>
          <p:nvPr>
            <p:ph type="sldNum" sz="quarter" idx="5"/>
          </p:nvPr>
        </p:nvSpPr>
        <p:spPr/>
        <p:txBody>
          <a:bodyPr/>
          <a:lstStyle/>
          <a:p>
            <a:fld id="{648246CF-7178-41AD-B6F8-BACEEA28FBE0}" type="slidenum">
              <a:rPr lang="en-US" smtClean="0"/>
              <a:t>209</a:t>
            </a:fld>
            <a:endParaRPr lang="en-US"/>
          </a:p>
        </p:txBody>
      </p:sp>
    </p:spTree>
    <p:extLst>
      <p:ext uri="{BB962C8B-B14F-4D97-AF65-F5344CB8AC3E}">
        <p14:creationId xmlns:p14="http://schemas.microsoft.com/office/powerpoint/2010/main" val="152099696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9201C-1F85-E602-5174-35ED678BF5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0B74E2-7B7F-BB8C-8F0D-03983ABDAC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79F3CF-B22B-B877-1B3A-AD3B6AD39810}"/>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E4CAE02D-D35C-02C1-0427-45335B864B2A}"/>
              </a:ext>
            </a:extLst>
          </p:cNvPr>
          <p:cNvSpPr>
            <a:spLocks noGrp="1"/>
          </p:cNvSpPr>
          <p:nvPr>
            <p:ph type="sldNum" sz="quarter" idx="5"/>
          </p:nvPr>
        </p:nvSpPr>
        <p:spPr/>
        <p:txBody>
          <a:bodyPr/>
          <a:lstStyle/>
          <a:p>
            <a:fld id="{648246CF-7178-41AD-B6F8-BACEEA28FBE0}" type="slidenum">
              <a:rPr lang="en-US" smtClean="0"/>
              <a:t>210</a:t>
            </a:fld>
            <a:endParaRPr lang="en-US"/>
          </a:p>
        </p:txBody>
      </p:sp>
    </p:spTree>
    <p:extLst>
      <p:ext uri="{BB962C8B-B14F-4D97-AF65-F5344CB8AC3E}">
        <p14:creationId xmlns:p14="http://schemas.microsoft.com/office/powerpoint/2010/main" val="380271060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EA93A-1806-7889-29CA-B956737CCE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9FEC6-BB1D-5840-5D4E-A07B76CF8D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464BAA-7B06-24AE-9D22-A45BB7945B0A}"/>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FCCCF3AA-78ED-F922-09B4-9EB0A99FDFC5}"/>
              </a:ext>
            </a:extLst>
          </p:cNvPr>
          <p:cNvSpPr>
            <a:spLocks noGrp="1"/>
          </p:cNvSpPr>
          <p:nvPr>
            <p:ph type="sldNum" sz="quarter" idx="5"/>
          </p:nvPr>
        </p:nvSpPr>
        <p:spPr/>
        <p:txBody>
          <a:bodyPr/>
          <a:lstStyle/>
          <a:p>
            <a:fld id="{648246CF-7178-41AD-B6F8-BACEEA28FBE0}" type="slidenum">
              <a:rPr lang="en-US" smtClean="0"/>
              <a:t>211</a:t>
            </a:fld>
            <a:endParaRPr lang="en-US"/>
          </a:p>
        </p:txBody>
      </p:sp>
    </p:spTree>
    <p:extLst>
      <p:ext uri="{BB962C8B-B14F-4D97-AF65-F5344CB8AC3E}">
        <p14:creationId xmlns:p14="http://schemas.microsoft.com/office/powerpoint/2010/main" val="1975735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F557A-7079-5124-52C3-BD54DF616D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5CD336-FA90-F57F-3866-9D94BB6F6B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BCE059-85DD-39D9-0AF7-81242F2F3EB3}"/>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70A08308-0581-827B-8FC5-9098AE3F8ECB}"/>
              </a:ext>
            </a:extLst>
          </p:cNvPr>
          <p:cNvSpPr>
            <a:spLocks noGrp="1"/>
          </p:cNvSpPr>
          <p:nvPr>
            <p:ph type="sldNum" sz="quarter" idx="5"/>
          </p:nvPr>
        </p:nvSpPr>
        <p:spPr/>
        <p:txBody>
          <a:bodyPr/>
          <a:lstStyle/>
          <a:p>
            <a:fld id="{648246CF-7178-41AD-B6F8-BACEEA28FBE0}" type="slidenum">
              <a:rPr lang="en-US" smtClean="0"/>
              <a:t>212</a:t>
            </a:fld>
            <a:endParaRPr lang="en-US"/>
          </a:p>
        </p:txBody>
      </p:sp>
    </p:spTree>
    <p:extLst>
      <p:ext uri="{BB962C8B-B14F-4D97-AF65-F5344CB8AC3E}">
        <p14:creationId xmlns:p14="http://schemas.microsoft.com/office/powerpoint/2010/main" val="370635136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3527A-614E-B8B0-50A9-E2947D149D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2E204F-BD8D-3000-DE6D-94A34409AD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3180DE-FF5F-D2F7-F223-AAD37F844BAF}"/>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72EBD677-B01F-D121-D4A9-E82247E39FC4}"/>
              </a:ext>
            </a:extLst>
          </p:cNvPr>
          <p:cNvSpPr>
            <a:spLocks noGrp="1"/>
          </p:cNvSpPr>
          <p:nvPr>
            <p:ph type="sldNum" sz="quarter" idx="5"/>
          </p:nvPr>
        </p:nvSpPr>
        <p:spPr/>
        <p:txBody>
          <a:bodyPr/>
          <a:lstStyle/>
          <a:p>
            <a:fld id="{648246CF-7178-41AD-B6F8-BACEEA28FBE0}" type="slidenum">
              <a:rPr lang="en-US" smtClean="0"/>
              <a:t>213</a:t>
            </a:fld>
            <a:endParaRPr lang="en-US"/>
          </a:p>
        </p:txBody>
      </p:sp>
    </p:spTree>
    <p:extLst>
      <p:ext uri="{BB962C8B-B14F-4D97-AF65-F5344CB8AC3E}">
        <p14:creationId xmlns:p14="http://schemas.microsoft.com/office/powerpoint/2010/main" val="201324550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2A07A-A320-7853-E846-82CE2A144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7536EB-3B28-CFD0-3610-96065374C0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568B83-5E54-A673-7370-3D858B738F3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98D94AA8-FF6F-E458-54DB-92871AEDA2C0}"/>
              </a:ext>
            </a:extLst>
          </p:cNvPr>
          <p:cNvSpPr>
            <a:spLocks noGrp="1"/>
          </p:cNvSpPr>
          <p:nvPr>
            <p:ph type="sldNum" sz="quarter" idx="5"/>
          </p:nvPr>
        </p:nvSpPr>
        <p:spPr/>
        <p:txBody>
          <a:bodyPr/>
          <a:lstStyle/>
          <a:p>
            <a:fld id="{648246CF-7178-41AD-B6F8-BACEEA28FBE0}" type="slidenum">
              <a:rPr lang="en-US" smtClean="0"/>
              <a:t>214</a:t>
            </a:fld>
            <a:endParaRPr lang="en-US"/>
          </a:p>
        </p:txBody>
      </p:sp>
    </p:spTree>
    <p:extLst>
      <p:ext uri="{BB962C8B-B14F-4D97-AF65-F5344CB8AC3E}">
        <p14:creationId xmlns:p14="http://schemas.microsoft.com/office/powerpoint/2010/main" val="421924538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F249C-E9D1-1165-8E80-EDC1713392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8ABFBE-7F96-D6D6-205B-D59F78870C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B4C987-EB1E-48F5-5DBC-95C111E87DCF}"/>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AFA9D30D-E3E2-0574-5948-BA80F27034F9}"/>
              </a:ext>
            </a:extLst>
          </p:cNvPr>
          <p:cNvSpPr>
            <a:spLocks noGrp="1"/>
          </p:cNvSpPr>
          <p:nvPr>
            <p:ph type="sldNum" sz="quarter" idx="5"/>
          </p:nvPr>
        </p:nvSpPr>
        <p:spPr/>
        <p:txBody>
          <a:bodyPr/>
          <a:lstStyle/>
          <a:p>
            <a:fld id="{648246CF-7178-41AD-B6F8-BACEEA28FBE0}" type="slidenum">
              <a:rPr lang="en-US" smtClean="0"/>
              <a:t>215</a:t>
            </a:fld>
            <a:endParaRPr lang="en-US"/>
          </a:p>
        </p:txBody>
      </p:sp>
    </p:spTree>
    <p:extLst>
      <p:ext uri="{BB962C8B-B14F-4D97-AF65-F5344CB8AC3E}">
        <p14:creationId xmlns:p14="http://schemas.microsoft.com/office/powerpoint/2010/main" val="368171467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56CCF-C744-2D08-03F9-82816CB8EC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6E880D-2628-3CCF-E2F2-62D7A116BA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585C40-F1AA-36E3-0615-EF36B92FFC49}"/>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F4639D09-2D90-9741-877C-198689E086D5}"/>
              </a:ext>
            </a:extLst>
          </p:cNvPr>
          <p:cNvSpPr>
            <a:spLocks noGrp="1"/>
          </p:cNvSpPr>
          <p:nvPr>
            <p:ph type="sldNum" sz="quarter" idx="5"/>
          </p:nvPr>
        </p:nvSpPr>
        <p:spPr/>
        <p:txBody>
          <a:bodyPr/>
          <a:lstStyle/>
          <a:p>
            <a:fld id="{648246CF-7178-41AD-B6F8-BACEEA28FBE0}" type="slidenum">
              <a:rPr lang="en-US" smtClean="0"/>
              <a:t>216</a:t>
            </a:fld>
            <a:endParaRPr lang="en-US"/>
          </a:p>
        </p:txBody>
      </p:sp>
    </p:spTree>
    <p:extLst>
      <p:ext uri="{BB962C8B-B14F-4D97-AF65-F5344CB8AC3E}">
        <p14:creationId xmlns:p14="http://schemas.microsoft.com/office/powerpoint/2010/main" val="232087535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8070A-8A95-1CC5-EB33-FD91613F08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2431C7-D096-57B3-DF28-F6231CAC8A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CB04D5-D195-9818-1F70-4BBC5D0CB5C7}"/>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23D817C9-BE80-17DE-9526-E2F6E6274D70}"/>
              </a:ext>
            </a:extLst>
          </p:cNvPr>
          <p:cNvSpPr>
            <a:spLocks noGrp="1"/>
          </p:cNvSpPr>
          <p:nvPr>
            <p:ph type="sldNum" sz="quarter" idx="5"/>
          </p:nvPr>
        </p:nvSpPr>
        <p:spPr/>
        <p:txBody>
          <a:bodyPr/>
          <a:lstStyle/>
          <a:p>
            <a:fld id="{648246CF-7178-41AD-B6F8-BACEEA28FBE0}" type="slidenum">
              <a:rPr lang="en-US" smtClean="0"/>
              <a:t>217</a:t>
            </a:fld>
            <a:endParaRPr lang="en-US"/>
          </a:p>
        </p:txBody>
      </p:sp>
    </p:spTree>
    <p:extLst>
      <p:ext uri="{BB962C8B-B14F-4D97-AF65-F5344CB8AC3E}">
        <p14:creationId xmlns:p14="http://schemas.microsoft.com/office/powerpoint/2010/main" val="16634965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01F86-0617-287F-C26F-0991477A1C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3728D0-5598-321D-F114-D2CF321063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F1B0EB-65CF-1AA1-D75C-05CF24A12010}"/>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B1EB5B8B-0DD7-ADAE-9693-602B4C2F6A88}"/>
              </a:ext>
            </a:extLst>
          </p:cNvPr>
          <p:cNvSpPr>
            <a:spLocks noGrp="1"/>
          </p:cNvSpPr>
          <p:nvPr>
            <p:ph type="sldNum" sz="quarter" idx="5"/>
          </p:nvPr>
        </p:nvSpPr>
        <p:spPr/>
        <p:txBody>
          <a:bodyPr/>
          <a:lstStyle/>
          <a:p>
            <a:fld id="{648246CF-7178-41AD-B6F8-BACEEA28FBE0}" type="slidenum">
              <a:rPr lang="en-US" smtClean="0"/>
              <a:t>218</a:t>
            </a:fld>
            <a:endParaRPr lang="en-US"/>
          </a:p>
        </p:txBody>
      </p:sp>
    </p:spTree>
    <p:extLst>
      <p:ext uri="{BB962C8B-B14F-4D97-AF65-F5344CB8AC3E}">
        <p14:creationId xmlns:p14="http://schemas.microsoft.com/office/powerpoint/2010/main" val="169603685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182B8-6667-626C-1990-24CD2FD095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8BF8BC-0088-5AD0-9368-D966959FA1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6F380E-344A-44D2-A7E0-BEBF3373D9B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087E863-81BB-8AA5-ECBB-61AB4FFA2E2D}"/>
              </a:ext>
            </a:extLst>
          </p:cNvPr>
          <p:cNvSpPr>
            <a:spLocks noGrp="1"/>
          </p:cNvSpPr>
          <p:nvPr>
            <p:ph type="sldNum" sz="quarter" idx="5"/>
          </p:nvPr>
        </p:nvSpPr>
        <p:spPr/>
        <p:txBody>
          <a:bodyPr/>
          <a:lstStyle/>
          <a:p>
            <a:fld id="{648246CF-7178-41AD-B6F8-BACEEA28FBE0}" type="slidenum">
              <a:rPr lang="en-US" smtClean="0"/>
              <a:t>219</a:t>
            </a:fld>
            <a:endParaRPr lang="en-US"/>
          </a:p>
        </p:txBody>
      </p:sp>
    </p:spTree>
    <p:extLst>
      <p:ext uri="{BB962C8B-B14F-4D97-AF65-F5344CB8AC3E}">
        <p14:creationId xmlns:p14="http://schemas.microsoft.com/office/powerpoint/2010/main" val="133892214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1DA82-7C77-E720-624A-1190D3AD7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74408-C1D1-389C-F4E3-64EB8FBE6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FDB63-DCAE-284D-2F7F-71EF96A5E6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0A553A0D-334F-CF3A-0E01-6FA57807A22B}"/>
              </a:ext>
            </a:extLst>
          </p:cNvPr>
          <p:cNvSpPr>
            <a:spLocks noGrp="1"/>
          </p:cNvSpPr>
          <p:nvPr>
            <p:ph type="sldNum" sz="quarter" idx="5"/>
          </p:nvPr>
        </p:nvSpPr>
        <p:spPr/>
        <p:txBody>
          <a:bodyPr/>
          <a:lstStyle/>
          <a:p>
            <a:fld id="{648246CF-7178-41AD-B6F8-BACEEA28FBE0}" type="slidenum">
              <a:rPr lang="en-US" smtClean="0"/>
              <a:t>221</a:t>
            </a:fld>
            <a:endParaRPr lang="en-US"/>
          </a:p>
        </p:txBody>
      </p:sp>
    </p:spTree>
    <p:extLst>
      <p:ext uri="{BB962C8B-B14F-4D97-AF65-F5344CB8AC3E}">
        <p14:creationId xmlns:p14="http://schemas.microsoft.com/office/powerpoint/2010/main" val="61617224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E8F1A-18E0-7FDF-0C91-4FD1771CFC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24F82F-F608-17E9-067F-6C9A99C46D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B97108-F377-5B65-EABB-20CE6D57B2C6}"/>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B4BEFB3D-FB0D-3E38-66D9-8D47212A5AEA}"/>
              </a:ext>
            </a:extLst>
          </p:cNvPr>
          <p:cNvSpPr>
            <a:spLocks noGrp="1"/>
          </p:cNvSpPr>
          <p:nvPr>
            <p:ph type="sldNum" sz="quarter" idx="5"/>
          </p:nvPr>
        </p:nvSpPr>
        <p:spPr/>
        <p:txBody>
          <a:bodyPr/>
          <a:lstStyle/>
          <a:p>
            <a:fld id="{648246CF-7178-41AD-B6F8-BACEEA28FBE0}" type="slidenum">
              <a:rPr lang="en-US" smtClean="0"/>
              <a:t>222</a:t>
            </a:fld>
            <a:endParaRPr lang="en-US"/>
          </a:p>
        </p:txBody>
      </p:sp>
    </p:spTree>
    <p:extLst>
      <p:ext uri="{BB962C8B-B14F-4D97-AF65-F5344CB8AC3E}">
        <p14:creationId xmlns:p14="http://schemas.microsoft.com/office/powerpoint/2010/main" val="195916157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10EA0-BF16-5E2F-00F9-2C61390356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6DEC71-F816-2447-2B2B-EAB899C480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3D126F-4C18-F74F-AF2A-434AD0943606}"/>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B212BD0B-8D16-FE52-280C-90BBA1092218}"/>
              </a:ext>
            </a:extLst>
          </p:cNvPr>
          <p:cNvSpPr>
            <a:spLocks noGrp="1"/>
          </p:cNvSpPr>
          <p:nvPr>
            <p:ph type="sldNum" sz="quarter" idx="5"/>
          </p:nvPr>
        </p:nvSpPr>
        <p:spPr/>
        <p:txBody>
          <a:bodyPr/>
          <a:lstStyle/>
          <a:p>
            <a:fld id="{648246CF-7178-41AD-B6F8-BACEEA28FBE0}" type="slidenum">
              <a:rPr lang="en-US" smtClean="0"/>
              <a:t>223</a:t>
            </a:fld>
            <a:endParaRPr lang="en-US"/>
          </a:p>
        </p:txBody>
      </p:sp>
    </p:spTree>
    <p:extLst>
      <p:ext uri="{BB962C8B-B14F-4D97-AF65-F5344CB8AC3E}">
        <p14:creationId xmlns:p14="http://schemas.microsoft.com/office/powerpoint/2010/main" val="384009659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AC3B6-0ED4-4405-3E3F-F4F2DF35CD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399544-D5FF-A2E4-E73A-6B2F8FF2E4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59F50-12CA-7335-FA16-F1D4CECBE770}"/>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D1E99B14-80BC-4B1D-28F5-4C8248DE18BD}"/>
              </a:ext>
            </a:extLst>
          </p:cNvPr>
          <p:cNvSpPr>
            <a:spLocks noGrp="1"/>
          </p:cNvSpPr>
          <p:nvPr>
            <p:ph type="sldNum" sz="quarter" idx="5"/>
          </p:nvPr>
        </p:nvSpPr>
        <p:spPr/>
        <p:txBody>
          <a:bodyPr/>
          <a:lstStyle/>
          <a:p>
            <a:fld id="{648246CF-7178-41AD-B6F8-BACEEA28FBE0}" type="slidenum">
              <a:rPr lang="en-US" smtClean="0"/>
              <a:t>224</a:t>
            </a:fld>
            <a:endParaRPr lang="en-US"/>
          </a:p>
        </p:txBody>
      </p:sp>
    </p:spTree>
    <p:extLst>
      <p:ext uri="{BB962C8B-B14F-4D97-AF65-F5344CB8AC3E}">
        <p14:creationId xmlns:p14="http://schemas.microsoft.com/office/powerpoint/2010/main" val="317523535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F9D55-DED1-4F75-64FE-BE07241AFE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098614-0D08-3209-FFA6-5814EE02E2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3F0E67-1F2B-ABD9-A5BC-35EE910E0367}"/>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E31853B1-7796-C7FA-43E9-A262B236FBAF}"/>
              </a:ext>
            </a:extLst>
          </p:cNvPr>
          <p:cNvSpPr>
            <a:spLocks noGrp="1"/>
          </p:cNvSpPr>
          <p:nvPr>
            <p:ph type="sldNum" sz="quarter" idx="5"/>
          </p:nvPr>
        </p:nvSpPr>
        <p:spPr/>
        <p:txBody>
          <a:bodyPr/>
          <a:lstStyle/>
          <a:p>
            <a:fld id="{648246CF-7178-41AD-B6F8-BACEEA28FBE0}" type="slidenum">
              <a:rPr lang="en-US" smtClean="0"/>
              <a:t>225</a:t>
            </a:fld>
            <a:endParaRPr lang="en-US"/>
          </a:p>
        </p:txBody>
      </p:sp>
    </p:spTree>
    <p:extLst>
      <p:ext uri="{BB962C8B-B14F-4D97-AF65-F5344CB8AC3E}">
        <p14:creationId xmlns:p14="http://schemas.microsoft.com/office/powerpoint/2010/main" val="419659482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22805-4F68-AA96-DE60-F6F393FD08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F8FB68-D966-7BDB-ED67-5A08BEA24B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B7278D-C0C3-996B-99E7-92FF1AC5FAB1}"/>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5D080D83-92FA-86D2-9548-250F43F135AE}"/>
              </a:ext>
            </a:extLst>
          </p:cNvPr>
          <p:cNvSpPr>
            <a:spLocks noGrp="1"/>
          </p:cNvSpPr>
          <p:nvPr>
            <p:ph type="sldNum" sz="quarter" idx="5"/>
          </p:nvPr>
        </p:nvSpPr>
        <p:spPr/>
        <p:txBody>
          <a:bodyPr/>
          <a:lstStyle/>
          <a:p>
            <a:fld id="{648246CF-7178-41AD-B6F8-BACEEA28FBE0}" type="slidenum">
              <a:rPr lang="en-US" smtClean="0"/>
              <a:t>226</a:t>
            </a:fld>
            <a:endParaRPr lang="en-US"/>
          </a:p>
        </p:txBody>
      </p:sp>
    </p:spTree>
    <p:extLst>
      <p:ext uri="{BB962C8B-B14F-4D97-AF65-F5344CB8AC3E}">
        <p14:creationId xmlns:p14="http://schemas.microsoft.com/office/powerpoint/2010/main" val="197980267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EB68C-EB90-FCDD-1792-00453B1546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11052-F13E-372B-4C02-1FD01FAE82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6F1383-05F5-BD3E-BBA1-EFC95CE4FCF5}"/>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1268C777-31C6-B61A-91AA-AB1671F515B5}"/>
              </a:ext>
            </a:extLst>
          </p:cNvPr>
          <p:cNvSpPr>
            <a:spLocks noGrp="1"/>
          </p:cNvSpPr>
          <p:nvPr>
            <p:ph type="sldNum" sz="quarter" idx="5"/>
          </p:nvPr>
        </p:nvSpPr>
        <p:spPr/>
        <p:txBody>
          <a:bodyPr/>
          <a:lstStyle/>
          <a:p>
            <a:fld id="{648246CF-7178-41AD-B6F8-BACEEA28FBE0}" type="slidenum">
              <a:rPr lang="en-US" smtClean="0"/>
              <a:t>227</a:t>
            </a:fld>
            <a:endParaRPr lang="en-US"/>
          </a:p>
        </p:txBody>
      </p:sp>
    </p:spTree>
    <p:extLst>
      <p:ext uri="{BB962C8B-B14F-4D97-AF65-F5344CB8AC3E}">
        <p14:creationId xmlns:p14="http://schemas.microsoft.com/office/powerpoint/2010/main" val="414830781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85581-318E-08EF-95E4-8AEAF11C7D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354352-A1DF-B522-B574-7DCF1CDE4E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23A389-53AA-F1B9-7A0A-F0EC3B9CD618}"/>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5B6E0132-B08F-04C5-483E-235188D085AF}"/>
              </a:ext>
            </a:extLst>
          </p:cNvPr>
          <p:cNvSpPr>
            <a:spLocks noGrp="1"/>
          </p:cNvSpPr>
          <p:nvPr>
            <p:ph type="sldNum" sz="quarter" idx="5"/>
          </p:nvPr>
        </p:nvSpPr>
        <p:spPr/>
        <p:txBody>
          <a:bodyPr/>
          <a:lstStyle/>
          <a:p>
            <a:fld id="{648246CF-7178-41AD-B6F8-BACEEA28FBE0}" type="slidenum">
              <a:rPr lang="en-US" smtClean="0"/>
              <a:t>228</a:t>
            </a:fld>
            <a:endParaRPr lang="en-US"/>
          </a:p>
        </p:txBody>
      </p:sp>
    </p:spTree>
    <p:extLst>
      <p:ext uri="{BB962C8B-B14F-4D97-AF65-F5344CB8AC3E}">
        <p14:creationId xmlns:p14="http://schemas.microsoft.com/office/powerpoint/2010/main" val="363432075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1F210-4F2C-9E58-4C87-1D93A13314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629528-AA88-322D-0919-90B69D28AD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04FD39-6B02-5C9D-9CA3-5E7500D5692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6CBA3BF-45E8-2765-DAC6-86A3C77825BD}"/>
              </a:ext>
            </a:extLst>
          </p:cNvPr>
          <p:cNvSpPr>
            <a:spLocks noGrp="1"/>
          </p:cNvSpPr>
          <p:nvPr>
            <p:ph type="sldNum" sz="quarter" idx="5"/>
          </p:nvPr>
        </p:nvSpPr>
        <p:spPr/>
        <p:txBody>
          <a:bodyPr/>
          <a:lstStyle/>
          <a:p>
            <a:fld id="{648246CF-7178-41AD-B6F8-BACEEA28FBE0}" type="slidenum">
              <a:rPr lang="en-US" smtClean="0"/>
              <a:t>229</a:t>
            </a:fld>
            <a:endParaRPr lang="en-US"/>
          </a:p>
        </p:txBody>
      </p:sp>
    </p:spTree>
    <p:extLst>
      <p:ext uri="{BB962C8B-B14F-4D97-AF65-F5344CB8AC3E}">
        <p14:creationId xmlns:p14="http://schemas.microsoft.com/office/powerpoint/2010/main" val="15129054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F0BBB32-54BA-4194-BF0A-ED9313CE4595}" type="datetimeFigureOut">
              <a:rPr lang="en-US" smtClean="0"/>
              <a:t>5/24/2025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691204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5/24/2025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2017127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8"/>
            <a:ext cx="7772400" cy="1021557"/>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0BBB32-54BA-4194-BF0A-ED9313CE4595}" type="datetimeFigureOut">
              <a:rPr lang="en-US" smtClean="0"/>
              <a:t>5/24/2025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84539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0BBB32-54BA-4194-BF0A-ED9313CE4595}" type="datetimeFigureOut">
              <a:rPr lang="en-US" smtClean="0"/>
              <a:t>5/24/2025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03887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0BBB32-54BA-4194-BF0A-ED9313CE4595}" type="datetimeFigureOut">
              <a:rPr lang="en-US" smtClean="0"/>
              <a:t>5/24/2025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55587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0BBB32-54BA-4194-BF0A-ED9313CE4595}" type="datetimeFigureOut">
              <a:rPr lang="en-US" smtClean="0"/>
              <a:t>5/24/2025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109032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0BBB32-54BA-4194-BF0A-ED9313CE4595}" type="datetimeFigureOut">
              <a:rPr lang="en-US" smtClean="0"/>
              <a:t>5/24/2025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097217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5/24/2025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96645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5/24/2025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447721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5/24/2025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58253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5/24/2025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034630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F0BBB32-54BA-4194-BF0A-ED9313CE4595}" type="datetimeFigureOut">
              <a:rPr lang="en-US" smtClean="0"/>
              <a:t>5/24/2025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A511856-4617-4425-9FD6-154895FC07B8}" type="slidenum">
              <a:rPr lang="en-US" smtClean="0"/>
              <a:t>‹#›</a:t>
            </a:fld>
            <a:endParaRPr lang="en-US"/>
          </a:p>
        </p:txBody>
      </p:sp>
    </p:spTree>
    <p:extLst>
      <p:ext uri="{BB962C8B-B14F-4D97-AF65-F5344CB8AC3E}">
        <p14:creationId xmlns:p14="http://schemas.microsoft.com/office/powerpoint/2010/main" val="2883579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2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384BEF80-48AD-DEEF-4885-E117900886C9}"/>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C79F8ACD-B8D8-2529-26AB-4599224970D9}"/>
              </a:ext>
            </a:extLst>
          </p:cNvPr>
          <p:cNvSpPr txBox="1"/>
          <p:nvPr/>
        </p:nvSpPr>
        <p:spPr>
          <a:xfrm>
            <a:off x="0" y="2941625"/>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VI PHỤC SINH</a:t>
            </a:r>
          </a:p>
        </p:txBody>
      </p:sp>
      <p:sp>
        <p:nvSpPr>
          <p:cNvPr id="14" name="TextBox 13">
            <a:extLst>
              <a:ext uri="{FF2B5EF4-FFF2-40B4-BE49-F238E27FC236}">
                <a16:creationId xmlns:a16="http://schemas.microsoft.com/office/drawing/2014/main" id="{DE350219-EF26-FDCA-6A74-0CFB9B7CEA3D}"/>
              </a:ext>
            </a:extLst>
          </p:cNvPr>
          <p:cNvSpPr txBox="1"/>
          <p:nvPr/>
        </p:nvSpPr>
        <p:spPr>
          <a:xfrm>
            <a:off x="2288" y="3838567"/>
            <a:ext cx="9141712" cy="1303460"/>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fontScale="92500"/>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"Thánh Thần sẽ nhắc nhở cho các con tất cả những gì Thầy đã nói với các con"</a:t>
            </a:r>
            <a:endParaRPr lang="en-US" dirty="0"/>
          </a:p>
        </p:txBody>
      </p:sp>
    </p:spTree>
    <p:extLst>
      <p:ext uri="{BB962C8B-B14F-4D97-AF65-F5344CB8AC3E}">
        <p14:creationId xmlns:p14="http://schemas.microsoft.com/office/powerpoint/2010/main" val="372575660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884BA29-1F76-D50D-3220-7C483494577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defRPr/>
            </a:pPr>
            <a:r>
              <a:rPr lang="en-US" altLang="en-US" sz="4000" b="1" dirty="0">
                <a:solidFill>
                  <a:srgbClr val="FF0000"/>
                </a:solidFill>
                <a:latin typeface="Times New Roman" panose="02020603050405020304" pitchFamily="18" charset="0"/>
                <a:cs typeface="Times New Roman" panose="02020603050405020304" pitchFamily="18" charset="0"/>
              </a:rPr>
              <a:t>KINH CHÚA THÁNH </a:t>
            </a:r>
            <a:r>
              <a:rPr lang="en-US" altLang="en-US" sz="4000" b="1" dirty="0" err="1">
                <a:solidFill>
                  <a:srgbClr val="FF0000"/>
                </a:solidFill>
                <a:latin typeface="Times New Roman" panose="02020603050405020304" pitchFamily="18" charset="0"/>
                <a:cs typeface="Times New Roman" panose="02020603050405020304" pitchFamily="18" charset="0"/>
              </a:rPr>
              <a:t>THẦN</a:t>
            </a:r>
            <a:endParaRPr lang="en-US" altLang="en-US" sz="40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600"/>
              </a:spcBef>
              <a:defRPr/>
            </a:pPr>
            <a:r>
              <a:rPr lang="vi-VN" altLang="en-US" sz="7200" b="1" dirty="0">
                <a:solidFill>
                  <a:schemeClr val="tx1"/>
                </a:solidFill>
                <a:latin typeface="Times New Roman" panose="02020603050405020304" pitchFamily="18" charset="0"/>
                <a:cs typeface="Times New Roman" panose="02020603050405020304" pitchFamily="18" charset="0"/>
              </a:rPr>
              <a:t>Chúng con lạy ơn Đức Chúa Thánh Thần, thiêng liêng sáng láng vô cùng,</a:t>
            </a:r>
            <a:r>
              <a:rPr lang="en-US" altLang="en-US" sz="7200" b="1" dirty="0">
                <a:solidFill>
                  <a:schemeClr val="tx1"/>
                </a:solidFill>
                <a:latin typeface="Times New Roman" panose="02020603050405020304" pitchFamily="18" charset="0"/>
                <a:cs typeface="Times New Roman" panose="02020603050405020304" pitchFamily="18" charset="0"/>
              </a:rPr>
              <a:t> </a:t>
            </a:r>
            <a:endParaRPr lang="en-US" altLang="en-US" sz="7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3A534A11-9DFE-A5EC-8139-2FB818022E44}"/>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xin Đức Chúa Thánh Thần xuống đầy lòng chúng con, là kẻ tin cậy Đức Chúa Trời,</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B96D1C1-1479-6C6E-261C-24F0694D7BDD}"/>
              </a:ext>
            </a:extLst>
          </p:cNvPr>
          <p:cNvSpPr>
            <a:spLocks noGrp="1" noChangeArrowheads="1"/>
          </p:cNvSpPr>
          <p:nvPr>
            <p:ph type="subTitle" idx="1"/>
          </p:nvPr>
        </p:nvSpPr>
        <p:spPr>
          <a:xfrm>
            <a:off x="0" y="0"/>
            <a:ext cx="9144000" cy="5143500"/>
          </a:xfrm>
          <a:solidFill>
            <a:schemeClr val="bg1"/>
          </a:solidFill>
        </p:spPr>
        <p:txBody>
          <a:bodyPr tIns="182880" bIns="91440">
            <a:normAutofit lnSpcReduction="10000"/>
          </a:bodyPr>
          <a:lstStyle/>
          <a:p>
            <a:pPr algn="just" eaLnBrk="1" hangingPunct="1">
              <a:defRPr/>
            </a:pPr>
            <a:r>
              <a:rPr lang="en-US" altLang="en-US" sz="8800" b="1" dirty="0" err="1">
                <a:solidFill>
                  <a:schemeClr val="tx1"/>
                </a:solidFill>
                <a:latin typeface="Times New Roman" panose="02020603050405020304" pitchFamily="18" charset="0"/>
                <a:cs typeface="Times New Roman" panose="02020603050405020304" pitchFamily="18" charset="0"/>
              </a:rPr>
              <a:t>Và</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đốt</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lửa</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kính</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mến</a:t>
            </a:r>
            <a:r>
              <a:rPr lang="en-US" altLang="en-US" sz="8800" b="1" dirty="0">
                <a:solidFill>
                  <a:schemeClr val="tx1"/>
                </a:solidFill>
                <a:latin typeface="Times New Roman" panose="02020603050405020304" pitchFamily="18" charset="0"/>
                <a:cs typeface="Times New Roman" panose="02020603050405020304" pitchFamily="18" charset="0"/>
              </a:rPr>
              <a:t> Đức Chúa </a:t>
            </a:r>
            <a:r>
              <a:rPr lang="en-US" altLang="en-US" sz="8800" b="1" dirty="0" err="1">
                <a:solidFill>
                  <a:schemeClr val="tx1"/>
                </a:solidFill>
                <a:latin typeface="Times New Roman" panose="02020603050405020304" pitchFamily="18" charset="0"/>
                <a:cs typeface="Times New Roman" panose="02020603050405020304" pitchFamily="18" charset="0"/>
              </a:rPr>
              <a:t>Trời</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trong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lòng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chúng</a:t>
            </a:r>
            <a:r>
              <a:rPr lang="en-US" altLang="en-US" sz="8800" b="1" dirty="0">
                <a:solidFill>
                  <a:schemeClr val="tx1"/>
                </a:solidFill>
                <a:latin typeface="Times New Roman" panose="02020603050405020304" pitchFamily="18" charset="0"/>
                <a:cs typeface="Times New Roman" panose="02020603050405020304" pitchFamily="18" charset="0"/>
              </a:rPr>
              <a:t> con;</a:t>
            </a:r>
            <a:endParaRPr lang="en-US" altLang="en-US" sz="8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8BFF5601-CFA7-8A02-FCD7-A768A611043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r>
              <a:rPr lang="en-US" altLang="en-US" sz="8400" b="1" dirty="0" err="1">
                <a:solidFill>
                  <a:schemeClr val="tx1"/>
                </a:solidFill>
                <a:latin typeface="Times New Roman" panose="02020603050405020304" pitchFamily="18" charset="0"/>
                <a:cs typeface="Times New Roman" panose="02020603050405020304" pitchFamily="18" charset="0"/>
              </a:rPr>
              <a:t>chúng</a:t>
            </a:r>
            <a:r>
              <a:rPr lang="en-US" altLang="en-US" sz="8400" b="1" dirty="0">
                <a:solidFill>
                  <a:schemeClr val="tx1"/>
                </a:solidFill>
                <a:latin typeface="Times New Roman" panose="02020603050405020304" pitchFamily="18" charset="0"/>
                <a:cs typeface="Times New Roman" panose="02020603050405020304" pitchFamily="18" charset="0"/>
              </a:rPr>
              <a:t> con </a:t>
            </a:r>
            <a:r>
              <a:rPr lang="en-US" altLang="en-US" sz="8400" b="1" dirty="0" err="1">
                <a:solidFill>
                  <a:schemeClr val="tx1"/>
                </a:solidFill>
                <a:latin typeface="Times New Roman" panose="02020603050405020304" pitchFamily="18" charset="0"/>
                <a:cs typeface="Times New Roman" panose="02020603050405020304" pitchFamily="18" charset="0"/>
              </a:rPr>
              <a:t>xin</a:t>
            </a:r>
            <a:r>
              <a:rPr lang="en-US" altLang="en-US" sz="8400" b="1" dirty="0">
                <a:solidFill>
                  <a:schemeClr val="tx1"/>
                </a:solidFill>
                <a:latin typeface="Times New Roman" panose="02020603050405020304" pitchFamily="18" charset="0"/>
                <a:cs typeface="Times New Roman" panose="02020603050405020304" pitchFamily="18" charset="0"/>
              </a:rPr>
              <a:t> Đức Chúa </a:t>
            </a:r>
            <a:r>
              <a:rPr lang="en-US" altLang="en-US" sz="8400" b="1" dirty="0" err="1">
                <a:solidFill>
                  <a:schemeClr val="tx1"/>
                </a:solidFill>
                <a:latin typeface="Times New Roman" panose="02020603050405020304" pitchFamily="18" charset="0"/>
                <a:cs typeface="Times New Roman" panose="02020603050405020304" pitchFamily="18" charset="0"/>
              </a:rPr>
              <a:t>Trời</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cho</a:t>
            </a:r>
            <a:r>
              <a:rPr lang="en-US" altLang="en-US" sz="8400" b="1" dirty="0">
                <a:solidFill>
                  <a:schemeClr val="tx1"/>
                </a:solidFill>
                <a:latin typeface="Times New Roman" panose="02020603050405020304" pitchFamily="18" charset="0"/>
                <a:cs typeface="Times New Roman" panose="02020603050405020304" pitchFamily="18" charset="0"/>
              </a:rPr>
              <a:t> Đức Chúa Thánh </a:t>
            </a:r>
            <a:r>
              <a:rPr lang="en-US" altLang="en-US" sz="8400" b="1" dirty="0" err="1">
                <a:solidFill>
                  <a:schemeClr val="tx1"/>
                </a:solidFill>
                <a:latin typeface="Times New Roman" panose="02020603050405020304" pitchFamily="18" charset="0"/>
                <a:cs typeface="Times New Roman" panose="02020603050405020304" pitchFamily="18" charset="0"/>
              </a:rPr>
              <a:t>Thần</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xuống</a:t>
            </a:r>
            <a:r>
              <a:rPr lang="en-US" altLang="en-US" sz="8400" b="1" dirty="0">
                <a:solidFill>
                  <a:schemeClr val="tx1"/>
                </a:solidFill>
                <a:latin typeface="Times New Roman" panose="02020603050405020304" pitchFamily="18" charset="0"/>
                <a:cs typeface="Times New Roman" panose="02020603050405020304" pitchFamily="18" charset="0"/>
              </a:rPr>
              <a:t>.</a:t>
            </a:r>
            <a:endParaRPr lang="en-US" altLang="en-US" sz="8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3F13C7A-5304-48FF-CAD8-39A6B663E1B7}"/>
              </a:ext>
            </a:extLst>
          </p:cNvPr>
          <p:cNvSpPr>
            <a:spLocks noGrp="1" noChangeArrowheads="1"/>
          </p:cNvSpPr>
          <p:nvPr>
            <p:ph type="subTitle" idx="1"/>
          </p:nvPr>
        </p:nvSpPr>
        <p:spPr>
          <a:xfrm>
            <a:off x="0" y="0"/>
            <a:ext cx="9144000" cy="5143500"/>
          </a:xfrm>
          <a:solidFill>
            <a:schemeClr val="bg1"/>
          </a:solidFill>
        </p:spPr>
        <p:txBody>
          <a:bodyPr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Sửa lại mọi sự trong ngoài chúng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Chúng con cầu cùng Đức Chúa</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Trời,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30D3-82A7-C499-75BA-E411C1784EFB}"/>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82047D14-E417-5DE6-C9C7-9B82C82EDE0B}"/>
              </a:ext>
            </a:extLst>
          </p:cNvPr>
          <p:cNvSpPr>
            <a:spLocks noGrp="1" noChangeArrowheads="1"/>
          </p:cNvSpPr>
          <p:nvPr>
            <p:ph type="subTitle" idx="1"/>
          </p:nvPr>
        </p:nvSpPr>
        <p:spPr>
          <a:xfrm>
            <a:off x="0" y="0"/>
            <a:ext cx="9144000" cy="5143500"/>
          </a:xfrm>
          <a:solidFill>
            <a:schemeClr val="bg1"/>
          </a:solidFill>
        </p:spPr>
        <p:txBody>
          <a:bodyPr wrap="square"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xưa đã cho Đức Chúa Thánh</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soi lòng 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các</a:t>
            </a:r>
            <a:r>
              <a:rPr lang="en-US" altLang="en-US" sz="8000" b="1" dirty="0">
                <a:solidFill>
                  <a:schemeClr val="tx1"/>
                </a:solidFill>
                <a:latin typeface="Times New Roman" panose="02020603050405020304" pitchFamily="18" charset="0"/>
                <a:cs typeface="Times New Roman" panose="02020603050405020304" pitchFamily="18" charset="0"/>
              </a:rPr>
              <a:t> Thánh</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7866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30630BD-3423-7E1C-CA80-A2B4DAF1EA01}"/>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Tông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Đồ</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rày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Đức Chúa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3AB11-9989-F0E7-CA43-26B143F229B5}"/>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4C5D4E35-9549-4095-21EF-FC5243A37787}"/>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an </a:t>
            </a:r>
            <a:r>
              <a:rPr lang="en-US" altLang="en-US" sz="8000" b="1" dirty="0" err="1">
                <a:solidFill>
                  <a:schemeClr val="tx1"/>
                </a:solidFill>
                <a:latin typeface="Times New Roman" panose="02020603050405020304" pitchFamily="18" charset="0"/>
                <a:cs typeface="Times New Roman" panose="02020603050405020304" pitchFamily="18" charset="0"/>
              </a:rPr>
              <a:t>ủi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làm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việc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lành</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70284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AA11-6728-6C51-FE24-A2D10529928D}"/>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FF75AC47-1F6D-EA79-ADBF-809C6278BEEB}"/>
              </a:ext>
            </a:extLst>
          </p:cNvPr>
          <p:cNvSpPr>
            <a:spLocks noGrp="1" noChangeArrowheads="1"/>
          </p:cNvSpPr>
          <p:nvPr>
            <p:ph type="subTitle" idx="1"/>
          </p:nvPr>
        </p:nvSpPr>
        <p:spPr>
          <a:xfrm>
            <a:off x="0" y="0"/>
            <a:ext cx="9144000" cy="5143500"/>
          </a:xfrm>
          <a:solidFill>
            <a:schemeClr val="bg1"/>
          </a:solidFill>
        </p:spPr>
        <p:txBody>
          <a:bodyPr tIns="9144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nghiệp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Giêsu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Kitô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Amen.</a:t>
            </a:r>
          </a:p>
        </p:txBody>
      </p:sp>
    </p:spTree>
    <p:extLst>
      <p:ext uri="{BB962C8B-B14F-4D97-AF65-F5344CB8AC3E}">
        <p14:creationId xmlns:p14="http://schemas.microsoft.com/office/powerpoint/2010/main" val="1063818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p:cNvSpPr>
            <a:spLocks noGrp="1" noChangeArrowheads="1"/>
          </p:cNvSpPr>
          <p:nvPr>
            <p:ph type="subTitle" idx="1"/>
          </p:nvPr>
        </p:nvSpPr>
        <p:spPr>
          <a:xfrm>
            <a:off x="0" y="526381"/>
            <a:ext cx="9144000" cy="4617119"/>
          </a:xfrm>
          <a:solidFill>
            <a:schemeClr val="bg1"/>
          </a:solidFill>
        </p:spPr>
        <p:txBody>
          <a:bodyPr vert="horz" lIns="91440" tIns="45720" rIns="91440" bIns="45720" rtlCol="0" anchor="t">
            <a:normAutofit lnSpcReduction="10000"/>
          </a:bodyPr>
          <a:lstStyle/>
          <a:p>
            <a:pPr algn="just">
              <a:defRPr/>
            </a:pPr>
            <a:r>
              <a:rPr lang="vi-VN" altLang="en-US" sz="8000" b="1" i="1" u="sng" dirty="0">
                <a:solidFill>
                  <a:schemeClr val="accent1"/>
                </a:solidFill>
                <a:latin typeface="Times New Roman"/>
                <a:cs typeface="Times New Roman"/>
              </a:rPr>
              <a:t>Xướng:</a:t>
            </a:r>
            <a:r>
              <a:rPr lang="vi-VN" altLang="en-US" sz="8000" b="1" dirty="0">
                <a:solidFill>
                  <a:schemeClr val="accent1"/>
                </a:solidFill>
                <a:latin typeface="Times New Roman"/>
                <a:cs typeface="Times New Roman"/>
              </a:rPr>
              <a:t> </a:t>
            </a:r>
            <a:r>
              <a:rPr lang="vi-VN" altLang="en-US" sz="8000" b="1" spc="100" dirty="0">
                <a:solidFill>
                  <a:schemeClr val="tx1"/>
                </a:solidFill>
                <a:latin typeface="Times New Roman"/>
                <a:cs typeface="Times New Roman"/>
              </a:rPr>
              <a:t>Lạy Nữ Vương Thiên Đàng hãy vui mừng – </a:t>
            </a:r>
            <a:r>
              <a:rPr lang="vi-VN" altLang="en-US" sz="8000" b="1" spc="100" err="1">
                <a:solidFill>
                  <a:schemeClr val="tx1"/>
                </a:solidFill>
                <a:latin typeface="Times New Roman"/>
                <a:cs typeface="Times New Roman"/>
              </a:rPr>
              <a:t>Alleluia</a:t>
            </a:r>
            <a:endParaRPr lang="vi-VN" altLang="en-US" sz="8000" b="1" spc="100">
              <a:solidFill>
                <a:schemeClr val="tx1"/>
              </a:solidFill>
              <a:latin typeface="Times New Roman"/>
              <a:cs typeface="Times New Roman"/>
            </a:endParaRPr>
          </a:p>
          <a:p>
            <a:pPr algn="just">
              <a:lnSpc>
                <a:spcPct val="120000"/>
              </a:lnSpc>
              <a:defRPr/>
            </a:pPr>
            <a:endParaRPr lang="en-US" altLang="en-US" sz="8000"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C57F27C5-F0BD-6C31-DD7A-EE663B2AC4BF}"/>
              </a:ext>
            </a:extLst>
          </p:cNvPr>
          <p:cNvSpPr txBox="1"/>
          <p:nvPr/>
        </p:nvSpPr>
        <p:spPr>
          <a:xfrm>
            <a:off x="0" y="-1"/>
            <a:ext cx="914249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dirty="0">
                <a:solidFill>
                  <a:srgbClr val="FF0000"/>
                </a:solidFill>
                <a:latin typeface="Times New Roman"/>
                <a:cs typeface="Times New Roman"/>
              </a:rPr>
              <a:t>KINH NỮ VƯƠNG THIÊN ĐÀNG</a:t>
            </a:r>
            <a:endParaRPr lang="en-US" sz="2800"/>
          </a:p>
        </p:txBody>
      </p:sp>
    </p:spTree>
    <p:extLst>
      <p:ext uri="{BB962C8B-B14F-4D97-AF65-F5344CB8AC3E}">
        <p14:creationId xmlns:p14="http://schemas.microsoft.com/office/powerpoint/2010/main" val="3709593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7F711-B422-99B1-82DE-92FB2F0E606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11C8183-3786-BCD8-8D04-15856141B202}"/>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spcAft>
                <a:spcPts val="600"/>
              </a:spcAft>
              <a:defRPr/>
            </a:pPr>
            <a:r>
              <a:rPr lang="en-US" altLang="en-US" sz="8500" b="1" i="1" u="sng" err="1">
                <a:solidFill>
                  <a:schemeClr val="accent1"/>
                </a:solidFill>
                <a:latin typeface="Times New Roman"/>
                <a:cs typeface="Times New Roman"/>
              </a:rPr>
              <a:t>Đáp</a:t>
            </a:r>
            <a:r>
              <a:rPr lang="vi-VN" altLang="en-US" sz="8500" b="1" i="1" u="sng" dirty="0">
                <a:solidFill>
                  <a:schemeClr val="accent1"/>
                </a:solidFill>
                <a:latin typeface="Times New Roman"/>
                <a:cs typeface="Times New Roman"/>
              </a:rPr>
              <a:t>:</a:t>
            </a:r>
            <a:r>
              <a:rPr lang="vi-VN" altLang="en-US" sz="8500" b="1" i="1" dirty="0">
                <a:solidFill>
                  <a:schemeClr val="accent1"/>
                </a:solidFill>
                <a:latin typeface="Times New Roman"/>
                <a:cs typeface="Times New Roman"/>
              </a:rPr>
              <a:t> </a:t>
            </a:r>
            <a:r>
              <a:rPr lang="en-US" altLang="en-US" sz="8500" b="1" err="1">
                <a:solidFill>
                  <a:schemeClr val="tx1"/>
                </a:solidFill>
                <a:latin typeface="Times New Roman"/>
                <a:cs typeface="Times New Roman"/>
              </a:rPr>
              <a:t>Vì</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đấng</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Mẹ</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đã</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đáng</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cưu</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mang</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trong</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lòng</a:t>
            </a:r>
            <a:r>
              <a:rPr lang="en-US" altLang="en-US" sz="8500" b="1" dirty="0">
                <a:solidFill>
                  <a:schemeClr val="tx1"/>
                </a:solidFill>
                <a:latin typeface="Times New Roman"/>
                <a:cs typeface="Times New Roman"/>
              </a:rPr>
              <a:t> – Alleluia</a:t>
            </a:r>
            <a:endParaRPr lang="en-US" altLang="en-US" sz="8500" b="1">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018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F247A-B5E4-6C41-5A19-F75299846A0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5C17735-7BAA-CD89-B52A-1F4BFF494069}"/>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spcAft>
                <a:spcPts val="600"/>
              </a:spcAft>
              <a:defRPr/>
            </a:pPr>
            <a:r>
              <a:rPr lang="vi-VN" altLang="en-US" sz="8500" b="1" i="1" u="sng" dirty="0">
                <a:solidFill>
                  <a:schemeClr val="accent1"/>
                </a:solidFill>
                <a:latin typeface="Times New Roman"/>
                <a:cs typeface="Times New Roman"/>
              </a:rPr>
              <a:t>Xướng:</a:t>
            </a:r>
            <a:r>
              <a:rPr lang="vi-VN" altLang="en-US" sz="8500" b="1" i="1" dirty="0">
                <a:solidFill>
                  <a:schemeClr val="accent1"/>
                </a:solidFill>
                <a:latin typeface="Times New Roman"/>
                <a:cs typeface="Times New Roman"/>
              </a:rPr>
              <a:t> </a:t>
            </a:r>
            <a:r>
              <a:rPr lang="en-US" altLang="en-US" sz="8500" b="1" dirty="0">
                <a:solidFill>
                  <a:schemeClr val="tx1"/>
                </a:solidFill>
                <a:latin typeface="Times New Roman"/>
                <a:cs typeface="Times New Roman"/>
              </a:rPr>
              <a:t>Người </a:t>
            </a:r>
            <a:r>
              <a:rPr lang="en-US" altLang="en-US" sz="8500" b="1" dirty="0" err="1">
                <a:solidFill>
                  <a:schemeClr val="tx1"/>
                </a:solidFill>
                <a:latin typeface="Times New Roman"/>
                <a:cs typeface="Times New Roman"/>
              </a:rPr>
              <a:t>đã</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sống</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lại</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thật</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như</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lời</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đã</a:t>
            </a:r>
            <a:r>
              <a:rPr lang="en-US" altLang="en-US" sz="8500" b="1" dirty="0">
                <a:solidFill>
                  <a:schemeClr val="tx1"/>
                </a:solidFill>
                <a:latin typeface="Times New Roman"/>
                <a:cs typeface="Times New Roman"/>
              </a:rPr>
              <a:t> phán hứa – Alleluia</a:t>
            </a:r>
            <a:endParaRPr lang="en-US" altLang="en-US" sz="8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8957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5A691-2126-D429-43ED-BDD46CFA762E}"/>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3A5766B-4D44-0F7E-1A28-3CDA078B45CA}"/>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spcAft>
                <a:spcPts val="600"/>
              </a:spcAft>
              <a:defRPr/>
            </a:pPr>
            <a:r>
              <a:rPr lang="vi-VN" altLang="en-US" sz="8500" b="1" i="1" u="sng" dirty="0">
                <a:solidFill>
                  <a:schemeClr val="accent1"/>
                </a:solidFill>
                <a:latin typeface="Times New Roman"/>
                <a:cs typeface="Times New Roman"/>
              </a:rPr>
              <a:t>Đáp:</a:t>
            </a:r>
            <a:r>
              <a:rPr lang="vi-VN" altLang="en-US" sz="8500" b="1" i="1" dirty="0">
                <a:solidFill>
                  <a:schemeClr val="accent1"/>
                </a:solidFill>
                <a:latin typeface="Times New Roman"/>
                <a:cs typeface="Times New Roman"/>
              </a:rPr>
              <a:t> </a:t>
            </a:r>
            <a:r>
              <a:rPr lang="en-US" altLang="en-US" sz="8500" b="1" dirty="0">
                <a:solidFill>
                  <a:schemeClr val="tx1"/>
                </a:solidFill>
                <a:latin typeface="Times New Roman"/>
                <a:cs typeface="Times New Roman"/>
              </a:rPr>
              <a:t>Xin </a:t>
            </a:r>
            <a:r>
              <a:rPr lang="en-US" altLang="en-US" sz="8500" b="1" dirty="0" err="1">
                <a:solidFill>
                  <a:schemeClr val="tx1"/>
                </a:solidFill>
                <a:latin typeface="Times New Roman"/>
                <a:cs typeface="Times New Roman"/>
              </a:rPr>
              <a:t>cầu</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cùng</a:t>
            </a:r>
            <a:r>
              <a:rPr lang="en-US" altLang="en-US" sz="8500" b="1" dirty="0">
                <a:solidFill>
                  <a:schemeClr val="tx1"/>
                </a:solidFill>
                <a:latin typeface="Times New Roman"/>
                <a:cs typeface="Times New Roman"/>
              </a:rPr>
              <a:t> Chúa </a:t>
            </a:r>
            <a:r>
              <a:rPr lang="en-US" altLang="en-US" sz="8500" b="1" dirty="0" err="1">
                <a:solidFill>
                  <a:schemeClr val="tx1"/>
                </a:solidFill>
                <a:latin typeface="Times New Roman"/>
                <a:cs typeface="Times New Roman"/>
              </a:rPr>
              <a:t>cho</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chúng</a:t>
            </a:r>
            <a:r>
              <a:rPr lang="en-US" altLang="en-US" sz="8500" b="1" dirty="0">
                <a:solidFill>
                  <a:schemeClr val="tx1"/>
                </a:solidFill>
                <a:latin typeface="Times New Roman"/>
                <a:cs typeface="Times New Roman"/>
              </a:rPr>
              <a:t> con – Alleluia</a:t>
            </a:r>
            <a:endParaRPr lang="en-US" altLang="en-US" sz="8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1317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F8671-5C0D-652F-1773-5576C9C6306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E50AFAC-2F18-11DB-748C-1801D7FA0169}"/>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spcAft>
                <a:spcPts val="600"/>
              </a:spcAft>
              <a:defRPr/>
            </a:pPr>
            <a:r>
              <a:rPr lang="vi-VN" altLang="en-US" sz="8500" b="1" i="1" u="sng" dirty="0">
                <a:solidFill>
                  <a:schemeClr val="accent1"/>
                </a:solidFill>
                <a:latin typeface="Times New Roman"/>
                <a:cs typeface="Times New Roman"/>
              </a:rPr>
              <a:t>Xướng:</a:t>
            </a:r>
            <a:r>
              <a:rPr lang="vi-VN" altLang="en-US" sz="8500" b="1" i="1" dirty="0">
                <a:solidFill>
                  <a:schemeClr val="accent1"/>
                </a:solidFill>
                <a:latin typeface="Times New Roman"/>
                <a:cs typeface="Times New Roman"/>
              </a:rPr>
              <a:t> </a:t>
            </a:r>
            <a:r>
              <a:rPr lang="en-US" altLang="en-US" sz="8500" b="1" dirty="0" err="1">
                <a:solidFill>
                  <a:schemeClr val="tx1"/>
                </a:solidFill>
                <a:latin typeface="Times New Roman"/>
                <a:cs typeface="Times New Roman"/>
              </a:rPr>
              <a:t>Lạy</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Nữ</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Đồng</a:t>
            </a:r>
            <a:r>
              <a:rPr lang="en-US" altLang="en-US" sz="8500" b="1" dirty="0">
                <a:solidFill>
                  <a:schemeClr val="tx1"/>
                </a:solidFill>
                <a:latin typeface="Times New Roman"/>
                <a:cs typeface="Times New Roman"/>
              </a:rPr>
              <a:t> Trinh Maria </a:t>
            </a:r>
            <a:r>
              <a:rPr lang="en-US" altLang="en-US" sz="8500" b="1" dirty="0" err="1">
                <a:solidFill>
                  <a:schemeClr val="tx1"/>
                </a:solidFill>
                <a:latin typeface="Times New Roman"/>
                <a:cs typeface="Times New Roman"/>
              </a:rPr>
              <a:t>hãy</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hỉ</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hoan</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khoái</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lạc</a:t>
            </a:r>
            <a:r>
              <a:rPr lang="en-US" altLang="en-US" sz="8500" b="1" dirty="0">
                <a:solidFill>
                  <a:schemeClr val="tx1"/>
                </a:solidFill>
                <a:latin typeface="Times New Roman"/>
                <a:cs typeface="Times New Roman"/>
              </a:rPr>
              <a:t> – Alleluia</a:t>
            </a:r>
            <a:endParaRPr lang="en-US" altLang="en-US" sz="8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9654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0D68B-FC1A-18DE-C9A3-926A85049CD2}"/>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C7A8091-E4E8-CEF6-4BE6-C20A9169193C}"/>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spcAft>
                <a:spcPts val="600"/>
              </a:spcAft>
              <a:defRPr/>
            </a:pPr>
            <a:r>
              <a:rPr lang="vi-VN" altLang="en-US" sz="8500" b="1" i="1" u="sng" dirty="0">
                <a:solidFill>
                  <a:schemeClr val="accent1"/>
                </a:solidFill>
                <a:latin typeface="Times New Roman"/>
                <a:cs typeface="Times New Roman"/>
              </a:rPr>
              <a:t>Đáp:</a:t>
            </a:r>
            <a:r>
              <a:rPr lang="vi-VN" altLang="en-US" sz="8500" b="1" i="1" dirty="0">
                <a:solidFill>
                  <a:schemeClr val="accent1"/>
                </a:solidFill>
                <a:latin typeface="Times New Roman"/>
                <a:cs typeface="Times New Roman"/>
              </a:rPr>
              <a:t> </a:t>
            </a:r>
            <a:r>
              <a:rPr lang="en-US" altLang="en-US" sz="8500" b="1" dirty="0" err="1">
                <a:solidFill>
                  <a:schemeClr val="tx1"/>
                </a:solidFill>
                <a:latin typeface="Times New Roman"/>
                <a:cs typeface="Times New Roman"/>
              </a:rPr>
              <a:t>Vì</a:t>
            </a:r>
            <a:r>
              <a:rPr lang="en-US" altLang="en-US" sz="8500" b="1" dirty="0">
                <a:solidFill>
                  <a:schemeClr val="tx1"/>
                </a:solidFill>
                <a:latin typeface="Times New Roman"/>
                <a:cs typeface="Times New Roman"/>
              </a:rPr>
              <a:t> Chúa </a:t>
            </a:r>
            <a:r>
              <a:rPr lang="en-US" altLang="en-US" sz="8500" b="1" dirty="0" err="1">
                <a:solidFill>
                  <a:schemeClr val="tx1"/>
                </a:solidFill>
                <a:latin typeface="Times New Roman"/>
                <a:cs typeface="Times New Roman"/>
              </a:rPr>
              <a:t>đã</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sống</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lại</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thật</a:t>
            </a:r>
            <a:r>
              <a:rPr lang="en-US" altLang="en-US" sz="8500" b="1" dirty="0">
                <a:solidFill>
                  <a:schemeClr val="tx1"/>
                </a:solidFill>
                <a:latin typeface="Times New Roman"/>
                <a:cs typeface="Times New Roman"/>
              </a:rPr>
              <a:t> – Alleluia</a:t>
            </a:r>
            <a:endParaRPr lang="en-US" altLang="en-US" sz="8500" b="1">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70147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ubtitle 2"/>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rmAutofit/>
          </a:bodyPr>
          <a:lstStyle/>
          <a:p>
            <a:pPr eaLnBrk="1" hangingPunct="1"/>
            <a:r>
              <a:rPr lang="vi-VN" altLang="en-US" sz="4800" b="1" dirty="0">
                <a:solidFill>
                  <a:srgbClr val="FF0000"/>
                </a:solidFill>
                <a:latin typeface="Times New Roman" panose="02020603050405020304" pitchFamily="18" charset="0"/>
                <a:cs typeface="Times New Roman" panose="02020603050405020304" pitchFamily="18" charset="0"/>
              </a:rPr>
              <a:t>LỜI NGUYỆN</a:t>
            </a:r>
            <a:r>
              <a:rPr lang="en-US" altLang="en-US" sz="4800" b="1" dirty="0">
                <a:solidFill>
                  <a:srgbClr val="FF0000"/>
                </a:solidFill>
                <a:latin typeface="Times New Roman" panose="02020603050405020304" pitchFamily="18" charset="0"/>
                <a:cs typeface="Times New Roman" panose="02020603050405020304" pitchFamily="18" charset="0"/>
              </a:rPr>
              <a:t>:</a:t>
            </a:r>
            <a:r>
              <a:rPr lang="en-US" altLang="en-US" sz="4950" b="1" dirty="0">
                <a:solidFill>
                  <a:srgbClr val="FF0000"/>
                </a:solidFill>
                <a:latin typeface="Times New Roman" panose="02020603050405020304" pitchFamily="18" charset="0"/>
                <a:cs typeface="Times New Roman" pitchFamily="18" charset="0"/>
              </a:rPr>
              <a:t> </a:t>
            </a:r>
          </a:p>
          <a:p>
            <a:pPr algn="just"/>
            <a:r>
              <a:rPr lang="vi-VN" altLang="en-US" sz="8600" b="1" dirty="0">
                <a:solidFill>
                  <a:schemeClr val="tx1"/>
                </a:solidFill>
                <a:latin typeface="Times New Roman"/>
                <a:cs typeface="Times New Roman"/>
              </a:rPr>
              <a:t>Lạy Chúa, là đấng đã làm cho thiên hạ vui mừng</a:t>
            </a:r>
          </a:p>
        </p:txBody>
      </p:sp>
    </p:spTree>
    <p:extLst>
      <p:ext uri="{BB962C8B-B14F-4D97-AF65-F5344CB8AC3E}">
        <p14:creationId xmlns:p14="http://schemas.microsoft.com/office/powerpoint/2010/main" val="9267353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ubtitle 2"/>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pPr>
            <a:r>
              <a:rPr lang="vi-VN" sz="8000" b="1" dirty="0">
                <a:solidFill>
                  <a:schemeClr val="tx1"/>
                </a:solidFill>
                <a:latin typeface="Times New Roman"/>
                <a:cs typeface="Times New Roman"/>
              </a:rPr>
              <a:t>quá bội bởi Đức Chúa </a:t>
            </a:r>
            <a:r>
              <a:rPr lang="vi-VN" sz="8000" b="1" dirty="0" err="1">
                <a:solidFill>
                  <a:schemeClr val="tx1"/>
                </a:solidFill>
                <a:latin typeface="Times New Roman"/>
                <a:cs typeface="Times New Roman"/>
              </a:rPr>
              <a:t>Giêsu</a:t>
            </a:r>
            <a:r>
              <a:rPr lang="vi-VN" sz="8000" b="1" dirty="0">
                <a:solidFill>
                  <a:schemeClr val="tx1"/>
                </a:solidFill>
                <a:latin typeface="Times New Roman"/>
                <a:cs typeface="Times New Roman"/>
              </a:rPr>
              <a:t> </a:t>
            </a:r>
            <a:r>
              <a:rPr lang="vi-VN" sz="8000" b="1" dirty="0" err="1">
                <a:solidFill>
                  <a:schemeClr val="tx1"/>
                </a:solidFill>
                <a:latin typeface="Times New Roman"/>
                <a:cs typeface="Times New Roman"/>
              </a:rPr>
              <a:t>Kitô</a:t>
            </a:r>
            <a:r>
              <a:rPr lang="vi-VN" sz="8000" b="1" dirty="0">
                <a:solidFill>
                  <a:schemeClr val="tx1"/>
                </a:solidFill>
                <a:latin typeface="Times New Roman"/>
                <a:cs typeface="Times New Roman"/>
              </a:rPr>
              <a:t> là Con Chúa cùng là Chúa chúng con đã</a:t>
            </a:r>
          </a:p>
        </p:txBody>
      </p:sp>
    </p:spTree>
    <p:extLst>
      <p:ext uri="{BB962C8B-B14F-4D97-AF65-F5344CB8AC3E}">
        <p14:creationId xmlns:p14="http://schemas.microsoft.com/office/powerpoint/2010/main" val="2279159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25FF1-AEDE-4D4E-1FB9-2A5930DCEE9F}"/>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5EF2E5F-0C1C-E7B3-90DB-68BB610F6C55}"/>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pPr>
            <a:r>
              <a:rPr lang="en-US" sz="8000" b="1" dirty="0" err="1">
                <a:solidFill>
                  <a:schemeClr val="tx1"/>
                </a:solidFill>
                <a:latin typeface="Times New Roman"/>
                <a:ea typeface="+mn-lt"/>
                <a:cs typeface="Times New Roman"/>
              </a:rPr>
              <a:t>sống</a:t>
            </a:r>
            <a:r>
              <a:rPr lang="en-US" sz="8000" b="1" dirty="0">
                <a:solidFill>
                  <a:schemeClr val="tx1"/>
                </a:solidFill>
                <a:latin typeface="Times New Roman"/>
                <a:ea typeface="+mn-lt"/>
                <a:cs typeface="Times New Roman"/>
              </a:rPr>
              <a:t> </a:t>
            </a:r>
            <a:r>
              <a:rPr lang="en-US" sz="8000" b="1" dirty="0" err="1">
                <a:solidFill>
                  <a:schemeClr val="tx1"/>
                </a:solidFill>
                <a:latin typeface="Times New Roman"/>
                <a:ea typeface="+mn-lt"/>
                <a:cs typeface="Times New Roman"/>
              </a:rPr>
              <a:t>lại</a:t>
            </a:r>
            <a:r>
              <a:rPr lang="en-US" sz="8000" b="1" dirty="0">
                <a:solidFill>
                  <a:schemeClr val="tx1"/>
                </a:solidFill>
                <a:latin typeface="Times New Roman"/>
                <a:ea typeface="+mn-lt"/>
                <a:cs typeface="Times New Roman"/>
              </a:rPr>
              <a:t>; </a:t>
            </a:r>
            <a:r>
              <a:rPr lang="en-US" sz="8000" b="1" dirty="0" err="1">
                <a:solidFill>
                  <a:schemeClr val="tx1"/>
                </a:solidFill>
                <a:latin typeface="Times New Roman"/>
                <a:ea typeface="+mn-lt"/>
                <a:cs typeface="Times New Roman"/>
              </a:rPr>
              <a:t>xin</a:t>
            </a:r>
            <a:r>
              <a:rPr lang="en-US" sz="8000" b="1" dirty="0">
                <a:solidFill>
                  <a:schemeClr val="tx1"/>
                </a:solidFill>
                <a:latin typeface="Times New Roman"/>
                <a:ea typeface="+mn-lt"/>
                <a:cs typeface="Times New Roman"/>
              </a:rPr>
              <a:t> </a:t>
            </a:r>
            <a:r>
              <a:rPr lang="en-US" sz="8000" b="1" dirty="0" err="1">
                <a:solidFill>
                  <a:schemeClr val="tx1"/>
                </a:solidFill>
                <a:latin typeface="Times New Roman"/>
                <a:ea typeface="+mn-lt"/>
                <a:cs typeface="Times New Roman"/>
              </a:rPr>
              <a:t>vì</a:t>
            </a:r>
            <a:r>
              <a:rPr lang="en-US" sz="8000" b="1" dirty="0">
                <a:solidFill>
                  <a:schemeClr val="tx1"/>
                </a:solidFill>
                <a:latin typeface="Times New Roman"/>
                <a:ea typeface="+mn-lt"/>
                <a:cs typeface="Times New Roman"/>
              </a:rPr>
              <a:t> Đức </a:t>
            </a:r>
            <a:r>
              <a:rPr lang="en-US" sz="8000" b="1" dirty="0" err="1">
                <a:solidFill>
                  <a:schemeClr val="tx1"/>
                </a:solidFill>
                <a:latin typeface="Times New Roman"/>
                <a:ea typeface="+mn-lt"/>
                <a:cs typeface="Times New Roman"/>
              </a:rPr>
              <a:t>Nữ</a:t>
            </a:r>
            <a:r>
              <a:rPr lang="en-US" sz="8000" b="1" dirty="0">
                <a:solidFill>
                  <a:schemeClr val="tx1"/>
                </a:solidFill>
                <a:latin typeface="Times New Roman"/>
                <a:ea typeface="+mn-lt"/>
                <a:cs typeface="Times New Roman"/>
              </a:rPr>
              <a:t> </a:t>
            </a:r>
            <a:r>
              <a:rPr lang="en-US" sz="8000" b="1" dirty="0" err="1">
                <a:solidFill>
                  <a:schemeClr val="tx1"/>
                </a:solidFill>
                <a:latin typeface="Times New Roman"/>
                <a:ea typeface="+mn-lt"/>
                <a:cs typeface="Times New Roman"/>
              </a:rPr>
              <a:t>Đồng</a:t>
            </a:r>
            <a:r>
              <a:rPr lang="en-US" sz="8000" b="1" dirty="0">
                <a:solidFill>
                  <a:schemeClr val="tx1"/>
                </a:solidFill>
                <a:latin typeface="Times New Roman"/>
                <a:ea typeface="+mn-lt"/>
                <a:cs typeface="Times New Roman"/>
              </a:rPr>
              <a:t> Trinh Maria </a:t>
            </a:r>
            <a:r>
              <a:rPr lang="en-US" sz="8000" b="1" dirty="0" err="1">
                <a:solidFill>
                  <a:schemeClr val="tx1"/>
                </a:solidFill>
                <a:latin typeface="Times New Roman"/>
                <a:ea typeface="+mn-lt"/>
                <a:cs typeface="Times New Roman"/>
              </a:rPr>
              <a:t>là</a:t>
            </a:r>
            <a:r>
              <a:rPr lang="en-US" sz="8000" b="1" dirty="0">
                <a:solidFill>
                  <a:schemeClr val="tx1"/>
                </a:solidFill>
                <a:latin typeface="Times New Roman"/>
                <a:ea typeface="+mn-lt"/>
                <a:cs typeface="Times New Roman"/>
              </a:rPr>
              <a:t> Thánh </a:t>
            </a:r>
            <a:r>
              <a:rPr lang="en-US" sz="8000" b="1" dirty="0" err="1">
                <a:solidFill>
                  <a:schemeClr val="tx1"/>
                </a:solidFill>
                <a:latin typeface="Times New Roman"/>
                <a:ea typeface="+mn-lt"/>
                <a:cs typeface="Times New Roman"/>
              </a:rPr>
              <a:t>Mẫu</a:t>
            </a:r>
            <a:r>
              <a:rPr lang="en-US" sz="8000" b="1" dirty="0">
                <a:solidFill>
                  <a:schemeClr val="tx1"/>
                </a:solidFill>
                <a:latin typeface="Times New Roman"/>
                <a:ea typeface="+mn-lt"/>
                <a:cs typeface="Times New Roman"/>
              </a:rPr>
              <a:t> Người </a:t>
            </a:r>
            <a:r>
              <a:rPr lang="en-US" sz="8000" b="1" dirty="0" err="1">
                <a:solidFill>
                  <a:schemeClr val="tx1"/>
                </a:solidFill>
                <a:latin typeface="Times New Roman"/>
                <a:ea typeface="+mn-lt"/>
                <a:cs typeface="Times New Roman"/>
              </a:rPr>
              <a:t>nguyện</a:t>
            </a:r>
            <a:endParaRPr lang="en-US" sz="8000" b="1" dirty="0" err="1">
              <a:solidFill>
                <a:schemeClr val="tx1"/>
              </a:solidFill>
              <a:latin typeface="Times New Roman"/>
              <a:cs typeface="Times New Roman"/>
            </a:endParaRPr>
          </a:p>
        </p:txBody>
      </p:sp>
    </p:spTree>
    <p:extLst>
      <p:ext uri="{BB962C8B-B14F-4D97-AF65-F5344CB8AC3E}">
        <p14:creationId xmlns:p14="http://schemas.microsoft.com/office/powerpoint/2010/main" val="7460196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73B1-80D5-C618-8C2E-D9E5ED0419A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082AC1DB-1601-1A29-A69E-4B030B8CA4DC}"/>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pPr>
            <a:r>
              <a:rPr lang="en-US" sz="8000" b="1" dirty="0" err="1">
                <a:solidFill>
                  <a:schemeClr val="tx1"/>
                </a:solidFill>
                <a:latin typeface="Times New Roman"/>
                <a:cs typeface="Times New Roman"/>
              </a:rPr>
              <a:t>cầu</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cho</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chúng</a:t>
            </a:r>
            <a:r>
              <a:rPr lang="en-US" sz="8000" b="1" dirty="0">
                <a:solidFill>
                  <a:schemeClr val="tx1"/>
                </a:solidFill>
                <a:latin typeface="Times New Roman"/>
                <a:cs typeface="Times New Roman"/>
              </a:rPr>
              <a:t> con </a:t>
            </a:r>
            <a:r>
              <a:rPr lang="en-US" sz="8000" b="1" dirty="0" err="1">
                <a:solidFill>
                  <a:schemeClr val="tx1"/>
                </a:solidFill>
                <a:latin typeface="Times New Roman"/>
                <a:cs typeface="Times New Roman"/>
              </a:rPr>
              <a:t>được</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hưởng</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phúc</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vui</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vẻ</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hằng</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sống</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đời</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đời</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Vì</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công</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nghiệp</a:t>
            </a:r>
            <a:endParaRPr lang="en-US" dirty="0" err="1">
              <a:solidFill>
                <a:schemeClr val="tx1"/>
              </a:solidFill>
            </a:endParaRPr>
          </a:p>
        </p:txBody>
      </p:sp>
    </p:spTree>
    <p:extLst>
      <p:ext uri="{BB962C8B-B14F-4D97-AF65-F5344CB8AC3E}">
        <p14:creationId xmlns:p14="http://schemas.microsoft.com/office/powerpoint/2010/main" val="27460577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8FC57-33E8-A285-986A-683448878CE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CD209B4-C587-CC4B-44C2-38608CFC7E4A}"/>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eaLnBrk="1" hangingPunct="1">
              <a:spcBef>
                <a:spcPts val="0"/>
              </a:spcBef>
            </a:pPr>
            <a:endParaRPr lang="en-US" altLang="en-US" sz="1800" b="1" dirty="0">
              <a:solidFill>
                <a:schemeClr val="tx1"/>
              </a:solidFill>
              <a:latin typeface="Times New Roman" panose="02020603050405020304" pitchFamily="18" charset="0"/>
              <a:cs typeface="Times New Roman" panose="02020603050405020304" pitchFamily="18" charset="0"/>
            </a:endParaRPr>
          </a:p>
          <a:p>
            <a:pPr algn="just">
              <a:spcBef>
                <a:spcPts val="0"/>
              </a:spcBef>
            </a:pPr>
            <a:r>
              <a:rPr lang="en-US" sz="7000" b="1" dirty="0">
                <a:solidFill>
                  <a:schemeClr val="tx1"/>
                </a:solidFill>
                <a:latin typeface="Times New Roman"/>
                <a:cs typeface="Times New Roman"/>
              </a:rPr>
              <a:t>Chúa </a:t>
            </a:r>
            <a:r>
              <a:rPr lang="en-US" sz="7000" b="1" dirty="0" err="1">
                <a:solidFill>
                  <a:schemeClr val="tx1"/>
                </a:solidFill>
                <a:latin typeface="Times New Roman"/>
                <a:cs typeface="Times New Roman"/>
              </a:rPr>
              <a:t>Kitô</a:t>
            </a:r>
            <a:r>
              <a:rPr lang="en-US" sz="7000" b="1" dirty="0">
                <a:solidFill>
                  <a:schemeClr val="tx1"/>
                </a:solidFill>
                <a:latin typeface="Times New Roman"/>
                <a:cs typeface="Times New Roman"/>
              </a:rPr>
              <a:t> </a:t>
            </a:r>
            <a:r>
              <a:rPr lang="en-US" sz="7000" b="1" dirty="0" err="1">
                <a:solidFill>
                  <a:schemeClr val="tx1"/>
                </a:solidFill>
                <a:latin typeface="Times New Roman"/>
                <a:cs typeface="Times New Roman"/>
              </a:rPr>
              <a:t>là</a:t>
            </a:r>
            <a:r>
              <a:rPr lang="en-US" sz="7000" b="1" dirty="0">
                <a:solidFill>
                  <a:schemeClr val="tx1"/>
                </a:solidFill>
                <a:latin typeface="Times New Roman"/>
                <a:cs typeface="Times New Roman"/>
              </a:rPr>
              <a:t> Chúa </a:t>
            </a:r>
            <a:r>
              <a:rPr lang="en-US" sz="7000" b="1" dirty="0" err="1">
                <a:solidFill>
                  <a:schemeClr val="tx1"/>
                </a:solidFill>
                <a:latin typeface="Times New Roman"/>
                <a:cs typeface="Times New Roman"/>
              </a:rPr>
              <a:t>chúng</a:t>
            </a:r>
            <a:r>
              <a:rPr lang="en-US" sz="7000" b="1" dirty="0">
                <a:solidFill>
                  <a:schemeClr val="tx1"/>
                </a:solidFill>
                <a:latin typeface="Times New Roman"/>
                <a:cs typeface="Times New Roman"/>
              </a:rPr>
              <a:t> con.</a:t>
            </a:r>
            <a:r>
              <a:rPr lang="en-US" altLang="en-US" sz="7000" b="1" dirty="0">
                <a:solidFill>
                  <a:schemeClr val="tx1"/>
                </a:solidFill>
                <a:latin typeface="Times New Roman"/>
                <a:cs typeface="Times New Roman"/>
              </a:rPr>
              <a:t> </a:t>
            </a:r>
            <a:r>
              <a:rPr lang="en-US" altLang="en-US" sz="7000" b="1" dirty="0">
                <a:solidFill>
                  <a:srgbClr val="FF0000"/>
                </a:solidFill>
                <a:latin typeface="Times New Roman"/>
                <a:cs typeface="Times New Roman"/>
              </a:rPr>
              <a:t>Amen</a:t>
            </a:r>
            <a:r>
              <a:rPr lang="en-US" altLang="en-US" sz="7000" b="1" dirty="0">
                <a:solidFill>
                  <a:schemeClr val="tx1"/>
                </a:solidFill>
                <a:latin typeface="Times New Roman"/>
                <a:cs typeface="Times New Roman"/>
              </a:rPr>
              <a:t>.</a:t>
            </a:r>
            <a:endParaRPr lang="en-US" dirty="0">
              <a:solidFill>
                <a:schemeClr val="tx1"/>
              </a:solidFill>
              <a:latin typeface="Times New Roman"/>
              <a:cs typeface="Times New Roman"/>
            </a:endParaRPr>
          </a:p>
        </p:txBody>
      </p:sp>
    </p:spTree>
    <p:extLst>
      <p:ext uri="{BB962C8B-B14F-4D97-AF65-F5344CB8AC3E}">
        <p14:creationId xmlns:p14="http://schemas.microsoft.com/office/powerpoint/2010/main" val="16312038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a:extLst>
              <a:ext uri="{FF2B5EF4-FFF2-40B4-BE49-F238E27FC236}">
                <a16:creationId xmlns:a16="http://schemas.microsoft.com/office/drawing/2014/main" id="{E17C6E24-CB11-9ED3-E73D-25EE4CA0082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TIN</a:t>
            </a:r>
            <a:endParaRPr lang="en-US" altLang="en-US" sz="49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tin thật có một Đức Chúa Trời là Đấng thưởng phạt vô cùng.</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B98A1-FA6A-BBF9-E05C-926B29A3EB6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B23F1D18-B7C7-5D52-9DE7-348C04BB5C0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Con lại tin thật Đức Chúa Trời có Ba Ngôi, mà Ngôi Thứ Hai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018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12E50-B07A-359C-1A20-77104FD05C1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23A55D2-39BC-5ACF-FF01-3A1F0C6DE87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làm Người, chịu nạn chịu chết mà chuộc tội cho thiên hạ</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951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1B86-64EA-43B7-7F48-8ECD7A0A9EC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7A7F8A57-795D-5BE7-E136-BD0DC076631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600" b="1" dirty="0" err="1">
                <a:solidFill>
                  <a:schemeClr val="tx1"/>
                </a:solidFill>
                <a:latin typeface="Times New Roman" panose="02020603050405020304" pitchFamily="18" charset="0"/>
                <a:cs typeface="Times New Roman" panose="02020603050405020304" pitchFamily="18" charset="0"/>
              </a:rPr>
              <a:t>Bấy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nhiêu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cùng</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các</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Hội</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Thánh</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dạy</a:t>
            </a:r>
            <a:endParaRPr lang="en-US" altLang="en-US"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32132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87B64-D1AB-C34E-6AEC-F27CC7AA926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1D590097-05BA-8268-85A9-60C2D6A2446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thì</a:t>
            </a:r>
            <a:r>
              <a:rPr lang="en-US" altLang="en-US" sz="9000" b="1" dirty="0">
                <a:solidFill>
                  <a:schemeClr val="tx1"/>
                </a:solidFill>
                <a:latin typeface="Times New Roman" panose="02020603050405020304" pitchFamily="18" charset="0"/>
                <a:cs typeface="Times New Roman" panose="02020603050405020304" pitchFamily="18" charset="0"/>
              </a:rPr>
              <a:t> con tin </a:t>
            </a:r>
            <a:r>
              <a:rPr lang="en-US" altLang="en-US" sz="9000" b="1" dirty="0" err="1">
                <a:solidFill>
                  <a:schemeClr val="tx1"/>
                </a:solidFill>
                <a:latin typeface="Times New Roman" panose="02020603050405020304" pitchFamily="18" charset="0"/>
                <a:cs typeface="Times New Roman" panose="02020603050405020304" pitchFamily="18" charset="0"/>
              </a:rPr>
              <a:t>vững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vàng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Chúa </a:t>
            </a:r>
            <a:r>
              <a:rPr lang="en-US" altLang="en-US" sz="9000" b="1" dirty="0" err="1">
                <a:solidFill>
                  <a:schemeClr val="tx1"/>
                </a:solidFill>
                <a:latin typeface="Times New Roman" panose="02020603050405020304" pitchFamily="18" charset="0"/>
                <a:cs typeface="Times New Roman" panose="02020603050405020304" pitchFamily="18" charset="0"/>
              </a:rPr>
              <a:t>là</a:t>
            </a:r>
            <a:br>
              <a:rPr lang="en-US" altLang="en-US" sz="9000" b="1" dirty="0">
                <a:solidFill>
                  <a:schemeClr val="tx1"/>
                </a:solidFill>
                <a:latin typeface="Times New Roman" panose="02020603050405020304" pitchFamily="18" charset="0"/>
                <a:cs typeface="Times New Roman" panose="02020603050405020304" pitchFamily="18" charset="0"/>
              </a:rPr>
            </a:br>
            <a:r>
              <a:rPr lang="en-US" altLang="en-US" sz="9000" b="1" dirty="0" err="1">
                <a:solidFill>
                  <a:schemeClr val="tx1"/>
                </a:solidFill>
                <a:latin typeface="Times New Roman" panose="02020603050405020304" pitchFamily="18" charset="0"/>
                <a:cs typeface="Times New Roman" panose="02020603050405020304" pitchFamily="18" charset="0"/>
              </a:rPr>
              <a:t>Đấng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thông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minh</a:t>
            </a:r>
            <a:endParaRPr lang="en-US" altLang="en-US" sz="9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84073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623F0-EC79-1D76-2FDE-0A5DA02503E7}"/>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2699D2C-8763-156D-F51D-1784997923B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thật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phán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truyền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Hội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Thánh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545651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6560C-E828-9C4A-3F34-0D3EA4B52B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476D6E7-324D-C6DE-B47D-867879947BB0}"/>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CẬY</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trông cậy vững vàng, vì công nghiệp Đức Chúa </a:t>
            </a:r>
            <a:r>
              <a:rPr lang="vi-VN" altLang="en-US" sz="8000" b="1" dirty="0" err="1">
                <a:solidFill>
                  <a:schemeClr val="tx1"/>
                </a:solidFill>
                <a:latin typeface="Times New Roman" panose="02020603050405020304" pitchFamily="18" charset="0"/>
                <a:cs typeface="Times New Roman" panose="02020603050405020304" pitchFamily="18" charset="0"/>
              </a:rPr>
              <a:t>Giêsu</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8241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903E-6CE7-0AA3-3848-D14E83C423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D8A71609-0C98-EEF0-2D2E-B1E58749794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thì Chúa sẽ ban ơn cho con giữ đạo nên ở đời này,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6549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DF2ED-54C4-CF4D-0534-82D00C54541A}"/>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F796875-2FDD-ED52-CF5B-B6F4CA724F5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200" b="1" dirty="0">
                <a:solidFill>
                  <a:schemeClr val="tx1"/>
                </a:solidFill>
                <a:latin typeface="Times New Roman" panose="02020603050405020304" pitchFamily="18" charset="0"/>
                <a:cs typeface="Times New Roman" panose="02020603050405020304" pitchFamily="18" charset="0"/>
              </a:rPr>
              <a:t>cho ngày sau được lên thiên đàng xem thấy</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mặt</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Đức</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Chúa 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hưởng phúc đời </a:t>
            </a:r>
            <a:r>
              <a:rPr lang="vi-VN" altLang="en-US" sz="7200" b="1" dirty="0" err="1">
                <a:solidFill>
                  <a:schemeClr val="tx1"/>
                </a:solidFill>
                <a:latin typeface="Times New Roman" panose="02020603050405020304" pitchFamily="18" charset="0"/>
                <a:cs typeface="Times New Roman" panose="02020603050405020304" pitchFamily="18" charset="0"/>
              </a:rPr>
              <a:t>đời</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09983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30CBE-5F08-7077-A90F-4451109F9C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7B993B1-4E7E-3623-5845-358F89A3898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6800" b="1" dirty="0" err="1">
                <a:solidFill>
                  <a:schemeClr val="tx1"/>
                </a:solidFill>
                <a:latin typeface="Times New Roman" panose="02020603050405020304" pitchFamily="18" charset="0"/>
                <a:cs typeface="Times New Roman" panose="02020603050405020304" pitchFamily="18" charset="0"/>
              </a:rPr>
              <a:t>vì</a:t>
            </a:r>
            <a:r>
              <a:rPr lang="en-US" altLang="en-US" sz="6800" b="1" dirty="0">
                <a:solidFill>
                  <a:schemeClr val="tx1"/>
                </a:solidFill>
                <a:latin typeface="Times New Roman" panose="02020603050405020304" pitchFamily="18" charset="0"/>
                <a:cs typeface="Times New Roman" panose="02020603050405020304" pitchFamily="18" charset="0"/>
              </a:rPr>
              <a:t> Chúa </a:t>
            </a:r>
            <a:r>
              <a:rPr lang="en-US" altLang="en-US" sz="6800" b="1" dirty="0" err="1">
                <a:solidFill>
                  <a:schemeClr val="tx1"/>
                </a:solidFill>
                <a:latin typeface="Times New Roman" panose="02020603050405020304" pitchFamily="18" charset="0"/>
                <a:cs typeface="Times New Roman" panose="02020603050405020304" pitchFamily="18" charset="0"/>
              </a:rPr>
              <a:t>là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Đấng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phép</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tắt</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lòng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lành</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vô</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cùng</a:t>
            </a:r>
            <a:r>
              <a:rPr lang="vi-VN" altLang="en-US" sz="6800" b="1" dirty="0">
                <a:solidFill>
                  <a:schemeClr val="tx1"/>
                </a:solidFill>
                <a:latin typeface="Times New Roman" panose="02020603050405020304" pitchFamily="18" charset="0"/>
                <a:cs typeface="Times New Roman" panose="02020603050405020304" pitchFamily="18" charset="0"/>
              </a:rPr>
              <a:t> đã phán hứa sự ấy chẳng có lẽ nào sai được.  </a:t>
            </a:r>
            <a:r>
              <a:rPr lang="vi-VN" altLang="en-US" sz="6800" b="1" dirty="0" err="1">
                <a:solidFill>
                  <a:srgbClr val="FF0000"/>
                </a:solidFill>
                <a:latin typeface="Times New Roman" panose="02020603050405020304" pitchFamily="18" charset="0"/>
                <a:cs typeface="Times New Roman" panose="02020603050405020304" pitchFamily="18" charset="0"/>
              </a:rPr>
              <a:t>Amen</a:t>
            </a:r>
            <a:r>
              <a:rPr lang="vi-VN" altLang="en-US" sz="6800" b="1" dirty="0">
                <a:solidFill>
                  <a:schemeClr val="tx1"/>
                </a:solidFill>
                <a:latin typeface="Times New Roman" panose="02020603050405020304" pitchFamily="18" charset="0"/>
                <a:cs typeface="Times New Roman" panose="02020603050405020304" pitchFamily="18" charset="0"/>
              </a:rPr>
              <a:t>.</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8319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E69F0-9469-DFC2-7410-A6056AA82C6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F10E4E4-09C3-1CB5-C4A2-CFBEECAD9E94}"/>
              </a:ext>
            </a:extLst>
          </p:cNvPr>
          <p:cNvSpPr>
            <a:spLocks noGrp="1" noChangeArrowheads="1"/>
          </p:cNvSpPr>
          <p:nvPr>
            <p:ph type="subTitle" idx="1"/>
          </p:nvPr>
        </p:nvSpPr>
        <p:spPr>
          <a:xfrm>
            <a:off x="0" y="0"/>
            <a:ext cx="9144000" cy="5143500"/>
          </a:xfrm>
          <a:solidFill>
            <a:schemeClr val="bg1"/>
          </a:solidFill>
        </p:spPr>
        <p:txBody>
          <a:bodyPr tIns="137160">
            <a:normAutofit fontScale="85000" lnSpcReduction="2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MẾN</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9500" b="1" dirty="0">
                <a:solidFill>
                  <a:schemeClr val="tx1"/>
                </a:solidFill>
                <a:latin typeface="Times New Roman" panose="02020603050405020304" pitchFamily="18" charset="0"/>
                <a:cs typeface="Times New Roman" panose="02020603050405020304" pitchFamily="18" charset="0"/>
              </a:rPr>
              <a:t>Lạy Chúa, con kính mến Chúa hết lòng hết sức trên hết mọi sự,</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1852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47F9-8424-3662-5982-D709F383BE6C}"/>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A32DEC4-77F7-E4F0-E43C-66DB260302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Chúa</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Đấng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tốt</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lành</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vô</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cùng</a:t>
            </a:r>
            <a:r>
              <a:rPr lang="en-US" altLang="en-US" sz="9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7219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DB6D-91FC-BE14-3650-E79A41A4EF92}"/>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B5415F9-5B1C-F1AB-A470-19E098C759C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lại vì Chúa, thì con thương yêu người ta như mình con vậy.  </a:t>
            </a:r>
            <a:r>
              <a:rPr lang="vi-VN" altLang="en-US" sz="8000" b="1" dirty="0" err="1">
                <a:solidFill>
                  <a:srgbClr val="FF0000"/>
                </a:solidFill>
                <a:latin typeface="Times New Roman" panose="02020603050405020304" pitchFamily="18" charset="0"/>
                <a:cs typeface="Times New Roman" panose="02020603050405020304" pitchFamily="18" charset="0"/>
              </a:rPr>
              <a:t>Amen</a:t>
            </a:r>
            <a:r>
              <a:rPr lang="vi-VN" altLang="en-US" sz="8000" b="1" dirty="0">
                <a:solidFill>
                  <a:schemeClr val="tx1"/>
                </a:solidFill>
                <a:latin typeface="Times New Roman" panose="02020603050405020304" pitchFamily="18" charset="0"/>
                <a:cs typeface="Times New Roman" panose="02020603050405020304" pitchFamily="18" charset="0"/>
              </a:rPr>
              <a:t>.</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24147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C3E9-FE17-D943-5663-F83804AA76B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93F0D4-65DD-5D42-B970-F583E8012BD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SẤP</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MÌNH</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Lạy Chúa,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sấp mình xuống trước mặt Chúa.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tin thật Chúa ở khắp mọi nơi,</a:t>
            </a:r>
            <a:endParaRPr lang="en-US" altLang="en-US" sz="8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94469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1F01-CDA9-4018-43BE-A63498F5D41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D6177F0-5E6C-608E-3A88-D9044B9315F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thông biết mọi sự, hằng xem thấy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hằng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nghe</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lời</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cầu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nguyện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193115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39832-7C50-1792-D939-AEB2ACFE402B}"/>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5E4C3294-384A-CFC9-ED45-0243B0AA62A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a:spcBef>
                <a:spcPts val="0"/>
              </a:spcBef>
            </a:pPr>
            <a:r>
              <a:rPr lang="en-US" altLang="en-US" sz="7600" b="1" dirty="0">
                <a:solidFill>
                  <a:schemeClr val="tx1"/>
                </a:solidFill>
                <a:latin typeface="Times New Roman" panose="02020603050405020304" pitchFamily="18" charset="0"/>
                <a:cs typeface="Times New Roman" panose="02020603050405020304" pitchFamily="18" charset="0"/>
              </a:rPr>
              <a:t>Xin Chúa </a:t>
            </a:r>
            <a:r>
              <a:rPr lang="en-US" altLang="en-US" sz="7600" b="1" dirty="0" err="1">
                <a:solidFill>
                  <a:schemeClr val="tx1"/>
                </a:solidFill>
                <a:latin typeface="Times New Roman" panose="02020603050405020304" pitchFamily="18" charset="0"/>
                <a:cs typeface="Times New Roman" panose="02020603050405020304" pitchFamily="18" charset="0"/>
              </a:rPr>
              <a:t>rất</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nhân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từ</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hãy</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đoái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xem</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sự</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nghèo</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ngặt</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và</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nhận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lời</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nguyện</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218566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A761-C38F-7199-D2A8-B767DA4B5AE6}"/>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F956515-5E3A-1C60-EEC1-B8BC2F8729E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400" b="1" dirty="0">
                <a:solidFill>
                  <a:schemeClr val="tx1"/>
                </a:solidFill>
                <a:latin typeface="Times New Roman" panose="02020603050405020304" pitchFamily="18" charset="0"/>
                <a:cs typeface="Times New Roman" panose="02020603050405020304" pitchFamily="18" charset="0"/>
              </a:rPr>
              <a:t>Lạy Chúa, xin hãy mở miệng lưỡi con ra,</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thì</a:t>
            </a:r>
            <a:r>
              <a:rPr lang="en-US" altLang="en-US" sz="7400" b="1" dirty="0">
                <a:solidFill>
                  <a:schemeClr val="tx1"/>
                </a:solidFill>
                <a:latin typeface="Times New Roman" panose="02020603050405020304" pitchFamily="18" charset="0"/>
                <a:cs typeface="Times New Roman" panose="02020603050405020304" pitchFamily="18" charset="0"/>
              </a:rPr>
              <a:t> con </a:t>
            </a:r>
            <a:r>
              <a:rPr lang="en-US" altLang="en-US" sz="7400" b="1" dirty="0" err="1">
                <a:solidFill>
                  <a:schemeClr val="tx1"/>
                </a:solidFill>
                <a:latin typeface="Times New Roman" panose="02020603050405020304" pitchFamily="18" charset="0"/>
                <a:cs typeface="Times New Roman" panose="02020603050405020304" pitchFamily="18" charset="0"/>
              </a:rPr>
              <a:t>sẽ</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cao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rao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những</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lời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ngợi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khen</a:t>
            </a:r>
            <a:r>
              <a:rPr lang="en-US" altLang="en-US" sz="74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212841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6227-0746-47AF-2C2B-2B916150045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F79EC8E-36FB-6B6E-AB7D-AC5EA1842A4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dấu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Thánh </a:t>
            </a:r>
            <a:r>
              <a:rPr lang="en-US" altLang="en-US" sz="7200" b="1" dirty="0" err="1">
                <a:solidFill>
                  <a:schemeClr val="tx1"/>
                </a:solidFill>
                <a:latin typeface="Times New Roman" panose="02020603050405020304" pitchFamily="18" charset="0"/>
                <a:cs typeface="Times New Roman" panose="02020603050405020304" pitchFamily="18" charset="0"/>
              </a:rPr>
              <a:t>giá</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chữa</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khỏi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kẻ</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thù</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710145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3018-6E97-E43F-2AB6-E62B21708E4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B2286D7-605B-DB63-0781-00C69EDA5C3E}"/>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392665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D8CB-6882-53AF-B048-F0327C9A2D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4F3A9AE-039F-15BA-D2A3-30FDFA699F44}"/>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LẠY</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NỮ</a:t>
            </a:r>
            <a:r>
              <a:rPr lang="en-US" altLang="en-US" sz="4400" b="1" dirty="0">
                <a:solidFill>
                  <a:srgbClr val="FF0000"/>
                </a:solidFill>
                <a:latin typeface="Times New Roman" panose="02020603050405020304" pitchFamily="18" charset="0"/>
                <a:cs typeface="Times New Roman" panose="02020603050405020304" pitchFamily="18" charset="0"/>
              </a:rPr>
              <a:t> VƯƠNG</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Nữ Vương, Mẹ nhân lành làm cho chúng con đặng sống, đặng vui, đặng cậy.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3662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CD4A5-25ED-126E-03CB-C411A5297BF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F7D9A66-A37E-54A8-65CA-B9AC17CC62F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Thân </a:t>
            </a:r>
            <a:r>
              <a:rPr lang="en-US" altLang="en-US" sz="8000" b="1" dirty="0" err="1">
                <a:solidFill>
                  <a:schemeClr val="tx1"/>
                </a:solidFill>
                <a:latin typeface="Times New Roman" panose="02020603050405020304" pitchFamily="18" charset="0"/>
                <a:cs typeface="Times New Roman" panose="02020603050405020304" pitchFamily="18" charset="0"/>
              </a:rPr>
              <a:t>lạy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Mẹ</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con </a:t>
            </a:r>
            <a:r>
              <a:rPr lang="en-US" altLang="en-US" sz="8000" b="1" dirty="0" err="1">
                <a:solidFill>
                  <a:schemeClr val="tx1"/>
                </a:solidFill>
                <a:latin typeface="Times New Roman" panose="02020603050405020304" pitchFamily="18" charset="0"/>
                <a:cs typeface="Times New Roman" panose="02020603050405020304" pitchFamily="18" charset="0"/>
              </a:rPr>
              <a:t>cháu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Evà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chốn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khách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kêu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bà</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086612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3EDD-E656-AAF5-665E-88800A7D609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246C1CF-B2C1-5F3F-9394-7F923C0F61E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ở nơi khóc lóc than thở kêu khẩn bà thương. Hỡi Ôi! Bà là Chủ bầu chúng con,</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92073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19C8-EEC2-B0AA-8A57-B3C67C9151F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6B643C-42FE-0444-4FEE-828177A8F32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xin ghé mắt thương xem chúng con đến sau khỏi đày, xin cho chúng con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được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thấy</a:t>
            </a:r>
            <a:endParaRPr lang="en-US" altLang="en-US" sz="7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6459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903A-2D63-5460-3173-5D785BFE0FD6}"/>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855D5D5-42B6-03AA-D0C5-C060017BD8D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7500" b="1" dirty="0">
                <a:solidFill>
                  <a:schemeClr val="tx1"/>
                </a:solidFill>
                <a:latin typeface="Times New Roman" panose="02020603050405020304" pitchFamily="18" charset="0"/>
                <a:cs typeface="Times New Roman" panose="02020603050405020304" pitchFamily="18" charset="0"/>
              </a:rPr>
              <a:t>Đức Chúa </a:t>
            </a:r>
            <a:r>
              <a:rPr lang="en-US" altLang="en-US" sz="7500" b="1" dirty="0" err="1">
                <a:solidFill>
                  <a:schemeClr val="tx1"/>
                </a:solidFill>
                <a:latin typeface="Times New Roman" panose="02020603050405020304" pitchFamily="18" charset="0"/>
                <a:cs typeface="Times New Roman" panose="02020603050405020304" pitchFamily="18" charset="0"/>
              </a:rPr>
              <a:t>Giêsu</a:t>
            </a:r>
            <a:r>
              <a:rPr lang="en-US" altLang="en-US" sz="7500" b="1" dirty="0">
                <a:solidFill>
                  <a:schemeClr val="tx1"/>
                </a:solidFill>
                <a:latin typeface="Times New Roman" panose="02020603050405020304" pitchFamily="18" charset="0"/>
                <a:cs typeface="Times New Roman" panose="02020603050405020304" pitchFamily="18" charset="0"/>
              </a:rPr>
              <a:t> con </a:t>
            </a:r>
            <a:r>
              <a:rPr lang="en-US" altLang="en-US" sz="7500" b="1" dirty="0" err="1">
                <a:solidFill>
                  <a:schemeClr val="tx1"/>
                </a:solidFill>
                <a:latin typeface="Times New Roman" panose="02020603050405020304" pitchFamily="18" charset="0"/>
                <a:cs typeface="Times New Roman" panose="02020603050405020304" pitchFamily="18" charset="0"/>
              </a:rPr>
              <a:t>lòng</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Bà</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gồm</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phúc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lạ</a:t>
            </a:r>
            <a:r>
              <a:rPr lang="en-US" altLang="en-US" sz="7500" b="1" dirty="0">
                <a:solidFill>
                  <a:schemeClr val="tx1"/>
                </a:solidFill>
                <a:latin typeface="Times New Roman" panose="02020603050405020304" pitchFamily="18" charset="0"/>
                <a:cs typeface="Times New Roman" panose="02020603050405020304" pitchFamily="18" charset="0"/>
              </a:rPr>
              <a:t>.</a:t>
            </a:r>
            <a:r>
              <a:rPr lang="vi-VN" altLang="en-US" sz="7500" b="1" dirty="0">
                <a:solidFill>
                  <a:schemeClr val="tx1"/>
                </a:solidFill>
                <a:latin typeface="Times New Roman" panose="02020603050405020304" pitchFamily="18" charset="0"/>
                <a:cs typeface="Times New Roman" panose="02020603050405020304" pitchFamily="18" charset="0"/>
              </a:rPr>
              <a:t> Ôi khoan thay, nhân thay, diệu thay,</a:t>
            </a:r>
            <a:r>
              <a:rPr lang="en-US" altLang="en-US" sz="75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706033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DD1C-C346-D9F2-D332-B8D617C5CA8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972B90-D4B5-7307-77D9-8F1546BE592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Thánh </a:t>
            </a:r>
            <a:r>
              <a:rPr lang="vi-VN" altLang="en-US" sz="7500" b="1" dirty="0" err="1">
                <a:solidFill>
                  <a:schemeClr val="tx1"/>
                </a:solidFill>
                <a:latin typeface="Times New Roman" panose="02020603050405020304" pitchFamily="18" charset="0"/>
                <a:cs typeface="Times New Roman" panose="02020603050405020304" pitchFamily="18" charset="0"/>
              </a:rPr>
              <a:t>Maria</a:t>
            </a:r>
            <a:r>
              <a:rPr lang="vi-VN" altLang="en-US" sz="7500" b="1" dirty="0">
                <a:solidFill>
                  <a:schemeClr val="tx1"/>
                </a:solidFill>
                <a:latin typeface="Times New Roman" panose="02020603050405020304" pitchFamily="18" charset="0"/>
                <a:cs typeface="Times New Roman" panose="02020603050405020304" pitchFamily="18" charset="0"/>
              </a:rPr>
              <a:t> trọn đời đồng trinh. </a:t>
            </a:r>
            <a:r>
              <a:rPr lang="vi-VN" altLang="en-US" sz="7500" b="1" dirty="0" err="1">
                <a:solidFill>
                  <a:srgbClr val="FF0000"/>
                </a:solidFill>
                <a:latin typeface="Times New Roman" panose="02020603050405020304" pitchFamily="18" charset="0"/>
                <a:cs typeface="Times New Roman" panose="02020603050405020304" pitchFamily="18" charset="0"/>
              </a:rPr>
              <a:t>Amen</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138908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09E8D-BFDF-DB8F-DD16-5F8964A3655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56126B9-69D1-A440-AA9D-73146B07307C}"/>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NGHĨA ĐỨC TIN</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Ngày Chúa Nhật hôm nay, chúng con hợp nhau kính lạy thờ phượng Chúa, </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60508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31822-65E1-349D-B902-78DAA7ABC1C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06480E5-0698-C66D-1ED9-AA4B2A88B6E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err="1">
                <a:solidFill>
                  <a:schemeClr val="tx1"/>
                </a:solidFill>
                <a:latin typeface="Times New Roman" panose="02020603050405020304" pitchFamily="18" charset="0"/>
                <a:cs typeface="Times New Roman" panose="02020603050405020304" pitchFamily="18" charset="0"/>
              </a:rPr>
              <a:t>kh</a:t>
            </a:r>
            <a:r>
              <a:rPr lang="en-US" altLang="en-US" sz="8000" b="1" dirty="0">
                <a:solidFill>
                  <a:schemeClr val="tx1"/>
                </a:solidFill>
                <a:latin typeface="Times New Roman" panose="02020603050405020304" pitchFamily="18" charset="0"/>
                <a:cs typeface="Times New Roman" panose="02020603050405020304" pitchFamily="18" charset="0"/>
              </a:rPr>
              <a:t>ô</a:t>
            </a:r>
            <a:r>
              <a:rPr lang="vi-VN" altLang="en-US" sz="8000" b="1" dirty="0" err="1">
                <a:solidFill>
                  <a:schemeClr val="tx1"/>
                </a:solidFill>
                <a:latin typeface="Times New Roman" panose="02020603050405020304" pitchFamily="18" charset="0"/>
                <a:cs typeface="Times New Roman" panose="02020603050405020304" pitchFamily="18" charset="0"/>
              </a:rPr>
              <a:t>ng</a:t>
            </a:r>
            <a:r>
              <a:rPr lang="vi-VN" altLang="en-US" sz="8000" b="1" dirty="0">
                <a:solidFill>
                  <a:schemeClr val="tx1"/>
                </a:solidFill>
                <a:latin typeface="Times New Roman" panose="02020603050405020304" pitchFamily="18" charset="0"/>
                <a:cs typeface="Times New Roman" panose="02020603050405020304" pitchFamily="18" charset="0"/>
              </a:rPr>
              <a:t> khen cám tạ ơn Chúa về mọi ơn lành Chúa đã ban cho chúng con,</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75428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B2DE2-FD79-5116-6519-ED9224482AC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41D9D1-57C4-8622-8A12-15440C6F120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tạ</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lỗi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lòng</a:t>
            </a:r>
            <a:r>
              <a:rPr lang="en-US" altLang="en-US" sz="80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591996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417DE-5324-1F4A-76DC-2953C4A5104E}"/>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58ECD1A-DC89-8A0B-D94A-4526E8992F4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thì chúng con dám xin Chúa hãy </a:t>
            </a:r>
            <a:r>
              <a:rPr lang="vi-VN" altLang="en-US" sz="7500" b="1" dirty="0" err="1">
                <a:solidFill>
                  <a:schemeClr val="tx1"/>
                </a:solidFill>
                <a:latin typeface="Times New Roman" panose="02020603050405020304" pitchFamily="18" charset="0"/>
                <a:cs typeface="Times New Roman" panose="02020603050405020304" pitchFamily="18" charset="0"/>
              </a:rPr>
              <a:t>khứng</a:t>
            </a:r>
            <a:r>
              <a:rPr lang="vi-VN" altLang="en-US" sz="7500" b="1" dirty="0">
                <a:solidFill>
                  <a:schemeClr val="tx1"/>
                </a:solidFill>
                <a:latin typeface="Times New Roman" panose="02020603050405020304" pitchFamily="18" charset="0"/>
                <a:cs typeface="Times New Roman" panose="02020603050405020304" pitchFamily="18" charset="0"/>
              </a:rPr>
              <a:t> ban những ơn cần kíp</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chúng</a:t>
            </a:r>
            <a:r>
              <a:rPr lang="en-US" altLang="en-US" sz="7500" b="1" dirty="0">
                <a:solidFill>
                  <a:schemeClr val="tx1"/>
                </a:solidFill>
                <a:latin typeface="Times New Roman" panose="02020603050405020304" pitchFamily="18" charset="0"/>
                <a:cs typeface="Times New Roman" panose="02020603050405020304" pitchFamily="18" charset="0"/>
              </a:rPr>
              <a:t> con</a:t>
            </a:r>
          </a:p>
        </p:txBody>
      </p:sp>
    </p:spTree>
    <p:extLst>
      <p:ext uri="{BB962C8B-B14F-4D97-AF65-F5344CB8AC3E}">
        <p14:creationId xmlns:p14="http://schemas.microsoft.com/office/powerpoint/2010/main" val="20746758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1090B-33C0-90DE-6F42-37A70AE647E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C01A9F-E3DC-CD0C-C3E1-C8A13A5CEB4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300" b="1" dirty="0">
                <a:solidFill>
                  <a:schemeClr val="tx1"/>
                </a:solidFill>
                <a:latin typeface="Times New Roman" panose="02020603050405020304" pitchFamily="18" charset="0"/>
                <a:cs typeface="Times New Roman" panose="02020603050405020304" pitchFamily="18" charset="0"/>
              </a:rPr>
              <a:t>được rỗi linh hồn. Nên chúng con cả lòng tin vững vàng mọi điều đạo thánh Chúa dạy, </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37843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DAD9F-6C99-D4F6-FF28-B62737B4F80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F726F33-0364-F5A4-C8A3-4F5B58DC56A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điều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kíp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có</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tắc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617930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F42E8-0FD7-1C91-AE58-2E2CE47D5A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1B29ADE-B01B-C893-7794-6987D636A811}"/>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dựng nên trời đất, mà</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Người</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có Ba Ngôi.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4495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AA4A6-F25C-7165-8E87-82F91FF6B11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6B68CC3-412D-C5F9-6BF0-12DAAFAB7C4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Hai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222330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B9A33-5AC1-F12D-C288-75F7A741BE3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4B159FC-D56B-AFDD-468E-8327FB5A59E9}"/>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tính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nên</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mà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thôi</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637648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8FB3A-8669-5CC5-0E73-E7F7BF0FC79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4D8C2BA-B418-ED2B-49CA-A3324EE34F8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Chúng con tin Ngôi Thứ Hai ra đời làm người, sinh bởi Bà </a:t>
            </a:r>
            <a:r>
              <a:rPr lang="vi-VN" altLang="en-US" sz="8000" b="1" dirty="0" err="1">
                <a:solidFill>
                  <a:schemeClr val="tx1"/>
                </a:solidFill>
                <a:latin typeface="Times New Roman" panose="02020603050405020304" pitchFamily="18" charset="0"/>
                <a:cs typeface="Times New Roman" panose="02020603050405020304" pitchFamily="18" charset="0"/>
              </a:rPr>
              <a:t>Maria</a:t>
            </a:r>
            <a:r>
              <a:rPr lang="vi-VN" altLang="en-US" sz="8000" b="1" dirty="0">
                <a:solidFill>
                  <a:schemeClr val="tx1"/>
                </a:solidFill>
                <a:latin typeface="Times New Roman" panose="02020603050405020304" pitchFamily="18" charset="0"/>
                <a:cs typeface="Times New Roman" panose="02020603050405020304" pitchFamily="18" charset="0"/>
              </a:rPr>
              <a:t> Đồng Trinh,</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3416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BCC48-FA6D-6775-8A74-004CA2266F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BDA323C-35E3-FDBD-2A4E-51EF8EC81D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đặt tên là </a:t>
            </a:r>
            <a:r>
              <a:rPr lang="vi-VN" altLang="en-US" sz="8000" b="1" dirty="0" err="1">
                <a:solidFill>
                  <a:schemeClr val="tx1"/>
                </a:solidFill>
                <a:latin typeface="Times New Roman" panose="02020603050405020304" pitchFamily="18" charset="0"/>
                <a:cs typeface="Times New Roman" panose="02020603050405020304" pitchFamily="18" charset="0"/>
              </a:rPr>
              <a:t>Giêsu</a:t>
            </a:r>
            <a:r>
              <a:rPr lang="vi-VN" altLang="en-US" sz="8000" b="1" dirty="0">
                <a:solidFill>
                  <a:schemeClr val="tx1"/>
                </a:solidFill>
                <a:latin typeface="Times New Roman" panose="02020603050405020304" pitchFamily="18" charset="0"/>
                <a:cs typeface="Times New Roman" panose="02020603050405020304" pitchFamily="18" charset="0"/>
              </a:rPr>
              <a:t>, ở thế gian ba mươi ba năm,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đoạn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0883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D505A-1E2C-B8B9-BE08-658347D85D5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1F1A4DB-79ED-8B9A-714E-8288BF017CD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400" b="1" dirty="0">
                <a:solidFill>
                  <a:schemeClr val="tx1"/>
                </a:solidFill>
                <a:latin typeface="Times New Roman" panose="02020603050405020304" pitchFamily="18" charset="0"/>
                <a:cs typeface="Times New Roman" panose="02020603050405020304" pitchFamily="18" charset="0"/>
              </a:rPr>
              <a:t>mà chuộc tội cho thiên hạ, đến ngày thứ ba Người </a:t>
            </a:r>
            <a:br>
              <a:rPr lang="en-US" altLang="en-US" sz="8400" b="1" dirty="0">
                <a:solidFill>
                  <a:schemeClr val="tx1"/>
                </a:solidFill>
                <a:latin typeface="Times New Roman" panose="02020603050405020304" pitchFamily="18" charset="0"/>
                <a:cs typeface="Times New Roman" panose="02020603050405020304" pitchFamily="18" charset="0"/>
              </a:rPr>
            </a:br>
            <a:r>
              <a:rPr lang="vi-VN" altLang="en-US" sz="8400" b="1" dirty="0">
                <a:solidFill>
                  <a:schemeClr val="tx1"/>
                </a:solidFill>
                <a:latin typeface="Times New Roman" panose="02020603050405020304" pitchFamily="18" charset="0"/>
                <a:cs typeface="Times New Roman" panose="02020603050405020304" pitchFamily="18" charset="0"/>
              </a:rPr>
              <a:t>sống lại;</a:t>
            </a:r>
          </a:p>
        </p:txBody>
      </p:sp>
    </p:spTree>
    <p:extLst>
      <p:ext uri="{BB962C8B-B14F-4D97-AF65-F5344CB8AC3E}">
        <p14:creationId xmlns:p14="http://schemas.microsoft.com/office/powerpoint/2010/main" val="5740326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7F4C4-7DD7-D165-8CA0-AEA2564F2C3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A418B87-6FFE-4F3F-0A00-510748A83D7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khỏi bốn mươi ngày lên 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đủ mười ngày lại cho Đức Chúa Thánh Thần</a:t>
            </a:r>
          </a:p>
        </p:txBody>
      </p:sp>
    </p:spTree>
    <p:extLst>
      <p:ext uri="{BB962C8B-B14F-4D97-AF65-F5344CB8AC3E}">
        <p14:creationId xmlns:p14="http://schemas.microsoft.com/office/powerpoint/2010/main" val="32684851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00825-628B-6F52-BFBA-ED69AB7F5DC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E3E4F5-F2FC-70A2-4DCB-357274CFE02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xuống trên các thánh Tông đồ và Hội Thánh mới lập;</a:t>
            </a:r>
          </a:p>
        </p:txBody>
      </p:sp>
    </p:spTree>
    <p:extLst>
      <p:ext uri="{BB962C8B-B14F-4D97-AF65-F5344CB8AC3E}">
        <p14:creationId xmlns:p14="http://schemas.microsoft.com/office/powerpoint/2010/main" val="1873472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5373D-6135-8E6B-1ACA-B2F61ACCC2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B45D9CD-917A-320C-6C9D-94B009DFE74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ai chẳng thông công cùng Hội Thánh ấy thì chẳng đặng rỗi linh hồn;</a:t>
            </a:r>
          </a:p>
        </p:txBody>
      </p:sp>
    </p:spTree>
    <p:extLst>
      <p:ext uri="{BB962C8B-B14F-4D97-AF65-F5344CB8AC3E}">
        <p14:creationId xmlns:p14="http://schemas.microsoft.com/office/powerpoint/2010/main" val="12955488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9306E-C909-9FFE-004F-3612C17A258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04F7272-7E7A-4D00-E89F-1A611CCD499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mà linh hồn là giống thiêng liêng chẳng hề chết đặng;</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27200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71A3-68BE-8E41-EA25-5779E756B98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782FF22-374E-1F13-3700-806F91B3C50D}"/>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tận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xác loài người ta sẽ sống lại mà chịu phán xét;</a:t>
            </a:r>
          </a:p>
        </p:txBody>
      </p:sp>
    </p:spTree>
    <p:extLst>
      <p:ext uri="{BB962C8B-B14F-4D97-AF65-F5344CB8AC3E}">
        <p14:creationId xmlns:p14="http://schemas.microsoft.com/office/powerpoint/2010/main" val="166095208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74C32-BC88-A3F0-61B2-4B3F6E383B0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04F28CD-D38D-D8A7-A32D-68EB065C63E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kẻ lành lên thiên đàng hưởng phúc đời </a:t>
            </a:r>
            <a:r>
              <a:rPr lang="vi-VN" altLang="en-US" sz="7400" b="1" dirty="0" err="1">
                <a:solidFill>
                  <a:schemeClr val="tx1"/>
                </a:solidFill>
                <a:latin typeface="Times New Roman" panose="02020603050405020304" pitchFamily="18" charset="0"/>
                <a:cs typeface="Times New Roman" panose="02020603050405020304" pitchFamily="18" charset="0"/>
              </a:rPr>
              <a:t>đời</a:t>
            </a:r>
            <a:r>
              <a:rPr lang="vi-VN" altLang="en-US" sz="7400" b="1" dirty="0">
                <a:solidFill>
                  <a:schemeClr val="tx1"/>
                </a:solidFill>
                <a:latin typeface="Times New Roman" panose="02020603050405020304" pitchFamily="18" charset="0"/>
                <a:cs typeface="Times New Roman" panose="02020603050405020304" pitchFamily="18" charset="0"/>
              </a:rPr>
              <a:t>; kẻ dữ sa hỏa ngục chịu phạt vô cùng.</a:t>
            </a:r>
          </a:p>
        </p:txBody>
      </p:sp>
    </p:spTree>
    <p:extLst>
      <p:ext uri="{BB962C8B-B14F-4D97-AF65-F5344CB8AC3E}">
        <p14:creationId xmlns:p14="http://schemas.microsoft.com/office/powerpoint/2010/main" val="1354395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4142A-D675-AC13-0AE4-500029792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9076FCC7-650B-65D4-2AE8-2FF67649336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Mà chúng con tin các sự ấy mà thôi thì chưa đủ cho đặng lên </a:t>
            </a:r>
            <a:br>
              <a:rPr lang="en-US" altLang="en-US" sz="7400" b="1" dirty="0">
                <a:solidFill>
                  <a:schemeClr val="tx1"/>
                </a:solidFill>
                <a:latin typeface="Times New Roman" panose="02020603050405020304" pitchFamily="18" charset="0"/>
                <a:cs typeface="Times New Roman" panose="02020603050405020304" pitchFamily="18" charset="0"/>
              </a:rPr>
            </a:br>
            <a:r>
              <a:rPr lang="vi-VN" altLang="en-US" sz="7400" b="1" dirty="0">
                <a:solidFill>
                  <a:schemeClr val="tx1"/>
                </a:solidFill>
                <a:latin typeface="Times New Roman" panose="02020603050405020304" pitchFamily="18" charset="0"/>
                <a:cs typeface="Times New Roman" panose="02020603050405020304" pitchFamily="18" charset="0"/>
              </a:rPr>
              <a:t>thiên đàng;</a:t>
            </a:r>
          </a:p>
        </p:txBody>
      </p:sp>
    </p:spTree>
    <p:extLst>
      <p:ext uri="{BB962C8B-B14F-4D97-AF65-F5344CB8AC3E}">
        <p14:creationId xmlns:p14="http://schemas.microsoft.com/office/powerpoint/2010/main" val="39769374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83753-E45D-EDB8-92AA-7A98AB1FC9F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383DA44-7C29-F4D8-2001-51B997A82768}"/>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song phải giữ mười điều răn Đức Chúa Trời cùng năm luật điều Hội Thánh,</a:t>
            </a:r>
          </a:p>
        </p:txBody>
      </p:sp>
    </p:spTree>
    <p:extLst>
      <p:ext uri="{BB962C8B-B14F-4D97-AF65-F5344CB8AC3E}">
        <p14:creationId xmlns:p14="http://schemas.microsoft.com/office/powerpoint/2010/main" val="38495240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02923-AC3F-85AD-31DD-4F29D1AAC8A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45A4EAC-D0D7-F4D1-D9F1-844A947C5F1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và làm những việc lành phúc đức.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200" b="1" dirty="0" err="1">
                <a:solidFill>
                  <a:schemeClr val="tx1"/>
                </a:solidFill>
                <a:latin typeface="Times New Roman" panose="02020603050405020304" pitchFamily="18" charset="0"/>
                <a:cs typeface="Times New Roman" panose="02020603050405020304" pitchFamily="18" charset="0"/>
              </a:rPr>
              <a:t>Nhân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ấy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hằng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phải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sợ</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hãi</a:t>
            </a:r>
            <a:endParaRPr lang="vi-VN"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61806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7FAE5-A02E-2BB8-60E9-96D362F4BF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6102EEC-F65B-8198-2AD9-D1150683678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và trốn tránh các tội lỗi, nhất là bảy mối tội đầu, là căn nguyên mọi tội lỗi khác.</a:t>
            </a:r>
          </a:p>
        </p:txBody>
      </p:sp>
    </p:spTree>
    <p:extLst>
      <p:ext uri="{BB962C8B-B14F-4D97-AF65-F5344CB8AC3E}">
        <p14:creationId xmlns:p14="http://schemas.microsoft.com/office/powerpoint/2010/main" val="67159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BE726-5143-B652-6A60-2D60F87088D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FB126A8-ED0F-3443-5038-5E183D1787A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800" b="1" dirty="0">
                <a:solidFill>
                  <a:schemeClr val="tx1"/>
                </a:solidFill>
                <a:latin typeface="Times New Roman" panose="02020603050405020304" pitchFamily="18" charset="0"/>
                <a:cs typeface="Times New Roman" panose="02020603050405020304" pitchFamily="18" charset="0"/>
              </a:rPr>
              <a:t>Vậy chúng con phải ân cần lo lắng mà năng chịu các phép bí tích Đức</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Chúa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err="1">
                <a:solidFill>
                  <a:schemeClr val="tx1"/>
                </a:solidFill>
                <a:latin typeface="Times New Roman" panose="02020603050405020304" pitchFamily="18" charset="0"/>
                <a:cs typeface="Times New Roman" panose="02020603050405020304" pitchFamily="18" charset="0"/>
              </a:rPr>
              <a:t>Giêsu</a:t>
            </a:r>
            <a:r>
              <a:rPr lang="vi-VN" altLang="en-US" sz="6800" b="1" dirty="0">
                <a:solidFill>
                  <a:schemeClr val="tx1"/>
                </a:solidFill>
                <a:latin typeface="Times New Roman" panose="02020603050405020304" pitchFamily="18" charset="0"/>
                <a:cs typeface="Times New Roman" panose="02020603050405020304" pitchFamily="18" charset="0"/>
              </a:rPr>
              <a:t> đã truyền</a:t>
            </a:r>
          </a:p>
        </p:txBody>
      </p:sp>
    </p:spTree>
    <p:extLst>
      <p:ext uri="{BB962C8B-B14F-4D97-AF65-F5344CB8AC3E}">
        <p14:creationId xmlns:p14="http://schemas.microsoft.com/office/powerpoint/2010/main" val="358815059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58DF3-42CA-CE03-2001-E38CCE43D71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B498CC-D6A0-FD46-C8FD-DB2124503A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600" b="1" dirty="0">
                <a:solidFill>
                  <a:schemeClr val="tx1"/>
                </a:solidFill>
                <a:latin typeface="Times New Roman" panose="02020603050405020304" pitchFamily="18" charset="0"/>
                <a:cs typeface="Times New Roman" panose="02020603050405020304" pitchFamily="18" charset="0"/>
              </a:rPr>
              <a:t>là những phương linh nghiệm cho chúng con đặng nên thánh.</a:t>
            </a:r>
          </a:p>
        </p:txBody>
      </p:sp>
    </p:spTree>
    <p:extLst>
      <p:ext uri="{BB962C8B-B14F-4D97-AF65-F5344CB8AC3E}">
        <p14:creationId xmlns:p14="http://schemas.microsoft.com/office/powerpoint/2010/main" val="23679443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ED180-AF66-A832-A7D9-68FE939A369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3C3B709-7413-FADA-D182-7D3D4E2FA35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Có bảy phép bí tích mà thôi, song phép Rửa tội, phép Mình Thánh Chúa,</a:t>
            </a:r>
          </a:p>
        </p:txBody>
      </p:sp>
    </p:spTree>
    <p:extLst>
      <p:ext uri="{BB962C8B-B14F-4D97-AF65-F5344CB8AC3E}">
        <p14:creationId xmlns:p14="http://schemas.microsoft.com/office/powerpoint/2010/main" val="66141615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EB788-0B1D-22ED-F01B-1E99B63F8B6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ECB7632-4EC8-3ABB-6B5A-7BAD5CDE8E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phép Giải tội, là ba phép cần kíp hơn cho chúng con đặng rỗi. </a:t>
            </a:r>
          </a:p>
        </p:txBody>
      </p:sp>
    </p:spTree>
    <p:extLst>
      <p:ext uri="{BB962C8B-B14F-4D97-AF65-F5344CB8AC3E}">
        <p14:creationId xmlns:p14="http://schemas.microsoft.com/office/powerpoint/2010/main" val="21387960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E0D58-295E-2905-86C6-B79CDB6DF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EC80A15-78DE-6A11-1B57-BC29ADB87B64}"/>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10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000" b="1" dirty="0">
                <a:solidFill>
                  <a:schemeClr val="tx1"/>
                </a:solidFill>
                <a:latin typeface="Times New Roman" panose="02020603050405020304" pitchFamily="18" charset="0"/>
                <a:cs typeface="Times New Roman" panose="02020603050405020304" pitchFamily="18" charset="0"/>
              </a:rPr>
              <a:t>Ấy vậy chúng con hằng phải ra sức lo lắng thể nào mà chịu các phép trọng ấy cho nên, </a:t>
            </a:r>
          </a:p>
        </p:txBody>
      </p:sp>
    </p:spTree>
    <p:extLst>
      <p:ext uri="{BB962C8B-B14F-4D97-AF65-F5344CB8AC3E}">
        <p14:creationId xmlns:p14="http://schemas.microsoft.com/office/powerpoint/2010/main" val="6039519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9CDB1-EEC7-795F-41D8-E3686F10DD6C}"/>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EF358A9-9BD6-B364-418E-E00F792B983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tin thật vững vàng mà giữ cẩn thận các điều trước này,</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0107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B2633-5D34-2568-10B3-69F54317282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A28ACAD-F88F-7701-345E-2C6AF61FD97E}"/>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600" b="1" dirty="0" err="1">
                <a:solidFill>
                  <a:schemeClr val="tx1"/>
                </a:solidFill>
                <a:latin typeface="Times New Roman" panose="02020603050405020304" pitchFamily="18" charset="0"/>
                <a:cs typeface="Times New Roman" panose="02020603050405020304" pitchFamily="18" charset="0"/>
              </a:rPr>
              <a:t>thì</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mới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đặng</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hưởng</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phúc thanh nhàn đời </a:t>
            </a:r>
            <a:r>
              <a:rPr lang="vi-VN" altLang="en-US" sz="7600" b="1" dirty="0" err="1">
                <a:solidFill>
                  <a:schemeClr val="tx1"/>
                </a:solidFill>
                <a:latin typeface="Times New Roman" panose="02020603050405020304" pitchFamily="18" charset="0"/>
                <a:cs typeface="Times New Roman" panose="02020603050405020304" pitchFamily="18" charset="0"/>
              </a:rPr>
              <a:t>đời</a:t>
            </a:r>
            <a:r>
              <a:rPr lang="vi-VN" altLang="en-US" sz="7600" b="1" dirty="0">
                <a:solidFill>
                  <a:schemeClr val="tx1"/>
                </a:solidFill>
                <a:latin typeface="Times New Roman" panose="02020603050405020304" pitchFamily="18" charset="0"/>
                <a:cs typeface="Times New Roman" panose="02020603050405020304" pitchFamily="18" charset="0"/>
              </a:rPr>
              <a:t> kiếp </a:t>
            </a:r>
            <a:r>
              <a:rPr lang="vi-VN" altLang="en-US" sz="7600" b="1" dirty="0" err="1">
                <a:solidFill>
                  <a:schemeClr val="tx1"/>
                </a:solidFill>
                <a:latin typeface="Times New Roman" panose="02020603050405020304" pitchFamily="18" charset="0"/>
                <a:cs typeface="Times New Roman" panose="02020603050405020304" pitchFamily="18" charset="0"/>
              </a:rPr>
              <a:t>kiếp</a:t>
            </a:r>
            <a:r>
              <a:rPr lang="vi-VN"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err="1">
                <a:solidFill>
                  <a:srgbClr val="FF0000"/>
                </a:solidFill>
                <a:latin typeface="Times New Roman" panose="02020603050405020304" pitchFamily="18" charset="0"/>
                <a:cs typeface="Times New Roman" panose="02020603050405020304" pitchFamily="18" charset="0"/>
              </a:rPr>
              <a:t>Amen</a:t>
            </a:r>
            <a:r>
              <a:rPr lang="vi-VN"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7895323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4D685C3-35A5-ED4F-2DCC-7FD5DCCE72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4050" b="1" dirty="0">
                <a:solidFill>
                  <a:srgbClr val="FF0000"/>
                </a:solidFill>
                <a:latin typeface="Times New Roman" panose="02020603050405020304" pitchFamily="18" charset="0"/>
                <a:cs typeface="Times New Roman" panose="02020603050405020304" pitchFamily="18" charset="0"/>
              </a:rPr>
              <a:t>Đạo Đức Chúa Trời có mười điều răn:</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Thờ phượng một Đức Chúa Trời và kính mến người trên hết mọi sự</a:t>
            </a:r>
            <a:endParaRPr lang="vi-VN" altLang="en-US" sz="6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93146006-FC1B-E6F9-1314-494063FCD61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05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err="1">
                <a:solidFill>
                  <a:srgbClr val="FF0000"/>
                </a:solidFill>
                <a:latin typeface="Times New Roman" panose="02020603050405020304" pitchFamily="18" charset="0"/>
                <a:cs typeface="Times New Roman" panose="02020603050405020304" pitchFamily="18" charset="0"/>
              </a:rPr>
              <a:t>Th</a:t>
            </a:r>
            <a:r>
              <a:rPr lang="en-US" altLang="en-US" sz="6000" b="1" dirty="0">
                <a:solidFill>
                  <a:srgbClr val="FF0000"/>
                </a:solidFill>
                <a:latin typeface="Times New Roman" panose="02020603050405020304" pitchFamily="18" charset="0"/>
                <a:cs typeface="Times New Roman" panose="02020603050405020304" pitchFamily="18" charset="0"/>
              </a:rPr>
              <a:t>ứ</a:t>
            </a:r>
            <a:r>
              <a:rPr lang="vi-VN" altLang="en-US" sz="6000" b="1" dirty="0">
                <a:solidFill>
                  <a:srgbClr val="FF0000"/>
                </a:solidFill>
                <a:latin typeface="Times New Roman" panose="02020603050405020304" pitchFamily="18" charset="0"/>
                <a:cs typeface="Times New Roman" panose="02020603050405020304" pitchFamily="18" charset="0"/>
              </a:rPr>
              <a:t> hai: </a:t>
            </a:r>
            <a:r>
              <a:rPr lang="vi-VN" altLang="en-US" sz="6600" b="1" dirty="0">
                <a:solidFill>
                  <a:schemeClr val="tx1"/>
                </a:solidFill>
                <a:latin typeface="Times New Roman" panose="02020603050405020304" pitchFamily="18" charset="0"/>
                <a:cs typeface="Times New Roman" panose="02020603050405020304" pitchFamily="18" charset="0"/>
              </a:rPr>
              <a:t>Chớ kêu tên Đức Chúa Trời vô cớ</a:t>
            </a:r>
            <a:endParaRPr lang="en-US" altLang="en-US" sz="6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Giữ ngày Chúa Nhật</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CD56851-6628-4177-9AD5-458996848715}"/>
              </a:ext>
            </a:extLst>
          </p:cNvPr>
          <p:cNvSpPr>
            <a:spLocks noGrp="1" noChangeArrowheads="1"/>
          </p:cNvSpPr>
          <p:nvPr>
            <p:ph type="subTitle" idx="1"/>
          </p:nvPr>
        </p:nvSpPr>
        <p:spPr>
          <a:xfrm>
            <a:off x="0" y="0"/>
            <a:ext cx="9144000" cy="5143500"/>
          </a:xfrm>
          <a:solidFill>
            <a:schemeClr val="bg1"/>
          </a:solidFill>
        </p:spPr>
        <p:txBody>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bốn: </a:t>
            </a:r>
            <a:r>
              <a:rPr lang="vi-VN" altLang="en-US" sz="6600" b="1" dirty="0">
                <a:solidFill>
                  <a:schemeClr val="tx1"/>
                </a:solidFill>
                <a:latin typeface="Times New Roman" panose="02020603050405020304" pitchFamily="18" charset="0"/>
                <a:cs typeface="Times New Roman" panose="02020603050405020304" pitchFamily="18" charset="0"/>
              </a:rPr>
              <a:t>Thảo kính cha</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mẹ</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600" b="1" dirty="0">
                <a:solidFill>
                  <a:schemeClr val="tx1"/>
                </a:solidFill>
                <a:latin typeface="Times New Roman" panose="02020603050405020304" pitchFamily="18" charset="0"/>
                <a:cs typeface="Times New Roman" panose="02020603050405020304" pitchFamily="18" charset="0"/>
              </a:rPr>
              <a:t>Chớ giết người</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54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AEBB9A1-4055-E178-C71E-8310588A2AB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làm s</a:t>
            </a:r>
            <a:r>
              <a:rPr lang="en-US" altLang="en-US" sz="6600" b="1" dirty="0">
                <a:solidFill>
                  <a:schemeClr val="tx1"/>
                </a:solidFill>
                <a:latin typeface="Times New Roman" panose="02020603050405020304" pitchFamily="18" charset="0"/>
                <a:cs typeface="Times New Roman" panose="02020603050405020304" pitchFamily="18" charset="0"/>
              </a:rPr>
              <a:t>ự </a:t>
            </a:r>
            <a:r>
              <a:rPr lang="vi-VN" altLang="en-US" sz="6600" b="1" dirty="0">
                <a:solidFill>
                  <a:schemeClr val="tx1"/>
                </a:solidFill>
                <a:latin typeface="Times New Roman" panose="02020603050405020304" pitchFamily="18" charset="0"/>
                <a:cs typeface="Times New Roman" panose="02020603050405020304" pitchFamily="18" charset="0"/>
              </a:rPr>
              <a:t>dâm dục</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lấy củ</a:t>
            </a:r>
            <a:r>
              <a:rPr lang="en-US" altLang="en-US" sz="6600" b="1" dirty="0">
                <a:solidFill>
                  <a:schemeClr val="tx1"/>
                </a:solidFill>
                <a:latin typeface="Times New Roman" panose="02020603050405020304" pitchFamily="18" charset="0"/>
                <a:cs typeface="Times New Roman" panose="02020603050405020304" pitchFamily="18" charset="0"/>
              </a:rPr>
              <a:t>a </a:t>
            </a:r>
            <a:r>
              <a:rPr lang="vi-VN" altLang="en-US" sz="6600" b="1" dirty="0">
                <a:solidFill>
                  <a:schemeClr val="tx1"/>
                </a:solidFill>
                <a:latin typeface="Times New Roman" panose="02020603050405020304" pitchFamily="18" charset="0"/>
                <a:cs typeface="Times New Roman" panose="02020603050405020304" pitchFamily="18" charset="0"/>
              </a:rPr>
              <a:t>người</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9BFAB20C-8B8D-DA6D-B8B2-28F039EE254E}"/>
              </a:ext>
            </a:extLst>
          </p:cNvPr>
          <p:cNvSpPr>
            <a:spLocks noGrp="1" noChangeAspect="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tám:</a:t>
            </a:r>
            <a:r>
              <a:rPr lang="vi-VN" altLang="en-US" sz="5700" b="1" dirty="0">
                <a:solidFill>
                  <a:schemeClr val="tx1"/>
                </a:solidFill>
                <a:latin typeface="Times New Roman" panose="02020603050405020304" pitchFamily="18" charset="0"/>
                <a:cs typeface="Times New Roman" panose="02020603050405020304" pitchFamily="18" charset="0"/>
              </a:rPr>
              <a:t> Chớ làm chứng dối</a:t>
            </a:r>
          </a:p>
          <a:p>
            <a:pPr algn="just" eaLnBrk="1" hangingPunct="1">
              <a:defRPr/>
            </a:pPr>
            <a:endParaRPr lang="en-US" altLang="en-US" sz="2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chín:</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muốn vợ</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chồng người</a:t>
            </a:r>
            <a:endParaRPr lang="en-US" altLang="en-US" sz="57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en-US" altLang="en-US" sz="600" b="1" dirty="0">
              <a:solidFill>
                <a:schemeClr val="tx1"/>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mười:</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tham </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của người</a:t>
            </a:r>
            <a:endParaRPr lang="en-US" altLang="en-US" sz="57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1C76A0F-EF95-2F19-13C9-0D53F5BE860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defRPr/>
            </a:pPr>
            <a:r>
              <a:rPr lang="vi-VN" altLang="en-US" sz="6800" b="1" dirty="0">
                <a:solidFill>
                  <a:schemeClr val="tx1"/>
                </a:solidFill>
                <a:latin typeface="Times New Roman" panose="02020603050405020304" pitchFamily="18" charset="0"/>
                <a:cs typeface="Times New Roman" panose="02020603050405020304" pitchFamily="18" charset="0"/>
              </a:rPr>
              <a:t>Mười điều răn ấy tóm về hai này mà chớ: </a:t>
            </a:r>
            <a:r>
              <a:rPr lang="vi-VN" altLang="en-US" sz="6800" b="1" dirty="0">
                <a:solidFill>
                  <a:srgbClr val="FF0000"/>
                </a:solidFill>
                <a:latin typeface="Times New Roman" panose="02020603050405020304" pitchFamily="18" charset="0"/>
                <a:cs typeface="Times New Roman" panose="02020603050405020304" pitchFamily="18" charset="0"/>
              </a:rPr>
              <a:t>trước</a:t>
            </a:r>
            <a:r>
              <a:rPr lang="vi-VN" altLang="en-US" sz="6800" b="1" dirty="0">
                <a:solidFill>
                  <a:schemeClr val="tx1"/>
                </a:solidFill>
                <a:latin typeface="Times New Roman" panose="02020603050405020304" pitchFamily="18" charset="0"/>
                <a:cs typeface="Times New Roman" panose="02020603050405020304" pitchFamily="18" charset="0"/>
              </a:rPr>
              <a:t> kính mến một Đức Chúa Trời trên hết mọi s</a:t>
            </a:r>
            <a:r>
              <a:rPr lang="en-US" altLang="en-US" sz="6800" b="1" dirty="0">
                <a:solidFill>
                  <a:schemeClr val="tx1"/>
                </a:solidFill>
                <a:latin typeface="Times New Roman" panose="02020603050405020304" pitchFamily="18" charset="0"/>
                <a:cs typeface="Times New Roman" panose="02020603050405020304" pitchFamily="18" charset="0"/>
              </a:rPr>
              <a:t>ự</a:t>
            </a:r>
            <a:endParaRPr lang="vi-VN" altLang="en-US" sz="6800" b="1" i="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40BFF-A5A5-0B24-2EB0-34FA6DEB25F6}"/>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21102977-3B5A-1558-31A1-C4E1BFDE937F}"/>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spcBef>
                <a:spcPts val="0"/>
              </a:spcBef>
              <a:defRPr/>
            </a:pPr>
            <a:endParaRPr lang="en-US" altLang="en-US" sz="88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0"/>
              </a:spcBef>
              <a:defRPr/>
            </a:pPr>
            <a:r>
              <a:rPr lang="vi-VN" altLang="en-US" sz="6800" b="1" dirty="0">
                <a:solidFill>
                  <a:srgbClr val="FF0000"/>
                </a:solidFill>
                <a:latin typeface="Times New Roman" panose="02020603050405020304" pitchFamily="18" charset="0"/>
                <a:cs typeface="Times New Roman" panose="02020603050405020304" pitchFamily="18" charset="0"/>
              </a:rPr>
              <a:t>sau</a:t>
            </a:r>
            <a:r>
              <a:rPr lang="vi-VN" altLang="en-US" sz="6800" b="1" dirty="0">
                <a:solidFill>
                  <a:schemeClr val="tx1"/>
                </a:solidFill>
                <a:latin typeface="Times New Roman" panose="02020603050405020304" pitchFamily="18" charset="0"/>
                <a:cs typeface="Times New Roman" panose="02020603050405020304" pitchFamily="18" charset="0"/>
              </a:rPr>
              <a:t> lại yêu người như mình ta vậy. </a:t>
            </a:r>
            <a:r>
              <a:rPr lang="vi-VN" altLang="en-US" sz="6800" b="1" i="1" dirty="0" err="1">
                <a:solidFill>
                  <a:srgbClr val="FF0000"/>
                </a:solidFill>
                <a:latin typeface="Times New Roman" panose="02020603050405020304" pitchFamily="18" charset="0"/>
                <a:cs typeface="Times New Roman" panose="02020603050405020304" pitchFamily="18" charset="0"/>
              </a:rPr>
              <a:t>Amen</a:t>
            </a:r>
            <a:r>
              <a:rPr lang="vi-VN" altLang="en-US" sz="6800" b="1" i="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4039579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B065F11-4BDC-5D36-3AC6-A4C4BFF5DBC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4500" b="1" dirty="0">
                <a:solidFill>
                  <a:srgbClr val="FF0000"/>
                </a:solidFill>
                <a:latin typeface="Times New Roman" panose="02020603050405020304" pitchFamily="18" charset="0"/>
                <a:cs typeface="Times New Roman" panose="02020603050405020304" pitchFamily="18" charset="0"/>
              </a:rPr>
              <a:t>Hội Thánh có năm điều răn:</a:t>
            </a: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Thứ nhất: </a:t>
            </a:r>
            <a:r>
              <a:rPr lang="vi-VN" altLang="en-US" sz="7200" b="1" dirty="0">
                <a:solidFill>
                  <a:schemeClr val="tx1"/>
                </a:solidFill>
                <a:latin typeface="Times New Roman" panose="02020603050405020304" pitchFamily="18" charset="0"/>
                <a:cs typeface="Times New Roman" panose="02020603050405020304" pitchFamily="18" charset="0"/>
              </a:rPr>
              <a:t>dự lễ và kiêng việc xác ngày Chúa Nhật cùng các ngày lễ buộc;</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B841D53A-75CD-A498-2FF8-51D3779388B8}"/>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hai: </a:t>
            </a:r>
            <a:r>
              <a:rPr lang="vi-VN" altLang="en-US" sz="6600" b="1" dirty="0">
                <a:solidFill>
                  <a:schemeClr val="tx1"/>
                </a:solidFill>
                <a:latin typeface="Times New Roman" panose="02020603050405020304" pitchFamily="18" charset="0"/>
                <a:cs typeface="Times New Roman" panose="02020603050405020304" pitchFamily="18" charset="0"/>
              </a:rPr>
              <a:t>xưng tội trong một năm ít là một lần;</a:t>
            </a:r>
            <a:endParaRPr lang="en-US"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ba: </a:t>
            </a:r>
            <a:r>
              <a:rPr lang="vi-VN" altLang="en-US" sz="6600" b="1" dirty="0">
                <a:solidFill>
                  <a:schemeClr val="tx1"/>
                </a:solidFill>
                <a:latin typeface="Times New Roman" panose="02020603050405020304" pitchFamily="18" charset="0"/>
                <a:cs typeface="Times New Roman" panose="02020603050405020304" pitchFamily="18" charset="0"/>
              </a:rPr>
              <a:t>rước Mình Thánh Chúa trong mùa Phục Sinh;</a:t>
            </a: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4A6B55D-2891-6BDC-DED5-E5F0D700E62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bốn: </a:t>
            </a:r>
            <a:r>
              <a:rPr lang="vi-VN" altLang="en-US" sz="5400" b="1" dirty="0">
                <a:solidFill>
                  <a:schemeClr val="tx1"/>
                </a:solidFill>
                <a:latin typeface="Times New Roman" panose="02020603050405020304" pitchFamily="18" charset="0"/>
                <a:cs typeface="Times New Roman" panose="02020603050405020304" pitchFamily="18" charset="0"/>
              </a:rPr>
              <a:t>giữ chay và kiêng thịt những ngày Hội Thánh buộc;</a:t>
            </a:r>
          </a:p>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năm: </a:t>
            </a:r>
            <a:r>
              <a:rPr lang="vi-VN" altLang="en-US" sz="5400" b="1" dirty="0">
                <a:solidFill>
                  <a:schemeClr val="tx1"/>
                </a:solidFill>
                <a:latin typeface="Times New Roman" panose="02020603050405020304" pitchFamily="18" charset="0"/>
                <a:cs typeface="Times New Roman" panose="02020603050405020304" pitchFamily="18" charset="0"/>
              </a:rPr>
              <a:t>góp công góp của xây dựng Hội Thánh, tùy theo khả năng của mình.</a:t>
            </a:r>
            <a:endParaRPr lang="en-US" altLang="en-US" sz="5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D6D1884-2BBD-1374-8C27-4DF14DF2DBF6}"/>
              </a:ext>
            </a:extLst>
          </p:cNvPr>
          <p:cNvSpPr>
            <a:spLocks noGrp="1" noChangeArrowheads="1"/>
          </p:cNvSpPr>
          <p:nvPr>
            <p:ph type="subTitle" idx="1"/>
          </p:nvPr>
        </p:nvSpPr>
        <p:spPr>
          <a:xfrm>
            <a:off x="0" y="0"/>
            <a:ext cx="9144000" cy="5143500"/>
          </a:xfrm>
          <a:solidFill>
            <a:schemeClr val="bg1"/>
          </a:solidFill>
        </p:spPr>
        <p:txBody>
          <a:bodyPr>
            <a:normAutofit fontScale="77500" lnSpcReduction="20000"/>
          </a:bodyPr>
          <a:lstStyle/>
          <a:p>
            <a:pPr algn="l" eaLnBrk="1" hangingPunct="1">
              <a:defRPr/>
            </a:pPr>
            <a:r>
              <a:rPr lang="en-US" altLang="en-US" sz="4800" b="1" dirty="0" err="1">
                <a:solidFill>
                  <a:srgbClr val="FF0000"/>
                </a:solidFill>
                <a:latin typeface="Times New Roman" panose="02020603050405020304" pitchFamily="18" charset="0"/>
                <a:cs typeface="Times New Roman" panose="02020603050405020304" pitchFamily="18" charset="0"/>
              </a:rPr>
              <a:t>Đạo</a:t>
            </a:r>
            <a:r>
              <a:rPr lang="en-US" altLang="en-US" sz="4800" b="1" dirty="0">
                <a:solidFill>
                  <a:srgbClr val="FF0000"/>
                </a:solidFill>
                <a:latin typeface="Times New Roman" panose="02020603050405020304" pitchFamily="18" charset="0"/>
                <a:cs typeface="Times New Roman" panose="02020603050405020304" pitchFamily="18" charset="0"/>
              </a:rPr>
              <a:t> Đức Chúa </a:t>
            </a:r>
            <a:r>
              <a:rPr lang="en-US" altLang="en-US" sz="4800" b="1" dirty="0" err="1">
                <a:solidFill>
                  <a:srgbClr val="FF0000"/>
                </a:solidFill>
                <a:latin typeface="Times New Roman" panose="02020603050405020304" pitchFamily="18" charset="0"/>
                <a:cs typeface="Times New Roman" panose="02020603050405020304" pitchFamily="18" charset="0"/>
              </a:rPr>
              <a:t>Trời</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có</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bảy</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phép</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Bí</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tích</a:t>
            </a:r>
            <a:r>
              <a:rPr lang="en-US" altLang="en-US" sz="4800" b="1" dirty="0">
                <a:solidFill>
                  <a:srgbClr val="FF0000"/>
                </a:solidFill>
                <a:latin typeface="Times New Roman" panose="02020603050405020304" pitchFamily="18" charset="0"/>
                <a:cs typeface="Times New Roman" panose="02020603050405020304" pitchFamily="18" charset="0"/>
              </a:rPr>
              <a:t>:</a:t>
            </a:r>
            <a:endParaRPr lang="en-US" altLang="en-US" sz="48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nhất</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Rửa</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tội</a:t>
            </a:r>
            <a:r>
              <a:rPr lang="en-US" altLang="en-US" sz="9900" b="1" dirty="0">
                <a:solidFill>
                  <a:schemeClr val="tx1"/>
                </a:solidFill>
                <a:latin typeface="Times New Roman" panose="02020603050405020304" pitchFamily="18" charset="0"/>
                <a:cs typeface="Times New Roman" panose="02020603050405020304" pitchFamily="18" charset="0"/>
              </a:rPr>
              <a:t>.</a:t>
            </a:r>
          </a:p>
          <a:p>
            <a:pPr algn="just" eaLnBrk="1" hangingPunct="1">
              <a:defRPr/>
            </a:pPr>
            <a:br>
              <a:rPr lang="en-US" altLang="en-US" sz="4100" b="1" dirty="0">
                <a:solidFill>
                  <a:srgbClr val="FF0000"/>
                </a:solidFill>
                <a:latin typeface="Times New Roman" panose="02020603050405020304" pitchFamily="18" charset="0"/>
                <a:cs typeface="Times New Roman" panose="02020603050405020304" pitchFamily="18" charset="0"/>
              </a:rPr>
            </a:b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hai</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Thêm</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sức</a:t>
            </a:r>
            <a:r>
              <a:rPr lang="en-US" altLang="en-US" sz="99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3468EC2-34F2-4845-07D9-246E727B0E59}"/>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l" eaLnBrk="1" hangingPunct="1">
              <a:defRPr/>
            </a:pPr>
            <a:endParaRPr lang="en-US" altLang="en-US" sz="43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ba</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Mình</a:t>
            </a:r>
            <a:r>
              <a:rPr lang="en-US" altLang="en-US" sz="8000" b="1" dirty="0">
                <a:solidFill>
                  <a:schemeClr val="tx1"/>
                </a:solidFill>
                <a:latin typeface="Times New Roman" panose="02020603050405020304" pitchFamily="18" charset="0"/>
                <a:cs typeface="Times New Roman" panose="02020603050405020304" pitchFamily="18" charset="0"/>
              </a:rPr>
              <a:t> Thánh Chúa.</a:t>
            </a: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bốn</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Giải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33CC4CD7-1B60-C439-112A-F5719E6F93A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năm</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Xức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dầu</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sáu</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Truyền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chức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bảy</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Hôn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phối</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0F1FE32-B775-A81C-6666-6F3DFFF789A0}"/>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dirty="0">
                <a:solidFill>
                  <a:srgbClr val="FF0000"/>
                </a:solidFill>
                <a:latin typeface="Times New Roman" panose="02020603050405020304" pitchFamily="18" charset="0"/>
                <a:cs typeface="Times New Roman" panose="02020603050405020304" pitchFamily="18" charset="0"/>
              </a:rPr>
              <a:t>Thương người có mười bốn mối</a:t>
            </a:r>
            <a:endParaRPr lang="en-US" altLang="en-US" sz="495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i="1" dirty="0">
                <a:solidFill>
                  <a:srgbClr val="FF0000"/>
                </a:solidFill>
                <a:latin typeface="Times New Roman" panose="02020603050405020304" pitchFamily="18" charset="0"/>
                <a:cs typeface="Times New Roman" panose="02020603050405020304" pitchFamily="18" charset="0"/>
              </a:rPr>
              <a:t>Thương xác bảy mối:</a:t>
            </a:r>
            <a:endParaRPr lang="vi-VN" altLang="en-US" sz="49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nhất: </a:t>
            </a:r>
            <a:r>
              <a:rPr lang="vi-VN" altLang="en-US" sz="6450" b="1" dirty="0">
                <a:solidFill>
                  <a:schemeClr val="tx1"/>
                </a:solidFill>
                <a:latin typeface="Times New Roman" panose="02020603050405020304" pitchFamily="18" charset="0"/>
                <a:cs typeface="Times New Roman" panose="02020603050405020304" pitchFamily="18" charset="0"/>
              </a:rPr>
              <a:t>Cho kẻ đói ăn</a:t>
            </a:r>
            <a:endParaRPr lang="vi-VN" altLang="en-US" sz="64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hai: </a:t>
            </a:r>
            <a:r>
              <a:rPr lang="vi-VN" altLang="en-US" sz="6450" b="1" dirty="0">
                <a:solidFill>
                  <a:schemeClr val="tx1"/>
                </a:solidFill>
                <a:latin typeface="Times New Roman" panose="02020603050405020304" pitchFamily="18" charset="0"/>
                <a:cs typeface="Times New Roman" panose="02020603050405020304" pitchFamily="18" charset="0"/>
              </a:rPr>
              <a:t>Cho kẻ khát uống</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F76B668E-C196-E29B-D15F-AFB22C66E040}"/>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vi-VN" altLang="en-US" sz="7200" b="1" dirty="0">
                <a:solidFill>
                  <a:schemeClr val="tx1"/>
                </a:solidFill>
                <a:latin typeface="Times New Roman" panose="02020603050405020304" pitchFamily="18" charset="0"/>
                <a:cs typeface="Times New Roman" panose="02020603050405020304" pitchFamily="18" charset="0"/>
              </a:rPr>
              <a:t>Cho kẻ rách rưới ăn mặc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Viếng kẻ liệt cùng kẻ tù rạc</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662F0F59-F73C-087E-1261-EE0E44712400}"/>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defRPr/>
            </a:pPr>
            <a:endParaRPr lang="en-US" altLang="en-US" sz="14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Cho khách</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đỗ</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nhà</a:t>
            </a:r>
          </a:p>
          <a:p>
            <a:pPr algn="l"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Chuộc kẻ làm tôi</a:t>
            </a: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5400" b="1" dirty="0">
                <a:solidFill>
                  <a:srgbClr val="FF0000"/>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Chôn xác kẻ</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chết</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66FF892-2DFC-35F5-832D-65ECBE15DADD}"/>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825"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5400" b="1" i="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5400" b="1" i="1" dirty="0">
                <a:solidFill>
                  <a:srgbClr val="FF0000"/>
                </a:solidFill>
                <a:latin typeface="Times New Roman" panose="02020603050405020304" pitchFamily="18" charset="0"/>
                <a:cs typeface="Times New Roman" panose="02020603050405020304" pitchFamily="18" charset="0"/>
              </a:rPr>
              <a:t>Thương linh hồn bảy mối:</a:t>
            </a:r>
            <a:endParaRPr lang="en-US" altLang="en-US" sz="5400" b="1" i="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Lấy lời lành</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khuyên người</a:t>
            </a:r>
            <a:endParaRPr lang="vi-VN"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hai: </a:t>
            </a:r>
            <a:r>
              <a:rPr lang="vi-VN" altLang="en-US" sz="6600" b="1" dirty="0">
                <a:solidFill>
                  <a:schemeClr val="tx1"/>
                </a:solidFill>
                <a:latin typeface="Times New Roman" panose="02020603050405020304" pitchFamily="18" charset="0"/>
                <a:cs typeface="Times New Roman" panose="02020603050405020304" pitchFamily="18" charset="0"/>
              </a:rPr>
              <a:t>Mở d</a:t>
            </a:r>
            <a:r>
              <a:rPr lang="en-US" altLang="en-US" sz="6600" b="1" dirty="0">
                <a:solidFill>
                  <a:schemeClr val="tx1"/>
                </a:solidFill>
                <a:latin typeface="Times New Roman" panose="02020603050405020304" pitchFamily="18" charset="0"/>
                <a:cs typeface="Times New Roman" panose="02020603050405020304" pitchFamily="18" charset="0"/>
              </a:rPr>
              <a:t>ạ</a:t>
            </a:r>
            <a:r>
              <a:rPr lang="vi-VN" altLang="en-US" sz="6600" b="1" dirty="0">
                <a:solidFill>
                  <a:schemeClr val="tx1"/>
                </a:solidFill>
                <a:latin typeface="Times New Roman" panose="02020603050405020304" pitchFamily="18" charset="0"/>
                <a:cs typeface="Times New Roman" panose="02020603050405020304" pitchFamily="18" charset="0"/>
              </a:rPr>
              <a:t>y kẻ mê muội</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D09B7431-80A5-5A29-5F59-7AE97BB6122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2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en-US" altLang="en-US" sz="7200" b="1" dirty="0">
                <a:solidFill>
                  <a:schemeClr val="tx1"/>
                </a:solidFill>
                <a:latin typeface="Times New Roman" panose="02020603050405020304" pitchFamily="18" charset="0"/>
                <a:cs typeface="Times New Roman" panose="02020603050405020304" pitchFamily="18" charset="0"/>
              </a:rPr>
              <a:t>An</a:t>
            </a:r>
            <a:r>
              <a:rPr lang="vi-VN" altLang="en-US" sz="7200" b="1" dirty="0">
                <a:solidFill>
                  <a:schemeClr val="tx1"/>
                </a:solidFill>
                <a:latin typeface="Times New Roman" panose="02020603050405020304" pitchFamily="18" charset="0"/>
                <a:cs typeface="Times New Roman" panose="02020603050405020304" pitchFamily="18" charset="0"/>
              </a:rPr>
              <a:t> ủi kẻ âu lo</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br>
              <a:rPr lang="en-US" altLang="en-US" sz="7200" b="1" dirty="0">
                <a:solidFill>
                  <a:srgbClr val="FF0000"/>
                </a:solidFill>
                <a:latin typeface="Times New Roman" panose="02020603050405020304" pitchFamily="18" charset="0"/>
                <a:cs typeface="Times New Roman" panose="02020603050405020304" pitchFamily="18" charset="0"/>
              </a:rPr>
            </a:b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Răn bảo kẻ có tội</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E0D3BF3-E3D0-B397-F77F-20BAF3B2FA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Tha kẻ dể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Nhịn kẻ mất lòng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bảy: </a:t>
            </a:r>
            <a:r>
              <a:rPr lang="vi-VN" altLang="en-US" sz="6200" b="1" dirty="0">
                <a:solidFill>
                  <a:schemeClr val="tx1"/>
                </a:solidFill>
                <a:latin typeface="Times New Roman" panose="02020603050405020304" pitchFamily="18" charset="0"/>
                <a:cs typeface="Times New Roman" panose="02020603050405020304" pitchFamily="18" charset="0"/>
              </a:rPr>
              <a:t>Cầu cho kẻ sống và kẻ chết</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EA9068C9-9945-05A1-E593-DF0FB5AFE597}"/>
              </a:ext>
            </a:extLst>
          </p:cNvPr>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4950" b="1" dirty="0">
                <a:solidFill>
                  <a:srgbClr val="FF0000"/>
                </a:solidFill>
                <a:latin typeface="Times New Roman" panose="02020603050405020304" pitchFamily="18" charset="0"/>
                <a:cs typeface="Times New Roman" panose="02020603050405020304" pitchFamily="18" charset="0"/>
              </a:rPr>
              <a:t>Cải tội bảy mối có bảy đức</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nhất: </a:t>
            </a:r>
            <a:r>
              <a:rPr lang="vi-VN" altLang="en-US" sz="8500" b="1" dirty="0">
                <a:solidFill>
                  <a:schemeClr val="tx1"/>
                </a:solidFill>
                <a:latin typeface="Times New Roman" panose="02020603050405020304" pitchFamily="18" charset="0"/>
                <a:cs typeface="Times New Roman" panose="02020603050405020304" pitchFamily="18" charset="0"/>
              </a:rPr>
              <a:t>Khiêm như</a:t>
            </a:r>
            <a:r>
              <a:rPr lang="en-US" altLang="en-US" sz="8500" b="1" dirty="0">
                <a:solidFill>
                  <a:schemeClr val="tx1"/>
                </a:solidFill>
                <a:latin typeface="Times New Roman" panose="02020603050405020304" pitchFamily="18" charset="0"/>
                <a:cs typeface="Times New Roman" panose="02020603050405020304" pitchFamily="18" charset="0"/>
              </a:rPr>
              <a:t>ợ</a:t>
            </a:r>
            <a:r>
              <a:rPr lang="vi-VN" altLang="en-US" sz="8500" b="1" dirty="0" err="1">
                <a:solidFill>
                  <a:schemeClr val="tx1"/>
                </a:solidFill>
                <a:latin typeface="Times New Roman" panose="02020603050405020304" pitchFamily="18" charset="0"/>
                <a:cs typeface="Times New Roman" panose="02020603050405020304" pitchFamily="18" charset="0"/>
              </a:rPr>
              <a:t>ng</a:t>
            </a:r>
            <a:r>
              <a:rPr lang="vi-VN" altLang="en-US" sz="8500" b="1" dirty="0">
                <a:solidFill>
                  <a:schemeClr val="tx1"/>
                </a:solidFill>
                <a:latin typeface="Times New Roman" panose="02020603050405020304" pitchFamily="18" charset="0"/>
                <a:cs typeface="Times New Roman" panose="02020603050405020304" pitchFamily="18" charset="0"/>
              </a:rPr>
              <a:t>, chớ kiêu ngạo</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hai: </a:t>
            </a:r>
            <a:r>
              <a:rPr lang="vi-VN" altLang="en-US" sz="8500" b="1" dirty="0">
                <a:solidFill>
                  <a:schemeClr val="tx1"/>
                </a:solidFill>
                <a:latin typeface="Times New Roman" panose="02020603050405020304" pitchFamily="18" charset="0"/>
                <a:cs typeface="Times New Roman" panose="02020603050405020304" pitchFamily="18" charset="0"/>
              </a:rPr>
              <a:t>Rộng rãi, chớ hà tiện</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B9A6706-C428-3E6A-5662-C680C893E988}"/>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ba: </a:t>
            </a:r>
            <a:r>
              <a:rPr lang="vi-VN" altLang="en-US" sz="6500" b="1" dirty="0">
                <a:solidFill>
                  <a:schemeClr val="tx1"/>
                </a:solidFill>
                <a:latin typeface="Times New Roman" panose="02020603050405020304" pitchFamily="18" charset="0"/>
                <a:cs typeface="Times New Roman" panose="02020603050405020304" pitchFamily="18" charset="0"/>
              </a:rPr>
              <a:t>Giữ mình sạch sẽ, chớ mê dâm dục</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bốn: </a:t>
            </a:r>
            <a:r>
              <a:rPr lang="vi-VN" altLang="en-US" sz="6500" b="1" dirty="0">
                <a:solidFill>
                  <a:schemeClr val="tx1"/>
                </a:solidFill>
                <a:latin typeface="Times New Roman" panose="02020603050405020304" pitchFamily="18" charset="0"/>
                <a:cs typeface="Times New Roman" panose="02020603050405020304" pitchFamily="18" charset="0"/>
              </a:rPr>
              <a:t>Hay nhịn, Chớ hờn giận</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năm: </a:t>
            </a:r>
            <a:r>
              <a:rPr lang="vi-VN" altLang="en-US" sz="6500" b="1" dirty="0">
                <a:solidFill>
                  <a:schemeClr val="tx1"/>
                </a:solidFill>
                <a:latin typeface="Times New Roman" panose="02020603050405020304" pitchFamily="18" charset="0"/>
                <a:cs typeface="Times New Roman" panose="02020603050405020304" pitchFamily="18" charset="0"/>
              </a:rPr>
              <a:t>Kiêng bớt, chớ mê ăn uống</a:t>
            </a: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33D330E-1ADA-A91D-179B-B45C0AD17696}"/>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 </a:t>
            </a:r>
            <a:r>
              <a:rPr lang="vi-VN" altLang="en-US" sz="6600" b="1" dirty="0">
                <a:solidFill>
                  <a:schemeClr val="tx1"/>
                </a:solidFill>
                <a:latin typeface="Times New Roman" panose="02020603050405020304" pitchFamily="18" charset="0"/>
                <a:cs typeface="Times New Roman" panose="02020603050405020304" pitchFamily="18" charset="0"/>
              </a:rPr>
              <a:t>Yêu người, chớ ghen ghét</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 </a:t>
            </a:r>
            <a:r>
              <a:rPr lang="vi-VN" altLang="en-US" sz="6600" b="1" dirty="0">
                <a:solidFill>
                  <a:schemeClr val="tx1"/>
                </a:solidFill>
                <a:latin typeface="Times New Roman" panose="02020603050405020304" pitchFamily="18" charset="0"/>
                <a:cs typeface="Times New Roman" panose="02020603050405020304" pitchFamily="18" charset="0"/>
              </a:rPr>
              <a:t>Siêng năng việc Đức Chúa Trời, chớ làm biếng</a:t>
            </a: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29CBAD3-9A59-1290-3F2E-48D6B157815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Phước</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Thật</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Tám</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Mối</a:t>
            </a:r>
            <a:endParaRPr lang="en-US" altLang="en-US"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a:t>
            </a:r>
            <a:r>
              <a:rPr lang="vi-VN" altLang="en-US" sz="600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6000" b="1" dirty="0">
                <a:solidFill>
                  <a:schemeClr val="tx1"/>
                </a:solidFill>
                <a:latin typeface="Times New Roman" panose="02020603050405020304" pitchFamily="18" charset="0"/>
                <a:cs typeface="Times New Roman" panose="02020603050405020304" pitchFamily="18" charset="0"/>
              </a:rPr>
              <a:t>Ai có lòng khó khăn, ấy là </a:t>
            </a:r>
            <a:r>
              <a:rPr lang="vi-VN" altLang="en-US" sz="6000" b="1" dirty="0" err="1">
                <a:solidFill>
                  <a:schemeClr val="tx1"/>
                </a:solidFill>
                <a:latin typeface="Times New Roman" panose="02020603050405020304" pitchFamily="18" charset="0"/>
                <a:cs typeface="Times New Roman" panose="02020603050405020304" pitchFamily="18" charset="0"/>
              </a:rPr>
              <a:t>ph</a:t>
            </a:r>
            <a:r>
              <a:rPr lang="en-US" altLang="en-US" sz="6000" b="1" dirty="0" err="1">
                <a:solidFill>
                  <a:schemeClr val="tx1"/>
                </a:solidFill>
                <a:latin typeface="Times New Roman" panose="02020603050405020304" pitchFamily="18" charset="0"/>
                <a:cs typeface="Times New Roman" panose="02020603050405020304" pitchFamily="18" charset="0"/>
              </a:rPr>
              <a:t>úc</a:t>
            </a:r>
            <a:r>
              <a:rPr lang="vi-VN" altLang="en-US" sz="6000" b="1" dirty="0">
                <a:solidFill>
                  <a:schemeClr val="tx1"/>
                </a:solidFill>
                <a:latin typeface="Times New Roman" panose="02020603050405020304" pitchFamily="18" charset="0"/>
                <a:cs typeface="Times New Roman" panose="02020603050405020304" pitchFamily="18" charset="0"/>
              </a:rPr>
              <a:t> thật, vì chưng nước Đức Chúa Trời là của mình vậy.</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4DA8356-44F2-FA16-4947-37F52C5817CB}"/>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hai: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hiền lành, ấy là </a:t>
            </a:r>
            <a:r>
              <a:rPr lang="vi-VN" altLang="en-US" sz="7200" b="1" dirty="0" err="1">
                <a:solidFill>
                  <a:schemeClr val="tx1"/>
                </a:solidFill>
                <a:latin typeface="Times New Roman" panose="02020603050405020304" pitchFamily="18" charset="0"/>
                <a:cs typeface="Times New Roman" panose="02020603050405020304" pitchFamily="18" charset="0"/>
              </a:rPr>
              <a:t>ph</a:t>
            </a:r>
            <a:r>
              <a:rPr lang="en-US" altLang="en-US" sz="7200" b="1" dirty="0" err="1">
                <a:solidFill>
                  <a:schemeClr val="tx1"/>
                </a:solidFill>
                <a:latin typeface="Times New Roman" panose="02020603050405020304" pitchFamily="18" charset="0"/>
                <a:cs typeface="Times New Roman" panose="02020603050405020304" pitchFamily="18" charset="0"/>
              </a:rPr>
              <a:t>úc</a:t>
            </a:r>
            <a:r>
              <a:rPr lang="vi-VN" altLang="en-US" sz="7200" b="1" dirty="0">
                <a:solidFill>
                  <a:schemeClr val="tx1"/>
                </a:solidFill>
                <a:latin typeface="Times New Roman" panose="02020603050405020304" pitchFamily="18" charset="0"/>
                <a:cs typeface="Times New Roman" panose="02020603050405020304" pitchFamily="18" charset="0"/>
              </a:rPr>
              <a:t> thật, vì chưng sẽ được đất Đức Chúa Trời làm của mình vậy.</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ubtitle 2">
            <a:extLst>
              <a:ext uri="{FF2B5EF4-FFF2-40B4-BE49-F238E27FC236}">
                <a16:creationId xmlns:a16="http://schemas.microsoft.com/office/drawing/2014/main" id="{7897A9CE-D9A3-DFCA-186C-54A0F3C6308C}"/>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vi-VN" altLang="en-US" sz="8000" b="1" dirty="0">
                <a:solidFill>
                  <a:srgbClr val="FF0000"/>
                </a:solidFill>
                <a:latin typeface="Times New Roman" panose="02020603050405020304" pitchFamily="18" charset="0"/>
                <a:cs typeface="Times New Roman" panose="02020603050405020304" pitchFamily="18" charset="0"/>
              </a:rPr>
              <a:t>Thứ ba:</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khóc lóc, ấy là phúc thật, vì chưng sẽ được yên ủi vậy.</a:t>
            </a:r>
            <a:endParaRPr lang="en-US" altLang="en-US" sz="18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ubtitle 2">
            <a:extLst>
              <a:ext uri="{FF2B5EF4-FFF2-40B4-BE49-F238E27FC236}">
                <a16:creationId xmlns:a16="http://schemas.microsoft.com/office/drawing/2014/main" id="{1F9C0583-6028-786C-0F2C-B6F74164672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200" b="1" dirty="0">
                <a:solidFill>
                  <a:srgbClr val="FF0000"/>
                </a:solidFill>
                <a:latin typeface="Times New Roman" panose="02020603050405020304" pitchFamily="18" charset="0"/>
                <a:cs typeface="Times New Roman" panose="02020603050405020304" pitchFamily="18" charset="0"/>
              </a:rPr>
              <a:t>Thứ bốn:</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khao khát nhân đức trọn lành, ấy là phúc thật, vì chưng sẽ được no đủ vậy.</a:t>
            </a:r>
            <a:endParaRPr lang="en-US" altLang="en-US" sz="16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CAC1D55-A1D3-AA61-1F0B-406CD71DF7FD}"/>
              </a:ext>
            </a:extLst>
          </p:cNvPr>
          <p:cNvSpPr>
            <a:spLocks noGrp="1" noChangeArrowheads="1"/>
          </p:cNvSpPr>
          <p:nvPr>
            <p:ph type="subTitle" idx="1"/>
          </p:nvPr>
        </p:nvSpPr>
        <p:spPr>
          <a:xfrm>
            <a:off x="0" y="0"/>
            <a:ext cx="9144000" cy="5143500"/>
          </a:xfrm>
          <a:solidFill>
            <a:schemeClr val="bg1"/>
          </a:solidFill>
        </p:spPr>
        <p:txBody>
          <a:bodyPr>
            <a:normAutofit fontScale="92500"/>
          </a:bodyPr>
          <a:lstStyle/>
          <a:p>
            <a:pPr algn="just" eaLnBrk="1" hangingPunct="1">
              <a:defRPr/>
            </a:pPr>
            <a:r>
              <a:rPr lang="vi-VN" altLang="en-US" sz="8000" b="1" dirty="0">
                <a:solidFill>
                  <a:srgbClr val="FF0000"/>
                </a:solidFill>
                <a:latin typeface="Times New Roman" panose="02020603050405020304" pitchFamily="18" charset="0"/>
                <a:cs typeface="Times New Roman" panose="02020603050405020304" pitchFamily="18" charset="0"/>
              </a:rPr>
              <a:t>Thứ năm:</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thương xót người, ấy là phúc thật, vì chưng mình sẽ được thương xót vậy.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4999B0E5-5D06-2694-2C01-33327C15E3DC}"/>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sáu:</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giữ lòng sạch sẽ, ấy là phúc thật, vì chưng sẽ được thấy mặt Đức Chúa Trời vậy.</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EBC0F20-DD81-3105-D8C6-A7937474A117}"/>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bảy:</a:t>
            </a:r>
            <a:r>
              <a:rPr lang="vi-VN" altLang="en-US" sz="6600" b="1" dirty="0">
                <a:solidFill>
                  <a:schemeClr val="tx1"/>
                </a:solidFill>
                <a:latin typeface="Times New Roman" panose="02020603050405020304" pitchFamily="18" charset="0"/>
                <a:cs typeface="Times New Roman" panose="02020603050405020304" pitchFamily="18" charset="0"/>
              </a:rPr>
              <a:t>	Ai làm cho người hòa thuận, ấy là phúc thật, vì chưng sẽ được gọi là con Đức Chúa Trời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ubtitle 2">
            <a:extLst>
              <a:ext uri="{FF2B5EF4-FFF2-40B4-BE49-F238E27FC236}">
                <a16:creationId xmlns:a16="http://schemas.microsoft.com/office/drawing/2014/main" id="{E52F8858-16E8-FD5D-17B5-C5641CE3D4E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tám:</a:t>
            </a:r>
            <a:r>
              <a:rPr lang="vi-VN" altLang="en-US" sz="6600" b="1" dirty="0">
                <a:solidFill>
                  <a:srgbClr val="FFC000"/>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Ai chịu khốn nạn vì đạo ngay, ấy là phúc thật, vì chưng nước Đức Chúa Trời là của mình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8B071663-4B6E-994B-582A-6E6D92613C3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500" b="1" dirty="0">
                <a:solidFill>
                  <a:srgbClr val="FF0000"/>
                </a:solidFill>
                <a:latin typeface="Times New Roman" panose="02020603050405020304" pitchFamily="18" charset="0"/>
                <a:cs typeface="Times New Roman" panose="02020603050405020304" pitchFamily="18" charset="0"/>
              </a:rPr>
              <a:t>KINH </a:t>
            </a:r>
            <a:r>
              <a:rPr lang="en-US" altLang="en-US" sz="4500" b="1" dirty="0" err="1">
                <a:solidFill>
                  <a:srgbClr val="FF0000"/>
                </a:solidFill>
                <a:latin typeface="Times New Roman" panose="02020603050405020304" pitchFamily="18" charset="0"/>
                <a:cs typeface="Times New Roman" panose="02020603050405020304" pitchFamily="18" charset="0"/>
              </a:rPr>
              <a:t>NĂM</a:t>
            </a:r>
            <a:r>
              <a:rPr lang="en-US" altLang="en-US" sz="4500" b="1" dirty="0">
                <a:solidFill>
                  <a:srgbClr val="FF0000"/>
                </a:solidFill>
                <a:latin typeface="Times New Roman" panose="02020603050405020304" pitchFamily="18" charset="0"/>
                <a:cs typeface="Times New Roman" panose="02020603050405020304" pitchFamily="18" charset="0"/>
              </a:rPr>
              <a:t> THÁNH 2025</a:t>
            </a:r>
            <a:endParaRPr lang="en-US" altLang="en-US" sz="1650" b="1" dirty="0">
              <a:solidFill>
                <a:srgbClr val="FFC000"/>
              </a:solidFill>
              <a:latin typeface="Times New Roman" panose="02020603050405020304" pitchFamily="18" charset="0"/>
              <a:cs typeface="Times New Roman" panose="02020603050405020304" pitchFamily="18" charset="0"/>
            </a:endParaRPr>
          </a:p>
          <a:p>
            <a:pPr algn="l" eaLnBrk="1" hangingPunct="1">
              <a:defRPr/>
            </a:pPr>
            <a:r>
              <a:rPr lang="vi-VN" altLang="en-US" sz="7600" b="1" dirty="0">
                <a:solidFill>
                  <a:schemeClr val="tx1"/>
                </a:solidFill>
                <a:latin typeface="Times New Roman" panose="02020603050405020304" pitchFamily="18" charset="0"/>
                <a:cs typeface="Times New Roman" panose="02020603050405020304" pitchFamily="18" charset="0"/>
              </a:rPr>
              <a:t>Lạy Cha trên trời,</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Xin cho ơn đức tin mà Cha ban tặng chúng con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trong</a:t>
            </a:r>
            <a:r>
              <a:rPr lang="en-US" altLang="en-US" sz="7600" b="1" dirty="0">
                <a:solidFill>
                  <a:schemeClr val="tx1"/>
                </a:solidFill>
                <a:latin typeface="Times New Roman" panose="02020603050405020304" pitchFamily="18" charset="0"/>
                <a:cs typeface="Times New Roman" panose="02020603050405020304" pitchFamily="18" charset="0"/>
              </a:rPr>
              <a:t> Chúa </a:t>
            </a:r>
            <a:r>
              <a:rPr lang="en-US" altLang="en-US" sz="7600" b="1" dirty="0" err="1">
                <a:solidFill>
                  <a:schemeClr val="tx1"/>
                </a:solidFill>
                <a:latin typeface="Times New Roman" panose="02020603050405020304" pitchFamily="18" charset="0"/>
                <a:cs typeface="Times New Roman" panose="02020603050405020304" pitchFamily="18" charset="0"/>
              </a:rPr>
              <a:t>Giêsu</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Kitô</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37EAD-4D4E-47CF-D907-8BABDC00951F}"/>
            </a:ext>
          </a:extLst>
        </p:cNvPr>
        <p:cNvGrpSpPr/>
        <p:nvPr/>
      </p:nvGrpSpPr>
      <p:grpSpPr>
        <a:xfrm>
          <a:off x="0" y="0"/>
          <a:ext cx="0" cy="0"/>
          <a:chOff x="0" y="0"/>
          <a:chExt cx="0" cy="0"/>
        </a:xfrm>
      </p:grpSpPr>
      <p:sp>
        <p:nvSpPr>
          <p:cNvPr id="101378" name="Subtitle 2">
            <a:extLst>
              <a:ext uri="{FF2B5EF4-FFF2-40B4-BE49-F238E27FC236}">
                <a16:creationId xmlns:a16="http://schemas.microsoft.com/office/drawing/2014/main" id="{E8B5C425-1613-646D-3D74-69D65365668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Con Cha và Anh của chúng con,</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cùng ngọn lửa đức ái được thắp lên trong tâm hồn chúng con/</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60788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ubtitle 2">
            <a:extLst>
              <a:ext uri="{FF2B5EF4-FFF2-40B4-BE49-F238E27FC236}">
                <a16:creationId xmlns:a16="http://schemas.microsoft.com/office/drawing/2014/main" id="{8A50B797-F9AB-BABB-1B40-19BCA9033AB2}"/>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000" b="1" dirty="0">
                <a:solidFill>
                  <a:schemeClr val="tx1"/>
                </a:solidFill>
                <a:latin typeface="Times New Roman" panose="02020603050405020304" pitchFamily="18" charset="0"/>
                <a:cs typeface="Times New Roman" panose="02020603050405020304" pitchFamily="18" charset="0"/>
              </a:rPr>
              <a:t>bởi Chúa Thánh Thần, khơi dậy trong chúng con/ niềm hy vọng hồng phúc hướng về Nước Cha trị đến.</a:t>
            </a:r>
            <a:endParaRPr lang="en-US" altLang="en-US" sz="7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05CAE2DE-B2EC-A655-F166-350C09BD743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r>
              <a:rPr lang="vi-VN" altLang="en-US" sz="6800" b="1" dirty="0">
                <a:solidFill>
                  <a:schemeClr val="tx1"/>
                </a:solidFill>
                <a:latin typeface="Times New Roman" panose="02020603050405020304" pitchFamily="18" charset="0"/>
                <a:cs typeface="Times New Roman" panose="02020603050405020304" pitchFamily="18" charset="0"/>
              </a:rPr>
              <a:t>Xin ân sủng Cha biến đổi chúng con</a:t>
            </a:r>
            <a:r>
              <a:rPr lang="en-US" altLang="en-US" sz="68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thành những người miệt mài vun trồng hạt giống Tin Mừng.</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ubtitle 2">
            <a:extLst>
              <a:ext uri="{FF2B5EF4-FFF2-40B4-BE49-F238E27FC236}">
                <a16:creationId xmlns:a16="http://schemas.microsoft.com/office/drawing/2014/main" id="{1084ADDA-DAB6-AF8E-BD14-B16348A1FBD9}"/>
              </a:ext>
            </a:extLst>
          </p:cNvPr>
          <p:cNvSpPr>
            <a:spLocks noGrp="1" noChangeArrowheads="1"/>
          </p:cNvSpPr>
          <p:nvPr>
            <p:ph type="subTitle" idx="1"/>
          </p:nvPr>
        </p:nvSpPr>
        <p:spPr>
          <a:xfrm>
            <a:off x="0" y="246742"/>
            <a:ext cx="9144000" cy="4896757"/>
          </a:xfrm>
          <a:solidFill>
            <a:schemeClr val="bg1"/>
          </a:solidFill>
        </p:spPr>
        <p:txBody>
          <a:bodyPr>
            <a:noAutofit/>
          </a:bodyPr>
          <a:lstStyle/>
          <a:p>
            <a:pPr algn="just" eaLnBrk="1" hangingPunct="1"/>
            <a:r>
              <a:rPr lang="vi-VN" altLang="en-US" sz="7300" b="1" dirty="0">
                <a:solidFill>
                  <a:schemeClr val="tx1"/>
                </a:solidFill>
                <a:latin typeface="Times New Roman" panose="02020603050405020304" pitchFamily="18" charset="0"/>
                <a:cs typeface="Times New Roman" panose="02020603050405020304" pitchFamily="18" charset="0"/>
              </a:rPr>
              <a:t>Ước gì những hạt giống ấy</a:t>
            </a:r>
            <a:r>
              <a:rPr lang="en-US" altLang="en-US" sz="7300" b="1" dirty="0">
                <a:solidFill>
                  <a:schemeClr val="tx1"/>
                </a:solidFill>
                <a:latin typeface="Times New Roman" panose="02020603050405020304" pitchFamily="18" charset="0"/>
                <a:cs typeface="Times New Roman" panose="02020603050405020304" pitchFamily="18" charset="0"/>
              </a:rPr>
              <a:t>/ </a:t>
            </a:r>
            <a:r>
              <a:rPr lang="vi-VN" altLang="en-US" sz="7300" b="1" dirty="0">
                <a:solidFill>
                  <a:schemeClr val="tx1"/>
                </a:solidFill>
                <a:latin typeface="Times New Roman" panose="02020603050405020304" pitchFamily="18" charset="0"/>
                <a:cs typeface="Times New Roman" panose="02020603050405020304" pitchFamily="18" charset="0"/>
              </a:rPr>
              <a:t>biến đổi từ bên trong nhân loại và toàn thể vũ trụ này,</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9CDFB-00FD-BE53-37E3-7AFA361C9612}"/>
            </a:ext>
          </a:extLst>
        </p:cNvPr>
        <p:cNvGrpSpPr/>
        <p:nvPr/>
      </p:nvGrpSpPr>
      <p:grpSpPr>
        <a:xfrm>
          <a:off x="0" y="0"/>
          <a:ext cx="0" cy="0"/>
          <a:chOff x="0" y="0"/>
          <a:chExt cx="0" cy="0"/>
        </a:xfrm>
      </p:grpSpPr>
      <p:sp>
        <p:nvSpPr>
          <p:cNvPr id="102402" name="Subtitle 2">
            <a:extLst>
              <a:ext uri="{FF2B5EF4-FFF2-40B4-BE49-F238E27FC236}">
                <a16:creationId xmlns:a16="http://schemas.microsoft.com/office/drawing/2014/main" id="{48725B39-9AEA-3831-39AD-A3C80A34459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trong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vững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lòng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đất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lúc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quyền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lực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Dữ</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bị</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đánh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bại</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0154421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ubtitle 2">
            <a:extLst>
              <a:ext uri="{FF2B5EF4-FFF2-40B4-BE49-F238E27FC236}">
                <a16:creationId xmlns:a16="http://schemas.microsoft.com/office/drawing/2014/main" id="{4757C4C1-B1EF-BBE0-782B-EA4BAADC21D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và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vinh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quang</a:t>
            </a:r>
            <a:r>
              <a:rPr lang="en-US" altLang="en-US" sz="7200" b="1" dirty="0">
                <a:solidFill>
                  <a:schemeClr val="tx1"/>
                </a:solidFill>
                <a:latin typeface="Times New Roman" panose="02020603050405020304" pitchFamily="18" charset="0"/>
                <a:cs typeface="Times New Roman" panose="02020603050405020304" pitchFamily="18" charset="0"/>
              </a:rPr>
              <a:t> Cha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chiếu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sáng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muôn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Xin cho ân sủng của Năm Thánh này/ khơi dậy trong chúng con,</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5E12-9916-732B-C01A-11C9DE3A8488}"/>
            </a:ext>
          </a:extLst>
        </p:cNvPr>
        <p:cNvGrpSpPr/>
        <p:nvPr/>
      </p:nvGrpSpPr>
      <p:grpSpPr>
        <a:xfrm>
          <a:off x="0" y="0"/>
          <a:ext cx="0" cy="0"/>
          <a:chOff x="0" y="0"/>
          <a:chExt cx="0" cy="0"/>
        </a:xfrm>
      </p:grpSpPr>
      <p:sp>
        <p:nvSpPr>
          <p:cNvPr id="118786" name="Subtitle 2">
            <a:extLst>
              <a:ext uri="{FF2B5EF4-FFF2-40B4-BE49-F238E27FC236}">
                <a16:creationId xmlns:a16="http://schemas.microsoft.com/office/drawing/2014/main" id="{92D4C300-2034-9AFA-5F60-80E2C8FE73D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là </a:t>
            </a:r>
            <a:r>
              <a:rPr lang="vi-VN" altLang="en-US" sz="7500" b="1" dirty="0">
                <a:solidFill>
                  <a:srgbClr val="FF0000"/>
                </a:solidFill>
                <a:latin typeface="Times New Roman" panose="02020603050405020304" pitchFamily="18" charset="0"/>
                <a:cs typeface="Times New Roman" panose="02020603050405020304" pitchFamily="18" charset="0"/>
              </a:rPr>
              <a:t>Những Người Lữ Hành Hy Vọng</a:t>
            </a:r>
            <a:r>
              <a:rPr lang="vi-VN" altLang="en-US" sz="7500" b="1" dirty="0">
                <a:solidFill>
                  <a:schemeClr val="tx1"/>
                </a:solidFill>
                <a:latin typeface="Times New Roman" panose="02020603050405020304" pitchFamily="18" charset="0"/>
                <a:cs typeface="Times New Roman" panose="02020603050405020304" pitchFamily="18" charset="0"/>
              </a:rPr>
              <a: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niềm</a:t>
            </a:r>
            <a:r>
              <a:rPr lang="en-US" altLang="en-US" sz="7500" b="1" dirty="0">
                <a:solidFill>
                  <a:schemeClr val="tx1"/>
                </a:solidFill>
                <a:latin typeface="Times New Roman" panose="02020603050405020304" pitchFamily="18" charset="0"/>
                <a:cs typeface="Times New Roman" panose="02020603050405020304" pitchFamily="18" charset="0"/>
              </a:rPr>
              <a:t> khao </a:t>
            </a:r>
            <a:r>
              <a:rPr lang="en-US" altLang="en-US" sz="7500" b="1" dirty="0" err="1">
                <a:solidFill>
                  <a:schemeClr val="tx1"/>
                </a:solidFill>
                <a:latin typeface="Times New Roman" panose="02020603050405020304" pitchFamily="18" charset="0"/>
                <a:cs typeface="Times New Roman" panose="02020603050405020304" pitchFamily="18" charset="0"/>
              </a:rPr>
              <a:t>khát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kho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tàng</a:t>
            </a:r>
            <a:r>
              <a:rPr lang="en-US" altLang="en-US" sz="7500" b="1" dirty="0">
                <a:solidFill>
                  <a:schemeClr val="tx1"/>
                </a:solidFill>
                <a:latin typeface="Times New Roman" panose="02020603050405020304" pitchFamily="18" charset="0"/>
                <a:cs typeface="Times New Roman" panose="02020603050405020304" pitchFamily="18" charset="0"/>
              </a:rPr>
              <a:t> ở </a:t>
            </a:r>
            <a:r>
              <a:rPr lang="en-US" altLang="en-US" sz="7500" b="1" dirty="0" err="1">
                <a:solidFill>
                  <a:schemeClr val="tx1"/>
                </a:solidFill>
                <a:latin typeface="Times New Roman" panose="02020603050405020304" pitchFamily="18" charset="0"/>
                <a:cs typeface="Times New Roman" panose="02020603050405020304" pitchFamily="18" charset="0"/>
              </a:rPr>
              <a:t>trên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trời</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0672937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ubtitle 2">
            <a:extLst>
              <a:ext uri="{FF2B5EF4-FFF2-40B4-BE49-F238E27FC236}">
                <a16:creationId xmlns:a16="http://schemas.microsoft.com/office/drawing/2014/main" id="{41602E03-DCD1-488B-D053-47495648D28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err="1">
                <a:solidFill>
                  <a:schemeClr val="tx1"/>
                </a:solidFill>
                <a:latin typeface="Times New Roman" panose="02020603050405020304" pitchFamily="18" charset="0"/>
                <a:cs typeface="Times New Roman" panose="02020603050405020304" pitchFamily="18" charset="0"/>
              </a:rPr>
              <a:t>Đồng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cũng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làm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lan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tỏa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trên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khắp</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thế</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giới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niềm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vui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sự</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bình</a:t>
            </a:r>
            <a:r>
              <a:rPr lang="en-US" altLang="en-US" sz="6600" b="1" dirty="0">
                <a:solidFill>
                  <a:schemeClr val="tx1"/>
                </a:solidFill>
                <a:latin typeface="Times New Roman" panose="02020603050405020304" pitchFamily="18" charset="0"/>
                <a:cs typeface="Times New Roman" panose="02020603050405020304" pitchFamily="18" charset="0"/>
              </a:rPr>
              <a:t> an </a:t>
            </a:r>
            <a:r>
              <a:rPr lang="en-US" altLang="en-US" sz="6600" b="1" dirty="0" err="1">
                <a:solidFill>
                  <a:schemeClr val="tx1"/>
                </a:solidFill>
                <a:latin typeface="Times New Roman" panose="02020603050405020304" pitchFamily="18" charset="0"/>
                <a:cs typeface="Times New Roman" panose="02020603050405020304" pitchFamily="18" charset="0"/>
              </a:rPr>
              <a:t>của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Cứu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Chuộc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ubtitle 2">
            <a:extLst>
              <a:ext uri="{FF2B5EF4-FFF2-40B4-BE49-F238E27FC236}">
                <a16:creationId xmlns:a16="http://schemas.microsoft.com/office/drawing/2014/main" id="{E3BC3CA2-358F-C6F0-6E92-29F63F658DA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a:solidFill>
                  <a:schemeClr val="tx1"/>
                </a:solidFill>
                <a:latin typeface="Times New Roman" panose="02020603050405020304" pitchFamily="18" charset="0"/>
                <a:cs typeface="Times New Roman" panose="02020603050405020304" pitchFamily="18" charset="0"/>
              </a:rPr>
              <a:t>Xin </a:t>
            </a:r>
            <a:r>
              <a:rPr lang="en-US" altLang="en-US" sz="6600" b="1" dirty="0" err="1">
                <a:solidFill>
                  <a:schemeClr val="tx1"/>
                </a:solidFill>
                <a:latin typeface="Times New Roman" panose="02020603050405020304" pitchFamily="18" charset="0"/>
                <a:cs typeface="Times New Roman" panose="02020603050405020304" pitchFamily="18" charset="0"/>
              </a:rPr>
              <a:t>tôn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vinh</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ngợi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khen</a:t>
            </a:r>
            <a:r>
              <a:rPr lang="en-US" altLang="en-US" sz="6600" b="1" dirty="0">
                <a:solidFill>
                  <a:schemeClr val="tx1"/>
                </a:solidFill>
                <a:latin typeface="Times New Roman" panose="02020603050405020304" pitchFamily="18" charset="0"/>
                <a:cs typeface="Times New Roman" panose="02020603050405020304" pitchFamily="18" charset="0"/>
              </a:rPr>
              <a:t> Cha </a:t>
            </a:r>
            <a:r>
              <a:rPr lang="en-US" altLang="en-US" sz="6600" b="1" dirty="0" err="1">
                <a:solidFill>
                  <a:schemeClr val="tx1"/>
                </a:solidFill>
                <a:latin typeface="Times New Roman" panose="02020603050405020304" pitchFamily="18" charset="0"/>
                <a:cs typeface="Times New Roman" panose="02020603050405020304" pitchFamily="18" charset="0"/>
              </a:rPr>
              <a:t>là</a:t>
            </a:r>
            <a:r>
              <a:rPr lang="en-US" altLang="en-US" sz="6600" b="1" dirty="0">
                <a:solidFill>
                  <a:schemeClr val="tx1"/>
                </a:solidFill>
                <a:latin typeface="Times New Roman" panose="02020603050405020304" pitchFamily="18" charset="0"/>
                <a:cs typeface="Times New Roman" panose="02020603050405020304" pitchFamily="18" charset="0"/>
              </a:rPr>
              <a:t> Thiên Chúa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 Cha </a:t>
            </a:r>
            <a:r>
              <a:rPr lang="en-US" altLang="en-US" sz="6600" b="1" dirty="0" err="1">
                <a:solidFill>
                  <a:schemeClr val="tx1"/>
                </a:solidFill>
                <a:latin typeface="Times New Roman" panose="02020603050405020304" pitchFamily="18" charset="0"/>
                <a:cs typeface="Times New Roman" panose="02020603050405020304" pitchFamily="18" charset="0"/>
              </a:rPr>
              <a:t>đáng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muôn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i="1" dirty="0">
                <a:solidFill>
                  <a:srgbClr val="FF0000"/>
                </a:solidFill>
                <a:latin typeface="Times New Roman" panose="02020603050405020304" pitchFamily="18" charset="0"/>
                <a:cs typeface="Times New Roman" panose="02020603050405020304" pitchFamily="18" charset="0"/>
              </a:rPr>
              <a:t>Amen</a:t>
            </a:r>
            <a:r>
              <a:rPr lang="en-US" altLang="en-US" sz="6600" b="1" i="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4A26F16A-D461-CBDB-259F-A65235F76802}"/>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C8D8E104-E00C-A68D-AECB-EF0AAB06C1ED}"/>
              </a:ext>
            </a:extLst>
          </p:cNvPr>
          <p:cNvSpPr txBox="1"/>
          <p:nvPr/>
        </p:nvSpPr>
        <p:spPr>
          <a:xfrm>
            <a:off x="0" y="2941625"/>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VI PHỤC SINH</a:t>
            </a:r>
          </a:p>
        </p:txBody>
      </p:sp>
      <p:sp>
        <p:nvSpPr>
          <p:cNvPr id="14" name="TextBox 13">
            <a:extLst>
              <a:ext uri="{FF2B5EF4-FFF2-40B4-BE49-F238E27FC236}">
                <a16:creationId xmlns:a16="http://schemas.microsoft.com/office/drawing/2014/main" id="{2631093C-F467-CF7C-40F2-AA494C0BD06C}"/>
              </a:ext>
            </a:extLst>
          </p:cNvPr>
          <p:cNvSpPr txBox="1"/>
          <p:nvPr/>
        </p:nvSpPr>
        <p:spPr>
          <a:xfrm>
            <a:off x="2288" y="3838567"/>
            <a:ext cx="9141712" cy="1303460"/>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fontScale="92500"/>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"Thánh Thần sẽ nhắc nhở cho các con tất cả những gì Thầy đã nói với các con"</a:t>
            </a:r>
            <a:endParaRPr lang="en-US" dirty="0"/>
          </a:p>
        </p:txBody>
      </p:sp>
    </p:spTree>
    <p:extLst>
      <p:ext uri="{BB962C8B-B14F-4D97-AF65-F5344CB8AC3E}">
        <p14:creationId xmlns:p14="http://schemas.microsoft.com/office/powerpoint/2010/main" val="420594856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E470A-73A4-ACED-AD55-8AFD1A736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FF3E1-A398-C57F-05E0-8697003CC605}"/>
              </a:ext>
            </a:extLst>
          </p:cNvPr>
          <p:cNvSpPr>
            <a:spLocks noGrp="1"/>
          </p:cNvSpPr>
          <p:nvPr>
            <p:ph type="ctrTitle"/>
          </p:nvPr>
        </p:nvSpPr>
        <p:spPr>
          <a:xfrm>
            <a:off x="647700" y="1022198"/>
            <a:ext cx="7848600" cy="3099104"/>
          </a:xfrm>
        </p:spPr>
        <p:txBody>
          <a:bodyPr lIns="91440" tIns="0" rIns="91440" bIns="0" anchor="b">
            <a:normAutofit fontScale="90000"/>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NHẬP</a:t>
            </a:r>
            <a: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CA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MỪNG</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CHÚA PHỤC SINH</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(Mi </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Trầm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55613274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136E7-C973-93C9-3D8C-9AECABA48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BC937-DFF0-1BB1-6D59-640CEB46324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 Ca mừng Chúa nay phục sinh, Người đã sống lại từ cõi chết.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33944081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E91C6-1598-AAEA-621F-58E0C8AF8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A59C4-6366-1237-495F-AC31FA5E47E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cs typeface="Arial" panose="020B0604020202020204" pitchFamily="34" charset="0"/>
              </a:rPr>
              <a:t>Đau thương nay không còn, vinh quang luôn sáng ngời vì Chúa đã phục sinh.</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288521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3280A-0D34-AE52-6E63-7DB354D989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CD5E65-A363-A3F1-48C1-9FAC8F31973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đã phục sinh quang vinh, </a:t>
            </a:r>
            <a:r>
              <a:rPr lang="vi-VN" sz="8000" b="1" dirty="0" err="1">
                <a:effectLst/>
                <a:latin typeface="Times New Roman (Headings)"/>
                <a:cs typeface="Arial" panose="020B0604020202020204" pitchFamily="34" charset="0"/>
              </a:rPr>
              <a:t>nầy</a:t>
            </a:r>
            <a:r>
              <a:rPr lang="vi-VN" sz="8000" b="1" dirty="0">
                <a:effectLst/>
                <a:latin typeface="Times New Roman (Headings)"/>
                <a:cs typeface="Arial" panose="020B0604020202020204" pitchFamily="34" charset="0"/>
              </a:rPr>
              <a:t> trời với đất kết ước, Chúa sống lại rồi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27673673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497CD-C7EF-582B-CEFA-098A2CC4F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A13EEA-EFAA-5E1E-0CEC-4A3CC9D9371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xoá</a:t>
            </a:r>
            <a:r>
              <a:rPr lang="vi-VN" sz="8000" b="1" dirty="0">
                <a:effectLst/>
                <a:latin typeface="Times New Roman (Headings)"/>
                <a:cs typeface="Arial" panose="020B0604020202020204" pitchFamily="34" charset="0"/>
              </a:rPr>
              <a:t> hết án xưa, Chúa sống lại rồi dẫn đưa về trời. </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694791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26798-001A-2416-FB4C-0C4D36D740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FB54D7-F0B0-FE67-F987-1473AE552D1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1. Người đã chiến thắng vẻ vang. Muôn dân, muôn </a:t>
            </a:r>
            <a:r>
              <a:rPr lang="vi-VN" sz="8000" b="1" dirty="0" err="1">
                <a:effectLst/>
                <a:latin typeface="Times New Roman (Headings)"/>
                <a:cs typeface="Arial" panose="020B0604020202020204" pitchFamily="34" charset="0"/>
              </a:rPr>
              <a:t>muôn</a:t>
            </a:r>
            <a:r>
              <a:rPr lang="vi-VN" sz="8000" b="1" dirty="0">
                <a:effectLst/>
                <a:latin typeface="Times New Roman (Headings)"/>
                <a:cs typeface="Arial" panose="020B0604020202020204" pitchFamily="34" charset="0"/>
              </a:rPr>
              <a:t> đời ngợi khen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38467590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7B77A-3731-7B58-EC12-9FD9FC7DEE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ABF666-E1E5-6189-9116-DC494F4A590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latin typeface="Times New Roman (Headings)"/>
                <a:cs typeface="Arial" panose="020B0604020202020204" pitchFamily="34" charset="0"/>
              </a:rPr>
              <a:t>tung hô Chúa</a:t>
            </a:r>
            <a:r>
              <a:rPr lang="en-US" sz="8000" b="1" dirty="0">
                <a:latin typeface="Times New Roman (Headings)"/>
                <a:cs typeface="Arial" panose="020B0604020202020204" pitchFamily="34" charset="0"/>
              </a:rPr>
              <a:t>. </a:t>
            </a:r>
            <a:r>
              <a:rPr lang="en-US" sz="8000" b="1" dirty="0">
                <a:effectLst/>
                <a:latin typeface="Times New Roman (Headings)"/>
                <a:cs typeface="Arial" panose="020B0604020202020204" pitchFamily="34" charset="0"/>
              </a:rPr>
              <a:t>Ta vang </a:t>
            </a:r>
            <a:r>
              <a:rPr lang="en-US" sz="8000" b="1" dirty="0" err="1">
                <a:effectLst/>
                <a:latin typeface="Times New Roman (Headings)"/>
                <a:cs typeface="Arial" panose="020B0604020202020204" pitchFamily="34" charset="0"/>
              </a:rPr>
              <a:t>câu</a:t>
            </a:r>
            <a:r>
              <a:rPr lang="en-US" sz="8000" b="1" dirty="0">
                <a:effectLst/>
                <a:latin typeface="Times New Roman (Headings)"/>
                <a:cs typeface="Arial" panose="020B0604020202020204" pitchFamily="34" charset="0"/>
              </a:rPr>
              <a:t> ca </a:t>
            </a:r>
            <a:r>
              <a:rPr lang="en-US" sz="8000" b="1" dirty="0" err="1">
                <a:effectLst/>
                <a:latin typeface="Times New Roman (Headings)"/>
                <a:cs typeface="Arial" panose="020B0604020202020204" pitchFamily="34" charset="0"/>
              </a:rPr>
              <a:t>mừng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vì</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đã</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phục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sinh</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781902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2846F-B6BA-12EF-5F26-345CD6244D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259022-A264-120D-BB79-A2E271E05F5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 Ca mừng Chúa nay phục sinh, Người đã sống lại từ cõi chết.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7139468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52855-0248-1371-1C53-A5AD4CC0D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CEF69E-A39E-453C-6136-E3DBFF7BA6D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cs typeface="Arial" panose="020B0604020202020204" pitchFamily="34" charset="0"/>
              </a:rPr>
              <a:t>Đau thương nay không còn, vinh quang luôn sáng ngời vì Chúa đã phục sinh.</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6859679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F3B19-43EB-4AF0-C73B-65510ED14A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37DEC8-92DC-EEB1-AE20-52EF2DE50F3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đã phục sinh quang vinh, </a:t>
            </a:r>
            <a:r>
              <a:rPr lang="vi-VN" sz="8000" b="1" dirty="0" err="1">
                <a:effectLst/>
                <a:latin typeface="Times New Roman (Headings)"/>
                <a:cs typeface="Arial" panose="020B0604020202020204" pitchFamily="34" charset="0"/>
              </a:rPr>
              <a:t>nầy</a:t>
            </a:r>
            <a:r>
              <a:rPr lang="vi-VN" sz="8000" b="1" dirty="0">
                <a:effectLst/>
                <a:latin typeface="Times New Roman (Headings)"/>
                <a:cs typeface="Arial" panose="020B0604020202020204" pitchFamily="34" charset="0"/>
              </a:rPr>
              <a:t> trời với đất kết ước, Chúa sống lại rồi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8562511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A5CFB-4310-135A-82D4-2A2E829068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D5BF07-E77A-8617-70D9-4D5D2873156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xoá</a:t>
            </a:r>
            <a:r>
              <a:rPr lang="vi-VN" sz="8000" b="1" dirty="0">
                <a:effectLst/>
                <a:latin typeface="Times New Roman (Headings)"/>
                <a:cs typeface="Arial" panose="020B0604020202020204" pitchFamily="34" charset="0"/>
              </a:rPr>
              <a:t> hết án xưa, Chúa sống lại rồi dẫn đưa về trời. </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6664491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60DCA652-F2F1-4B35-9B5D-0A018BC8A9BD}"/>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94FDBDA6-2DFD-903E-C548-2BB128B521B2}"/>
              </a:ext>
            </a:extLst>
          </p:cNvPr>
          <p:cNvSpPr txBox="1"/>
          <p:nvPr/>
        </p:nvSpPr>
        <p:spPr>
          <a:xfrm>
            <a:off x="0" y="2941625"/>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VI PHỤC SINH</a:t>
            </a:r>
          </a:p>
        </p:txBody>
      </p:sp>
      <p:sp>
        <p:nvSpPr>
          <p:cNvPr id="14" name="TextBox 13">
            <a:extLst>
              <a:ext uri="{FF2B5EF4-FFF2-40B4-BE49-F238E27FC236}">
                <a16:creationId xmlns:a16="http://schemas.microsoft.com/office/drawing/2014/main" id="{E10D54E7-BFE7-61C8-5F72-1F68086FBA2F}"/>
              </a:ext>
            </a:extLst>
          </p:cNvPr>
          <p:cNvSpPr txBox="1"/>
          <p:nvPr/>
        </p:nvSpPr>
        <p:spPr>
          <a:xfrm>
            <a:off x="2288" y="3838567"/>
            <a:ext cx="9141712" cy="1303460"/>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fontScale="92500"/>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"Thánh Thần sẽ nhắc nhở cho các con tất cả những gì Thầy đã nói với các con"</a:t>
            </a:r>
            <a:endParaRPr lang="en-US" dirty="0"/>
          </a:p>
        </p:txBody>
      </p:sp>
    </p:spTree>
    <p:extLst>
      <p:ext uri="{BB962C8B-B14F-4D97-AF65-F5344CB8AC3E}">
        <p14:creationId xmlns:p14="http://schemas.microsoft.com/office/powerpoint/2010/main" val="416750345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95FC2-8898-7E78-99D6-2D7C320C2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F293E-6CF9-3311-F32A-D855CB1D9E8F}"/>
              </a:ext>
            </a:extLst>
          </p:cNvPr>
          <p:cNvSpPr>
            <a:spLocks noGrp="1"/>
          </p:cNvSpPr>
          <p:nvPr>
            <p:ph type="ctrTitle"/>
          </p:nvPr>
        </p:nvSpPr>
        <p:spPr>
          <a:xfrm>
            <a:off x="647700" y="0"/>
            <a:ext cx="7848600" cy="595806"/>
          </a:xfrm>
        </p:spPr>
        <p:txBody>
          <a:bodyPr lIns="91440" tIns="0" rIns="91440" bIns="0" anchor="b">
            <a:normAutofit fontScale="90000"/>
          </a:bodyPr>
          <a:lstStyle/>
          <a:p>
            <a:pPr>
              <a:lnSpc>
                <a:spcPct val="90000"/>
              </a:lnSpc>
            </a:pPr>
            <a:r>
              <a:rPr lang="en-US" b="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KINH VINH DANH</a:t>
            </a:r>
            <a:endParaRPr lang="en-US" sz="3200" b="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39BEAAA6-8B64-CA01-CEDA-076C098D795E}"/>
              </a:ext>
            </a:extLst>
          </p:cNvPr>
          <p:cNvSpPr txBox="1">
            <a:spLocks/>
          </p:cNvSpPr>
          <p:nvPr/>
        </p:nvSpPr>
        <p:spPr>
          <a:xfrm>
            <a:off x="0" y="514350"/>
            <a:ext cx="9144000" cy="462915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n-US" sz="9600" b="1" i="1" dirty="0">
                <a:solidFill>
                  <a:srgbClr val="C00000"/>
                </a:solidFill>
                <a:latin typeface="Times New Roman (Headings)"/>
                <a:cs typeface="Arial" panose="020B0604020202020204" pitchFamily="34" charset="0"/>
              </a:rPr>
              <a:t>Vinh </a:t>
            </a:r>
            <a:r>
              <a:rPr lang="en-US" sz="9600" b="1" i="1" dirty="0" err="1">
                <a:solidFill>
                  <a:srgbClr val="C00000"/>
                </a:solidFill>
                <a:latin typeface="Times New Roman (Headings)"/>
                <a:cs typeface="Arial" panose="020B0604020202020204" pitchFamily="34" charset="0"/>
              </a:rPr>
              <a:t>danh</a:t>
            </a:r>
            <a:r>
              <a:rPr lang="en-US" sz="9600" b="1" i="1" dirty="0">
                <a:solidFill>
                  <a:srgbClr val="C00000"/>
                </a:solidFill>
                <a:latin typeface="Times New Roman (Headings)"/>
                <a:cs typeface="Arial" panose="020B0604020202020204" pitchFamily="34" charset="0"/>
              </a:rPr>
              <a:t> Thiên Chúa </a:t>
            </a:r>
            <a:r>
              <a:rPr lang="en-US" sz="9600" b="1" i="1" dirty="0" err="1">
                <a:solidFill>
                  <a:srgbClr val="C00000"/>
                </a:solidFill>
                <a:latin typeface="Times New Roman (Headings)"/>
                <a:cs typeface="Arial" panose="020B0604020202020204" pitchFamily="34" charset="0"/>
              </a:rPr>
              <a:t>trên</a:t>
            </a:r>
            <a:r>
              <a:rPr lang="en-US" sz="9600" b="1" i="1" dirty="0">
                <a:solidFill>
                  <a:srgbClr val="C00000"/>
                </a:solidFill>
                <a:latin typeface="Times New Roman (Headings)"/>
                <a:cs typeface="Arial" panose="020B0604020202020204" pitchFamily="34" charset="0"/>
              </a:rPr>
              <a:t> các </a:t>
            </a:r>
            <a:r>
              <a:rPr lang="en-US" sz="9600" b="1" i="1" dirty="0" err="1">
                <a:solidFill>
                  <a:srgbClr val="C00000"/>
                </a:solidFill>
                <a:latin typeface="Times New Roman (Headings)"/>
                <a:cs typeface="Arial" panose="020B0604020202020204" pitchFamily="34" charset="0"/>
              </a:rPr>
              <a:t>tầng</a:t>
            </a:r>
            <a:r>
              <a:rPr lang="en-US" sz="9600" b="1" i="1" dirty="0">
                <a:solidFill>
                  <a:srgbClr val="C00000"/>
                </a:solidFill>
                <a:latin typeface="Times New Roman (Headings)"/>
                <a:cs typeface="Arial" panose="020B0604020202020204" pitchFamily="34" charset="0"/>
              </a:rPr>
              <a:t> </a:t>
            </a:r>
            <a:r>
              <a:rPr lang="en-US" sz="9600" b="1" i="1" dirty="0" err="1">
                <a:solidFill>
                  <a:srgbClr val="C00000"/>
                </a:solidFill>
                <a:latin typeface="Times New Roman (Headings)"/>
                <a:cs typeface="Arial" panose="020B0604020202020204" pitchFamily="34" charset="0"/>
              </a:rPr>
              <a:t>trời</a:t>
            </a:r>
            <a:endParaRPr lang="en-US" sz="9600" b="1" i="1" dirty="0">
              <a:solidFill>
                <a:srgbClr val="C00000"/>
              </a:solidFill>
              <a:latin typeface="Times New Roman (Headings)"/>
              <a:cs typeface="Arial" panose="020B0604020202020204" pitchFamily="34" charset="0"/>
            </a:endParaRPr>
          </a:p>
        </p:txBody>
      </p:sp>
    </p:spTree>
    <p:extLst>
      <p:ext uri="{BB962C8B-B14F-4D97-AF65-F5344CB8AC3E}">
        <p14:creationId xmlns:p14="http://schemas.microsoft.com/office/powerpoint/2010/main" val="420029449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AB2E2-E362-6D33-CD0E-1642CD88A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F2697-8B74-70F0-B7C9-A989DCA0196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a:effectLst/>
                <a:latin typeface="Times New Roman (Headings)"/>
                <a:cs typeface="Arial" panose="020B0604020202020204" pitchFamily="34" charset="0"/>
              </a:rPr>
              <a:t>và bình an dưới thế cho người thiện tâm.</a:t>
            </a:r>
            <a:endParaRPr lang="en-US" sz="96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498728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6E9DE-C473-8D12-1025-302A26660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6DE15-738C-CA62-B6EF-68F8B003E6F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it-IT" sz="9600" b="1">
                <a:effectLst/>
                <a:latin typeface="Times New Roman (Headings)"/>
                <a:cs typeface="Arial" panose="020B0604020202020204" pitchFamily="34" charset="0"/>
              </a:rPr>
              <a:t>Chúng con ca ngợi Chúa,</a:t>
            </a:r>
            <a:endParaRPr lang="en-US" sz="96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29271505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EAFC8-1E84-E5F1-9DD1-FD8239939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C9474-3216-B209-1249-ABD632A9D07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err="1">
                <a:effectLst/>
                <a:latin typeface="Times New Roman (Headings)"/>
                <a:cs typeface="Arial" panose="020B0604020202020204" pitchFamily="34" charset="0"/>
              </a:rPr>
              <a:t>chúng</a:t>
            </a:r>
            <a:r>
              <a:rPr lang="en-US" sz="9600" b="1">
                <a:effectLst/>
                <a:latin typeface="Times New Roman (Headings)"/>
                <a:cs typeface="Arial" panose="020B0604020202020204" pitchFamily="34" charset="0"/>
              </a:rPr>
              <a:t> con </a:t>
            </a:r>
            <a:r>
              <a:rPr lang="en-US" sz="9600" b="1" err="1">
                <a:effectLst/>
                <a:latin typeface="Times New Roman (Headings)"/>
                <a:cs typeface="Arial" panose="020B0604020202020204" pitchFamily="34" charset="0"/>
              </a:rPr>
              <a:t>chúc</a:t>
            </a:r>
            <a:r>
              <a:rPr lang="en-US" sz="9600" b="1">
                <a:effectLst/>
                <a:latin typeface="Times New Roman (Headings)"/>
                <a:cs typeface="Arial" panose="020B0604020202020204" pitchFamily="34" charset="0"/>
              </a:rPr>
              <a:t> </a:t>
            </a:r>
            <a:r>
              <a:rPr lang="en-US" sz="9600" b="1" err="1">
                <a:effectLst/>
                <a:latin typeface="Times New Roman (Headings)"/>
                <a:cs typeface="Arial" panose="020B0604020202020204" pitchFamily="34" charset="0"/>
              </a:rPr>
              <a:t>tụng</a:t>
            </a:r>
            <a:r>
              <a:rPr lang="en-US" sz="9600" b="1">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50026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80938-32D4-9ECB-AE95-C9A7F10F5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F792DF-2D51-7279-253B-006810682B8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err="1">
                <a:effectLst/>
                <a:latin typeface="Times New Roman (Headings)"/>
                <a:cs typeface="Arial" panose="020B0604020202020204" pitchFamily="34" charset="0"/>
              </a:rPr>
              <a:t>chúng</a:t>
            </a:r>
            <a:r>
              <a:rPr lang="en-US" sz="9600" b="1">
                <a:effectLst/>
                <a:latin typeface="Times New Roman (Headings)"/>
                <a:cs typeface="Arial" panose="020B0604020202020204" pitchFamily="34" charset="0"/>
              </a:rPr>
              <a:t> con </a:t>
            </a:r>
            <a:r>
              <a:rPr lang="en-US" sz="9600" b="1" err="1">
                <a:effectLst/>
                <a:latin typeface="Times New Roman (Headings)"/>
                <a:cs typeface="Arial" panose="020B0604020202020204" pitchFamily="34" charset="0"/>
              </a:rPr>
              <a:t>thờ</a:t>
            </a:r>
            <a:r>
              <a:rPr lang="en-US" sz="9600" b="1">
                <a:effectLst/>
                <a:latin typeface="Times New Roman (Headings)"/>
                <a:cs typeface="Arial" panose="020B0604020202020204" pitchFamily="34" charset="0"/>
              </a:rPr>
              <a:t> </a:t>
            </a:r>
            <a:r>
              <a:rPr lang="en-US" sz="9600" b="1" err="1">
                <a:effectLst/>
                <a:latin typeface="Times New Roman (Headings)"/>
                <a:cs typeface="Arial" panose="020B0604020202020204" pitchFamily="34" charset="0"/>
              </a:rPr>
              <a:t>lạy</a:t>
            </a:r>
            <a:r>
              <a:rPr lang="en-US" sz="9600" b="1">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318480686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1EE40-63E7-3B45-289B-5416CD0424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EF7008-4EF1-B850-A70B-B1E7E8CE0F8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err="1">
                <a:effectLst/>
                <a:latin typeface="Times New Roman (Headings)"/>
                <a:cs typeface="Arial" panose="020B0604020202020204" pitchFamily="34" charset="0"/>
              </a:rPr>
              <a:t>chúng</a:t>
            </a:r>
            <a:r>
              <a:rPr lang="en-US" sz="9600" b="1">
                <a:effectLst/>
                <a:latin typeface="Times New Roman (Headings)"/>
                <a:cs typeface="Arial" panose="020B0604020202020204" pitchFamily="34" charset="0"/>
              </a:rPr>
              <a:t> con </a:t>
            </a:r>
            <a:r>
              <a:rPr lang="en-US" sz="9600" b="1" err="1">
                <a:effectLst/>
                <a:latin typeface="Times New Roman (Headings)"/>
                <a:cs typeface="Arial" panose="020B0604020202020204" pitchFamily="34" charset="0"/>
              </a:rPr>
              <a:t>tôn</a:t>
            </a:r>
            <a:r>
              <a:rPr lang="en-US" sz="9600" b="1">
                <a:effectLst/>
                <a:latin typeface="Times New Roman (Headings)"/>
                <a:cs typeface="Arial" panose="020B0604020202020204" pitchFamily="34" charset="0"/>
              </a:rPr>
              <a:t> </a:t>
            </a:r>
            <a:r>
              <a:rPr lang="en-US" sz="9600" b="1" err="1">
                <a:effectLst/>
                <a:latin typeface="Times New Roman (Headings)"/>
                <a:cs typeface="Arial" panose="020B0604020202020204" pitchFamily="34" charset="0"/>
              </a:rPr>
              <a:t>vinh</a:t>
            </a:r>
            <a:r>
              <a:rPr lang="en-US" sz="9600" b="1">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96734190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231D-3DE7-803D-DA2D-422C310DE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4F3856-2493-F6A1-1B1F-D04E853E278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err="1">
                <a:effectLst/>
                <a:latin typeface="Times New Roman (Headings)"/>
                <a:cs typeface="Arial" panose="020B0604020202020204" pitchFamily="34" charset="0"/>
              </a:rPr>
              <a:t>chúng</a:t>
            </a:r>
            <a:r>
              <a:rPr lang="en-US" sz="8800" b="1">
                <a:effectLst/>
                <a:latin typeface="Times New Roman (Headings)"/>
                <a:cs typeface="Arial" panose="020B0604020202020204" pitchFamily="34" charset="0"/>
              </a:rPr>
              <a:t> con </a:t>
            </a:r>
            <a:r>
              <a:rPr lang="en-US" sz="8800" b="1" err="1">
                <a:effectLst/>
                <a:latin typeface="Times New Roman (Headings)"/>
                <a:cs typeface="Arial" panose="020B0604020202020204" pitchFamily="34" charset="0"/>
              </a:rPr>
              <a:t>cảm</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tạ</a:t>
            </a:r>
            <a:r>
              <a:rPr lang="en-US" sz="8800" b="1">
                <a:effectLst/>
                <a:latin typeface="Times New Roman (Headings)"/>
                <a:cs typeface="Arial" panose="020B0604020202020204" pitchFamily="34" charset="0"/>
              </a:rPr>
              <a:t> Chúa </a:t>
            </a:r>
            <a:r>
              <a:rPr lang="en-US" sz="8800" b="1" err="1">
                <a:effectLst/>
                <a:latin typeface="Times New Roman (Headings)"/>
                <a:cs typeface="Arial" panose="020B0604020202020204" pitchFamily="34" charset="0"/>
              </a:rPr>
              <a:t>vì</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vinh</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quang</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cao</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cả</a:t>
            </a:r>
            <a:r>
              <a:rPr lang="en-US" sz="8800" b="1">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105028514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D9383-0950-E06E-DB59-3149EC694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E4C8E-7406-F4AF-0BE7-E5299CB7C96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200" b="1" dirty="0" err="1">
                <a:effectLst/>
                <a:latin typeface="Times New Roman (Headings)"/>
                <a:cs typeface="Arial" panose="020B0604020202020204" pitchFamily="34" charset="0"/>
              </a:rPr>
              <a:t>lạy</a:t>
            </a:r>
            <a:r>
              <a:rPr lang="en-US" sz="8200" b="1" dirty="0">
                <a:effectLst/>
                <a:latin typeface="Times New Roman (Headings)"/>
                <a:cs typeface="Arial" panose="020B0604020202020204" pitchFamily="34" charset="0"/>
              </a:rPr>
              <a:t>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Vua </a:t>
            </a:r>
            <a:r>
              <a:rPr lang="en-US" sz="8200" b="1" dirty="0" err="1">
                <a:effectLst/>
                <a:latin typeface="Times New Roman (Headings)"/>
                <a:cs typeface="Arial" panose="020B0604020202020204" pitchFamily="34" charset="0"/>
              </a:rPr>
              <a:t>trên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trời</a:t>
            </a:r>
            <a:r>
              <a:rPr lang="en-US" sz="8200" b="1" dirty="0">
                <a:effectLst/>
                <a:latin typeface="Times New Roman (Headings)"/>
                <a:cs typeface="Arial" panose="020B0604020202020204" pitchFamily="34" charset="0"/>
              </a:rPr>
              <a:t>, </a:t>
            </a:r>
            <a:r>
              <a:rPr lang="fr-FR" sz="8200" b="1" dirty="0">
                <a:effectLst/>
                <a:latin typeface="Times New Roman (Headings)"/>
                <a:cs typeface="Arial" panose="020B0604020202020204" pitchFamily="34" charset="0"/>
              </a:rPr>
              <a:t>là </a:t>
            </a:r>
            <a:r>
              <a:rPr lang="fr-FR" sz="8200" b="1" dirty="0" err="1">
                <a:effectLst/>
                <a:latin typeface="Times New Roman (Headings)"/>
                <a:cs typeface="Arial" panose="020B0604020202020204" pitchFamily="34" charset="0"/>
              </a:rPr>
              <a:t>Chúa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Cha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toàn</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năng</a:t>
            </a:r>
            <a:r>
              <a:rPr lang="fr-FR" sz="8200" b="1" dirty="0">
                <a:effectLst/>
                <a:latin typeface="Times New Roman (Headings)"/>
                <a:cs typeface="Arial" panose="020B0604020202020204" pitchFamily="34" charset="0"/>
              </a:rPr>
              <a:t>.</a:t>
            </a:r>
            <a:endParaRPr lang="en-US" sz="8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2863974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31BD6-398B-F479-C233-3B1364E38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31BAB-8808-4FA0-1F3A-C389400922C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err="1">
                <a:effectLst/>
                <a:latin typeface="Times New Roman (Headings)"/>
                <a:cs typeface="Arial" panose="020B0604020202020204" pitchFamily="34" charset="0"/>
              </a:rPr>
              <a:t>Lạy</a:t>
            </a:r>
            <a:r>
              <a:rPr lang="en-US" sz="8800" b="1">
                <a:effectLst/>
                <a:latin typeface="Times New Roman (Headings)"/>
                <a:cs typeface="Arial" panose="020B0604020202020204" pitchFamily="34" charset="0"/>
              </a:rPr>
              <a:t> Con </a:t>
            </a:r>
            <a:r>
              <a:rPr lang="en-US" sz="8800" b="1" err="1">
                <a:effectLst/>
                <a:latin typeface="Times New Roman (Headings)"/>
                <a:cs typeface="Arial" panose="020B0604020202020204" pitchFamily="34" charset="0"/>
              </a:rPr>
              <a:t>một</a:t>
            </a:r>
            <a:r>
              <a:rPr lang="en-US" sz="8800" b="1">
                <a:effectLst/>
                <a:latin typeface="Times New Roman (Headings)"/>
                <a:cs typeface="Arial" panose="020B0604020202020204" pitchFamily="34" charset="0"/>
              </a:rPr>
              <a:t> Thiên Chúa, Chúa </a:t>
            </a:r>
            <a:r>
              <a:rPr lang="en-US" sz="8800" b="1" err="1">
                <a:effectLst/>
                <a:latin typeface="Times New Roman (Headings)"/>
                <a:cs typeface="Arial" panose="020B0604020202020204" pitchFamily="34" charset="0"/>
              </a:rPr>
              <a:t>Giêsu</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Kitô</a:t>
            </a:r>
            <a:r>
              <a:rPr lang="en-US" sz="88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1105281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F6C76-B44B-4E97-B57B-3311E8F50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0FAEE-399C-38BD-870F-283A920E188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Lạy</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Thiên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Chiên</a:t>
            </a:r>
            <a:r>
              <a:rPr lang="en-US" sz="8000" b="1">
                <a:effectLst/>
                <a:latin typeface="Times New Roman (Headings)"/>
                <a:cs typeface="Arial" panose="020B0604020202020204" pitchFamily="34" charset="0"/>
              </a:rPr>
              <a:t> Thiên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Con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Cha,</a:t>
            </a:r>
          </a:p>
        </p:txBody>
      </p:sp>
    </p:spTree>
    <p:extLst>
      <p:ext uri="{BB962C8B-B14F-4D97-AF65-F5344CB8AC3E}">
        <p14:creationId xmlns:p14="http://schemas.microsoft.com/office/powerpoint/2010/main" val="395612302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DBE6C-24E8-8ABE-5603-E0265B5C3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2E1B5B-1BFE-4548-9A6C-CFDB66E61F4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Chúa xóa tội trần gian, xin thương xót chúng con,</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51481763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B45FD-D05C-3905-248F-1B69BD7DF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17A59-2161-38CC-9BF0-590A1036E43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a:effectLst/>
                <a:latin typeface="Times New Roman (Headings)"/>
                <a:cs typeface="Arial" panose="020B0604020202020204" pitchFamily="34" charset="0"/>
              </a:rPr>
              <a:t>Chúa </a:t>
            </a:r>
            <a:r>
              <a:rPr lang="en-US" sz="8000" b="1" err="1">
                <a:effectLst/>
                <a:latin typeface="Times New Roman (Headings)"/>
                <a:cs typeface="Arial" panose="020B0604020202020204" pitchFamily="34" charset="0"/>
              </a:rPr>
              <a:t>xóa</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tội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trần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gian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xin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nhậm</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lời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chúng</a:t>
            </a:r>
            <a:r>
              <a:rPr lang="en-US" sz="8000" b="1">
                <a:effectLst/>
                <a:latin typeface="Times New Roman (Headings)"/>
                <a:cs typeface="Arial" panose="020B0604020202020204" pitchFamily="34" charset="0"/>
              </a:rPr>
              <a:t> con </a:t>
            </a:r>
            <a:r>
              <a:rPr lang="en-US" sz="8000" b="1" err="1">
                <a:effectLst/>
                <a:latin typeface="Times New Roman (Headings)"/>
                <a:cs typeface="Arial" panose="020B0604020202020204" pitchFamily="34" charset="0"/>
              </a:rPr>
              <a:t>cầu</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khẩn</a:t>
            </a:r>
            <a:r>
              <a:rPr lang="en-US" sz="80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3728819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39385-25B5-5A4E-CD7F-BDFBA59B8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B06C8-D470-BFA0-B1DF-7A8EAC4CB39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Chúa ngự bên hữu </a:t>
            </a:r>
            <a:r>
              <a:rPr lang="vi-VN" sz="8000" b="1" err="1">
                <a:effectLst/>
                <a:latin typeface="Times New Roman (Headings)"/>
                <a:cs typeface="Arial" panose="020B0604020202020204" pitchFamily="34" charset="0"/>
              </a:rPr>
              <a:t>Ðức</a:t>
            </a:r>
            <a:r>
              <a:rPr lang="vi-VN" sz="8000" b="1">
                <a:effectLst/>
                <a:latin typeface="Times New Roman (Headings)"/>
                <a:cs typeface="Arial" panose="020B0604020202020204" pitchFamily="34" charset="0"/>
              </a:rPr>
              <a:t> Chúa Cha, xin thương xót chúng con.</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322033192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B9E85-F300-C8AB-12AC-4C3A99ED5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9E1DF-46D8-BB58-A47C-9C32CE603FD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Vì</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lạy</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Giêsu</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Kitô</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Ðấng</a:t>
            </a:r>
            <a:r>
              <a:rPr lang="en-US" sz="8000" b="1">
                <a:effectLst/>
                <a:latin typeface="Times New Roman (Headings)"/>
                <a:cs typeface="Arial" panose="020B0604020202020204" pitchFamily="34" charset="0"/>
              </a:rPr>
              <a:t> Thánh,</a:t>
            </a:r>
          </a:p>
        </p:txBody>
      </p:sp>
    </p:spTree>
    <p:extLst>
      <p:ext uri="{BB962C8B-B14F-4D97-AF65-F5344CB8AC3E}">
        <p14:creationId xmlns:p14="http://schemas.microsoft.com/office/powerpoint/2010/main" val="232975513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86FB9-755A-2D55-A424-49141F379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4EB70-A9CD-1ABE-08F6-FBEA84FAC27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Ðấng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Tối</a:t>
            </a:r>
            <a:r>
              <a:rPr lang="en-US" sz="8000" b="1">
                <a:effectLst/>
                <a:latin typeface="Times New Roman (Headings)"/>
                <a:cs typeface="Arial" panose="020B0604020202020204" pitchFamily="34" charset="0"/>
              </a:rPr>
              <a:t> Cao,</a:t>
            </a:r>
          </a:p>
        </p:txBody>
      </p:sp>
    </p:spTree>
    <p:extLst>
      <p:ext uri="{BB962C8B-B14F-4D97-AF65-F5344CB8AC3E}">
        <p14:creationId xmlns:p14="http://schemas.microsoft.com/office/powerpoint/2010/main" val="202378463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4602-C6B8-124B-DB47-120543761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4AE46-463B-060F-DC19-46518799B4B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cùng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Thánh </a:t>
            </a:r>
            <a:r>
              <a:rPr lang="en-US" sz="8000" b="1" err="1">
                <a:effectLst/>
                <a:latin typeface="Times New Roman (Headings)"/>
                <a:cs typeface="Arial" panose="020B0604020202020204" pitchFamily="34" charset="0"/>
              </a:rPr>
              <a:t>Thần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trong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vinh</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quang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Cha. </a:t>
            </a:r>
            <a:r>
              <a:rPr lang="en-US" sz="8000" b="1">
                <a:solidFill>
                  <a:srgbClr val="FF0000"/>
                </a:solidFill>
                <a:effectLst/>
                <a:latin typeface="Times New Roman (Headings)"/>
                <a:cs typeface="Arial" panose="020B0604020202020204" pitchFamily="34" charset="0"/>
              </a:rPr>
              <a:t>Amen</a:t>
            </a:r>
            <a:r>
              <a:rPr lang="en-US" sz="80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359581470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8C3273C3-EF92-C1B0-99F2-A15E201D38F5}"/>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22CA5041-3EBB-78E9-CD1F-47F950E5603C}"/>
              </a:ext>
            </a:extLst>
          </p:cNvPr>
          <p:cNvSpPr txBox="1"/>
          <p:nvPr/>
        </p:nvSpPr>
        <p:spPr>
          <a:xfrm>
            <a:off x="0" y="2941625"/>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VI PHỤC SINH</a:t>
            </a:r>
          </a:p>
        </p:txBody>
      </p:sp>
      <p:sp>
        <p:nvSpPr>
          <p:cNvPr id="14" name="TextBox 13">
            <a:extLst>
              <a:ext uri="{FF2B5EF4-FFF2-40B4-BE49-F238E27FC236}">
                <a16:creationId xmlns:a16="http://schemas.microsoft.com/office/drawing/2014/main" id="{C3DB243A-4374-B7CE-58FF-A29699121EA4}"/>
              </a:ext>
            </a:extLst>
          </p:cNvPr>
          <p:cNvSpPr txBox="1"/>
          <p:nvPr/>
        </p:nvSpPr>
        <p:spPr>
          <a:xfrm>
            <a:off x="2288" y="3838567"/>
            <a:ext cx="9141712" cy="1303460"/>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fontScale="92500"/>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"Thánh Thần sẽ nhắc nhở cho các con tất cả những gì Thầy đã nói với các con"</a:t>
            </a:r>
            <a:endParaRPr lang="en-US" dirty="0"/>
          </a:p>
        </p:txBody>
      </p:sp>
    </p:spTree>
    <p:extLst>
      <p:ext uri="{BB962C8B-B14F-4D97-AF65-F5344CB8AC3E}">
        <p14:creationId xmlns:p14="http://schemas.microsoft.com/office/powerpoint/2010/main" val="220703052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77108"/>
          </a:xfrm>
          <a:prstGeom prst="rect">
            <a:avLst/>
          </a:prstGeom>
        </p:spPr>
        <p:txBody>
          <a:bodyPr wrap="square">
            <a:spAutoFit/>
          </a:bodyPr>
          <a:lstStyle/>
          <a:p>
            <a:r>
              <a:rPr lang="en-US" sz="3800" b="1" u="sng" dirty="0" err="1">
                <a:solidFill>
                  <a:srgbClr val="FF0000"/>
                </a:solidFill>
                <a:latin typeface="Arial" panose="020B0604020202020204" pitchFamily="34" charset="0"/>
                <a:cs typeface="Arial" panose="020B0604020202020204" pitchFamily="34" charset="0"/>
              </a:rPr>
              <a:t>Bài</a:t>
            </a:r>
            <a:r>
              <a:rPr lang="en-US" sz="3800" b="1" u="sng" dirty="0">
                <a:solidFill>
                  <a:srgbClr val="FF0000"/>
                </a:solidFill>
                <a:latin typeface="Arial" panose="020B0604020202020204" pitchFamily="34" charset="0"/>
                <a:cs typeface="Arial" panose="020B0604020202020204" pitchFamily="34" charset="0"/>
              </a:rPr>
              <a:t> </a:t>
            </a:r>
            <a:r>
              <a:rPr lang="en-US" sz="3800" b="1" u="sng" dirty="0" err="1">
                <a:solidFill>
                  <a:srgbClr val="FF0000"/>
                </a:solidFill>
                <a:latin typeface="Arial" panose="020B0604020202020204" pitchFamily="34" charset="0"/>
                <a:cs typeface="Arial" panose="020B0604020202020204" pitchFamily="34" charset="0"/>
              </a:rPr>
              <a:t>đọc</a:t>
            </a:r>
            <a:r>
              <a:rPr lang="en-US" sz="3800" b="1" u="sng" dirty="0">
                <a:solidFill>
                  <a:srgbClr val="FF0000"/>
                </a:solidFill>
                <a:latin typeface="Arial" panose="020B0604020202020204" pitchFamily="34" charset="0"/>
                <a:cs typeface="Arial" panose="020B0604020202020204" pitchFamily="34" charset="0"/>
              </a:rPr>
              <a:t> 1:</a:t>
            </a:r>
            <a:r>
              <a:rPr lang="en-US" sz="3800" b="1" dirty="0">
                <a:solidFill>
                  <a:srgbClr val="FF0000"/>
                </a:solidFill>
                <a:latin typeface="Arial" panose="020B0604020202020204" pitchFamily="34" charset="0"/>
                <a:cs typeface="Arial" panose="020B0604020202020204" pitchFamily="34" charset="0"/>
              </a:rPr>
              <a:t> </a:t>
            </a:r>
            <a:r>
              <a:rPr lang="en-US" sz="3800" b="1" dirty="0" err="1">
                <a:latin typeface="Arial" panose="020B0604020202020204" pitchFamily="34" charset="0"/>
                <a:cs typeface="Arial" panose="020B0604020202020204" pitchFamily="34" charset="0"/>
              </a:rPr>
              <a:t>Cv</a:t>
            </a:r>
            <a:r>
              <a:rPr lang="en-US" sz="3800" b="1" dirty="0">
                <a:latin typeface="Arial" panose="020B0604020202020204" pitchFamily="34" charset="0"/>
                <a:cs typeface="Arial" panose="020B0604020202020204" pitchFamily="34" charset="0"/>
              </a:rPr>
              <a:t> 15, 1-2. 22-29 </a:t>
            </a:r>
          </a:p>
        </p:txBody>
      </p:sp>
      <p:sp>
        <p:nvSpPr>
          <p:cNvPr id="5" name="TextBox 4">
            <a:extLst>
              <a:ext uri="{FF2B5EF4-FFF2-40B4-BE49-F238E27FC236}">
                <a16:creationId xmlns:a16="http://schemas.microsoft.com/office/drawing/2014/main" id="{EC9E90A0-57EF-B562-11BD-EFA379BF3A1F}"/>
              </a:ext>
            </a:extLst>
          </p:cNvPr>
          <p:cNvSpPr txBox="1"/>
          <p:nvPr/>
        </p:nvSpPr>
        <p:spPr>
          <a:xfrm>
            <a:off x="0" y="909756"/>
            <a:ext cx="9144000" cy="3416320"/>
          </a:xfrm>
          <a:prstGeom prst="rect">
            <a:avLst/>
          </a:prstGeom>
          <a:noFill/>
        </p:spPr>
        <p:txBody>
          <a:bodyPr wrap="square">
            <a:spAutoFit/>
          </a:bodyPr>
          <a:lstStyle/>
          <a:p>
            <a:pPr algn="ctr"/>
            <a:r>
              <a:rPr lang="vi-VN" sz="5400" b="1" i="1" dirty="0">
                <a:solidFill>
                  <a:srgbClr val="FF0000"/>
                </a:solidFill>
                <a:latin typeface="Arial" panose="020B0604020202020204" pitchFamily="34" charset="0"/>
                <a:cs typeface="Arial" panose="020B0604020202020204" pitchFamily="34" charset="0"/>
              </a:rPr>
              <a:t>“Thánh Thần và chúng tôi xét rằng không nên đặt thêm gánh nặng nào khác ngoài mấy điều cần kíp”</a:t>
            </a:r>
          </a:p>
        </p:txBody>
      </p:sp>
      <p:sp>
        <p:nvSpPr>
          <p:cNvPr id="7" name="TextBox 6">
            <a:extLst>
              <a:ext uri="{FF2B5EF4-FFF2-40B4-BE49-F238E27FC236}">
                <a16:creationId xmlns:a16="http://schemas.microsoft.com/office/drawing/2014/main" id="{FA7210C8-01DF-51DB-3853-C95430401C95}"/>
              </a:ext>
            </a:extLst>
          </p:cNvPr>
          <p:cNvSpPr txBox="1"/>
          <p:nvPr/>
        </p:nvSpPr>
        <p:spPr>
          <a:xfrm>
            <a:off x="0" y="4558724"/>
            <a:ext cx="9144000" cy="584775"/>
          </a:xfrm>
          <a:prstGeom prst="rect">
            <a:avLst/>
          </a:prstGeom>
          <a:noFill/>
        </p:spPr>
        <p:txBody>
          <a:bodyPr wrap="square">
            <a:spAutoFit/>
          </a:bodyPr>
          <a:lstStyle/>
          <a:p>
            <a:r>
              <a:rPr lang="vi-VN" sz="3200" dirty="0">
                <a:latin typeface="Arial" panose="020B0604020202020204" pitchFamily="34" charset="0"/>
                <a:cs typeface="Arial" panose="020B0604020202020204" pitchFamily="34" charset="0"/>
              </a:rPr>
              <a:t>Trích sách Tông đồ Công vụ.</a:t>
            </a:r>
          </a:p>
        </p:txBody>
      </p:sp>
    </p:spTree>
    <p:extLst>
      <p:ext uri="{BB962C8B-B14F-4D97-AF65-F5344CB8AC3E}">
        <p14:creationId xmlns:p14="http://schemas.microsoft.com/office/powerpoint/2010/main" val="247250202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4DA1-C59A-DCB2-1254-4731F8239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E785D-F143-1F4A-51C1-7A4176DF2B1C}"/>
              </a:ext>
            </a:extLst>
          </p:cNvPr>
          <p:cNvSpPr>
            <a:spLocks noGrp="1"/>
          </p:cNvSpPr>
          <p:nvPr>
            <p:ph type="ctrTitle"/>
          </p:nvPr>
        </p:nvSpPr>
        <p:spPr>
          <a:xfrm>
            <a:off x="609600" y="756744"/>
            <a:ext cx="7848600" cy="2881806"/>
          </a:xfrm>
        </p:spPr>
        <p:txBody>
          <a:bodyPr lIns="91440" tIns="0" rIns="91440" bIns="0" anchor="b">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ĐÁP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CA</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THÁNH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VỊNH</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66</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Thái Nguyên</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73224495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9B57F-E32D-18B5-F0BB-7030978D6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7A6A7-B4C8-8398-C291-BE4F82B1177A}"/>
              </a:ext>
            </a:extLst>
          </p:cNvPr>
          <p:cNvSpPr>
            <a:spLocks noGrp="1"/>
          </p:cNvSpPr>
          <p:nvPr>
            <p:ph type="ctrTitle"/>
          </p:nvPr>
        </p:nvSpPr>
        <p:spPr>
          <a:xfrm>
            <a:off x="0" y="-130629"/>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1.</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Xin Chúa xót thương chúc lành cho chúng con. </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004007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C0688-8DA7-1BE6-7DA3-3C120E15C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44B1A-DBD8-32E7-B41E-8FCF6A4D0DFA}"/>
              </a:ext>
            </a:extLst>
          </p:cNvPr>
          <p:cNvSpPr>
            <a:spLocks noGrp="1"/>
          </p:cNvSpPr>
          <p:nvPr>
            <p:ph type="ctrTitle"/>
          </p:nvPr>
        </p:nvSpPr>
        <p:spPr>
          <a:xfrm>
            <a:off x="0" y="-130629"/>
            <a:ext cx="9144000" cy="5143500"/>
          </a:xfrm>
          <a:solidFill>
            <a:schemeClr val="bg1"/>
          </a:solidFill>
        </p:spPr>
        <p:txBody>
          <a:bodyPr lIns="91440" tIns="0" rIns="91440" bIns="0">
            <a:noAutofit/>
          </a:bodyPr>
          <a:lstStyle/>
          <a:p>
            <a:pPr algn="just"/>
            <a:r>
              <a:rPr lang="vi-VN" sz="8000" b="1" dirty="0">
                <a:latin typeface="Times New Roman (Headings)"/>
                <a:cs typeface="Arial" panose="020B0604020202020204" pitchFamily="34" charset="0"/>
              </a:rPr>
              <a:t>Xin tỏ ra ánh sáng tôn nhan Ngài,</a:t>
            </a:r>
            <a:r>
              <a:rPr lang="en-US" sz="8000" b="1" dirty="0">
                <a:latin typeface="Times New Roman (Headings)"/>
                <a:cs typeface="Arial" panose="020B0604020202020204" pitchFamily="34" charset="0"/>
              </a:rPr>
              <a:t> </a:t>
            </a:r>
            <a:r>
              <a:rPr lang="vi-VN" sz="8000" b="1" dirty="0">
                <a:latin typeface="Times New Roman (Headings)"/>
                <a:cs typeface="Arial" panose="020B0604020202020204" pitchFamily="34" charset="0"/>
              </a:rPr>
              <a:t>để mọi dân trên mọi nước biết đường lối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8114624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CC596-5E4B-E7F4-108B-CC94DCD26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40037A-7FB4-F9EC-3F93-7B9C9142686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của Ngài,</a:t>
            </a:r>
            <a:r>
              <a:rPr lang="en-US" sz="8800" b="1" dirty="0">
                <a:effectLst/>
                <a:latin typeface="Times New Roman (Headings)"/>
                <a:cs typeface="Arial" panose="020B0604020202020204" pitchFamily="34" charset="0"/>
              </a:rPr>
              <a:t> </a:t>
            </a:r>
            <a:r>
              <a:rPr lang="vi-VN" sz="8800" b="1" dirty="0">
                <a:latin typeface="Times New Roman (Headings)"/>
                <a:cs typeface="Arial" panose="020B0604020202020204" pitchFamily="34" charset="0"/>
              </a:rPr>
              <a:t>và cho muôn thiên hạ được rõ ơn cứu độ.</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6982357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6720B-A25F-5A2A-C678-C073020D1A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942CC5-55ED-FCC5-77EB-3894862C8B03}"/>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7200" b="1" dirty="0" err="1">
                <a:effectLst/>
                <a:latin typeface="Times New Roman (Headings)"/>
                <a:cs typeface="Arial" panose="020B0604020202020204" pitchFamily="34" charset="0"/>
              </a:rPr>
              <a:t>ĐK</a:t>
            </a:r>
            <a:r>
              <a:rPr lang="vi-VN" sz="7200" b="1" dirty="0">
                <a:effectLst/>
                <a:latin typeface="Times New Roman (Headings)"/>
                <a:cs typeface="Arial" panose="020B0604020202020204" pitchFamily="34" charset="0"/>
              </a:rPr>
              <a:t>: Chư dân ca tụng Thiên Chúa, hân hoan trong niềm cảm mến tình thương Chúa. </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33559244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3FFD3-84DE-36EF-16FE-34029024D7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E608D5-6CDA-354E-C30B-CAED8B528306}"/>
              </a:ext>
            </a:extLst>
          </p:cNvPr>
          <p:cNvSpPr>
            <a:spLocks noGrp="1"/>
          </p:cNvSpPr>
          <p:nvPr>
            <p:ph type="ctrTitle"/>
          </p:nvPr>
        </p:nvSpPr>
        <p:spPr>
          <a:xfrm>
            <a:off x="0" y="-130629"/>
            <a:ext cx="9144000" cy="5143500"/>
          </a:xfrm>
          <a:solidFill>
            <a:schemeClr val="bg1"/>
          </a:solidFill>
        </p:spPr>
        <p:txBody>
          <a:bodyPr lIns="91440" tIns="0" rIns="91440" bIns="0">
            <a:noAutofit/>
          </a:bodyPr>
          <a:lstStyle/>
          <a:p>
            <a:pPr algn="just"/>
            <a:r>
              <a:rPr lang="en-US" sz="8000" b="1" dirty="0">
                <a:latin typeface="Times New Roman (Headings)"/>
                <a:cs typeface="Arial" panose="020B0604020202020204" pitchFamily="34" charset="0"/>
              </a:rPr>
              <a:t>2</a:t>
            </a:r>
            <a:r>
              <a:rPr lang="vi-VN" sz="8000" b="1" dirty="0">
                <a:effectLst/>
                <a:latin typeface="Times New Roman (Headings)"/>
                <a:cs typeface="Arial" panose="020B0604020202020204" pitchFamily="34" charset="0"/>
              </a:rPr>
              <a:t>. Hỡi các thế nhân khắp địa cầu hỉ hoan. Muôn ngàn dân</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hãy chúc khe</a:t>
            </a:r>
            <a:r>
              <a:rPr lang="en-US" sz="8000" b="1" dirty="0">
                <a:effectLst/>
                <a:latin typeface="Times New Roman (Headings)"/>
                <a:cs typeface="Arial" panose="020B0604020202020204" pitchFamily="34" charset="0"/>
              </a:rPr>
              <a:t>n</a:t>
            </a:r>
          </a:p>
        </p:txBody>
      </p:sp>
    </p:spTree>
    <p:extLst>
      <p:ext uri="{BB962C8B-B14F-4D97-AF65-F5344CB8AC3E}">
        <p14:creationId xmlns:p14="http://schemas.microsoft.com/office/powerpoint/2010/main" val="50457203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0662E-B63F-A422-BCA8-222015C96B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37D275-9870-4699-3663-203C1C07F706}"/>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Danh </a:t>
            </a:r>
            <a:r>
              <a:rPr lang="en-US" sz="8000" b="1" dirty="0" err="1">
                <a:effectLst/>
                <a:latin typeface="Times New Roman (Headings)"/>
                <a:cs typeface="Arial" panose="020B0604020202020204" pitchFamily="34" charset="0"/>
              </a:rPr>
              <a:t>Ngài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Vì</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này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đây</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đã</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đến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cai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trị</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khắp</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vũ</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hoàn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4474516"/>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5FB8D-DB12-BBBA-E538-46F3236B9D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8CFE11-CB46-DC7A-9298-108C278FE9D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500" b="1" dirty="0" err="1">
                <a:effectLst/>
                <a:latin typeface="Times New Roman (Headings)"/>
                <a:cs typeface="Arial" panose="020B0604020202020204" pitchFamily="34" charset="0"/>
              </a:rPr>
              <a:t>quản</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cai</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trong</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công</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bình</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theo</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đức</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công</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minh</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Ngài</a:t>
            </a:r>
            <a:r>
              <a:rPr lang="en-US" sz="85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028466075"/>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7EC5A-F266-07E9-7260-275601AC55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C05666-6F5C-43D4-A4DD-F54856551114}"/>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7200" b="1" dirty="0" err="1">
                <a:effectLst/>
                <a:latin typeface="Times New Roman (Headings)"/>
                <a:cs typeface="Arial" panose="020B0604020202020204" pitchFamily="34" charset="0"/>
              </a:rPr>
              <a:t>ĐK</a:t>
            </a:r>
            <a:r>
              <a:rPr lang="vi-VN" sz="7200" b="1" dirty="0">
                <a:effectLst/>
                <a:latin typeface="Times New Roman (Headings)"/>
                <a:cs typeface="Arial" panose="020B0604020202020204" pitchFamily="34" charset="0"/>
              </a:rPr>
              <a:t>: Chư dân ca tụng Thiên Chúa, hân hoan trong niềm cảm mến tình thương Chúa. </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2712372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7F7D0-D74F-7FF2-FE10-0AC858611E2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D2343DB-68C7-3ED6-0370-34895CC1271C}"/>
              </a:ext>
            </a:extLst>
          </p:cNvPr>
          <p:cNvSpPr/>
          <p:nvPr/>
        </p:nvSpPr>
        <p:spPr>
          <a:xfrm>
            <a:off x="0" y="0"/>
            <a:ext cx="9144000" cy="677108"/>
          </a:xfrm>
          <a:prstGeom prst="rect">
            <a:avLst/>
          </a:prstGeom>
        </p:spPr>
        <p:txBody>
          <a:bodyPr wrap="square">
            <a:spAutoFit/>
          </a:bodyPr>
          <a:lstStyle/>
          <a:p>
            <a:r>
              <a:rPr lang="en-US" sz="3800" b="1" u="sng" dirty="0" err="1">
                <a:solidFill>
                  <a:srgbClr val="FF0000"/>
                </a:solidFill>
                <a:latin typeface="Arial" panose="020B0604020202020204" pitchFamily="34" charset="0"/>
                <a:cs typeface="Arial" panose="020B0604020202020204" pitchFamily="34" charset="0"/>
              </a:rPr>
              <a:t>Bài</a:t>
            </a:r>
            <a:r>
              <a:rPr lang="en-US" sz="3800" b="1" u="sng" dirty="0">
                <a:solidFill>
                  <a:srgbClr val="FF0000"/>
                </a:solidFill>
                <a:latin typeface="Arial" panose="020B0604020202020204" pitchFamily="34" charset="0"/>
                <a:cs typeface="Arial" panose="020B0604020202020204" pitchFamily="34" charset="0"/>
              </a:rPr>
              <a:t> </a:t>
            </a:r>
            <a:r>
              <a:rPr lang="en-US" sz="3800" b="1" u="sng" dirty="0" err="1">
                <a:solidFill>
                  <a:srgbClr val="FF0000"/>
                </a:solidFill>
                <a:latin typeface="Arial" panose="020B0604020202020204" pitchFamily="34" charset="0"/>
                <a:cs typeface="Arial" panose="020B0604020202020204" pitchFamily="34" charset="0"/>
              </a:rPr>
              <a:t>đọc</a:t>
            </a:r>
            <a:r>
              <a:rPr lang="en-US" sz="3800" b="1" u="sng" dirty="0">
                <a:solidFill>
                  <a:srgbClr val="FF0000"/>
                </a:solidFill>
                <a:latin typeface="Arial" panose="020B0604020202020204" pitchFamily="34" charset="0"/>
                <a:cs typeface="Arial" panose="020B0604020202020204" pitchFamily="34" charset="0"/>
              </a:rPr>
              <a:t> 2:</a:t>
            </a:r>
            <a:r>
              <a:rPr lang="en-US" sz="3800" b="1" dirty="0">
                <a:solidFill>
                  <a:srgbClr val="FF0000"/>
                </a:solidFill>
                <a:latin typeface="Arial" panose="020B0604020202020204" pitchFamily="34" charset="0"/>
                <a:cs typeface="Arial" panose="020B0604020202020204" pitchFamily="34" charset="0"/>
              </a:rPr>
              <a:t> </a:t>
            </a:r>
            <a:r>
              <a:rPr lang="da-DK" sz="3800" b="1" dirty="0">
                <a:latin typeface="Arial" panose="020B0604020202020204" pitchFamily="34" charset="0"/>
                <a:cs typeface="Arial" panose="020B0604020202020204" pitchFamily="34" charset="0"/>
              </a:rPr>
              <a:t>Kh 21, 10-14. 22-23</a:t>
            </a:r>
            <a:r>
              <a:rPr lang="en-US" sz="3800" b="1" dirty="0">
                <a:latin typeface="Arial" panose="020B0604020202020204" pitchFamily="34" charset="0"/>
                <a:cs typeface="Arial" panose="020B0604020202020204" pitchFamily="34" charset="0"/>
              </a:rPr>
              <a:t>    </a:t>
            </a:r>
          </a:p>
        </p:txBody>
      </p:sp>
      <p:sp>
        <p:nvSpPr>
          <p:cNvPr id="5" name="TextBox 4">
            <a:extLst>
              <a:ext uri="{FF2B5EF4-FFF2-40B4-BE49-F238E27FC236}">
                <a16:creationId xmlns:a16="http://schemas.microsoft.com/office/drawing/2014/main" id="{CA4054D2-825A-080E-4814-A0E8B26315E7}"/>
              </a:ext>
            </a:extLst>
          </p:cNvPr>
          <p:cNvSpPr txBox="1"/>
          <p:nvPr/>
        </p:nvSpPr>
        <p:spPr>
          <a:xfrm>
            <a:off x="0" y="530900"/>
            <a:ext cx="9144000" cy="4154984"/>
          </a:xfrm>
          <a:prstGeom prst="rect">
            <a:avLst/>
          </a:prstGeom>
          <a:noFill/>
        </p:spPr>
        <p:txBody>
          <a:bodyPr wrap="square">
            <a:spAutoFit/>
          </a:bodyPr>
          <a:lstStyle/>
          <a:p>
            <a:pPr algn="ctr"/>
            <a:r>
              <a:rPr lang="vi-VN" sz="6600" b="1" i="1" dirty="0">
                <a:solidFill>
                  <a:srgbClr val="FF0000"/>
                </a:solidFill>
                <a:latin typeface="Arial" panose="020B0604020202020204" pitchFamily="34" charset="0"/>
                <a:cs typeface="Arial" panose="020B0604020202020204" pitchFamily="34" charset="0"/>
              </a:rPr>
              <a:t>“Người chỉ cho tôi thấy thành thánh </a:t>
            </a:r>
            <a:br>
              <a:rPr lang="en-US" sz="6600" b="1" i="1" dirty="0">
                <a:solidFill>
                  <a:srgbClr val="FF0000"/>
                </a:solidFill>
                <a:latin typeface="Arial" panose="020B0604020202020204" pitchFamily="34" charset="0"/>
                <a:cs typeface="Arial" panose="020B0604020202020204" pitchFamily="34" charset="0"/>
              </a:rPr>
            </a:br>
            <a:r>
              <a:rPr lang="vi-VN" sz="6600" b="1" i="1" dirty="0">
                <a:solidFill>
                  <a:srgbClr val="FF0000"/>
                </a:solidFill>
                <a:latin typeface="Arial" panose="020B0604020202020204" pitchFamily="34" charset="0"/>
                <a:cs typeface="Arial" panose="020B0604020202020204" pitchFamily="34" charset="0"/>
              </a:rPr>
              <a:t>do Thiên Chúa từ trời gởi xuống”.</a:t>
            </a:r>
          </a:p>
        </p:txBody>
      </p:sp>
      <p:sp>
        <p:nvSpPr>
          <p:cNvPr id="7" name="TextBox 6">
            <a:extLst>
              <a:ext uri="{FF2B5EF4-FFF2-40B4-BE49-F238E27FC236}">
                <a16:creationId xmlns:a16="http://schemas.microsoft.com/office/drawing/2014/main" id="{56C64DB8-63CD-7BC7-1257-003B55A2EEF9}"/>
              </a:ext>
            </a:extLst>
          </p:cNvPr>
          <p:cNvSpPr txBox="1"/>
          <p:nvPr/>
        </p:nvSpPr>
        <p:spPr>
          <a:xfrm>
            <a:off x="0" y="4539675"/>
            <a:ext cx="8783782" cy="523220"/>
          </a:xfrm>
          <a:prstGeom prst="rect">
            <a:avLst/>
          </a:prstGeom>
          <a:noFill/>
        </p:spPr>
        <p:txBody>
          <a:bodyPr wrap="square">
            <a:spAutoFit/>
          </a:bodyPr>
          <a:lstStyle/>
          <a:p>
            <a:r>
              <a:rPr lang="vi-VN" sz="2800" dirty="0">
                <a:latin typeface="Arial" panose="020B0604020202020204" pitchFamily="34" charset="0"/>
                <a:cs typeface="Arial" panose="020B0604020202020204" pitchFamily="34" charset="0"/>
              </a:rPr>
              <a:t>Trích sách Khải Huyền của Thánh </a:t>
            </a:r>
            <a:r>
              <a:rPr lang="vi-VN" sz="2800" dirty="0" err="1">
                <a:latin typeface="Arial" panose="020B0604020202020204" pitchFamily="34" charset="0"/>
                <a:cs typeface="Arial" panose="020B0604020202020204" pitchFamily="34" charset="0"/>
              </a:rPr>
              <a:t>Gioan</a:t>
            </a:r>
            <a:endParaRPr lang="vi-VN"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269876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DA244E9-20D4-7DB2-95E2-6CEBA7CC16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DDB6C6-F585-E7A8-487D-2B6D999AF6D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75B9EC3-20CF-0088-BA48-BE77DC01D85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11715189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B82F-9B9E-9A0F-F01F-8D7498933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2D805-4723-9CE9-42DA-7AE8EBF9C314}"/>
              </a:ext>
            </a:extLst>
          </p:cNvPr>
          <p:cNvSpPr>
            <a:spLocks noGrp="1"/>
          </p:cNvSpPr>
          <p:nvPr>
            <p:ph type="ctrTitle"/>
          </p:nvPr>
        </p:nvSpPr>
        <p:spPr>
          <a:xfrm>
            <a:off x="0" y="727710"/>
            <a:ext cx="9144000" cy="4191000"/>
          </a:xfrm>
          <a:solidFill>
            <a:schemeClr val="bg1"/>
          </a:solidFill>
        </p:spPr>
        <p:txBody>
          <a:bodyPr lIns="91440" tIns="0" rIns="91440" bIns="0">
            <a:noAutofit/>
          </a:bodyPr>
          <a:lstStyle/>
          <a:p>
            <a:r>
              <a:rPr lang="vi-VN" sz="7200" b="1" dirty="0" err="1">
                <a:effectLst/>
                <a:latin typeface="Times New Roman (Headings)"/>
                <a:cs typeface="Arial" panose="020B0604020202020204" pitchFamily="34" charset="0"/>
              </a:rPr>
              <a:t>Alleluia</a:t>
            </a:r>
            <a:r>
              <a:rPr lang="vi-VN" sz="7200" b="1" dirty="0">
                <a:effectLst/>
                <a:latin typeface="Times New Roman (Headings)"/>
                <a:cs typeface="Arial" panose="020B0604020202020204" pitchFamily="34" charset="0"/>
              </a:rPr>
              <a:t>, </a:t>
            </a:r>
            <a:r>
              <a:rPr lang="vi-VN" sz="7200" b="1" dirty="0" err="1">
                <a:effectLst/>
                <a:latin typeface="Times New Roman (Headings)"/>
                <a:cs typeface="Arial" panose="020B0604020202020204" pitchFamily="34" charset="0"/>
              </a:rPr>
              <a:t>Alleluia</a:t>
            </a:r>
            <a:r>
              <a:rPr lang="vi-VN" sz="7200" b="1" dirty="0">
                <a:effectLst/>
                <a:latin typeface="Times New Roman (Headings)"/>
                <a:cs typeface="Arial" panose="020B0604020202020204" pitchFamily="34" charset="0"/>
              </a:rPr>
              <a:t>. Chúa phán: "Nếu ai yêu mến Thầy thì sẽ giữ lời Thầy luôn,  </a:t>
            </a:r>
            <a:endParaRPr lang="en-US" sz="7200" b="1" dirty="0">
              <a:effectLst/>
              <a:latin typeface="Times New Roman (Headings)"/>
              <a:cs typeface="Arial" panose="020B0604020202020204" pitchFamily="34" charset="0"/>
            </a:endParaRPr>
          </a:p>
        </p:txBody>
      </p:sp>
      <p:sp>
        <p:nvSpPr>
          <p:cNvPr id="3" name="Tiêu đề 1">
            <a:extLst>
              <a:ext uri="{FF2B5EF4-FFF2-40B4-BE49-F238E27FC236}">
                <a16:creationId xmlns:a16="http://schemas.microsoft.com/office/drawing/2014/main" id="{B65BFD26-A711-3E47-CB91-41F966BFC137}"/>
              </a:ext>
            </a:extLst>
          </p:cNvPr>
          <p:cNvSpPr txBox="1">
            <a:spLocks/>
          </p:cNvSpPr>
          <p:nvPr/>
        </p:nvSpPr>
        <p:spPr>
          <a:xfrm>
            <a:off x="0" y="0"/>
            <a:ext cx="9144000" cy="819150"/>
          </a:xfrm>
          <a:prstGeom prst="rect">
            <a:avLst/>
          </a:prstGeom>
          <a:no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vi-VN" sz="3200" b="1" u="sng" dirty="0">
                <a:solidFill>
                  <a:srgbClr val="FF0000"/>
                </a:solidFill>
                <a:latin typeface="Arial" panose="020B0604020202020204" pitchFamily="34" charset="0"/>
                <a:cs typeface="Arial" panose="020B0604020202020204" pitchFamily="34" charset="0"/>
              </a:rPr>
              <a:t>CÂU XƯỚNG TRƯỚC PHÚC ÂM</a:t>
            </a:r>
            <a:endParaRPr lang="vi-VN" sz="3200" b="1" dirty="0">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9131186"/>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06615-2E99-EA04-3BDE-BFE498487A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95F701-1094-431D-AE6C-46FE2A06216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000" b="1" dirty="0">
                <a:effectLst/>
                <a:latin typeface="Times New Roman (Headings)"/>
                <a:cs typeface="Arial" panose="020B0604020202020204" pitchFamily="34" charset="0"/>
              </a:rPr>
              <a:t>và Cha Thầy sẽ yêu mến người ấy, và Chúng Ta sẽ ở trong người ấy". </a:t>
            </a:r>
            <a:r>
              <a:rPr lang="vi-VN" sz="7000" b="1" dirty="0" err="1">
                <a:effectLst/>
                <a:latin typeface="Times New Roman (Headings)"/>
                <a:cs typeface="Arial" panose="020B0604020202020204" pitchFamily="34" charset="0"/>
              </a:rPr>
              <a:t>Alleluia</a:t>
            </a:r>
            <a:r>
              <a:rPr lang="vi-VN" sz="7000" b="1" dirty="0">
                <a:effectLst/>
                <a:latin typeface="Times New Roman (Headings)"/>
                <a:cs typeface="Arial" panose="020B0604020202020204" pitchFamily="34" charset="0"/>
              </a:rPr>
              <a:t>, </a:t>
            </a:r>
            <a:r>
              <a:rPr lang="vi-VN" sz="7000" b="1" dirty="0" err="1">
                <a:effectLst/>
                <a:latin typeface="Times New Roman (Headings)"/>
                <a:cs typeface="Arial" panose="020B0604020202020204" pitchFamily="34" charset="0"/>
              </a:rPr>
              <a:t>Alleluia</a:t>
            </a:r>
            <a:r>
              <a:rPr lang="vi-VN" sz="7000" b="1" dirty="0">
                <a:effectLst/>
                <a:latin typeface="Times New Roman (Headings)"/>
                <a:cs typeface="Arial" panose="020B0604020202020204" pitchFamily="34" charset="0"/>
              </a:rPr>
              <a:t>. </a:t>
            </a:r>
            <a:endParaRPr lang="en-US" sz="7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15757512"/>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590149DC-D299-63B8-81D5-E6B25997017F}"/>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753773AF-E715-C8CD-51A3-A6D208A413A3}"/>
              </a:ext>
            </a:extLst>
          </p:cNvPr>
          <p:cNvSpPr txBox="1"/>
          <p:nvPr/>
        </p:nvSpPr>
        <p:spPr>
          <a:xfrm>
            <a:off x="0" y="2941625"/>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VI PHỤC SINH</a:t>
            </a:r>
          </a:p>
        </p:txBody>
      </p:sp>
      <p:sp>
        <p:nvSpPr>
          <p:cNvPr id="14" name="TextBox 13">
            <a:extLst>
              <a:ext uri="{FF2B5EF4-FFF2-40B4-BE49-F238E27FC236}">
                <a16:creationId xmlns:a16="http://schemas.microsoft.com/office/drawing/2014/main" id="{42361CBC-C4E5-6420-2BF9-2C3CB62A0198}"/>
              </a:ext>
            </a:extLst>
          </p:cNvPr>
          <p:cNvSpPr txBox="1"/>
          <p:nvPr/>
        </p:nvSpPr>
        <p:spPr>
          <a:xfrm>
            <a:off x="2288" y="3838567"/>
            <a:ext cx="9141712" cy="1303460"/>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fontScale="92500"/>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"Thánh Thần sẽ nhắc nhở cho các con tất cả những gì Thầy đã nói với các con"</a:t>
            </a:r>
            <a:endParaRPr lang="en-US" dirty="0"/>
          </a:p>
        </p:txBody>
      </p:sp>
    </p:spTree>
    <p:extLst>
      <p:ext uri="{BB962C8B-B14F-4D97-AF65-F5344CB8AC3E}">
        <p14:creationId xmlns:p14="http://schemas.microsoft.com/office/powerpoint/2010/main" val="219230437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3ABA4-807E-D75C-D52C-5C1741014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C7524-1DCF-5012-325A-112DC29DE05E}"/>
              </a:ext>
            </a:extLst>
          </p:cNvPr>
          <p:cNvSpPr>
            <a:spLocks noGrp="1"/>
          </p:cNvSpPr>
          <p:nvPr>
            <p:ph type="ctrTitle"/>
          </p:nvPr>
        </p:nvSpPr>
        <p:spPr>
          <a:xfrm>
            <a:off x="0" y="514351"/>
            <a:ext cx="9144000" cy="4629148"/>
          </a:xfrm>
          <a:solidFill>
            <a:schemeClr val="bg1"/>
          </a:solidFill>
        </p:spPr>
        <p:txBody>
          <a:bodyPr lIns="91440" tIns="0" rIns="91440" bIns="0">
            <a:noAutofit/>
          </a:bodyPr>
          <a:lstStyle/>
          <a:p>
            <a:pPr algn="just"/>
            <a:r>
              <a:rPr lang="en-US" sz="8200" b="1" dirty="0" err="1">
                <a:effectLst/>
                <a:latin typeface="Times New Roman (Headings)"/>
                <a:cs typeface="Arial" panose="020B0604020202020204" pitchFamily="34" charset="0"/>
              </a:rPr>
              <a:t>Tôi</a:t>
            </a:r>
            <a:r>
              <a:rPr lang="en-US" sz="8200" b="1" dirty="0">
                <a:effectLst/>
                <a:latin typeface="Times New Roman (Headings)"/>
                <a:cs typeface="Arial" panose="020B0604020202020204" pitchFamily="34" charset="0"/>
              </a:rPr>
              <a:t> tin </a:t>
            </a:r>
            <a:r>
              <a:rPr lang="en-US" sz="8200" b="1" dirty="0" err="1">
                <a:effectLst/>
                <a:latin typeface="Times New Roman (Headings)"/>
                <a:cs typeface="Arial" panose="020B0604020202020204" pitchFamily="34" charset="0"/>
              </a:rPr>
              <a:t>kính</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một</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Cha </a:t>
            </a:r>
            <a:r>
              <a:rPr lang="en-US" sz="8200" b="1" dirty="0" err="1">
                <a:effectLst/>
                <a:latin typeface="Times New Roman (Headings)"/>
                <a:cs typeface="Arial" panose="020B0604020202020204" pitchFamily="34" charset="0"/>
              </a:rPr>
              <a:t>toàn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năng</a:t>
            </a:r>
            <a:r>
              <a:rPr lang="en-US" sz="8200" b="1" dirty="0">
                <a:effectLst/>
                <a:latin typeface="Times New Roman (Headings)"/>
                <a:cs typeface="Arial" panose="020B0604020202020204" pitchFamily="34" charset="0"/>
              </a:rPr>
              <a:t>.</a:t>
            </a:r>
          </a:p>
        </p:txBody>
      </p:sp>
      <p:sp>
        <p:nvSpPr>
          <p:cNvPr id="4" name="Tiêu đề 1">
            <a:extLst>
              <a:ext uri="{FF2B5EF4-FFF2-40B4-BE49-F238E27FC236}">
                <a16:creationId xmlns:a16="http://schemas.microsoft.com/office/drawing/2014/main" id="{9B130C5D-607E-1CBB-D591-F748074BB843}"/>
              </a:ext>
            </a:extLst>
          </p:cNvPr>
          <p:cNvSpPr txBox="1">
            <a:spLocks/>
          </p:cNvSpPr>
          <p:nvPr/>
        </p:nvSpPr>
        <p:spPr>
          <a:xfrm>
            <a:off x="0" y="83125"/>
            <a:ext cx="9144000" cy="514350"/>
          </a:xfrm>
          <a:prstGeom prst="rect">
            <a:avLst/>
          </a:prstGeom>
          <a:solidFill>
            <a:schemeClr val="bg1"/>
          </a:solid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solidFill>
                  <a:srgbClr val="FF0000"/>
                </a:solidFill>
                <a:latin typeface="Times New Roman" panose="02020603050405020304" pitchFamily="18" charset="0"/>
                <a:cs typeface="Times New Roman" panose="02020603050405020304" pitchFamily="18" charset="0"/>
              </a:rPr>
              <a:t>KINH TIN </a:t>
            </a:r>
            <a:r>
              <a:rPr lang="en-US" sz="3600" b="1" dirty="0" err="1">
                <a:solidFill>
                  <a:srgbClr val="FF0000"/>
                </a:solidFill>
                <a:latin typeface="Times New Roman" panose="02020603050405020304" pitchFamily="18" charset="0"/>
                <a:cs typeface="Times New Roman" panose="02020603050405020304" pitchFamily="18" charset="0"/>
              </a:rPr>
              <a:t>KÍNH</a:t>
            </a:r>
            <a:endParaRPr lang="vi-VN" sz="36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246050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309F3-8315-CE40-0B0A-EA1412C04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03A48-7357-BDA4-3CCC-60DB19E7970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thành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muôn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hữu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vô</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hình</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2127837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03334-9006-FD9C-EE9F-42904ED33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0168C-2886-DF81-5CE8-19D4DA9DDB3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Giê-su</a:t>
            </a:r>
            <a:r>
              <a:rPr lang="en-US" sz="8000" b="1" dirty="0">
                <a:effectLst/>
                <a:latin typeface="Times New Roman (Headings)"/>
                <a:cs typeface="Arial" panose="020B0604020202020204" pitchFamily="34" charset="0"/>
              </a:rPr>
              <a:t> Ki-</a:t>
            </a:r>
            <a:r>
              <a:rPr lang="en-US" sz="8000" b="1" dirty="0" err="1">
                <a:effectLst/>
                <a:latin typeface="Times New Roman (Headings)"/>
                <a:cs typeface="Arial" panose="020B0604020202020204" pitchFamily="34" charset="0"/>
              </a:rPr>
              <a:t>tô</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Thiên Chúa,</a:t>
            </a:r>
          </a:p>
        </p:txBody>
      </p:sp>
    </p:spTree>
    <p:extLst>
      <p:ext uri="{BB962C8B-B14F-4D97-AF65-F5344CB8AC3E}">
        <p14:creationId xmlns:p14="http://schemas.microsoft.com/office/powerpoint/2010/main" val="244868464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14702-B588-558A-1359-E8B9C635D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1DD87-71D7-AED6-17FA-35FFEFA4853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sinh bởi Đức Chúa Cha từ trước muôn đời.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7255719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737AC-60A0-9959-47F1-5D68D9B49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C9E8A-C643-00E5-AC2D-6C2820D32B6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là Thiên Chúa bởi Thiên Chúa, Ánh Sáng bởi Ánh Sáng,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62185499"/>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CE7A3-6C92-3908-91CA-673B0AC87C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87E14-CD07-987B-B16A-B6F1EAC6623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Thiên Chúa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bởi</a:t>
            </a:r>
            <a:r>
              <a:rPr lang="en-US" sz="8000" b="1" dirty="0">
                <a:effectLst/>
                <a:latin typeface="Times New Roman (Headings)"/>
                <a:cs typeface="Arial" panose="020B0604020202020204" pitchFamily="34" charset="0"/>
              </a:rPr>
              <a:t> Thiên Chúa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516855143"/>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E1989-CD9F-C389-DBCA-E38B2B16A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B3884-7BF0-103E-74AE-B62AE3B0CBC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Được sinh ra mà không phải được tạo thành đồng bản thể với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484798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702D7-D322-577F-67D6-CF9AF370B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7094C-0B2C-98F4-6B4D-4514C85AA18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nhờ Người mà muôn vật được tạo thành.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53224773"/>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51F0-8517-85E0-AD02-BB3A04FC5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34158-F0F9-35B6-3EE8-8E1A93B8F6C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Vì loài người chúng ta và để cứu độ chúng ta, Người đã từ trời xuống thế.</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75317151"/>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E0594-87D3-1701-548F-A1FB74949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8790E-DD99-C089-5A30-F58F5D8CCE07}"/>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6500" b="1" dirty="0">
                <a:effectLst/>
                <a:latin typeface="Times New Roman (Headings)"/>
                <a:cs typeface="Arial" panose="020B0604020202020204" pitchFamily="34" charset="0"/>
              </a:rPr>
              <a:t>Bởi phép Đức Chúa Thánh Thần, Người đã nhập thể trong lòng Trinh Nữ Ma-ri-a, và đã làm người.</a:t>
            </a:r>
            <a:endParaRPr lang="en-US" sz="6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94088456"/>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04B99-47D6-7361-9262-F92BC79A0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AA215-A9FC-C80A-B3B8-C734F226088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chịu đóng đinh vào thập giá vì chúng ta,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25404257"/>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57FD2-CC38-ED97-66C3-FEA9FCE15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A4BD7-BB80-6939-2C6C-FE35D4772ED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thời quan Phong-xi-ô</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Phi-la-tô; Người chịu khổ hình và mai táng.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6174804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2B82F-F1B5-2650-3B64-FC86C186D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AC947-BCD7-2678-BDCD-F5DD300050C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Ngày thứ ba Người sống lại như lời Thánh kinh.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18618283"/>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C22B3-9BF7-16BA-860C-D4E9C0DDC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485B6-3F65-7989-D709-51616B97254B}"/>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lên trời, ngự bên hữu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63711280"/>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DAA13-4036-8519-BEA4-BBAB076B2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625AD-8F23-2772-F0C9-2C9B161DE880}"/>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Và Người sẽ lại đến trong vinh quang để phán xét kẻ sống và kẻ chết,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64876205"/>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0F71-DD30-B648-823A-B189F0464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771F9-5B9B-F4BF-40E1-9B253EDB10A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Nước Người sẽ không bao giờ cùng.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58011190"/>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D87F4-5936-E338-1E4D-7D5DFB51C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56C0D-5D39-DF8B-E96E-C1E7BB3B80E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tinh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Đức Chúa Thánh </a:t>
            </a:r>
            <a:r>
              <a:rPr lang="en-US" sz="8000" b="1" dirty="0" err="1">
                <a:effectLst/>
                <a:latin typeface="Times New Roman (Headings)"/>
                <a:cs typeface="Arial" panose="020B0604020202020204" pitchFamily="34" charset="0"/>
              </a:rPr>
              <a:t>Thần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Thiên Chúa,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ban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9142787"/>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69B4C-4C34-8B84-98A4-809EEAEF9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7CD4B-98DB-7F88-F991-BC295B90F52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bởi Đức Chúa Cha và Đức Chúa Con mà ra.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15723285"/>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51C22-968A-79B9-95D0-922E624A3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28DD2-9620-254B-2ED0-219513EABA1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được phụng thờ và tôn vinh cùng với Đức Chúa Cha và Đức Chúa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4884281"/>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50C26-B26C-BB85-1BCC-45F7AB7D6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9FBF3-26E4-9539-6D59-A4727CFF0A09}"/>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đã dùng các Tiên tri mà phán dạy.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05897880"/>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BB88B-0D7F-4D7B-97CD-D35FF041C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0486A-BFEB-AC1F-2399-6E3280D660F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Hội</a:t>
            </a:r>
            <a:r>
              <a:rPr lang="en-US" sz="8000" b="1" dirty="0">
                <a:effectLst/>
                <a:latin typeface="Times New Roman (Headings)"/>
                <a:cs typeface="Arial" panose="020B0604020202020204" pitchFamily="34" charset="0"/>
              </a:rPr>
              <a:t> Thánh </a:t>
            </a:r>
            <a:r>
              <a:rPr lang="en-US" sz="8000" b="1" dirty="0" err="1">
                <a:effectLst/>
                <a:latin typeface="Times New Roman (Headings)"/>
                <a:cs typeface="Arial" panose="020B0604020202020204" pitchFamily="34" charset="0"/>
              </a:rPr>
              <a:t>duy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thánh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thiện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truyền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221903746"/>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C82F-AC4B-5F76-0A86-D951776B0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CA16B-F7F9-4ED1-D0A6-4074FE90DF48}"/>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Tôi tuyên xưng có một Phép Rửa để tha tội.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76629172"/>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66B3-C50D-C141-A14C-1FF4C97F3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A895A-326F-80AF-1F23-A7D232913CB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kẻ</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sau</a:t>
            </a:r>
            <a:r>
              <a:rPr lang="en-US" sz="8000" b="1" dirty="0">
                <a:effectLst/>
                <a:latin typeface="Times New Roman (Headings)"/>
                <a:cs typeface="Arial" panose="020B0604020202020204" pitchFamily="34" charset="0"/>
              </a:rPr>
              <a:t>. </a:t>
            </a:r>
            <a:r>
              <a:rPr lang="en-US" sz="8000" b="1" dirty="0">
                <a:solidFill>
                  <a:srgbClr val="FF0000"/>
                </a:solidFill>
                <a:effectLst/>
                <a:latin typeface="Times New Roman (Headings)"/>
                <a:cs typeface="Arial" panose="020B0604020202020204" pitchFamily="34" charset="0"/>
              </a:rPr>
              <a:t>Amen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0138144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72AC4718-C853-4068-8EDA-060F2A58F3C7}"/>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DBD44863-B617-D7A5-B3D8-9BDDA90410BC}"/>
              </a:ext>
            </a:extLst>
          </p:cNvPr>
          <p:cNvSpPr txBox="1"/>
          <p:nvPr/>
        </p:nvSpPr>
        <p:spPr>
          <a:xfrm>
            <a:off x="0" y="2941625"/>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VI PHỤC SINH</a:t>
            </a:r>
          </a:p>
        </p:txBody>
      </p:sp>
      <p:sp>
        <p:nvSpPr>
          <p:cNvPr id="14" name="TextBox 13">
            <a:extLst>
              <a:ext uri="{FF2B5EF4-FFF2-40B4-BE49-F238E27FC236}">
                <a16:creationId xmlns:a16="http://schemas.microsoft.com/office/drawing/2014/main" id="{B9D8F539-C8A3-5B48-36FD-6E441F7CD427}"/>
              </a:ext>
            </a:extLst>
          </p:cNvPr>
          <p:cNvSpPr txBox="1"/>
          <p:nvPr/>
        </p:nvSpPr>
        <p:spPr>
          <a:xfrm>
            <a:off x="2288" y="3838567"/>
            <a:ext cx="9141712" cy="1303460"/>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fontScale="92500"/>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"Thánh Thần sẽ nhắc nhở cho các con tất cả những gì Thầy đã nói với các con"</a:t>
            </a:r>
            <a:endParaRPr lang="en-US" dirty="0"/>
          </a:p>
        </p:txBody>
      </p:sp>
    </p:spTree>
    <p:extLst>
      <p:ext uri="{BB962C8B-B14F-4D97-AF65-F5344CB8AC3E}">
        <p14:creationId xmlns:p14="http://schemas.microsoft.com/office/powerpoint/2010/main" val="225271007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4293F-BA6C-A212-BFD7-75ADD11CE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34844-C508-6B0C-D71E-141649C4734A}"/>
              </a:ext>
            </a:extLst>
          </p:cNvPr>
          <p:cNvSpPr>
            <a:spLocks noGrp="1"/>
          </p:cNvSpPr>
          <p:nvPr>
            <p:ph type="ctrTitle"/>
          </p:nvPr>
        </p:nvSpPr>
        <p:spPr>
          <a:xfrm>
            <a:off x="647700" y="1122210"/>
            <a:ext cx="7848600" cy="2899079"/>
          </a:xfrm>
        </p:spPr>
        <p:txBody>
          <a:bodyPr lIns="91440" tIns="0" rIns="91440" bIns="0" anchor="b">
            <a:normAutofit fontScale="90000"/>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HIẾN</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LỄ</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TÌNH</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YÊU</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Hoài Bắc</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401445071"/>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7517C-87D7-5EB2-3B13-69347E0888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15373-F1E9-969E-9EAA-1C63F821072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1. Với tấm lòng thành con xin kính tựa làn khói hương bay trước </a:t>
            </a:r>
            <a:r>
              <a:rPr lang="vi-VN" sz="8000" b="1" dirty="0" err="1">
                <a:effectLst/>
                <a:latin typeface="Times New Roman (Headings)"/>
                <a:cs typeface="Arial" panose="020B0604020202020204" pitchFamily="34" charset="0"/>
              </a:rPr>
              <a:t>toà</a:t>
            </a:r>
            <a:r>
              <a:rPr lang="vi-VN" sz="8000" b="1" dirty="0">
                <a:effectLst/>
                <a:latin typeface="Times New Roman (Headings)"/>
                <a:cs typeface="Arial" panose="020B0604020202020204" pitchFamily="34" charset="0"/>
              </a:rPr>
              <a: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868842736"/>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58776-D1AF-F289-737F-4F9150DB2B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A29F1F-C726-2B5F-2F84-512508FDBE2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Tấm bánh </a:t>
            </a:r>
            <a:r>
              <a:rPr lang="vi-VN" sz="8000" b="1" dirty="0" err="1">
                <a:effectLst/>
                <a:latin typeface="Times New Roman (Headings)"/>
                <a:cs typeface="Arial" panose="020B0604020202020204" pitchFamily="34" charset="0"/>
              </a:rPr>
              <a:t>hoà</a:t>
            </a:r>
            <a:r>
              <a:rPr lang="vi-VN" sz="8000" b="1" dirty="0">
                <a:effectLst/>
                <a:latin typeface="Times New Roman (Headings)"/>
                <a:cs typeface="Arial" panose="020B0604020202020204" pitchFamily="34" charset="0"/>
              </a:rPr>
              <a:t> rượu nho khiết tinh mong biến thành lễ vật tình yêu.</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29715537"/>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EA5B3-5DD2-940E-62E4-418F571CB4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0B4CCC-60AD-202C-FCCB-B211B0BE2F9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 Xin Cha thương chấp nhận của lễ kính dâng Cha với cả tâm tình.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15462100"/>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C9441-A82E-0E2D-E5B5-4C21572B96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B92E35-E575-EEC5-679A-E6C9F1FB510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Dẫu đau thương nguy khó trong đời bao ưu tư phủ đầy cuộc sống.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414914387"/>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30EC2-CEE6-7ED4-B115-2A183FEC40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F762F2-625A-EDF9-E26D-EEA28FEA3F7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Xin dâng lên như một hy lễ mong được liên kết ân thiêng máu hồng.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69232604"/>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55C07-57C4-4E42-F05D-7F59E198BA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8A0A37-A84F-6764-13E4-0B11E3319EF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Hãy giúp con kiên vững tin yêu sống yên vui bước trọn cuộc đời.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84645559"/>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6BF8A-6D94-DE04-CB2D-1AE6B4D646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3D3405-6D24-D75D-3453-F8E47BD142E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2. </a:t>
            </a:r>
            <a:r>
              <a:rPr lang="vi-VN" sz="8000" b="1" dirty="0">
                <a:effectLst/>
                <a:latin typeface="Times New Roman (Headings)"/>
                <a:cs typeface="Arial" panose="020B0604020202020204" pitchFamily="34" charset="0"/>
              </a:rPr>
              <a:t>Những tháng ngày đời con mau qua nhiều vương vấn ưu tư </a:t>
            </a:r>
            <a:r>
              <a:rPr lang="vi-VN" sz="8000" b="1" dirty="0" err="1">
                <a:effectLst/>
                <a:latin typeface="Times New Roman (Headings)"/>
                <a:cs typeface="Arial" panose="020B0604020202020204" pitchFamily="34" charset="0"/>
              </a:rPr>
              <a:t>xoá</a:t>
            </a:r>
            <a:r>
              <a:rPr lang="vi-VN" sz="8000" b="1" dirty="0">
                <a:effectLst/>
                <a:latin typeface="Times New Roman (Headings)"/>
                <a:cs typeface="Arial" panose="020B0604020202020204" pitchFamily="34" charset="0"/>
              </a:rPr>
              <a:t> </a:t>
            </a:r>
            <a:r>
              <a:rPr lang="vi-VN" sz="8000" b="1" dirty="0" err="1">
                <a:effectLst/>
                <a:latin typeface="Times New Roman (Headings)"/>
                <a:cs typeface="Arial" panose="020B0604020202020204" pitchFamily="34" charset="0"/>
              </a:rPr>
              <a:t>nhoà</a:t>
            </a:r>
            <a:r>
              <a:rPr lang="vi-VN" sz="8000" b="1" dirty="0">
                <a:effectLst/>
                <a:latin typeface="Times New Roman (Headings)"/>
                <a:cs typeface="Arial" panose="020B0604020202020204" pitchFamily="34" charset="0"/>
              </a:rPr>
              <a: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099388060"/>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FC564-5AE5-D18D-981E-582F51AF30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923611-410C-4321-AE32-8051032740B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Nỗi oan trường đè nặng tâm can xin tiến Ngài chút tình đau thương.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14096128"/>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00588-F342-B682-784F-75D7792256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3EEDA5-7C93-5486-88EE-43FA76CB063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 Xin Cha thương chấp nhận của lễ kính dâng Cha với cả tâm tình.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266110330"/>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CF05B-04E4-EE3A-2355-782E1F7E39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E83E2A-59D9-FCA3-C573-B66C1EE5FB7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Dẫu đau thương nguy khó trong đời bao ưu tư phủ đầy cuộc sống.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87356129"/>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59379-BC0D-B43F-24EA-EBB09B9CF3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88DC32-0B80-E5D2-61C9-55AA7C24A54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Xin dâng lên như một hy lễ mong được liên kết ân thiêng máu hồng.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531478721"/>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9D1C8-D986-489F-7044-2DE481459B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35CFD8-ED74-80B7-C624-AFFC4FEB040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Hãy giúp con kiên vững tin yêu sống yên vui bước trọn cuộc đời.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52275902"/>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B994ABC7-775D-CA07-B81C-725F8933C8CE}"/>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4E1D445A-386C-3DAD-DD7D-BB60A3DD595F}"/>
              </a:ext>
            </a:extLst>
          </p:cNvPr>
          <p:cNvSpPr txBox="1"/>
          <p:nvPr/>
        </p:nvSpPr>
        <p:spPr>
          <a:xfrm>
            <a:off x="0" y="2941625"/>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VI PHỤC SINH</a:t>
            </a:r>
          </a:p>
        </p:txBody>
      </p:sp>
      <p:sp>
        <p:nvSpPr>
          <p:cNvPr id="14" name="TextBox 13">
            <a:extLst>
              <a:ext uri="{FF2B5EF4-FFF2-40B4-BE49-F238E27FC236}">
                <a16:creationId xmlns:a16="http://schemas.microsoft.com/office/drawing/2014/main" id="{1E2B925E-4D98-0170-6137-8B5274FD7F85}"/>
              </a:ext>
            </a:extLst>
          </p:cNvPr>
          <p:cNvSpPr txBox="1"/>
          <p:nvPr/>
        </p:nvSpPr>
        <p:spPr>
          <a:xfrm>
            <a:off x="2288" y="3838567"/>
            <a:ext cx="9141712" cy="1303460"/>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fontScale="92500"/>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"Thánh Thần sẽ nhắc nhở cho các con tất cả những gì Thầy đã nói với các con"</a:t>
            </a:r>
            <a:endParaRPr lang="en-US" dirty="0"/>
          </a:p>
        </p:txBody>
      </p:sp>
    </p:spTree>
    <p:extLst>
      <p:ext uri="{BB962C8B-B14F-4D97-AF65-F5344CB8AC3E}">
        <p14:creationId xmlns:p14="http://schemas.microsoft.com/office/powerpoint/2010/main" val="54632895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4F280-FF26-9138-4B7F-5C303F1FC2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B77C9F-A119-EDAC-0E2E-96441D990493}"/>
              </a:ext>
            </a:extLst>
          </p:cNvPr>
          <p:cNvSpPr>
            <a:spLocks noGrp="1"/>
          </p:cNvSpPr>
          <p:nvPr>
            <p:ph type="ctrTitle"/>
          </p:nvPr>
        </p:nvSpPr>
        <p:spPr>
          <a:xfrm>
            <a:off x="0" y="581891"/>
            <a:ext cx="9144000" cy="4561608"/>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Chúa </a:t>
            </a:r>
            <a:r>
              <a:rPr lang="en-US" sz="8000" b="1" dirty="0" err="1">
                <a:effectLst/>
                <a:latin typeface="Times New Roman (Headings)"/>
                <a:cs typeface="Arial" panose="020B0604020202020204" pitchFamily="34" charset="0"/>
              </a:rPr>
              <a:t>nói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Nếu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anh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em</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yêu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mến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Thầy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anh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em</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sẽ</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giữ</a:t>
            </a:r>
            <a:r>
              <a:rPr lang="en-US" sz="8000" b="1" dirty="0">
                <a:effectLst/>
                <a:latin typeface="Times New Roman (Headings)"/>
                <a:cs typeface="Arial" panose="020B0604020202020204" pitchFamily="34" charset="0"/>
              </a:rPr>
              <a:t> các</a:t>
            </a:r>
          </a:p>
        </p:txBody>
      </p:sp>
      <p:sp>
        <p:nvSpPr>
          <p:cNvPr id="4" name="Tiêu đề 1">
            <a:extLst>
              <a:ext uri="{FF2B5EF4-FFF2-40B4-BE49-F238E27FC236}">
                <a16:creationId xmlns:a16="http://schemas.microsoft.com/office/drawing/2014/main" id="{8C5235BF-D022-ED71-E4FF-60D98E59BB26}"/>
              </a:ext>
            </a:extLst>
          </p:cNvPr>
          <p:cNvSpPr txBox="1">
            <a:spLocks/>
          </p:cNvSpPr>
          <p:nvPr/>
        </p:nvSpPr>
        <p:spPr>
          <a:xfrm>
            <a:off x="0" y="106681"/>
            <a:ext cx="9144000" cy="514350"/>
          </a:xfrm>
          <a:prstGeom prst="rect">
            <a:avLst/>
          </a:prstGeom>
          <a:solidFill>
            <a:schemeClr val="bg1"/>
          </a:solid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vi-VN" sz="3600" b="1" dirty="0">
                <a:solidFill>
                  <a:srgbClr val="FF0000"/>
                </a:solidFill>
                <a:latin typeface="Times New Roman" panose="02020603050405020304" pitchFamily="18" charset="0"/>
                <a:cs typeface="Times New Roman" panose="02020603050405020304" pitchFamily="18" charset="0"/>
              </a:rPr>
              <a:t>CA HIỆP LỄ</a:t>
            </a:r>
            <a:endParaRPr lang="vi-VN" sz="36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4713178"/>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09319-23A3-83FC-8519-1F583F6892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EB2DFA-7AD1-72B7-F8D1-28C9A42C37B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latin typeface="Times New Roman (Headings)"/>
                <a:cs typeface="Arial" panose="020B0604020202020204" pitchFamily="34" charset="0"/>
              </a:rPr>
              <a:t>điều</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răng</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của</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Thầy</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Thầy</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sẽ</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xin</a:t>
            </a:r>
            <a:r>
              <a:rPr lang="en-US" sz="8000" b="1" dirty="0">
                <a:latin typeface="Times New Roman (Headings)"/>
                <a:cs typeface="Arial" panose="020B0604020202020204" pitchFamily="34" charset="0"/>
              </a:rPr>
              <a:t> Chúa Cha </a:t>
            </a:r>
            <a:r>
              <a:rPr lang="en-US" sz="8000" b="1" dirty="0" err="1">
                <a:latin typeface="Times New Roman (Headings)"/>
                <a:cs typeface="Arial" panose="020B0604020202020204" pitchFamily="34" charset="0"/>
              </a:rPr>
              <a:t>và</a:t>
            </a:r>
            <a:r>
              <a:rPr lang="en-US" sz="8000" b="1" dirty="0">
                <a:latin typeface="Times New Roman (Headings)"/>
                <a:cs typeface="Arial" panose="020B0604020202020204" pitchFamily="34" charset="0"/>
              </a:rPr>
              <a:t> Người </a:t>
            </a:r>
            <a:r>
              <a:rPr lang="en-US" sz="8000" b="1" dirty="0" err="1">
                <a:latin typeface="Times New Roman (Headings)"/>
                <a:cs typeface="Arial" panose="020B0604020202020204" pitchFamily="34" charset="0"/>
              </a:rPr>
              <a:t>sẽ</a:t>
            </a:r>
            <a:r>
              <a:rPr lang="en-US" sz="8000" b="1" dirty="0">
                <a:latin typeface="Times New Roman (Headings)"/>
                <a:cs typeface="Arial" panose="020B0604020202020204" pitchFamily="34" charset="0"/>
              </a:rPr>
              <a:t> ban </a:t>
            </a:r>
            <a:r>
              <a:rPr lang="en-US" sz="8000" b="1" dirty="0" err="1">
                <a:latin typeface="Times New Roman (Headings)"/>
                <a:cs typeface="Arial" panose="020B0604020202020204" pitchFamily="34" charset="0"/>
              </a:rPr>
              <a:t>cho</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anh</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em</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769141305"/>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E57D8-0F25-5058-D65D-D7E6F2F628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D8DE02-0C24-15DA-886D-C85FEA70033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Đấng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bàu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chữa</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khác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với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anh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em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mãi</a:t>
            </a:r>
            <a:r>
              <a:rPr lang="en-US" sz="8800" b="1" dirty="0">
                <a:effectLst/>
                <a:latin typeface="Times New Roman (Headings)"/>
                <a:cs typeface="Arial" panose="020B0604020202020204" pitchFamily="34" charset="0"/>
              </a:rPr>
              <a:t>. </a:t>
            </a:r>
            <a:r>
              <a:rPr lang="it-IT" sz="8800" b="1" dirty="0">
                <a:effectLst/>
                <a:latin typeface="Times New Roman (Headings)"/>
                <a:cs typeface="Arial" panose="020B0604020202020204" pitchFamily="34" charset="0"/>
              </a:rPr>
              <a:t>Alleluia!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876530234"/>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E4DE2-34A5-08DC-EE9F-81E7D3E6DF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FDB3A8-DE97-523E-CDF9-73FD6027112F}"/>
              </a:ext>
            </a:extLst>
          </p:cNvPr>
          <p:cNvSpPr>
            <a:spLocks noGrp="1"/>
          </p:cNvSpPr>
          <p:nvPr>
            <p:ph type="ctrTitle"/>
          </p:nvPr>
        </p:nvSpPr>
        <p:spPr>
          <a:xfrm>
            <a:off x="647700" y="781020"/>
            <a:ext cx="7848600" cy="2958006"/>
          </a:xfrm>
        </p:spPr>
        <p:txBody>
          <a:bodyPr lIns="91440" tIns="0" rIns="91440" bIns="0" anchor="b">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SỰ</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SỐNG</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MỚI</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Thái Nguyên)</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17007536"/>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2AFCE-7081-F071-261D-4E469B7101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FDB8AF-DBC1-FC77-9BEB-926C6D7AF5D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000" b="1" dirty="0" err="1">
                <a:effectLst/>
                <a:latin typeface="Times New Roman (Headings)"/>
                <a:cs typeface="Arial" panose="020B0604020202020204" pitchFamily="34" charset="0"/>
              </a:rPr>
              <a:t>ĐK</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Lạy</a:t>
            </a:r>
            <a:r>
              <a:rPr lang="en-US" sz="7000" b="1" dirty="0">
                <a:effectLst/>
                <a:latin typeface="Times New Roman (Headings)"/>
                <a:cs typeface="Arial" panose="020B0604020202020204" pitchFamily="34" charset="0"/>
              </a:rPr>
              <a:t> Chúa </a:t>
            </a:r>
            <a:r>
              <a:rPr lang="en-US" sz="7000" b="1" dirty="0" err="1">
                <a:effectLst/>
                <a:latin typeface="Times New Roman (Headings)"/>
                <a:cs typeface="Arial" panose="020B0604020202020204" pitchFamily="34" charset="0"/>
              </a:rPr>
              <a:t>Giêsu</a:t>
            </a:r>
            <a:r>
              <a:rPr lang="en-US" sz="7000" b="1" dirty="0">
                <a:effectLst/>
                <a:latin typeface="Times New Roman (Headings)"/>
                <a:cs typeface="Arial" panose="020B0604020202020204" pitchFamily="34" charset="0"/>
              </a:rPr>
              <a:t> Phục Sinh </a:t>
            </a:r>
            <a:r>
              <a:rPr lang="en-US" sz="7000" b="1" dirty="0" err="1">
                <a:effectLst/>
                <a:latin typeface="Times New Roman (Headings)"/>
                <a:cs typeface="Arial" panose="020B0604020202020204" pitchFamily="34" charset="0"/>
              </a:rPr>
              <a:t>xin</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Ngài</a:t>
            </a:r>
            <a:r>
              <a:rPr lang="en-US" sz="7000" b="1" dirty="0">
                <a:effectLst/>
                <a:latin typeface="Times New Roman (Headings)"/>
                <a:cs typeface="Arial" panose="020B0604020202020204" pitchFamily="34" charset="0"/>
              </a:rPr>
              <a:t> ban </a:t>
            </a:r>
            <a:r>
              <a:rPr lang="en-US" sz="7000" b="1" dirty="0" err="1">
                <a:effectLst/>
                <a:latin typeface="Times New Roman (Headings)"/>
                <a:cs typeface="Arial" panose="020B0604020202020204" pitchFamily="34" charset="0"/>
              </a:rPr>
              <a:t>cho</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chúng</a:t>
            </a:r>
            <a:r>
              <a:rPr lang="en-US" sz="7000" b="1" dirty="0">
                <a:effectLst/>
                <a:latin typeface="Times New Roman (Headings)"/>
                <a:cs typeface="Arial" panose="020B0604020202020204" pitchFamily="34" charset="0"/>
              </a:rPr>
              <a:t> con </a:t>
            </a:r>
            <a:r>
              <a:rPr lang="en-US" sz="7000" b="1" dirty="0" err="1">
                <a:effectLst/>
                <a:latin typeface="Times New Roman (Headings)"/>
                <a:cs typeface="Arial" panose="020B0604020202020204" pitchFamily="34" charset="0"/>
              </a:rPr>
              <a:t>sự</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sống</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của</a:t>
            </a:r>
            <a:r>
              <a:rPr lang="en-US" sz="70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1342301587"/>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C7968-90D6-6E32-08BC-6E72380C8E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8D316F-A5C4-5028-8C09-44F506762A7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000" b="1" dirty="0">
                <a:effectLst/>
                <a:latin typeface="Times New Roman (Headings)"/>
                <a:cs typeface="Arial" panose="020B0604020202020204" pitchFamily="34" charset="0"/>
              </a:rPr>
              <a:t>Sự sống làm đời con mãi xanh tươi, làm đời con mãi an vui, cho dầu có những thương đau</a:t>
            </a:r>
            <a:r>
              <a:rPr lang="en-US" sz="7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318107990"/>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D68B6-0F8F-F2E1-C5BE-E8FEB8FB3E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0A5446-B67E-DF78-CE39-A31642FEAE0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1. Xin ban </a:t>
            </a:r>
            <a:r>
              <a:rPr lang="en-US" sz="8000" b="1" dirty="0" err="1">
                <a:effectLst/>
                <a:latin typeface="Times New Roman (Headings)"/>
                <a:cs typeface="Arial" panose="020B0604020202020204" pitchFamily="34" charset="0"/>
              </a:rPr>
              <a:t>cho</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bình</a:t>
            </a:r>
            <a:r>
              <a:rPr lang="en-US" sz="8000" b="1" dirty="0">
                <a:effectLst/>
                <a:latin typeface="Times New Roman (Headings)"/>
                <a:cs typeface="Arial" panose="020B0604020202020204" pitchFamily="34" charset="0"/>
              </a:rPr>
              <a:t> an </a:t>
            </a:r>
            <a:r>
              <a:rPr lang="en-US" sz="8000" b="1" dirty="0" err="1">
                <a:effectLst/>
                <a:latin typeface="Times New Roman (Headings)"/>
                <a:cs typeface="Arial" panose="020B0604020202020204" pitchFamily="34" charset="0"/>
              </a:rPr>
              <a:t>của</a:t>
            </a:r>
            <a:r>
              <a:rPr lang="en-US" sz="8000" b="1" dirty="0">
                <a:effectLst/>
                <a:latin typeface="Times New Roman (Headings)"/>
                <a:cs typeface="Arial" panose="020B0604020202020204" pitchFamily="34" charset="0"/>
              </a:rPr>
              <a:t> Chúa. Bình an </a:t>
            </a:r>
            <a:r>
              <a:rPr lang="en-US" sz="8000" b="1" dirty="0" err="1">
                <a:effectLst/>
                <a:latin typeface="Times New Roman (Headings)"/>
                <a:cs typeface="Arial" panose="020B0604020202020204" pitchFamily="34" charset="0"/>
              </a:rPr>
              <a:t>làm</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vững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tâm</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14974096"/>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E70F8-DA9D-B2B9-5DC7-10A6612AD5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ACCF1F-ECA1-22C6-D48D-E0C6F69DC30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giữa bao sóng gió cuộc đời, giữa bao giăng mắc lòng người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1678839"/>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FD6C4-03A2-71BF-9AE8-09A8A6EE6F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48E4F8-3608-DAF3-E16A-B1422C22FCE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nhưng lòng tin mến không vơi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50448886"/>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C7C36-FA69-8871-7BAD-02FF73AE8E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6B91D3-49B5-BB4F-BA4D-F3D845B9E4C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000" b="1" dirty="0" err="1">
                <a:effectLst/>
                <a:latin typeface="Times New Roman (Headings)"/>
                <a:cs typeface="Arial" panose="020B0604020202020204" pitchFamily="34" charset="0"/>
              </a:rPr>
              <a:t>ĐK</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Lạy</a:t>
            </a:r>
            <a:r>
              <a:rPr lang="en-US" sz="7000" b="1" dirty="0">
                <a:effectLst/>
                <a:latin typeface="Times New Roman (Headings)"/>
                <a:cs typeface="Arial" panose="020B0604020202020204" pitchFamily="34" charset="0"/>
              </a:rPr>
              <a:t> Chúa </a:t>
            </a:r>
            <a:r>
              <a:rPr lang="en-US" sz="7000" b="1" dirty="0" err="1">
                <a:effectLst/>
                <a:latin typeface="Times New Roman (Headings)"/>
                <a:cs typeface="Arial" panose="020B0604020202020204" pitchFamily="34" charset="0"/>
              </a:rPr>
              <a:t>Giêsu</a:t>
            </a:r>
            <a:r>
              <a:rPr lang="en-US" sz="7000" b="1" dirty="0">
                <a:effectLst/>
                <a:latin typeface="Times New Roman (Headings)"/>
                <a:cs typeface="Arial" panose="020B0604020202020204" pitchFamily="34" charset="0"/>
              </a:rPr>
              <a:t> Phục Sinh </a:t>
            </a:r>
            <a:r>
              <a:rPr lang="en-US" sz="7000" b="1" dirty="0" err="1">
                <a:effectLst/>
                <a:latin typeface="Times New Roman (Headings)"/>
                <a:cs typeface="Arial" panose="020B0604020202020204" pitchFamily="34" charset="0"/>
              </a:rPr>
              <a:t>xin</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Ngài</a:t>
            </a:r>
            <a:r>
              <a:rPr lang="en-US" sz="7000" b="1" dirty="0">
                <a:effectLst/>
                <a:latin typeface="Times New Roman (Headings)"/>
                <a:cs typeface="Arial" panose="020B0604020202020204" pitchFamily="34" charset="0"/>
              </a:rPr>
              <a:t> ban </a:t>
            </a:r>
            <a:r>
              <a:rPr lang="en-US" sz="7000" b="1" dirty="0" err="1">
                <a:effectLst/>
                <a:latin typeface="Times New Roman (Headings)"/>
                <a:cs typeface="Arial" panose="020B0604020202020204" pitchFamily="34" charset="0"/>
              </a:rPr>
              <a:t>cho</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chúng</a:t>
            </a:r>
            <a:r>
              <a:rPr lang="en-US" sz="7000" b="1" dirty="0">
                <a:effectLst/>
                <a:latin typeface="Times New Roman (Headings)"/>
                <a:cs typeface="Arial" panose="020B0604020202020204" pitchFamily="34" charset="0"/>
              </a:rPr>
              <a:t> con </a:t>
            </a:r>
            <a:r>
              <a:rPr lang="en-US" sz="7000" b="1" dirty="0" err="1">
                <a:effectLst/>
                <a:latin typeface="Times New Roman (Headings)"/>
                <a:cs typeface="Arial" panose="020B0604020202020204" pitchFamily="34" charset="0"/>
              </a:rPr>
              <a:t>sự</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sống</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của</a:t>
            </a:r>
            <a:r>
              <a:rPr lang="en-US" sz="70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3119917592"/>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B50FA-5A61-AC61-6357-B32AFE0980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873F86-8C96-A182-271E-EB802B60EF3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000" b="1" dirty="0">
                <a:effectLst/>
                <a:latin typeface="Times New Roman (Headings)"/>
                <a:cs typeface="Arial" panose="020B0604020202020204" pitchFamily="34" charset="0"/>
              </a:rPr>
              <a:t>Sự sống làm đời con mãi xanh tươi, làm đời con mãi an vui, cho dầu có những thương đau</a:t>
            </a:r>
            <a:r>
              <a:rPr lang="en-US" sz="7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95751600"/>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938F4-09C8-A635-544C-173A23E0F9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7ABE0B-EDB9-10FC-B53C-758D9D0DD7C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a:latin typeface="Times New Roman (Headings)"/>
                <a:cs typeface="Arial" panose="020B0604020202020204" pitchFamily="34" charset="0"/>
              </a:rPr>
              <a:t>2</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Xin ban cho con niềm vui của Chúa, niềm vui làm con nở tươi giữa bao</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92703815"/>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CEBF9-615C-0E52-06A1-98C0A19D64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EED921-FDF0-6472-CE8E-B9C7FEB92D9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khốn khó buồn phiền, giữa bao cay đắng nhọc nhằn,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22112479"/>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BD472-C939-C45D-E4F3-00CE5EB257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95A327-0008-B1CE-A9CD-07CA9C686A7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 nhưng lòng không oán không than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817776402"/>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26300-1FC1-227B-69EF-774484F9C2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9564CC-DC9D-277A-302F-E9097DFB664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000" b="1" dirty="0" err="1">
                <a:effectLst/>
                <a:latin typeface="Times New Roman (Headings)"/>
                <a:cs typeface="Arial" panose="020B0604020202020204" pitchFamily="34" charset="0"/>
              </a:rPr>
              <a:t>ĐK</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Lạy</a:t>
            </a:r>
            <a:r>
              <a:rPr lang="en-US" sz="7000" b="1" dirty="0">
                <a:effectLst/>
                <a:latin typeface="Times New Roman (Headings)"/>
                <a:cs typeface="Arial" panose="020B0604020202020204" pitchFamily="34" charset="0"/>
              </a:rPr>
              <a:t> Chúa </a:t>
            </a:r>
            <a:r>
              <a:rPr lang="en-US" sz="7000" b="1" dirty="0" err="1">
                <a:effectLst/>
                <a:latin typeface="Times New Roman (Headings)"/>
                <a:cs typeface="Arial" panose="020B0604020202020204" pitchFamily="34" charset="0"/>
              </a:rPr>
              <a:t>Giêsu</a:t>
            </a:r>
            <a:r>
              <a:rPr lang="en-US" sz="7000" b="1" dirty="0">
                <a:effectLst/>
                <a:latin typeface="Times New Roman (Headings)"/>
                <a:cs typeface="Arial" panose="020B0604020202020204" pitchFamily="34" charset="0"/>
              </a:rPr>
              <a:t> Phục Sinh </a:t>
            </a:r>
            <a:r>
              <a:rPr lang="en-US" sz="7000" b="1" dirty="0" err="1">
                <a:effectLst/>
                <a:latin typeface="Times New Roman (Headings)"/>
                <a:cs typeface="Arial" panose="020B0604020202020204" pitchFamily="34" charset="0"/>
              </a:rPr>
              <a:t>xin</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Ngài</a:t>
            </a:r>
            <a:r>
              <a:rPr lang="en-US" sz="7000" b="1" dirty="0">
                <a:effectLst/>
                <a:latin typeface="Times New Roman (Headings)"/>
                <a:cs typeface="Arial" panose="020B0604020202020204" pitchFamily="34" charset="0"/>
              </a:rPr>
              <a:t> ban </a:t>
            </a:r>
            <a:r>
              <a:rPr lang="en-US" sz="7000" b="1" dirty="0" err="1">
                <a:effectLst/>
                <a:latin typeface="Times New Roman (Headings)"/>
                <a:cs typeface="Arial" panose="020B0604020202020204" pitchFamily="34" charset="0"/>
              </a:rPr>
              <a:t>cho</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chúng</a:t>
            </a:r>
            <a:r>
              <a:rPr lang="en-US" sz="7000" b="1" dirty="0">
                <a:effectLst/>
                <a:latin typeface="Times New Roman (Headings)"/>
                <a:cs typeface="Arial" panose="020B0604020202020204" pitchFamily="34" charset="0"/>
              </a:rPr>
              <a:t> con </a:t>
            </a:r>
            <a:r>
              <a:rPr lang="en-US" sz="7000" b="1" dirty="0" err="1">
                <a:effectLst/>
                <a:latin typeface="Times New Roman (Headings)"/>
                <a:cs typeface="Arial" panose="020B0604020202020204" pitchFamily="34" charset="0"/>
              </a:rPr>
              <a:t>sự</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sống</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của</a:t>
            </a:r>
            <a:r>
              <a:rPr lang="en-US" sz="70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3048331714"/>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40A37-A4D1-89CA-66C2-3107E4A48E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244FE3-F472-9CEA-E878-E5EF2A3CD82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000" b="1" dirty="0">
                <a:effectLst/>
                <a:latin typeface="Times New Roman (Headings)"/>
                <a:cs typeface="Arial" panose="020B0604020202020204" pitchFamily="34" charset="0"/>
              </a:rPr>
              <a:t>Sự sống làm đời con mãi xanh tươi, làm đời con mãi an vui, cho dầu có những thương đau</a:t>
            </a:r>
            <a:r>
              <a:rPr lang="en-US" sz="7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250027563"/>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B74FB-0875-088C-0AB8-8B03390D21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01154D-8B22-6D4C-25BE-1413993D542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a:latin typeface="Times New Roman (Headings)"/>
                <a:cs typeface="Arial" panose="020B0604020202020204" pitchFamily="34" charset="0"/>
              </a:rPr>
              <a:t>3</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Xin ban cho con Thần Linh của Chúa, Thần Linh làm tươi mới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725030250"/>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6F600-3A5C-97F1-DA87-DF3BF963CA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306E1B-0AE9-644E-28FC-936F79FD0CE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cs typeface="Arial" panose="020B0604020202020204" pitchFamily="34" charset="0"/>
              </a:rPr>
              <a:t>con sống theo ý Chúa hằng ngày, cháy lên lửa mến nhiệt tình lên đường loan báo tin vui</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92199728"/>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B3794-E5BF-7A15-1516-7C52A42E67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E66C21-29AE-B93D-B85A-536615BB7E5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000" b="1" dirty="0" err="1">
                <a:effectLst/>
                <a:latin typeface="Times New Roman (Headings)"/>
                <a:cs typeface="Arial" panose="020B0604020202020204" pitchFamily="34" charset="0"/>
              </a:rPr>
              <a:t>ĐK</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Lạy</a:t>
            </a:r>
            <a:r>
              <a:rPr lang="en-US" sz="7000" b="1" dirty="0">
                <a:effectLst/>
                <a:latin typeface="Times New Roman (Headings)"/>
                <a:cs typeface="Arial" panose="020B0604020202020204" pitchFamily="34" charset="0"/>
              </a:rPr>
              <a:t> Chúa </a:t>
            </a:r>
            <a:r>
              <a:rPr lang="en-US" sz="7000" b="1" dirty="0" err="1">
                <a:effectLst/>
                <a:latin typeface="Times New Roman (Headings)"/>
                <a:cs typeface="Arial" panose="020B0604020202020204" pitchFamily="34" charset="0"/>
              </a:rPr>
              <a:t>Giêsu</a:t>
            </a:r>
            <a:r>
              <a:rPr lang="en-US" sz="7000" b="1" dirty="0">
                <a:effectLst/>
                <a:latin typeface="Times New Roman (Headings)"/>
                <a:cs typeface="Arial" panose="020B0604020202020204" pitchFamily="34" charset="0"/>
              </a:rPr>
              <a:t> Phục Sinh </a:t>
            </a:r>
            <a:r>
              <a:rPr lang="en-US" sz="7000" b="1" dirty="0" err="1">
                <a:effectLst/>
                <a:latin typeface="Times New Roman (Headings)"/>
                <a:cs typeface="Arial" panose="020B0604020202020204" pitchFamily="34" charset="0"/>
              </a:rPr>
              <a:t>xin</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Ngài</a:t>
            </a:r>
            <a:r>
              <a:rPr lang="en-US" sz="7000" b="1" dirty="0">
                <a:effectLst/>
                <a:latin typeface="Times New Roman (Headings)"/>
                <a:cs typeface="Arial" panose="020B0604020202020204" pitchFamily="34" charset="0"/>
              </a:rPr>
              <a:t> ban </a:t>
            </a:r>
            <a:r>
              <a:rPr lang="en-US" sz="7000" b="1" dirty="0" err="1">
                <a:effectLst/>
                <a:latin typeface="Times New Roman (Headings)"/>
                <a:cs typeface="Arial" panose="020B0604020202020204" pitchFamily="34" charset="0"/>
              </a:rPr>
              <a:t>cho</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chúng</a:t>
            </a:r>
            <a:r>
              <a:rPr lang="en-US" sz="7000" b="1" dirty="0">
                <a:effectLst/>
                <a:latin typeface="Times New Roman (Headings)"/>
                <a:cs typeface="Arial" panose="020B0604020202020204" pitchFamily="34" charset="0"/>
              </a:rPr>
              <a:t> con </a:t>
            </a:r>
            <a:r>
              <a:rPr lang="en-US" sz="7000" b="1" dirty="0" err="1">
                <a:effectLst/>
                <a:latin typeface="Times New Roman (Headings)"/>
                <a:cs typeface="Arial" panose="020B0604020202020204" pitchFamily="34" charset="0"/>
              </a:rPr>
              <a:t>sự</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sống</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của</a:t>
            </a:r>
            <a:r>
              <a:rPr lang="en-US" sz="70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1554345375"/>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FB9EB-033D-6241-7F98-78C3438F8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34143-7999-B8BA-EAE7-23DD7306CBB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000" b="1" dirty="0">
                <a:effectLst/>
                <a:latin typeface="Times New Roman (Headings)"/>
                <a:cs typeface="Arial" panose="020B0604020202020204" pitchFamily="34" charset="0"/>
              </a:rPr>
              <a:t>Sự sống làm đời con mãi xanh tươi, làm đời con mãi an vui, cho dầu có những thương đau</a:t>
            </a:r>
            <a:r>
              <a:rPr lang="en-US" sz="7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140776158"/>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C046D98F-173F-17A1-EE59-D2389D6CF15D}"/>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5FCEBA5F-A87A-DFD8-873B-C8D828EC2910}"/>
              </a:ext>
            </a:extLst>
          </p:cNvPr>
          <p:cNvSpPr txBox="1"/>
          <p:nvPr/>
        </p:nvSpPr>
        <p:spPr>
          <a:xfrm>
            <a:off x="0" y="2941625"/>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VI PHỤC SINH</a:t>
            </a:r>
          </a:p>
        </p:txBody>
      </p:sp>
      <p:sp>
        <p:nvSpPr>
          <p:cNvPr id="14" name="TextBox 13">
            <a:extLst>
              <a:ext uri="{FF2B5EF4-FFF2-40B4-BE49-F238E27FC236}">
                <a16:creationId xmlns:a16="http://schemas.microsoft.com/office/drawing/2014/main" id="{186EE120-A7CD-9326-88AE-92410DD20F78}"/>
              </a:ext>
            </a:extLst>
          </p:cNvPr>
          <p:cNvSpPr txBox="1"/>
          <p:nvPr/>
        </p:nvSpPr>
        <p:spPr>
          <a:xfrm>
            <a:off x="2288" y="3838567"/>
            <a:ext cx="9141712" cy="1303460"/>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fontScale="92500"/>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"Thánh Thần sẽ nhắc nhở cho các con tất cả những gì Thầy đã nói với các con"</a:t>
            </a:r>
            <a:endParaRPr lang="en-US" dirty="0"/>
          </a:p>
        </p:txBody>
      </p:sp>
    </p:spTree>
    <p:extLst>
      <p:ext uri="{BB962C8B-B14F-4D97-AF65-F5344CB8AC3E}">
        <p14:creationId xmlns:p14="http://schemas.microsoft.com/office/powerpoint/2010/main" val="77784280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40AC1-1078-A17A-A7F5-06C16C82F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5C7E0-AD08-9DB0-D243-A28F8F7A3746}"/>
              </a:ext>
            </a:extLst>
          </p:cNvPr>
          <p:cNvSpPr>
            <a:spLocks noGrp="1"/>
          </p:cNvSpPr>
          <p:nvPr>
            <p:ph type="ctrTitle"/>
          </p:nvPr>
        </p:nvSpPr>
        <p:spPr>
          <a:xfrm>
            <a:off x="647700" y="1117039"/>
            <a:ext cx="7848600" cy="2909422"/>
          </a:xfrm>
        </p:spPr>
        <p:txBody>
          <a:bodyPr lIns="91440" tIns="0" rIns="91440" bIns="0" anchor="b">
            <a:normAutofit fontScale="90000"/>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KẾT</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MÙA</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HOA</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ĐẸP</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TƯƠI</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ĐÃ</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VỀ</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rầm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Hương</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157675428"/>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65D3E-6024-C05B-C588-C3F3A4075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48F62-0FBE-07B6-A99E-FBC1BF1D573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latin typeface="Times New Roman (Headings)"/>
                <a:cs typeface="Arial" panose="020B0604020202020204" pitchFamily="34" charset="0"/>
              </a:rPr>
              <a:t>ĐK</a:t>
            </a:r>
            <a:r>
              <a:rPr lang="en-US" sz="8800" b="1" dirty="0">
                <a:latin typeface="Times New Roman (Headings)"/>
                <a:cs typeface="Arial" panose="020B0604020202020204" pitchFamily="34" charset="0"/>
              </a:rPr>
              <a:t>: </a:t>
            </a:r>
            <a:r>
              <a:rPr lang="vi-VN" sz="8800" b="1" dirty="0">
                <a:latin typeface="Times New Roman (Headings)"/>
                <a:cs typeface="Arial" panose="020B0604020202020204" pitchFamily="34" charset="0"/>
              </a:rPr>
              <a:t>Mùa Hoa đẹp tươi đã về đây Mùa Hoa tình yêu đang bừng nở.</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34649438"/>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ABFFB-6B52-48AE-6162-2C8F7C8CE7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844FCD-BA0B-57A3-DCDC-4DAE018CEDA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latin typeface="Times New Roman (Headings)"/>
                <a:cs typeface="Arial" panose="020B0604020202020204" pitchFamily="34" charset="0"/>
              </a:rPr>
              <a:t>Những cánh hoa hương thơm đậm đà, như tiếng ca ru êm mặn mà, </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997881582"/>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325AF-E230-5E6E-265A-2B367CBFC7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4EA2C6-AA03-CC03-E4F7-1FC9559BDA2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thầm dâng như khói hương tỏa bay.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753814420"/>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1A6E1-0EBE-93FD-EACC-15F02099C9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E33908-3FC6-C37D-7F4F-6FA1795DEB2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cs typeface="Arial" panose="020B0604020202020204" pitchFamily="34" charset="0"/>
              </a:rPr>
              <a:t>1. Kính dâng Mẹ hoa Hồng tươi thắm: Mầu hoa chan chứa bao tình yêu,</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31175716"/>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0A2B2-7F28-E5F8-8BB6-FB9FAA80F3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5351AC-477A-8DA2-5586-66C7681F3A5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latin typeface="Times New Roman (Headings)"/>
                <a:cs typeface="Arial" panose="020B0604020202020204" pitchFamily="34" charset="0"/>
              </a:rPr>
              <a:t>thiết tha nào hơn xin tiến dâng về Mẹ.</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151457482"/>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CE1CC-C026-C499-81BD-ADC0E5ACC1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78564D-33BC-6EBF-C211-92D0D2921E3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latin typeface="Times New Roman (Headings)"/>
                <a:cs typeface="Arial" panose="020B0604020202020204" pitchFamily="34" charset="0"/>
              </a:rPr>
              <a:t>ĐK</a:t>
            </a:r>
            <a:r>
              <a:rPr lang="en-US" sz="8800" b="1" dirty="0">
                <a:latin typeface="Times New Roman (Headings)"/>
                <a:cs typeface="Arial" panose="020B0604020202020204" pitchFamily="34" charset="0"/>
              </a:rPr>
              <a:t>: </a:t>
            </a:r>
            <a:r>
              <a:rPr lang="vi-VN" sz="8800" b="1" dirty="0">
                <a:latin typeface="Times New Roman (Headings)"/>
                <a:cs typeface="Arial" panose="020B0604020202020204" pitchFamily="34" charset="0"/>
              </a:rPr>
              <a:t>Mùa Hoa đẹp tươi đã về đây Mùa Hoa tình yêu đang bừng nở.</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076193193"/>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CF303-D015-99FE-D456-D7CF8455E4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A0D49D-8201-296D-E571-104F82A1767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latin typeface="Times New Roman (Headings)"/>
                <a:cs typeface="Arial" panose="020B0604020202020204" pitchFamily="34" charset="0"/>
              </a:rPr>
              <a:t>Những cánh hoa hương thơm đậm đà, như tiếng ca ru êm mặn mà, </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5236725"/>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DE660-077E-AFE7-2291-E6512A0569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6AF360-A793-4763-5C66-01E94276D83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thầm dâng như khói hương tỏa bay.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856310771"/>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C73BBA6B-C935-41FA-4F97-5F587A00A5D1}"/>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EF352166-9ABE-A914-06A0-BF141814DA27}"/>
              </a:ext>
            </a:extLst>
          </p:cNvPr>
          <p:cNvSpPr txBox="1"/>
          <p:nvPr/>
        </p:nvSpPr>
        <p:spPr>
          <a:xfrm>
            <a:off x="0" y="2941625"/>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VI PHỤC SINH</a:t>
            </a:r>
          </a:p>
        </p:txBody>
      </p:sp>
      <p:sp>
        <p:nvSpPr>
          <p:cNvPr id="14" name="TextBox 13">
            <a:extLst>
              <a:ext uri="{FF2B5EF4-FFF2-40B4-BE49-F238E27FC236}">
                <a16:creationId xmlns:a16="http://schemas.microsoft.com/office/drawing/2014/main" id="{8FA0B631-9E01-1F17-652C-CBCAAE7A2ED3}"/>
              </a:ext>
            </a:extLst>
          </p:cNvPr>
          <p:cNvSpPr txBox="1"/>
          <p:nvPr/>
        </p:nvSpPr>
        <p:spPr>
          <a:xfrm>
            <a:off x="2288" y="3838567"/>
            <a:ext cx="9141712" cy="1303460"/>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fontScale="92500"/>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"Thánh Thần sẽ nhắc nhở cho các con tất cả những gì Thầy đã nói với các con"</a:t>
            </a:r>
            <a:endParaRPr lang="en-US" dirty="0"/>
          </a:p>
        </p:txBody>
      </p:sp>
    </p:spTree>
    <p:extLst>
      <p:ext uri="{BB962C8B-B14F-4D97-AF65-F5344CB8AC3E}">
        <p14:creationId xmlns:p14="http://schemas.microsoft.com/office/powerpoint/2010/main" val="11910977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UTM American Sans"/>
        <a:ea typeface=""/>
        <a:cs typeface=""/>
      </a:majorFont>
      <a:minorFont>
        <a:latin typeface="UTM America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304</TotalTime>
  <Words>4597</Words>
  <Application>Microsoft Office PowerPoint</Application>
  <PresentationFormat>On-screen Show (16:9)</PresentationFormat>
  <Paragraphs>407</Paragraphs>
  <Slides>229</Slides>
  <Notes>78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229</vt:i4>
      </vt:variant>
    </vt:vector>
  </HeadingPairs>
  <TitlesOfParts>
    <vt:vector size="236" baseType="lpstr">
      <vt:lpstr>Arial</vt:lpstr>
      <vt:lpstr>Calibri</vt:lpstr>
      <vt:lpstr>Oswald</vt:lpstr>
      <vt:lpstr>Times New Roman</vt:lpstr>
      <vt:lpstr>Times New Roman (Headings)</vt:lpstr>
      <vt:lpstr>UTM American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NHẬP LỄ CA MỪNG CHÚA PHỤC SINH (Mi Trầm)</vt:lpstr>
      <vt:lpstr>ĐK: Ca mừng Chúa nay phục sinh, Người đã sống lại từ cõi chết.</vt:lpstr>
      <vt:lpstr>Đau thương nay không còn, vinh quang luôn sáng ngời vì Chúa đã phục sinh.</vt:lpstr>
      <vt:lpstr>Người đã phục sinh quang vinh, nầy trời với đất kết ước, Chúa sống lại rồi</vt:lpstr>
      <vt:lpstr>xoá hết án xưa, Chúa sống lại rồi dẫn đưa về trời. </vt:lpstr>
      <vt:lpstr>1. Người đã chiến thắng vẻ vang. Muôn dân, muôn muôn đời ngợi khen</vt:lpstr>
      <vt:lpstr>tung hô Chúa. Ta vang câu ca mừng vì Chúa đã phục sinh.</vt:lpstr>
      <vt:lpstr>ĐK: Ca mừng Chúa nay phục sinh, Người đã sống lại từ cõi chết.</vt:lpstr>
      <vt:lpstr>Đau thương nay không còn, vinh quang luôn sáng ngời vì Chúa đã phục sinh.</vt:lpstr>
      <vt:lpstr>Người đã phục sinh quang vinh, nầy trời với đất kết ước, Chúa sống lại rồi</vt:lpstr>
      <vt:lpstr>xoá hết án xưa, Chúa sống lại rồi dẫn đưa về trời. </vt:lpstr>
      <vt:lpstr>PowerPoint Presentation</vt:lpstr>
      <vt:lpstr>KINH VINH DANH</vt:lpstr>
      <vt:lpstr>và bình an dưới thế cho người thiện tâm.</vt:lpstr>
      <vt:lpstr>Chúng con ca ngợi Chúa,</vt:lpstr>
      <vt:lpstr>chúng con chúc tụng Chúa,</vt:lpstr>
      <vt:lpstr>chúng con thờ lạy Chúa,</vt:lpstr>
      <vt:lpstr>chúng con tôn vinh Chúa,</vt:lpstr>
      <vt:lpstr>chúng con cảm tạ Chúa vì vinh quang cao cả Chúa,</vt:lpstr>
      <vt:lpstr>lạy Chúa là Thiên Chúa, là Vua trên trời, là Chúa Cha toàn năng.</vt:lpstr>
      <vt:lpstr>Lạy Con một Thiên Chúa, Chúa Giêsu Kitô.</vt:lpstr>
      <vt:lpstr>Lạy Chúa là Thiên Chúa, là Chiên Thiên Chúa, là Con Ðức Chúa Cha,</vt:lpstr>
      <vt:lpstr>Chúa xóa tội trần gian, xin thương xót chúng con,</vt:lpstr>
      <vt:lpstr>Chúa xóa tội trần gian, xin nhậm lời chúng con cầu khẩn.</vt:lpstr>
      <vt:lpstr>Chúa ngự bên hữu Ðức Chúa Cha, xin thương xót chúng con.</vt:lpstr>
      <vt:lpstr>Vì lạy Chúa Giêsu Kitô, chỉ có Chúa là Ðấng Thánh,</vt:lpstr>
      <vt:lpstr>chỉ có Chúa là Chúa, chỉ có Chúa là Ðấng Tối Cao,</vt:lpstr>
      <vt:lpstr>cùng Ðức Chúa Thánh Thần trong vinh quang Ðức Chúa Cha. Amen.</vt:lpstr>
      <vt:lpstr>PowerPoint Presentation</vt:lpstr>
      <vt:lpstr>PowerPoint Presentation</vt:lpstr>
      <vt:lpstr>ĐÁP CA THÁNH VỊNH 66 (Lm. Thái Nguyên)</vt:lpstr>
      <vt:lpstr>1. Xin Chúa xót thương chúc lành cho chúng con. </vt:lpstr>
      <vt:lpstr>Xin tỏ ra ánh sáng tôn nhan Ngài, để mọi dân trên mọi nước biết đường lối</vt:lpstr>
      <vt:lpstr>của Ngài, và cho muôn thiên hạ được rõ ơn cứu độ.</vt:lpstr>
      <vt:lpstr>ĐK: Chư dân ca tụng Thiên Chúa, hân hoan trong niềm cảm mến tình thương Chúa. </vt:lpstr>
      <vt:lpstr>2. Hỡi các thế nhân khắp địa cầu hỉ hoan. Muôn ngàn dân hãy chúc khen</vt:lpstr>
      <vt:lpstr>Danh Ngài. Vì này đây Chúa đã đến cai trị khắp vũ hoàn,</vt:lpstr>
      <vt:lpstr>quản cai trong công bình theo đức công minh Ngài.</vt:lpstr>
      <vt:lpstr>ĐK: Chư dân ca tụng Thiên Chúa, hân hoan trong niềm cảm mến tình thương Chúa. </vt:lpstr>
      <vt:lpstr>PowerPoint Presentation</vt:lpstr>
      <vt:lpstr>PowerPoint Presentation</vt:lpstr>
      <vt:lpstr>Alleluia, Alleluia. Chúa phán: "Nếu ai yêu mến Thầy thì sẽ giữ lời Thầy luôn,  </vt:lpstr>
      <vt:lpstr>và Cha Thầy sẽ yêu mến người ấy, và Chúng Ta sẽ ở trong người ấy". Alleluia, Alleluia. </vt:lpstr>
      <vt:lpstr>PowerPoint Presentation</vt:lpstr>
      <vt:lpstr>Tôi tin kính một Thiên Chúa là Cha toàn năng.</vt:lpstr>
      <vt:lpstr>Đấng tạo thành trời đất muôn vật hữu hình và vô hình.</vt:lpstr>
      <vt:lpstr>Tôi tin kính một Chúa Giê-su Ki-tô Con Một Thiên Chúa,</vt:lpstr>
      <vt:lpstr>sinh bởi Đức Chúa Cha từ trước muôn đời.</vt:lpstr>
      <vt:lpstr>Người là Thiên Chúa bởi Thiên Chúa, Ánh Sáng bởi Ánh Sáng,</vt:lpstr>
      <vt:lpstr>Thiên Chúa thật bởi Thiên Chúa thật.</vt:lpstr>
      <vt:lpstr>Được sinh ra mà không phải được tạo thành đồng bản thể với Đức Chúa Cha:</vt:lpstr>
      <vt:lpstr>nhờ Người mà muôn vật được tạo thành.</vt:lpstr>
      <vt:lpstr>Vì loài người chúng ta và để cứu độ chúng ta, Người đã từ trời xuống thế.</vt:lpstr>
      <vt:lpstr>Bởi phép Đức Chúa Thánh Thần, Người đã nhập thể trong lòng Trinh Nữ Ma-ri-a, và đã làm người.</vt:lpstr>
      <vt:lpstr>Người chịu đóng đinh vào thập giá vì chúng ta,</vt:lpstr>
      <vt:lpstr>thời quan Phong-xi-ô Phi-la-tô; Người chịu khổ hình và mai táng.</vt:lpstr>
      <vt:lpstr>Ngày thứ ba Người sống lại như lời Thánh kinh.</vt:lpstr>
      <vt:lpstr>Người lên trời, ngự bên hữu Đức Chúa Cha.</vt:lpstr>
      <vt:lpstr>Và Người sẽ lại đến trong vinh quang để phán xét kẻ sống và kẻ chết,</vt:lpstr>
      <vt:lpstr>Nước Người sẽ không bao giờ cùng.</vt:lpstr>
      <vt:lpstr>Tôi tinh kính Đức Chúa Thánh Thần là Thiên Chúa, và là Đấng ban sự sống,</vt:lpstr>
      <vt:lpstr>Người bởi Đức Chúa Cha và Đức Chúa Con mà ra.</vt:lpstr>
      <vt:lpstr>Người được phụng thờ và tôn vinh cùng với Đức Chúa Cha và Đức Chúa Con</vt:lpstr>
      <vt:lpstr>Người đã dùng các Tiên tri mà phán dạy.</vt:lpstr>
      <vt:lpstr>Tôi tin Hội Thánh duy nhất, thánh thiện, công giáo và tông truyền.</vt:lpstr>
      <vt:lpstr>Tôi tuyên xưng có một Phép Rửa để tha tội.</vt:lpstr>
      <vt:lpstr>Tôi trông đợi kẻ chết sống lại và sự sống đời sau. Amen.</vt:lpstr>
      <vt:lpstr>PowerPoint Presentation</vt:lpstr>
      <vt:lpstr>DÂNG LỄ HIẾN LỄ  TÌNH YÊU (Hoài Bắc)</vt:lpstr>
      <vt:lpstr>1. Với tấm lòng thành con xin kính tựa làn khói hương bay trước toà.</vt:lpstr>
      <vt:lpstr>Tấm bánh hoà rượu nho khiết tinh mong biến thành lễ vật tình yêu.</vt:lpstr>
      <vt:lpstr>ĐK: Xin Cha thương chấp nhận của lễ kính dâng Cha với cả tâm tình.</vt:lpstr>
      <vt:lpstr>Dẫu đau thương nguy khó trong đời bao ưu tư phủ đầy cuộc sống.</vt:lpstr>
      <vt:lpstr>Xin dâng lên như một hy lễ mong được liên kết ân thiêng máu hồng.</vt:lpstr>
      <vt:lpstr>Hãy giúp con kiên vững tin yêu sống yên vui bước trọn cuộc đời.</vt:lpstr>
      <vt:lpstr>2. Những tháng ngày đời con mau qua nhiều vương vấn ưu tư xoá nhoà.</vt:lpstr>
      <vt:lpstr>Nỗi oan trường đè nặng tâm can xin tiến Ngài chút tình đau thương.</vt:lpstr>
      <vt:lpstr>ĐK: Xin Cha thương chấp nhận của lễ kính dâng Cha với cả tâm tình.</vt:lpstr>
      <vt:lpstr>Dẫu đau thương nguy khó trong đời bao ưu tư phủ đầy cuộc sống.</vt:lpstr>
      <vt:lpstr>Xin dâng lên như một hy lễ mong được liên kết ân thiêng máu hồng.</vt:lpstr>
      <vt:lpstr>Hãy giúp con kiên vững tin yêu sống yên vui bước trọn cuộc đời.</vt:lpstr>
      <vt:lpstr>PowerPoint Presentation</vt:lpstr>
      <vt:lpstr>Chúa nói: “Nếu anh em yêu mến Thầy, anh em sẽ giữ các</vt:lpstr>
      <vt:lpstr>điều răng của Thầy. Thầy sẽ xin Chúa Cha và Người sẽ ban cho anh em</vt:lpstr>
      <vt:lpstr>một Đấng bàu chữa khác. Đến với anh em luôn mãi. Alleluia!</vt:lpstr>
      <vt:lpstr>HIỆP LỄ SỰ SỐNG MỚI (Lm. Thái Nguyên)</vt:lpstr>
      <vt:lpstr>ĐK: Lạy Chúa Giêsu Phục Sinh xin Ngài ban cho chúng con sự sống của Chúa.</vt:lpstr>
      <vt:lpstr>Sự sống làm đời con mãi xanh tươi, làm đời con mãi an vui, cho dầu có những thương đau.</vt:lpstr>
      <vt:lpstr>1. Xin ban cho con bình an của Chúa. Bình an làm con vững tâm</vt:lpstr>
      <vt:lpstr>giữa bao sóng gió cuộc đời, giữa bao giăng mắc lòng người</vt:lpstr>
      <vt:lpstr>nhưng lòng tin mến không vơi</vt:lpstr>
      <vt:lpstr>ĐK: Lạy Chúa Giêsu Phục Sinh xin Ngài ban cho chúng con sự sống của Chúa.</vt:lpstr>
      <vt:lpstr>Sự sống làm đời con mãi xanh tươi, làm đời con mãi an vui, cho dầu có những thương đau.</vt:lpstr>
      <vt:lpstr>2. Xin ban cho con niềm vui của Chúa, niềm vui làm con nở tươi giữa bao</vt:lpstr>
      <vt:lpstr>khốn khó buồn phiền, giữa bao cay đắng nhọc nhằn,</vt:lpstr>
      <vt:lpstr> nhưng lòng không oán không than.</vt:lpstr>
      <vt:lpstr>ĐK: Lạy Chúa Giêsu Phục Sinh xin Ngài ban cho chúng con sự sống của Chúa.</vt:lpstr>
      <vt:lpstr>Sự sống làm đời con mãi xanh tươi, làm đời con mãi an vui, cho dầu có những thương đau.</vt:lpstr>
      <vt:lpstr>3. Xin ban cho con Thần Linh của Chúa, Thần Linh làm tươi mới</vt:lpstr>
      <vt:lpstr>con sống theo ý Chúa hằng ngày, cháy lên lửa mến nhiệt tình lên đường loan báo tin vui</vt:lpstr>
      <vt:lpstr>ĐK: Lạy Chúa Giêsu Phục Sinh xin Ngài ban cho chúng con sự sống của Chúa.</vt:lpstr>
      <vt:lpstr>Sự sống làm đời con mãi xanh tươi, làm đời con mãi an vui, cho dầu có những thương đau.</vt:lpstr>
      <vt:lpstr>PowerPoint Presentation</vt:lpstr>
      <vt:lpstr>KẾT LỄ MÙA HOA ĐẸP TƯƠI ĐÃ VỀ (Trầm Hương)</vt:lpstr>
      <vt:lpstr>ĐK: Mùa Hoa đẹp tươi đã về đây Mùa Hoa tình yêu đang bừng nở.</vt:lpstr>
      <vt:lpstr>Những cánh hoa hương thơm đậm đà, như tiếng ca ru êm mặn mà, </vt:lpstr>
      <vt:lpstr>thầm dâng như khói hương tỏa bay.</vt:lpstr>
      <vt:lpstr>1. Kính dâng Mẹ hoa Hồng tươi thắm: Mầu hoa chan chứa bao tình yêu,</vt:lpstr>
      <vt:lpstr>thiết tha nào hơn xin tiến dâng về Mẹ.</vt:lpstr>
      <vt:lpstr>ĐK: Mùa Hoa đẹp tươi đã về đây Mùa Hoa tình yêu đang bừng nở.</vt:lpstr>
      <vt:lpstr>Những cánh hoa hương thơm đậm đà, như tiếng ca ru êm mặn mà, </vt:lpstr>
      <vt:lpstr>thầm dâng như khói hương tỏa bay.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Nhập Lễ VÀO NHÀ CHÚA St: Minh Tâm</dc:title>
  <dc:creator>Hung Nam</dc:creator>
  <cp:lastModifiedBy>Lý Thanh Ngô</cp:lastModifiedBy>
  <cp:revision>361</cp:revision>
  <cp:lastPrinted>2025-03-29T15:09:16Z</cp:lastPrinted>
  <dcterms:created xsi:type="dcterms:W3CDTF">2023-01-29T22:00:16Z</dcterms:created>
  <dcterms:modified xsi:type="dcterms:W3CDTF">2025-05-24T13:54:59Z</dcterms:modified>
</cp:coreProperties>
</file>