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5" roundtripDataSignature="AMtx7miSphh1STw0/mfZAoZiIe15mkHw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225" Type="http://customschemas.google.com/relationships/presentationmetadata" Target="metadata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220" Type="http://schemas.openxmlformats.org/officeDocument/2006/relationships/slide" Target="slides/slide215.xml"/><Relationship Id="rId103" Type="http://schemas.openxmlformats.org/officeDocument/2006/relationships/slide" Target="slides/slide98.xml"/><Relationship Id="rId224" Type="http://schemas.openxmlformats.org/officeDocument/2006/relationships/slide" Target="slides/slide219.xml"/><Relationship Id="rId102" Type="http://schemas.openxmlformats.org/officeDocument/2006/relationships/slide" Target="slides/slide97.xml"/><Relationship Id="rId223" Type="http://schemas.openxmlformats.org/officeDocument/2006/relationships/slide" Target="slides/slide218.xml"/><Relationship Id="rId101" Type="http://schemas.openxmlformats.org/officeDocument/2006/relationships/slide" Target="slides/slide96.xml"/><Relationship Id="rId222" Type="http://schemas.openxmlformats.org/officeDocument/2006/relationships/slide" Target="slides/slide217.xml"/><Relationship Id="rId100" Type="http://schemas.openxmlformats.org/officeDocument/2006/relationships/slide" Target="slides/slide95.xml"/><Relationship Id="rId221" Type="http://schemas.openxmlformats.org/officeDocument/2006/relationships/slide" Target="slides/slide216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9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9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10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1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1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fb9398492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cfb9398492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26357b4a1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b26357b4a1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bf2e8d6b56_0_5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bf2e8d6b56_0_5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bf2e8d6b56_0_5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g3bf2e8d6b56_0_5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cfb9398492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cfb9398492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cfb9398492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g3cfb9398492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cb7c2c030f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g3cb7c2c030f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cb7c2c030f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g3cb7c2c030f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cfb9398492_0_1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g3cfb9398492_0_1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cfb9398492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cfb9398492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cb7c2c030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g3cb7c2c030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cb7c2c030f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g3cb7c2c030f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cfb9398492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g3cfb9398492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cfb9398492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cfb9398492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cfb9398492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g3cfb9398492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cfb9398492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g3cfb9398492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cfb9398492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g3cfb9398492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cfb9398492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6" name="Google Shape;786;g3cfb9398492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cfb9398492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1" name="Google Shape;791;g3cfb9398492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6" name="Google Shape;79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9" name="Google Shape;809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cfb9398492_0_1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4" name="Google Shape;814;g3cfb9398492_0_1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0" name="Google Shape;900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5" name="Google Shape;915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cfb9398492_0_1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3cfb9398492_0_1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5" name="Google Shape;925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0" name="Google Shape;930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5" name="Google Shape;935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c532ad054d_0_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0" name="Google Shape;940;g3c532ad054d_0_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86abb9ea5c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g386abb9ea5c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c532ad054d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0" name="Google Shape;950;g3c532ad054d_0_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c532ad054d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g3c532ad054d_0_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cfb9398492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0" name="Google Shape;960;g3cfb9398492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cfb9398492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g3cfb9398492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cfb9398492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0" name="Google Shape;970;g3cfb9398492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cfb9398492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5" name="Google Shape;975;g3cfb9398492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cfb9398492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0" name="Google Shape;980;g3cfb9398492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cfb9398492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5" name="Google Shape;985;g3cfb9398492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0" name="Google Shape;990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5" name="Google Shape;995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0" name="Google Shape;1000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5" name="Google Shape;1005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0" name="Google Shape;1010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5" name="Google Shape;1015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0" name="Google Shape;1020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5" name="Google Shape;1025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5" name="Google Shape;1035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c532ad054d_0_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g3c532ad054d_0_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cb7c2c030f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6" name="Google Shape;1046;g3cb7c2c030f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1" name="Google Shape;1051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6" name="Google Shape;1056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1" name="Google Shape;1061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6" name="Google Shape;1066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1" name="Google Shape;1071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6" name="Google Shape;1076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1" name="Google Shape;1081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bf2e8d6b56_0_6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6" name="Google Shape;1086;g3bf2e8d6b56_0_6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cfb9398492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1" name="Google Shape;1091;g3cfb9398492_0_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cfb9398492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6" name="Google Shape;1096;g3cfb9398492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cfb9398492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1" name="Google Shape;1101;g3cfb9398492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cfb9398492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6" name="Google Shape;1106;g3cfb9398492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cfb9398492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1" name="Google Shape;1111;g3cfb9398492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cfb9398492_0_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6" name="Google Shape;1116;g3cfb9398492_0_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cfb9398492_0_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g3cfb9398492_0_9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cfb9398492_0_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6" name="Google Shape;1126;g3cfb9398492_0_10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cfb9398492_0_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1" name="Google Shape;1131;g3cfb9398492_0_1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cfb9398492_0_1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6" name="Google Shape;1136;g3cfb9398492_0_10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cfb9398492_0_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1" name="Google Shape;1141;g3cfb9398492_0_1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cfb9398492_0_1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6" name="Google Shape;1146;g3cfb9398492_0_1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1" name="Google Shape;1151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6" name="Google Shape;1156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1" name="Google Shape;1161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6" name="Google Shape;1166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1" name="Google Shape;1171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6" name="Google Shape;1176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cb7c2c030f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1" name="Google Shape;1181;g3cb7c2c030f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4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4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5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2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4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4.pn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3.jpg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3.jpg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3.jp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3.jpg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3" Type="http://schemas.openxmlformats.org/officeDocument/2006/relationships/image" Target="../media/image4.png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NGHĨA ĐỨC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ts val="78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Chúa Nhật hôm nay, chúng con hợp nhau kính lạy thờ phượng Chúa, 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khong khen cảm tạ ơn Chúa về mọi ơn lành Chúa đã ban cho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phạt tạ Chúa vì những tội lỗi chúng con đã phạm mất lòng Chúa: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2"/>
          <p:cNvSpPr txBox="1"/>
          <p:nvPr>
            <p:ph idx="1" type="subTitle"/>
          </p:nvPr>
        </p:nvSpPr>
        <p:spPr>
          <a:xfrm>
            <a:off x="92467" y="-205483"/>
            <a:ext cx="9051600" cy="534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chúng con dám xin Chúa hãy khứng ban những ơn cần kíp cho chúng con được rỗi linh hồn.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chúng con cả lòng tin vững vàng mọi điều đạo thánh Chúa dạy, 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 là những điều cần kíp này là có một Đức Chúa Trời phép tắc vô cùng dựng nên trời đất,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4"/>
          <p:cNvSpPr txBox="1"/>
          <p:nvPr>
            <p:ph idx="1" type="subTitle"/>
          </p:nvPr>
        </p:nvSpPr>
        <p:spPr>
          <a:xfrm>
            <a:off x="0" y="-308225"/>
            <a:ext cx="9144000" cy="545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Người có Ba Ngôi. Ngôi Thứ Nhất là Cha, Ngôi Thứ Hai là Con, Ngôi Thứ Ba là Thánh Thần;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Ngôi cũng một tính một phép, cho nên Ba Ngôi cũng một Chúa mà thôi.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tin Ngôi Thứ Hai ra đời làm người, sinh bởi Bà Maria Đồng Trinh,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tên là Giêsu, ở thế gian ba mươi ba năm, đoạn chịu chết trên cây Thánh giá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chuộc tội cho thiên hạ, đến ngày thứ ba Người sống lại;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44"/>
          <p:cNvSpPr txBox="1"/>
          <p:nvPr>
            <p:ph idx="1" type="subTitle"/>
          </p:nvPr>
        </p:nvSpPr>
        <p:spPr>
          <a:xfrm>
            <a:off x="0" y="-164387"/>
            <a:ext cx="9144000" cy="5307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 bốn mươi ngày lên trời; đủ mười ngày lại cho Đức Chúa Thánh Thần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48"/>
          <p:cNvSpPr txBox="1"/>
          <p:nvPr>
            <p:ph idx="1" type="subTitle"/>
          </p:nvPr>
        </p:nvSpPr>
        <p:spPr>
          <a:xfrm>
            <a:off x="0" y="0"/>
            <a:ext cx="92262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 trên các thánh Tông đồ và Hội Thánh mới lập;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chẳng thông công cùng Hội Thánh ấy thì chẳng đặng rỗi linh hồn;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linh hồn là giống thiêng liêng chẳng hề chết đặng; và đến ngày tận thế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loài người ta sẽ sống lại mà chịu phán xét;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 lành lên thiên đàng hưởng phước đời đời; kẻ dữ sa hỏa ngục chịu phạt vô cùng.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chúng con tin các sự ấy mà thôi thì chưa đủ cho đặng lên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đàng;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phải giữ Mười điều răn Đức Chúa Trời cùng Năm luật điều Hội Thánh,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làm những việc lành phước đức.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vì sự ấy, chúng con hằng phải sợ hãi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trốn tránh các tội lỗi, nhất là bảy mối tội đầu, là căn nguyên mọi tội lỗi khác.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84"/>
          <p:cNvSpPr txBox="1"/>
          <p:nvPr>
            <p:ph idx="1" type="subTitle"/>
          </p:nvPr>
        </p:nvSpPr>
        <p:spPr>
          <a:xfrm>
            <a:off x="0" y="-246580"/>
            <a:ext cx="9144000" cy="5390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 chúng con phải ân cần lo lắng mà năng chịu các phép bí tích Đức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 đã truyền,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những phương linh nghiệm cho chúng con đặng nên thánh.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bảy phép bí tích mà thôi, song phép Rửa tội, phép Mình Thánh Chúa,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phép Giải tội, là ba phép cần kíp hơn cho chúng con đặng rỗi.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1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 vậy chúng con hằng phải ra sức lo lắng thể nào mà chịu các phép trọng ấy cho nên,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1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tin thật vững vàng mà giữ cẩn thận các điều trước này,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mới đặng hưởng  phúc thanh nhàn đời đời kiếp kiếp. Amen.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g3cfb9398492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b26357b4a1_0_5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ĐƯỜNG TRỞ VỀ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bf2e8d6b56_0_5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 đường trở về, tâm hồn thấy băn khoăn. 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f2e8d6b56_0_5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con đường trở về, cuộc đời này ăn năn.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fb9398492_0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bước nhanh trở về, tìm về chốn vinh quang,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cfb9398492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nặng gánh vai mang, tựa nhẹ cánh phượng hoàng.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cb7c2c030f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trở về, về với Chúa là Cha. Con xin trở về, tội đời xin sám hối.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cb7c2c030f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xin trở về, về với Chúa là Cha. Con xin trở về, tội đời xin giã từ.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g3cfb9398492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22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Chúa đưa dẫn bước tôi đi, nên tôi chẳng thiếu thốn chi.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đồng cỏ xanh rì, Ngài thả tôi đi nằm nghỉ.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nguồn nước chỗ nghỉ ngơi, Ngài cho tôi vào uống,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cfb9398492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lo bồi dưỡng lại tâm hồn tôi.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chăn nuôi tôi, nên đời tôi chẳng thiếu thốn chi.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cb7c2c030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ở cùng tôi thì đời tôi đâu còn sợ gì.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dẫn tôi bước trên đường lành, uy danh Ngài là sức mạnh.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b7c2c030f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chẳng lắng lo gì, vì có Chúa ở cùng tôi.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dù thung lũng tối tăm, thì roi với gậy Chúa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cfb9398492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chính niềm an bình cho hồn tôi.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cfb9398492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chăn nuôi tôi, nên đời tôi chẳng thiếu thốn chi.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cfb9398492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ở cùng tôi thì đời tôi đâu còn sợ gì.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đã dọn sẵn cho bàn tiệc, ngay trước mặt kẻ đối phương.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đầu Chúa xức dầu, rượu hồng tươi ôi đầy dư.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cfb9398492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từ ân sủng Chúa ban theo tôi suốt đời sống,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cfb9398492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trong nhà Chúa Trời tôi định cư.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cfb9398492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chăn nuôi tôi, nên đời tôi chẳng thiếu thốn chi.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cfb9398492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ở cùng tôi thì đời tôi đâu còn sợ gì.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Chúa phán: "Ta là sự sáng thế gian, ai theo Ta sẽ được ánh sáng ban sự sống".</a:t>
            </a:r>
            <a:endParaRPr b="1" sz="7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6" name="Google Shape;80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1" name="Google Shape;811;g3baa635748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g3cfb9398492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822" name="Google Shape;822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Cđ: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g3cfb9398492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Đinh Thanh Hiền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Ngài đây là hiến lễ tuyệt vời: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Chẳng cao sang, chẳng quí giá, chỉ là tình yêu thái hòa.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c532ad054d_0_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anh em như chính thân mình,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86abb9ea5c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tha nhân với cả tâm tình, nguyện xin Chúa thương đoái nhìn.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c532ad054d_0_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bánh trắng lúa đồng làm nên, và hy sinh nối kết tình mến lâu bền.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c532ad054d_0_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chén rượu nho chín làm nên và đau thương vì Chúa tin yêu mọi người.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cfb9398492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Ngài tâm tình bao tháng năm dài.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cfb9398492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Đời chông gai, tình phôi phai một đời xin nương bóng Ngài.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cfb9398492_0_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cao sang biết Chúa không màng,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cfb9398492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vinh quang biết Chúa không nhìn, Ngài mong của lễ an bình.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cfb9398492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bánh trắng lúa đồng làm nên, và hy sinh nối kết tình mến lâu bền.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cfb9398492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dâng lên chén rượu nho chín làm nên và đau thương vì Chúa tin yêu mọi người.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20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g3cb7c2c030f_0_73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Google Shape;1032;g3cb7c2c030f_0_77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đã xoa bùn vào mắt tôi, tôi đi rửa,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c532ad054d_0_2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được sáng mắt và tôi đã tin Thiên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" name="Google Shape;1048;g3cb7c2c030f_0_8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CON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NHÌN THẤY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ơi! cho con nhìn thấy, bước Ngài đang đến trong đời con.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Dưới ngàn hình dong dáng vẻ. Chúa vẫn hiện diện lặng lẽ trong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tấm bánh nơi nhà tạm đơn sơ. Như nơi những kẻ đói nghèo bơ vơ.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hẹn gặp con, Chúa chờ đợi con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bao biến cố buồn vui, qua những lo toan đời thường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ngàn sầu thương vấn vương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bf2e8d6b56_0_6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con trông thấy Chúa hiện diện ở khắp mọi nơi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cfb9398492_0_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con không bỏ rơi cơ hội đến trong từng ngày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cfb9398492_0_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được gặp Chúa trên muôn nẻo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cfb9398492_0_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ơi! Cho con nhìn thấy, có bàn tay Chúa sống động luôn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cfb9398492_0_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Dưới từng nụ hoa chớm nở. Dưới ánh trăng ngời đẹp sáng giữa trời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cfb9398492_0_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nắng sớm vẫy gọi Ngài vương lên. Hay nơi suối mát cho đời vui thêm.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cfb9398492_0_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hẹn gặp con, Chúa chờ đợi con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cfb9398492_0_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bao biến cố buồn vui, qua những lo toan đời thường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cfb9398492_0_1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ngàn sầu thương vấn vương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cfb9398492_0_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con trông thấy Chúa hiện diện ở khắp mọi nơi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cfb9398492_0_1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con không bỏ rơi cơ hội đến trong từng ngày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cfb9398492_0_1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được gặp Chúa trên muôn nẻo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8" name="Google Shape;1148;g3cfb9398492_0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THÁNH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GIU-SE (2)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Thánh Giu-se xin Ngài lắng nghe. Đoàn con chạy đến vì tình yêu mến.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Thánh Giu-se nguyện cầu, xin Thánh Giu-se cầu bầu,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cuộc đời tươi thắm muôn màu.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Giu-se con người công chính: đã một đời vì Chúa hy sinh. 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Giu-se trên trời hiển vinh. Hãy cầu bầu đời con an bình.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g3cb7c2c030f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"/>
            <a:ext cx="91695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