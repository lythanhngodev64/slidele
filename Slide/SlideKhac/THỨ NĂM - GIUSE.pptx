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163" roundtripDataSignature="AMtx7mjFmM3I7VrxZuL/kopdtLD47a9F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163" Type="http://customschemas.google.com/relationships/presentationmetadata" Target="metadata"/><Relationship Id="rId162" Type="http://schemas.openxmlformats.org/officeDocument/2006/relationships/slide" Target="slides/slide157.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d7b5767d67_0_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g3d7b5767d67_0_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bf2e8d6b56_0_5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g3bf2e8d6b56_0_5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bf2e8d6b56_0_5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g3bf2e8d6b56_0_5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cfb9398492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g3cfb939849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cb7c2c030f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g3cb7c2c030f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cb7c2c030f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g3cb7c2c030f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d7b5767d67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g3d7b5767d67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d7b5767d67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g3d7b5767d67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d7b5767d67_0_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g3d7b5767d67_0_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d7b5767d67_0_5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g3d7b5767d67_0_5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d7b5767d67_0_5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g3d7b5767d67_0_5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393" name="Google Shape;393;g3d7b5767d67_0_56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d7b5767d67_0_5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g3d7b5767d67_0_5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399" name="Google Shape;399;g3d7b5767d67_0_56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d7b5767d67_0_5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g3d7b5767d67_0_5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05" name="Google Shape;405;g3d7b5767d67_0_57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d7b5767d67_0_5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g3d7b5767d67_0_5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11" name="Google Shape;411;g3d7b5767d67_0_57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d7b5767d67_0_5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g3d7b5767d67_0_5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17" name="Google Shape;417;g3d7b5767d67_0_58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d7b5767d67_0_5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g3d7b5767d67_0_5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23" name="Google Shape;423;g3d7b5767d67_0_58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d7b5767d67_0_59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g3d7b5767d67_0_5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29" name="Google Shape;429;g3d7b5767d67_0_59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d7b5767d67_0_5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g3d7b5767d67_0_5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35" name="Google Shape;435;g3d7b5767d67_0_59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d7b5767d67_0_6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 name="Google Shape;440;g3d7b5767d67_0_6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41" name="Google Shape;441;g3d7b5767d67_0_60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d7b5767d67_0_6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6" name="Google Shape;446;g3d7b5767d67_0_6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47" name="Google Shape;447;g3d7b5767d67_0_60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d7b5767d67_0_61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g3d7b5767d67_0_6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53" name="Google Shape;453;g3d7b5767d67_0_61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d7b5767d67_0_6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g3d7b5767d67_0_6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59" name="Google Shape;459;g3d7b5767d67_0_61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d7b5767d67_0_6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4" name="Google Shape;464;g3d7b5767d67_0_6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465" name="Google Shape;465;g3d7b5767d67_0_62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d7b5767d67_0_5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0" name="Google Shape;470;g3d7b5767d67_0_5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5" name="Google Shape;475;p1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bf2e8d6b56_0_4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0" name="Google Shape;480;g3bf2e8d6b56_0_4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bf2e8d6b56_0_4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5" name="Google Shape;485;g3bf2e8d6b56_0_40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cb7c2c030f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0" name="Google Shape;490;g3cb7c2c030f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bf2e8d6b56_0_4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5" name="Google Shape;495;g3bf2e8d6b56_0_4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bf2e8d6b56_0_4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0" name="Google Shape;500;g3bf2e8d6b56_0_4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cb7c2c030f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5" name="Google Shape;505;g3cb7c2c030f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d7b5767d67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0" name="Google Shape;510;g3d7b5767d67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bf2e8d6b56_0_4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5" name="Google Shape;515;g3bf2e8d6b56_0_44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bf2e8d6b56_0_4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0" name="Google Shape;520;g3bf2e8d6b56_0_4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d7b5767d67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5" name="Google Shape;525;g3d7b5767d67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0" name="Google Shape;530;p1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6" name="Google Shape;536;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7" name="Google Shape;537;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d7b5767d67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3" name="Google Shape;543;g3d7b5767d67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4" name="Google Shape;544;g3d7b5767d67_0_1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9" name="Google Shape;549;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d7b5767d67_0_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4" name="Google Shape;554;g3d7b5767d67_0_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ca14f709a1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9" name="Google Shape;559;g3ca14f709a1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ca14f709a1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5" name="Google Shape;565;g3ca14f709a1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ca14f709a1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0" name="Google Shape;570;g3ca14f709a1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ca14f709a1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5" name="Google Shape;575;g3ca14f709a1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ca14f709a1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0" name="Google Shape;580;g3ca14f709a1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ca14f709a1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5" name="Google Shape;585;g3ca14f709a1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ca14f709a1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0" name="Google Shape;590;g3ca14f709a1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ca14f709a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5" name="Google Shape;595;g3ca14f709a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ca14f709a1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0" name="Google Shape;600;g3ca14f709a1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ca14f709a1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5" name="Google Shape;605;g3ca14f709a1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ca14f709a1_0_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0" name="Google Shape;610;g3ca14f709a1_0_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ca14f709a1_0_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5" name="Google Shape;615;g3ca14f709a1_0_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ca14f709a1_0_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0" name="Google Shape;620;g3ca14f709a1_0_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ca14f709a1_0_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5" name="Google Shape;625;g3ca14f709a1_0_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ca14f709a1_0_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0" name="Google Shape;630;g3ca14f709a1_0_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3ca14f709a1_0_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5" name="Google Shape;635;g3ca14f709a1_0_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ca14f709a1_0_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0" name="Google Shape;640;g3ca14f709a1_0_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ca14f709a1_0_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5" name="Google Shape;645;g3ca14f709a1_0_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ca14f709a1_0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0" name="Google Shape;650;g3ca14f709a1_0_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ca14f709a1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5" name="Google Shape;655;g3ca14f709a1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3d7b5767d67_0_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0" name="Google Shape;660;g3d7b5767d67_0_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d7b5767d67_0_1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5" name="Google Shape;665;g3d7b5767d67_0_1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d7b5767d67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0" name="Google Shape;670;g3d7b5767d67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d7b5767d67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5" name="Google Shape;675;g3d7b5767d67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d7b5767d67_0_1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0" name="Google Shape;680;g3d7b5767d67_0_1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d7b5767d67_0_1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5" name="Google Shape;685;g3d7b5767d67_0_1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3d7b5767d67_0_1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0" name="Google Shape;690;g3d7b5767d67_0_1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3d7b5767d67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5" name="Google Shape;695;g3d7b5767d67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d7b5767d67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0" name="Google Shape;700;g3d7b5767d67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3d7b5767d67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5" name="Google Shape;705;g3d7b5767d67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d7b5767d67_0_1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0" name="Google Shape;710;g3d7b5767d67_0_1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3d7b5767d67_0_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5" name="Google Shape;715;g3d7b5767d67_0_1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d7b5767d67_0_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0" name="Google Shape;720;g3d7b5767d67_0_1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3d7b5767d67_0_4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5" name="Google Shape;725;g3d7b5767d67_0_4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0" name="Google Shape;73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5" name="Google Shape;73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0" name="Google Shape;74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g3d7b5767d67_0_2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5" name="Google Shape;745;g3d7b5767d67_0_2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0" name="Google Shape;75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5" name="Google Shape;75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0" name="Google Shape;760;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3d7b5767d67_0_3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5" name="Google Shape;765;g3d7b5767d67_0_3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3c80dc9c1fd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0" name="Google Shape;770;g3c80dc9c1fd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3c532ad054d_0_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6" name="Google Shape;776;g3c532ad054d_0_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3d7b5767d67_0_3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1" name="Google Shape;781;g3d7b5767d67_0_3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3bf2e8d6b56_0_6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6" name="Google Shape;786;g3bf2e8d6b56_0_6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d7b5767d67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1" name="Google Shape;791;g3d7b5767d67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d7b5767d67_0_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6" name="Google Shape;796;g3d7b5767d67_0_6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d7b5767d67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1" name="Google Shape;801;g3d7b5767d67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d7b5767d67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6" name="Google Shape;806;g3d7b5767d67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d7b5767d67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1" name="Google Shape;811;g3d7b5767d67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d7b5767d67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6" name="Google Shape;816;g3d7b5767d67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d7b5767d67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1" name="Google Shape;821;g3d7b5767d67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d7b5767d67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6" name="Google Shape;826;g3d7b5767d67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d7b5767d67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g3d7b5767d67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b26357b4a1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b26357b4a1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b26357b4a1_0_1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g3b26357b4a1_0_1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b26357b4a1_0_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6" name="Google Shape;846;g3b26357b4a1_0_1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b26357b4a1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1" name="Google Shape;851;g3b26357b4a1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bd41fd8710_0_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6" name="Google Shape;856;g3bd41fd8710_0_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bd41fd8710_0_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1" name="Google Shape;861;g3bd41fd8710_0_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d7b5767d67_0_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6" name="Google Shape;866;g3d7b5767d67_0_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d7b5767d67_0_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1" name="Google Shape;871;g3d7b5767d67_0_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3d7b5767d67_0_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6" name="Google Shape;876;g3d7b5767d67_0_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3d7b5767d67_0_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1" name="Google Shape;881;g3d7b5767d67_0_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cb7c2c030f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6" name="Google Shape;886;g3cb7c2c030f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6.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5.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 Id="rId3" Type="http://schemas.openxmlformats.org/officeDocument/2006/relationships/image" Target="../media/image4.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3" Type="http://schemas.openxmlformats.org/officeDocument/2006/relationships/image" Target="../media/image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3" Type="http://schemas.openxmlformats.org/officeDocument/2006/relationships/image" Target="../media/image1.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 Id="rId3" Type="http://schemas.openxmlformats.org/officeDocument/2006/relationships/image" Target="../media/image3.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 Id="rId3" Type="http://schemas.openxmlformats.org/officeDocument/2006/relationships/image" Target="../media/image3.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 Id="rId3" Type="http://schemas.openxmlformats.org/officeDocument/2006/relationships/image" Target="../media/image3.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 Id="rId3" Type="http://schemas.openxmlformats.org/officeDocument/2006/relationships/image" Target="../media/image3.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 Id="rId3" Type="http://schemas.openxmlformats.org/officeDocument/2006/relationships/image" Target="../media/image1.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2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pic>
        <p:nvPicPr>
          <p:cNvPr id="338" name="Google Shape;338;g3d7b5767d67_0_39"/>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CẦU XIN</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GIA</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Phạm Đình Nhu &amp; Nguyễn Khắc Tuần</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3bf2e8d6b56_0_55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ĐK:</a:t>
            </a:r>
            <a:r>
              <a:rPr b="1" lang="en-US" sz="7500">
                <a:solidFill>
                  <a:srgbClr val="FFFFFF"/>
                </a:solidFill>
                <a:latin typeface="Times New Roman"/>
                <a:ea typeface="Times New Roman"/>
                <a:cs typeface="Times New Roman"/>
                <a:sym typeface="Times New Roman"/>
              </a:rPr>
              <a:t> </a:t>
            </a:r>
            <a:r>
              <a:rPr b="1" lang="en-US" sz="7500">
                <a:solidFill>
                  <a:srgbClr val="FFFFFF"/>
                </a:solidFill>
                <a:latin typeface="Times New Roman"/>
                <a:ea typeface="Times New Roman"/>
                <a:cs typeface="Times New Roman"/>
                <a:sym typeface="Times New Roman"/>
              </a:rPr>
              <a:t>Giu-se trong xóm nhỏ khó nghèo thuở xưa,</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g3bf2e8d6b56_0_5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3200"/>
              <a:buFont typeface="Arial"/>
              <a:buNone/>
            </a:pPr>
            <a:r>
              <a:rPr b="1" lang="en-US" sz="7500">
                <a:solidFill>
                  <a:schemeClr val="lt1"/>
                </a:solidFill>
                <a:latin typeface="Times New Roman"/>
                <a:ea typeface="Times New Roman"/>
                <a:cs typeface="Times New Roman"/>
                <a:sym typeface="Times New Roman"/>
              </a:rPr>
              <a:t>miền Na-gia-rét, Thánh Gia Người vui sống.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g3cfb9398492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3200"/>
              <a:buNone/>
            </a:pPr>
            <a:r>
              <a:rPr b="1" lang="en-US" sz="7500">
                <a:solidFill>
                  <a:schemeClr val="lt1"/>
                </a:solidFill>
                <a:latin typeface="Times New Roman"/>
                <a:ea typeface="Times New Roman"/>
                <a:cs typeface="Times New Roman"/>
                <a:sym typeface="Times New Roman"/>
              </a:rPr>
              <a:t>Nêu gương cho tất cả gia đình cần lao, tình yêu tha thiết với cảnh đời đơn nghèo.</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g3cb7c2c030f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1.</a:t>
            </a:r>
            <a:r>
              <a:rPr b="1" lang="en-US" sz="7500">
                <a:solidFill>
                  <a:srgbClr val="FFFFFF"/>
                </a:solidFill>
                <a:latin typeface="Times New Roman"/>
                <a:ea typeface="Times New Roman"/>
                <a:cs typeface="Times New Roman"/>
                <a:sym typeface="Times New Roman"/>
              </a:rPr>
              <a:t> </a:t>
            </a:r>
            <a:r>
              <a:rPr b="1" lang="en-US" sz="7500">
                <a:solidFill>
                  <a:srgbClr val="FFFFFF"/>
                </a:solidFill>
                <a:latin typeface="Times New Roman"/>
                <a:ea typeface="Times New Roman"/>
                <a:cs typeface="Times New Roman"/>
                <a:sym typeface="Times New Roman"/>
              </a:rPr>
              <a:t>Cho người cha hết sức yêu mến tận tình, biết nêu gương sáng chốn gia đình.</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g3cb7c2c030f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Dù bao phong trần lòng được luôn sướng vui Vững tay đưa thuyền qua sóng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g3d7b5767d67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ĐK:</a:t>
            </a:r>
            <a:r>
              <a:rPr b="1" lang="en-US" sz="7500">
                <a:solidFill>
                  <a:srgbClr val="FFFFFF"/>
                </a:solidFill>
                <a:latin typeface="Times New Roman"/>
                <a:ea typeface="Times New Roman"/>
                <a:cs typeface="Times New Roman"/>
                <a:sym typeface="Times New Roman"/>
              </a:rPr>
              <a:t> Giu-se trong xóm nhỏ khó nghèo thuở xưa,</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3d7b5767d67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3200"/>
              <a:buFont typeface="Arial"/>
              <a:buNone/>
            </a:pPr>
            <a:r>
              <a:rPr b="1" lang="en-US" sz="7500">
                <a:solidFill>
                  <a:schemeClr val="lt1"/>
                </a:solidFill>
                <a:latin typeface="Times New Roman"/>
                <a:ea typeface="Times New Roman"/>
                <a:cs typeface="Times New Roman"/>
                <a:sym typeface="Times New Roman"/>
              </a:rPr>
              <a:t>miền Na-gia-rét, Thánh Gia Người vui sống.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pic>
        <p:nvPicPr>
          <p:cNvPr id="383" name="Google Shape;383;g3d7b5767d67_0_43"/>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g3d7b5767d67_0_559"/>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389" name="Google Shape;389;g3d7b5767d67_0_559"/>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g3d7b5767d67_0_564"/>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0" name="Shape 400"/>
        <p:cNvGrpSpPr/>
        <p:nvPr/>
      </p:nvGrpSpPr>
      <p:grpSpPr>
        <a:xfrm>
          <a:off x="0" y="0"/>
          <a:ext cx="0" cy="0"/>
          <a:chOff x="0" y="0"/>
          <a:chExt cx="0" cy="0"/>
        </a:xfrm>
      </p:grpSpPr>
      <p:sp>
        <p:nvSpPr>
          <p:cNvPr id="401" name="Google Shape;401;g3d7b5767d67_0_56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g3d7b5767d67_0_574"/>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g3d7b5767d67_0_57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g3d7b5767d67_0_584"/>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g3d7b5767d67_0_58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g3d7b5767d67_0_594"/>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g3d7b5767d67_0_59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g3d7b5767d67_0_604"/>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g3d7b5767d67_0_60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g3d7b5767d67_0_614"/>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g3d7b5767d67_0_61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g3d7b5767d67_0_624"/>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pic>
        <p:nvPicPr>
          <p:cNvPr id="472" name="Google Shape;472;g3d7b5767d67_0_555"/>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6" name="Shape 476"/>
        <p:cNvGrpSpPr/>
        <p:nvPr/>
      </p:nvGrpSpPr>
      <p:grpSpPr>
        <a:xfrm>
          <a:off x="0" y="0"/>
          <a:ext cx="0" cy="0"/>
          <a:chOff x="0" y="0"/>
          <a:chExt cx="0" cy="0"/>
        </a:xfrm>
      </p:grpSpPr>
      <p:pic>
        <p:nvPicPr>
          <p:cNvPr id="477" name="Google Shape;477;p133" title="Gemini_Generated_Image_mjqhr4mjqhr4mjqh.jpg"/>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g3bf2e8d6b56_0_4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88</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g3bf2e8d6b56_0_4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Tôi hát ca lòng từ bi của Chúa. Đến muôn muôn đời miệng tôi sẽ ca vang: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g3cb7c2c030f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lời chúc khen cảm tạ lòng thành tín của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g3bf2e8d6b56_0_4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 </a:t>
            </a:r>
            <a:r>
              <a:rPr b="1" lang="en-US" sz="7600">
                <a:solidFill>
                  <a:schemeClr val="lt1"/>
                </a:solidFill>
                <a:latin typeface="Times New Roman"/>
                <a:ea typeface="Times New Roman"/>
                <a:cs typeface="Times New Roman"/>
                <a:sym typeface="Times New Roman"/>
              </a:rPr>
              <a:t>Dòng dõi ngươi sẽ tồn tại mãi, từ thuở này đến muôn muôn đời.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g3bf2e8d6b56_0_4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rgbClr val="FFFF00"/>
                </a:solidFill>
                <a:latin typeface="Times New Roman"/>
                <a:ea typeface="Times New Roman"/>
                <a:cs typeface="Times New Roman"/>
                <a:sym typeface="Times New Roman"/>
              </a:rPr>
              <a:t>2. </a:t>
            </a:r>
            <a:r>
              <a:rPr b="1" lang="en-US" sz="7100">
                <a:solidFill>
                  <a:schemeClr val="lt1"/>
                </a:solidFill>
                <a:latin typeface="Times New Roman"/>
                <a:ea typeface="Times New Roman"/>
                <a:cs typeface="Times New Roman"/>
                <a:sym typeface="Times New Roman"/>
              </a:rPr>
              <a:t>Ta ước giao cùng người Ta chọn lấy. Đến muôn muôn đời lập dòng dõi cho ngươi,</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g3cb7c2c030f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và sẽ xây dựng lại nền ngôi báu của người.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g3d7b5767d67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 </a:t>
            </a:r>
            <a:r>
              <a:rPr b="1" lang="en-US" sz="7600">
                <a:solidFill>
                  <a:schemeClr val="lt1"/>
                </a:solidFill>
                <a:latin typeface="Times New Roman"/>
                <a:ea typeface="Times New Roman"/>
                <a:cs typeface="Times New Roman"/>
                <a:sym typeface="Times New Roman"/>
              </a:rPr>
              <a:t>Dòng dõi ngươi sẽ tồn tại mãi, từ thuở này đến muôn muôn đời.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g3bf2e8d6b56_0_4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Đa-vít thưa: “Ngài thực là Thiên Chúa, Núi đá chở che nguồn ơn cứu thoát tôi.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g3bf2e8d6b56_0_4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Tình Chúa thương cao vời lời giao ước muôn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g3d7b5767d67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 </a:t>
            </a:r>
            <a:r>
              <a:rPr b="1" lang="en-US" sz="7600">
                <a:solidFill>
                  <a:schemeClr val="lt1"/>
                </a:solidFill>
                <a:latin typeface="Times New Roman"/>
                <a:ea typeface="Times New Roman"/>
                <a:cs typeface="Times New Roman"/>
                <a:sym typeface="Times New Roman"/>
              </a:rPr>
              <a:t>Dòng dõi ngươi sẽ tồn tại mãi, từ thuở này đến muôn muôn đời.</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1" name="Shape 531"/>
        <p:cNvGrpSpPr/>
        <p:nvPr/>
      </p:nvGrpSpPr>
      <p:grpSpPr>
        <a:xfrm>
          <a:off x="0" y="0"/>
          <a:ext cx="0" cy="0"/>
          <a:chOff x="0" y="0"/>
          <a:chExt cx="0" cy="0"/>
        </a:xfrm>
      </p:grpSpPr>
      <p:sp>
        <p:nvSpPr>
          <p:cNvPr id="532" name="Google Shape;532;p155"/>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533" name="Google Shape;533;p155" title="Gemini_Generated_Image_2pc8hq2pc8hq2pc8.jpg"/>
          <p:cNvPicPr preferRelativeResize="0"/>
          <p:nvPr/>
        </p:nvPicPr>
        <p:blipFill>
          <a:blip r:embed="rId3">
            <a:alphaModFix/>
          </a:blip>
          <a:stretch>
            <a:fillRect/>
          </a:stretch>
        </p:blipFill>
        <p:spPr>
          <a:xfrm>
            <a:off x="0" y="0"/>
            <a:ext cx="9141699" cy="5142203"/>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lang="en-US" sz="7500">
                <a:solidFill>
                  <a:schemeClr val="accent4"/>
                </a:solidFill>
                <a:latin typeface="Times New Roman"/>
                <a:ea typeface="Times New Roman"/>
                <a:cs typeface="Times New Roman"/>
                <a:sym typeface="Times New Roman"/>
              </a:rPr>
              <a:t>All…</a:t>
            </a:r>
            <a:r>
              <a:rPr b="1" lang="en-US" sz="7500">
                <a:solidFill>
                  <a:schemeClr val="lt1"/>
                </a:solidFill>
                <a:latin typeface="Times"/>
                <a:ea typeface="Times"/>
                <a:cs typeface="Times"/>
                <a:sym typeface="Times"/>
              </a:rPr>
              <a:t> Lạy Chúa, thật phúc cho những ai ngụ nơi nhà Chúa, </a:t>
            </a:r>
            <a:endParaRPr b="1" sz="7500">
              <a:solidFill>
                <a:schemeClr val="lt1"/>
              </a:solidFill>
              <a:latin typeface="Times"/>
              <a:ea typeface="Times"/>
              <a:cs typeface="Times"/>
              <a:sym typeface="Times"/>
            </a:endParaRPr>
          </a:p>
        </p:txBody>
      </p:sp>
      <p:sp>
        <p:nvSpPr>
          <p:cNvPr id="540" name="Google Shape;540;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g3d7b5767d67_0_16"/>
          <p:cNvSpPr txBox="1"/>
          <p:nvPr>
            <p:ph type="ctrTitle"/>
          </p:nvPr>
        </p:nvSpPr>
        <p:spPr>
          <a:xfrm>
            <a:off x="0" y="-225"/>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lang="en-US" sz="7500">
                <a:solidFill>
                  <a:schemeClr val="lt1"/>
                </a:solidFill>
                <a:latin typeface="Times"/>
                <a:ea typeface="Times"/>
                <a:cs typeface="Times"/>
                <a:sym typeface="Times"/>
              </a:rPr>
              <a:t>họ sẽ ca ngợi Ngài đến muôn muôn đời.</a:t>
            </a:r>
            <a:br>
              <a:rPr b="1" lang="en-US" sz="7500">
                <a:solidFill>
                  <a:schemeClr val="lt1"/>
                </a:solidFill>
                <a:latin typeface="Times"/>
                <a:ea typeface="Times"/>
                <a:cs typeface="Times"/>
                <a:sym typeface="Times"/>
              </a:rPr>
            </a:br>
            <a:r>
              <a:rPr b="1" lang="en-US" sz="7500">
                <a:solidFill>
                  <a:schemeClr val="accent4"/>
                </a:solidFill>
                <a:latin typeface="Times New Roman"/>
                <a:ea typeface="Times New Roman"/>
                <a:cs typeface="Times New Roman"/>
                <a:sym typeface="Times New Roman"/>
              </a:rPr>
              <a:t>All.</a:t>
            </a:r>
            <a:endParaRPr b="1" sz="7500">
              <a:solidFill>
                <a:schemeClr val="accent4"/>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pic>
        <p:nvPicPr>
          <p:cNvPr id="551" name="Google Shape;551;g3baa6357486_0_13" title="Gemini_Generated_Image_jr17cnjr17cnjr17.jpg"/>
          <p:cNvPicPr preferRelativeResize="0"/>
          <p:nvPr/>
        </p:nvPicPr>
        <p:blipFill>
          <a:blip r:embed="rId3">
            <a:alphaModFix/>
          </a:blip>
          <a:stretch>
            <a:fillRect/>
          </a:stretch>
        </p:blipFill>
        <p:spPr>
          <a:xfrm>
            <a:off x="0" y="0"/>
            <a:ext cx="9144003" cy="5143500"/>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pic>
        <p:nvPicPr>
          <p:cNvPr id="556" name="Google Shape;556;g3d7b5767d67_0_47"/>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g3ca14f709a1_0_0"/>
          <p:cNvSpPr txBox="1"/>
          <p:nvPr>
            <p:ph type="ctrTitle"/>
          </p:nvPr>
        </p:nvSpPr>
        <p:spPr>
          <a:xfrm>
            <a:off x="0" y="514351"/>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562" name="Google Shape;562;g3ca14f709a1_0_0"/>
          <p:cNvSpPr txBox="1"/>
          <p:nvPr/>
        </p:nvSpPr>
        <p:spPr>
          <a:xfrm>
            <a:off x="0" y="0"/>
            <a:ext cx="9144000" cy="7380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g3ca14f709a1_0_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accent4"/>
                </a:solidFill>
                <a:latin typeface="Times"/>
                <a:ea typeface="Times"/>
                <a:cs typeface="Times"/>
                <a:sym typeface="Times"/>
              </a:rPr>
              <a:t>Cđ: </a:t>
            </a:r>
            <a:r>
              <a:rPr b="1" lang="en-US" sz="7200">
                <a:solidFill>
                  <a:schemeClr val="lt1"/>
                </a:solidFill>
                <a:latin typeface="Times"/>
                <a:ea typeface="Times"/>
                <a:cs typeface="Times"/>
                <a:sym typeface="Times"/>
              </a:rPr>
              <a:t>Đấng tạo thành trời đất muôn vật hữu hình và vô hình.</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g3ca14f709a1_0_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kính một Chúa Giê-su Ki-tô Con Một Thiên Chúa,</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g3ca14f709a1_0_13"/>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sinh bởi Đức Chúa Cha từ trước muôn đời.</a:t>
            </a:r>
            <a:endParaRPr b="1" sz="7200">
              <a:solidFill>
                <a:schemeClr val="lt1"/>
              </a:solidFill>
              <a:latin typeface="Times"/>
              <a:ea typeface="Times"/>
              <a:cs typeface="Times"/>
              <a:sym typeface="Times"/>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g3ca14f709a1_0_17"/>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là Thiên Chúa bởi Thiên Chúa, Ánh Sáng bởi Ánh Sáng,</a:t>
            </a:r>
            <a:endParaRPr b="1" sz="7200">
              <a:solidFill>
                <a:schemeClr val="lt1"/>
              </a:solidFill>
              <a:latin typeface="Times"/>
              <a:ea typeface="Times"/>
              <a:cs typeface="Times"/>
              <a:sym typeface="Times"/>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g3ca14f709a1_0_21"/>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Thiên Chúa thật bởi Thiên Chúa Thật Được sinh ra mà không phải được tạo thành, </a:t>
            </a:r>
            <a:endParaRPr b="1" sz="7200">
              <a:solidFill>
                <a:schemeClr val="lt1"/>
              </a:solidFill>
              <a:latin typeface="Times"/>
              <a:ea typeface="Times"/>
              <a:cs typeface="Times"/>
              <a:sym typeface="Times"/>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g3ca14f709a1_0_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đồng bản thể với Đức Chúa Cha:nhờ Người mà muôn vật được tạo thành.</a:t>
            </a:r>
            <a:endParaRPr b="1" sz="7200">
              <a:solidFill>
                <a:schemeClr val="lt1"/>
              </a:solidFill>
              <a:latin typeface="Times"/>
              <a:ea typeface="Times"/>
              <a:cs typeface="Times"/>
              <a:sym typeface="Times"/>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g3ca14f709a1_0_2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Vì loài người chúng ta và để cứu độ chúng ta, Người đã từ trời xuống thế.</a:t>
            </a:r>
            <a:endParaRPr b="1" sz="7200">
              <a:solidFill>
                <a:schemeClr val="lt1"/>
              </a:solidFill>
              <a:latin typeface="Times"/>
              <a:ea typeface="Times"/>
              <a:cs typeface="Times"/>
              <a:sym typeface="Times"/>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g3ca14f709a1_0_33"/>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a:ea typeface="Times"/>
                <a:cs typeface="Times"/>
                <a:sym typeface="Times"/>
              </a:rPr>
              <a:t>Bởi phép Đức Chúa Thánh Thần Người đã nhập thể trong long Trinh Nữ Maria, và đã làm người.</a:t>
            </a:r>
            <a:endParaRPr b="1" sz="6800">
              <a:solidFill>
                <a:schemeClr val="lt1"/>
              </a:solidFill>
              <a:latin typeface="Times"/>
              <a:ea typeface="Times"/>
              <a:cs typeface="Times"/>
              <a:sym typeface="Times"/>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g3ca14f709a1_0_37"/>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đóng đinh vào thập giá vì chúng ta, Thời quan Phong-xi-ô Phi-la-tô; </a:t>
            </a:r>
            <a:endParaRPr b="1" sz="7200">
              <a:solidFill>
                <a:schemeClr val="lt1"/>
              </a:solidFill>
              <a:latin typeface="Times"/>
              <a:ea typeface="Times"/>
              <a:cs typeface="Times"/>
              <a:sym typeface="Times"/>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g3ca14f709a1_0_41"/>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khổ hình và mai táng, ngày thứ ba Người sống lại như lời Thánh Kinh.</a:t>
            </a:r>
            <a:endParaRPr b="1" sz="7200">
              <a:solidFill>
                <a:schemeClr val="lt1"/>
              </a:solidFill>
              <a:latin typeface="Times"/>
              <a:ea typeface="Times"/>
              <a:cs typeface="Times"/>
              <a:sym typeface="Times"/>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g3ca14f709a1_0_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Người lên trời, ngự bên hữu Đức Chúa Cha, và Người sẽ lại đến trong vinh quang</a:t>
            </a:r>
            <a:endParaRPr b="1" sz="7000">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g3ca14f709a1_0_4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để phán xét kẻ sống và kẻ chết, Nước Người sẽ không bao giờ cùng.</a:t>
            </a:r>
            <a:endParaRPr b="1" sz="7200">
              <a:solidFill>
                <a:schemeClr val="lt1"/>
              </a:solidFill>
              <a:latin typeface="Times"/>
              <a:ea typeface="Times"/>
              <a:cs typeface="Times"/>
              <a:sym typeface="Times"/>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g3ca14f709a1_0_53"/>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tinh kính Đức Chúa Thánh Thần là Thiên Chúa, và là Đấng ban sự sống,</a:t>
            </a:r>
            <a:endParaRPr b="1" sz="7200">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g3ca14f709a1_0_57"/>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bởi Đức Chúa Cha và Đức Chúa Con mà ra.</a:t>
            </a:r>
            <a:endParaRPr b="1" sz="7200">
              <a:solidFill>
                <a:schemeClr val="lt1"/>
              </a:solidFill>
              <a:latin typeface="Times"/>
              <a:ea typeface="Times"/>
              <a:cs typeface="Times"/>
              <a:sym typeface="Times"/>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g3ca14f709a1_0_61"/>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được phụng thờ và tôn vinh cùng với Đức Chúa Cha và Đức Chúa Con.</a:t>
            </a:r>
            <a:endParaRPr b="1" sz="7200">
              <a:solidFill>
                <a:schemeClr val="lt1"/>
              </a:solidFill>
              <a:latin typeface="Times"/>
              <a:ea typeface="Times"/>
              <a:cs typeface="Times"/>
              <a:sym typeface="Times"/>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g3ca14f709a1_0_6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đã dùng các Tiên tri mà phán dạy.</a:t>
            </a:r>
            <a:endParaRPr b="1" sz="7200">
              <a:solidFill>
                <a:schemeClr val="lt1"/>
              </a:solidFill>
              <a:latin typeface="Times"/>
              <a:ea typeface="Times"/>
              <a:cs typeface="Times"/>
              <a:sym typeface="Times"/>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g3ca14f709a1_0_6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Hội Thánh duy nhất, thánh thiện, công giáo và tông truyền.</a:t>
            </a:r>
            <a:endParaRPr b="1" sz="7200">
              <a:solidFill>
                <a:schemeClr val="lt1"/>
              </a:solidFill>
              <a:latin typeface="Times"/>
              <a:ea typeface="Times"/>
              <a:cs typeface="Times"/>
              <a:sym typeface="Times"/>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g3ca14f709a1_0_73"/>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tuyên xưng có một Phép Rửa để tha tội.</a:t>
            </a:r>
            <a:endParaRPr b="1" sz="7200">
              <a:solidFill>
                <a:schemeClr val="lt1"/>
              </a:solidFill>
              <a:latin typeface="Times"/>
              <a:ea typeface="Times"/>
              <a:cs typeface="Times"/>
              <a:sym typeface="Times"/>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g3ca14f709a1_0_77"/>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trông đợi kẻ chết sống lại và sự sống đời sau. Amen.</a:t>
            </a:r>
            <a:endParaRPr b="1" sz="7200">
              <a:solidFill>
                <a:schemeClr val="lt1"/>
              </a:solidFill>
              <a:latin typeface="Times"/>
              <a:ea typeface="Times"/>
              <a:cs typeface="Times"/>
              <a:sym typeface="Times"/>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pic>
        <p:nvPicPr>
          <p:cNvPr id="662" name="Google Shape;662;g3d7b5767d67_0_51"/>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g3d7b5767d67_0_116"/>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THEO HƯƠNG TRẦM</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(Đỗ Vỹ Hạ)</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g3d7b5767d67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Theo hương trầm tỏa bay lên cao con cung tiến bánh rượu thơm nồng.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g3d7b5767d67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Do muôn bàn tay đã góp sức qua bao ngày gắng công vun trồng.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g3d7b5767d67_0_1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Ngài tâm tư con đây, khi buồn vui hay khi đắng cay.</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g3d7b5767d67_0_1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Cha thương thánh hóa lễ vật đơn hèn.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g3d7b5767d67_0_1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Trên đôi tay chứa chan tình thơ yêu mến.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g3d7b5767d67_0_1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xin được liên kết với Con Một Cha tiến dâng lên xác thân con làm của lễ giao hòa.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g3d7b5767d67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Đây muôn vàn nụ hoa xinh tươi cùng với những vui buồn kiếp người.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g3d7b5767d67_0_1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kết thành hy lễ dấu ái, xin dâng về trước tôn nhan Ngài.</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g3d7b5767d67_0_1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Cha thương thánh hóa lễ vật đơn hèn.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g3d7b5767d67_0_1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Trên đôi tay chứa chan tình thơ yêu mến.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g3d7b5767d67_0_1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xin được liên kết với Con Một Cha tiến dâng lên xác thân con làm của lễ giao hòa.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pic>
        <p:nvPicPr>
          <p:cNvPr descr="A golden chalice and a cross next to a book&#10;&#10;AI-generated content may be incorrect." id="727" name="Google Shape;727;g3d7b5767d67_0_476"/>
          <p:cNvPicPr preferRelativeResize="0"/>
          <p:nvPr/>
        </p:nvPicPr>
        <p:blipFill rotWithShape="1">
          <a:blip r:embed="rId3">
            <a:alphaModFix/>
          </a:blip>
          <a:srcRect b="9846" l="0" r="0" t="5780"/>
          <a:stretch/>
        </p:blipFill>
        <p:spPr>
          <a:xfrm>
            <a:off x="0" y="0"/>
            <a:ext cx="9143999" cy="5143501"/>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pic>
        <p:nvPicPr>
          <p:cNvPr descr="A golden chalice and a cross next to a book&#10;&#10;AI-generated content may be incorrect." id="747" name="Google Shape;747;g3d7b5767d67_0_239"/>
          <p:cNvPicPr preferRelativeResize="0"/>
          <p:nvPr/>
        </p:nvPicPr>
        <p:blipFill rotWithShape="1">
          <a:blip r:embed="rId3">
            <a:alphaModFix/>
          </a:blip>
          <a:srcRect b="9846" l="0" r="0" t="5780"/>
          <a:stretch/>
        </p:blipFill>
        <p:spPr>
          <a:xfrm>
            <a:off x="0" y="0"/>
            <a:ext cx="9143999" cy="5143501"/>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pic>
        <p:nvPicPr>
          <p:cNvPr descr="A golden chalice and a cross next to a book&#10;&#10;AI-generated content may be incorrect." id="767" name="Google Shape;767;g3d7b5767d67_0_318"/>
          <p:cNvPicPr preferRelativeResize="0"/>
          <p:nvPr/>
        </p:nvPicPr>
        <p:blipFill rotWithShape="1">
          <a:blip r:embed="rId3">
            <a:alphaModFix/>
          </a:blip>
          <a:srcRect b="9846" l="0" r="0" t="5780"/>
          <a:stretch/>
        </p:blipFill>
        <p:spPr>
          <a:xfrm>
            <a:off x="0" y="0"/>
            <a:ext cx="9143999" cy="5143501"/>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g3c80dc9c1fd_0_0"/>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000">
                <a:solidFill>
                  <a:schemeClr val="lt1"/>
                </a:solidFill>
                <a:latin typeface="Times New Roman"/>
                <a:ea typeface="Times New Roman"/>
                <a:cs typeface="Times New Roman"/>
                <a:sym typeface="Times New Roman"/>
              </a:rPr>
              <a:t>Hỡi người đầy tớ tốt lành và trung tín, hãy vào hưởng sự vui mừng của Chúa ngươi.</a:t>
            </a:r>
            <a:endParaRPr b="1" sz="7000">
              <a:solidFill>
                <a:schemeClr val="lt1"/>
              </a:solidFill>
              <a:latin typeface="Times New Roman"/>
              <a:ea typeface="Times New Roman"/>
              <a:cs typeface="Times New Roman"/>
              <a:sym typeface="Times New Roman"/>
            </a:endParaRPr>
          </a:p>
        </p:txBody>
      </p:sp>
      <p:sp>
        <p:nvSpPr>
          <p:cNvPr id="773" name="Google Shape;773;g3c80dc9c1fd_0_0"/>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g3c532ad054d_0_22"/>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tôi được sáng mắt và tôi đã tin Thiên Chúa.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pic>
        <p:nvPicPr>
          <p:cNvPr descr="A golden chalice and a cross next to a book&#10;&#10;AI-generated content may be incorrect." id="783" name="Google Shape;783;g3d7b5767d67_0_397"/>
          <p:cNvPicPr preferRelativeResize="0"/>
          <p:nvPr/>
        </p:nvPicPr>
        <p:blipFill rotWithShape="1">
          <a:blip r:embed="rId3">
            <a:alphaModFix/>
          </a:blip>
          <a:srcRect b="9846" l="0" r="0" t="5780"/>
          <a:stretch/>
        </p:blipFill>
        <p:spPr>
          <a:xfrm>
            <a:off x="0" y="0"/>
            <a:ext cx="9143999" cy="5143501"/>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g3bf2e8d6b56_0_661"/>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TÌNH CHÚA</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CAO VỜI</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a:t>
            </a:r>
            <a:r>
              <a:rPr b="1" i="1" lang="en-US" sz="4700">
                <a:solidFill>
                  <a:srgbClr val="FFD966"/>
                </a:solidFill>
                <a:latin typeface="Times New Roman"/>
                <a:ea typeface="Times New Roman"/>
                <a:cs typeface="Times New Roman"/>
                <a:sym typeface="Times New Roman"/>
              </a:rPr>
              <a:t>Duy Thiên</a:t>
            </a:r>
            <a:r>
              <a:rPr b="1" i="1" lang="en-US" sz="4700">
                <a:solidFill>
                  <a:srgbClr val="FFD966"/>
                </a:solidFill>
                <a:latin typeface="Times New Roman"/>
                <a:ea typeface="Times New Roman"/>
                <a:cs typeface="Times New Roman"/>
                <a:sym typeface="Times New Roman"/>
              </a:rPr>
              <a:t>)</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g3d7b5767d67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ĐK:</a:t>
            </a:r>
            <a:r>
              <a:rPr b="1" lang="en-US" sz="7500">
                <a:solidFill>
                  <a:srgbClr val="FFFFFF"/>
                </a:solidFill>
                <a:latin typeface="Times New Roman"/>
                <a:ea typeface="Times New Roman"/>
                <a:cs typeface="Times New Roman"/>
                <a:sym typeface="Times New Roman"/>
              </a:rPr>
              <a:t> </a:t>
            </a:r>
            <a:r>
              <a:rPr b="1" lang="en-US" sz="7500">
                <a:solidFill>
                  <a:srgbClr val="FFFFFF"/>
                </a:solidFill>
                <a:latin typeface="Times New Roman"/>
                <a:ea typeface="Times New Roman"/>
                <a:cs typeface="Times New Roman"/>
                <a:sym typeface="Times New Roman"/>
              </a:rPr>
              <a:t>Tình yêu Chúa cao vời biết bao, nào con biết đáp đền thế nào,</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g3d7b5767d67_0_6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FF"/>
                </a:solidFill>
                <a:latin typeface="Times New Roman"/>
                <a:ea typeface="Times New Roman"/>
                <a:cs typeface="Times New Roman"/>
                <a:sym typeface="Times New Roman"/>
              </a:rPr>
              <a:t>để cho cân xứng Chúa ơi, </a:t>
            </a:r>
            <a:r>
              <a:rPr b="1" lang="en-US" sz="7500">
                <a:solidFill>
                  <a:schemeClr val="lt1"/>
                </a:solidFill>
                <a:latin typeface="Times New Roman"/>
                <a:ea typeface="Times New Roman"/>
                <a:cs typeface="Times New Roman"/>
                <a:sym typeface="Times New Roman"/>
              </a:rPr>
              <a:t>để cho cân xứng Chúa ơi!</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g3d7b5767d67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1.</a:t>
            </a:r>
            <a:r>
              <a:rPr b="1" lang="en-US" sz="7500">
                <a:solidFill>
                  <a:srgbClr val="FFFFFF"/>
                </a:solidFill>
                <a:latin typeface="Times New Roman"/>
                <a:ea typeface="Times New Roman"/>
                <a:cs typeface="Times New Roman"/>
                <a:sym typeface="Times New Roman"/>
              </a:rPr>
              <a:t> </a:t>
            </a:r>
            <a:r>
              <a:rPr b="1" lang="en-US" sz="7500">
                <a:solidFill>
                  <a:srgbClr val="FFFFFF"/>
                </a:solidFill>
                <a:latin typeface="Times New Roman"/>
                <a:ea typeface="Times New Roman"/>
                <a:cs typeface="Times New Roman"/>
                <a:sym typeface="Times New Roman"/>
              </a:rPr>
              <a:t>Ôi tình yêu thương Chúa cao vời, tình yêu thương Chúa muôn đời, </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g3d7b5767d67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FF"/>
                </a:solidFill>
                <a:latin typeface="Times New Roman"/>
                <a:ea typeface="Times New Roman"/>
                <a:cs typeface="Times New Roman"/>
                <a:sym typeface="Times New Roman"/>
              </a:rPr>
              <a:t>Người yêu con từ ngàn xưa. </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g3d7b5767d67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FF"/>
                </a:solidFill>
                <a:latin typeface="Times New Roman"/>
                <a:ea typeface="Times New Roman"/>
                <a:cs typeface="Times New Roman"/>
                <a:sym typeface="Times New Roman"/>
              </a:rPr>
              <a:t>Từ khi chưa có đồi non từ khi chưa có trời cao chưa có vầng trăng với ngàn sao,</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g3d7b5767d67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FF"/>
                </a:solidFill>
                <a:latin typeface="Times New Roman"/>
                <a:ea typeface="Times New Roman"/>
                <a:cs typeface="Times New Roman"/>
                <a:sym typeface="Times New Roman"/>
              </a:rPr>
              <a:t>gọi con giữa muôn muôn người, tìm con giữa nơi bùn nhơ.</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g3d7b5767d67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ĐK:</a:t>
            </a:r>
            <a:r>
              <a:rPr b="1" lang="en-US" sz="7500">
                <a:solidFill>
                  <a:srgbClr val="FFFFFF"/>
                </a:solidFill>
                <a:latin typeface="Times New Roman"/>
                <a:ea typeface="Times New Roman"/>
                <a:cs typeface="Times New Roman"/>
                <a:sym typeface="Times New Roman"/>
              </a:rPr>
              <a:t> Tình yêu Chúa cao vời biết bao, nào con biết đáp đền thế nào,</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g3d7b5767d67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FF"/>
                </a:solidFill>
                <a:latin typeface="Times New Roman"/>
                <a:ea typeface="Times New Roman"/>
                <a:cs typeface="Times New Roman"/>
                <a:sym typeface="Times New Roman"/>
              </a:rPr>
              <a:t>để cho cân xứng Chúa ơi, </a:t>
            </a:r>
            <a:r>
              <a:rPr b="1" lang="en-US" sz="7500">
                <a:solidFill>
                  <a:schemeClr val="lt1"/>
                </a:solidFill>
                <a:latin typeface="Times New Roman"/>
                <a:ea typeface="Times New Roman"/>
                <a:cs typeface="Times New Roman"/>
                <a:sym typeface="Times New Roman"/>
              </a:rPr>
              <a:t>để cho cân xứng Chúa ơi!</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pic>
        <p:nvPicPr>
          <p:cNvPr id="833" name="Google Shape;833;g3d7b5767d67_0_55"/>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b26357b4a1_0_14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GIUSE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BẠN ĐỨC NỮ TRINH</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Mi Trầm)</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g3b26357b4a1_0_1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ĐK:</a:t>
            </a:r>
            <a:r>
              <a:rPr b="1" lang="en-US" sz="7500">
                <a:solidFill>
                  <a:srgbClr val="FFFFFF"/>
                </a:solidFill>
                <a:latin typeface="Times New Roman"/>
                <a:ea typeface="Times New Roman"/>
                <a:cs typeface="Times New Roman"/>
                <a:sym typeface="Times New Roman"/>
              </a:rPr>
              <a:t> </a:t>
            </a:r>
            <a:r>
              <a:rPr b="1" lang="en-US" sz="7500">
                <a:solidFill>
                  <a:srgbClr val="FFFFFF"/>
                </a:solidFill>
                <a:latin typeface="Times New Roman"/>
                <a:ea typeface="Times New Roman"/>
                <a:cs typeface="Times New Roman"/>
                <a:sym typeface="Times New Roman"/>
              </a:rPr>
              <a:t>Giu-se Bạn hiền của Đức Nữ Trinh. Trên dương gian nêu gương sáng gia đình,</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g3b26357b4a1_0_1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3200"/>
              <a:buFont typeface="Arial"/>
              <a:buNone/>
            </a:pPr>
            <a:r>
              <a:rPr b="1" lang="en-US" sz="7500">
                <a:solidFill>
                  <a:schemeClr val="lt1"/>
                </a:solidFill>
                <a:latin typeface="Times New Roman"/>
                <a:ea typeface="Times New Roman"/>
                <a:cs typeface="Times New Roman"/>
                <a:sym typeface="Times New Roman"/>
              </a:rPr>
              <a:t>trên thiên cung muôn thiên thần tôn kính, mừng Thánh Giu-se trên trời hiển vinh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g3b26357b4a1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7500">
                <a:solidFill>
                  <a:schemeClr val="lt1"/>
                </a:solidFill>
                <a:latin typeface="Times New Roman"/>
                <a:ea typeface="Times New Roman"/>
                <a:cs typeface="Times New Roman"/>
                <a:sym typeface="Times New Roman"/>
              </a:rPr>
              <a:t>mừng Thánh Giu-se là mẫu gương gia đình.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g3bd41fd8710_0_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1.</a:t>
            </a:r>
            <a:r>
              <a:rPr b="1" lang="en-US" sz="8000">
                <a:solidFill>
                  <a:srgbClr val="FFFFFF"/>
                </a:solidFill>
                <a:latin typeface="Times New Roman"/>
                <a:ea typeface="Times New Roman"/>
                <a:cs typeface="Times New Roman"/>
                <a:sym typeface="Times New Roman"/>
              </a:rPr>
              <a:t> </a:t>
            </a:r>
            <a:r>
              <a:rPr b="1" lang="en-US" sz="8000">
                <a:solidFill>
                  <a:srgbClr val="FFFFFF"/>
                </a:solidFill>
                <a:latin typeface="Times New Roman"/>
                <a:ea typeface="Times New Roman"/>
                <a:cs typeface="Times New Roman"/>
                <a:sym typeface="Times New Roman"/>
              </a:rPr>
              <a:t>Giu-se nêu gương đời sống khiết trinh. Giu-se nêu gương cuộc đời công chính.</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g3bd41fd8710_0_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Người đã vươn lên như bông huệ, cuộc sống vui tươi trong ê chề,</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g3d7b5767d67_0_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muôn người ngợi khen Thánh Giu-se.</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g3d7b5767d67_0_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ĐK:</a:t>
            </a:r>
            <a:r>
              <a:rPr b="1" lang="en-US" sz="7500">
                <a:solidFill>
                  <a:srgbClr val="FFFFFF"/>
                </a:solidFill>
                <a:latin typeface="Times New Roman"/>
                <a:ea typeface="Times New Roman"/>
                <a:cs typeface="Times New Roman"/>
                <a:sym typeface="Times New Roman"/>
              </a:rPr>
              <a:t> Giu-se Bạn hiền của Đức Nữ Trinh. Trên dương gian nêu gương sáng gia đình,</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g3d7b5767d67_0_3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3200"/>
              <a:buFont typeface="Arial"/>
              <a:buNone/>
            </a:pPr>
            <a:r>
              <a:rPr b="1" lang="en-US" sz="7500">
                <a:solidFill>
                  <a:schemeClr val="lt1"/>
                </a:solidFill>
                <a:latin typeface="Times New Roman"/>
                <a:ea typeface="Times New Roman"/>
                <a:cs typeface="Times New Roman"/>
                <a:sym typeface="Times New Roman"/>
              </a:rPr>
              <a:t>trên thiên cung muôn thiên thần tôn kính, mừng Thánh Giu-se trên trời hiển vinh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g3d7b5767d67_0_3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7500">
                <a:solidFill>
                  <a:schemeClr val="lt1"/>
                </a:solidFill>
                <a:latin typeface="Times New Roman"/>
                <a:ea typeface="Times New Roman"/>
                <a:cs typeface="Times New Roman"/>
                <a:sym typeface="Times New Roman"/>
              </a:rPr>
              <a:t>mừng Thánh Giu-se là mẫu gương gia đình.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pic>
        <p:nvPicPr>
          <p:cNvPr id="888" name="Google Shape;888;g3cb7c2c030f_0_21"/>
          <p:cNvPicPr preferRelativeResize="0"/>
          <p:nvPr/>
        </p:nvPicPr>
        <p:blipFill rotWithShape="1">
          <a:blip r:embed="rId3">
            <a:alphaModFix/>
          </a:blip>
          <a:srcRect b="0" l="0" r="0" t="0"/>
          <a:stretch/>
        </p:blipFill>
        <p:spPr>
          <a:xfrm>
            <a:off x="0" y="25"/>
            <a:ext cx="9169539"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